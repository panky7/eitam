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82" r:id="rId3"/>
  </p:sldMasterIdLst>
  <p:notesMasterIdLst>
    <p:notesMasterId r:id="rId12"/>
  </p:notesMasterIdLst>
  <p:sldIdLst>
    <p:sldId id="2147480820" r:id="rId4"/>
    <p:sldId id="2147479024" r:id="rId5"/>
    <p:sldId id="2147480823" r:id="rId6"/>
    <p:sldId id="2147480825" r:id="rId7"/>
    <p:sldId id="2147479012" r:id="rId8"/>
    <p:sldId id="2147479028" r:id="rId9"/>
    <p:sldId id="2147479021" r:id="rId10"/>
    <p:sldId id="214747902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E5BF33-9E13-B1DA-1741-56214E9200D7}" v="1" dt="2026-08-19T09:57:35.6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theme" Target="theme/theme1.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4DCC2C-6433-E748-9C20-D214F0236397}" type="datetimeFigureOut">
              <a:rPr lang="en-US" smtClean="0"/>
              <a:t>8/27/2026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3C2978-E667-AE41-A529-630B4AEE8C6F}" type="slidenum">
              <a:rPr lang="en-US" smtClean="0"/>
              <a:t>‹#›</a:t>
            </a:fld>
            <a:endParaRPr lang="en-US"/>
          </a:p>
        </p:txBody>
      </p:sp>
    </p:spTree>
    <p:extLst>
      <p:ext uri="{BB962C8B-B14F-4D97-AF65-F5344CB8AC3E}">
        <p14:creationId xmlns:p14="http://schemas.microsoft.com/office/powerpoint/2010/main" val="2128863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D007AE7-B8D7-4C0F-829F-3C5190BBB7D2}"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37582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D007AE7-B8D7-4C0F-829F-3C5190BBB7D2}"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70768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E667E-1A77-F3AB-E669-580E08CD81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193B09-BBCB-4987-83B3-28466FEF8A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70D754-D92E-B939-09D9-9A43F28B66E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902181-FF6A-DB3D-0B5C-6D79F21A278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smtClean="0">
                <a:ln>
                  <a:noFill/>
                </a:ln>
                <a:solidFill>
                  <a:prstClr val="black"/>
                </a:solidFill>
                <a:effectLst/>
                <a:uLnTx/>
                <a:uFillTx/>
                <a:latin typeface="Graphik" panose="020B0503030202060203"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Graphik" panose="020B0503030202060203" pitchFamily="34" charset="0"/>
              <a:ea typeface="+mn-ea"/>
              <a:cs typeface="+mn-cs"/>
            </a:endParaRPr>
          </a:p>
        </p:txBody>
      </p:sp>
    </p:spTree>
    <p:extLst>
      <p:ext uri="{BB962C8B-B14F-4D97-AF65-F5344CB8AC3E}">
        <p14:creationId xmlns:p14="http://schemas.microsoft.com/office/powerpoint/2010/main" val="2747252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1.xml"/><Relationship Id="rId4" Type="http://schemas.openxmlformats.org/officeDocument/2006/relationships/image" Target="../media/image2.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3.xml"/><Relationship Id="rId1" Type="http://schemas.openxmlformats.org/officeDocument/2006/relationships/tags" Target="../tags/tag3.xml"/><Relationship Id="rId5" Type="http://schemas.openxmlformats.org/officeDocument/2006/relationships/image" Target="../media/image6.png"/><Relationship Id="rId4" Type="http://schemas.openxmlformats.org/officeDocument/2006/relationships/image" Target="../media/image5.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4.xml"/><Relationship Id="rId6" Type="http://schemas.openxmlformats.org/officeDocument/2006/relationships/image" Target="../media/image8.svg"/><Relationship Id="rId5" Type="http://schemas.openxmlformats.org/officeDocument/2006/relationships/image" Target="../media/image7.jpeg"/><Relationship Id="rId4" Type="http://schemas.openxmlformats.org/officeDocument/2006/relationships/image" Target="../media/image5.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11.png"/><Relationship Id="rId2" Type="http://schemas.openxmlformats.org/officeDocument/2006/relationships/slideMaster" Target="../slideMasters/slideMaster3.xml"/><Relationship Id="rId1" Type="http://schemas.openxmlformats.org/officeDocument/2006/relationships/tags" Target="../tags/tag5.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5.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6.bin"/><Relationship Id="rId7" Type="http://schemas.openxmlformats.org/officeDocument/2006/relationships/image" Target="../media/image11.png"/><Relationship Id="rId2" Type="http://schemas.openxmlformats.org/officeDocument/2006/relationships/slideMaster" Target="../slideMasters/slideMaster3.xml"/><Relationship Id="rId1" Type="http://schemas.openxmlformats.org/officeDocument/2006/relationships/tags" Target="../tags/tag6.xml"/><Relationship Id="rId6" Type="http://schemas.openxmlformats.org/officeDocument/2006/relationships/image" Target="../media/image10.png"/><Relationship Id="rId5" Type="http://schemas.openxmlformats.org/officeDocument/2006/relationships/image" Target="../media/image12.png"/><Relationship Id="rId4" Type="http://schemas.openxmlformats.org/officeDocument/2006/relationships/image" Target="../media/image5.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image" Target="../media/image11.png"/><Relationship Id="rId2" Type="http://schemas.openxmlformats.org/officeDocument/2006/relationships/slideMaster" Target="../slideMasters/slideMaster3.xml"/><Relationship Id="rId1" Type="http://schemas.openxmlformats.org/officeDocument/2006/relationships/tags" Target="../tags/tag7.xml"/><Relationship Id="rId6" Type="http://schemas.openxmlformats.org/officeDocument/2006/relationships/image" Target="../media/image10.png"/><Relationship Id="rId5" Type="http://schemas.openxmlformats.org/officeDocument/2006/relationships/image" Target="../media/image13.png"/><Relationship Id="rId4" Type="http://schemas.openxmlformats.org/officeDocument/2006/relationships/image" Target="../media/image5.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8.bin"/><Relationship Id="rId7" Type="http://schemas.openxmlformats.org/officeDocument/2006/relationships/image" Target="../media/image11.png"/><Relationship Id="rId2" Type="http://schemas.openxmlformats.org/officeDocument/2006/relationships/slideMaster" Target="../slideMasters/slideMaster3.xml"/><Relationship Id="rId1" Type="http://schemas.openxmlformats.org/officeDocument/2006/relationships/tags" Target="../tags/tag8.xml"/><Relationship Id="rId6"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image" Target="../media/image5.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9.bin"/><Relationship Id="rId7" Type="http://schemas.openxmlformats.org/officeDocument/2006/relationships/image" Target="../media/image11.png"/><Relationship Id="rId2" Type="http://schemas.openxmlformats.org/officeDocument/2006/relationships/slideMaster" Target="../slideMasters/slideMaster3.xml"/><Relationship Id="rId1" Type="http://schemas.openxmlformats.org/officeDocument/2006/relationships/tags" Target="../tags/tag9.xml"/><Relationship Id="rId6" Type="http://schemas.openxmlformats.org/officeDocument/2006/relationships/image" Target="../media/image10.png"/><Relationship Id="rId5" Type="http://schemas.openxmlformats.org/officeDocument/2006/relationships/image" Target="../media/image15.jpeg"/><Relationship Id="rId4" Type="http://schemas.openxmlformats.org/officeDocument/2006/relationships/image" Target="../media/image5.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10.bin"/><Relationship Id="rId7" Type="http://schemas.openxmlformats.org/officeDocument/2006/relationships/image" Target="../media/image11.png"/><Relationship Id="rId2" Type="http://schemas.openxmlformats.org/officeDocument/2006/relationships/slideMaster" Target="../slideMasters/slideMaster3.xml"/><Relationship Id="rId1" Type="http://schemas.openxmlformats.org/officeDocument/2006/relationships/tags" Target="../tags/tag10.xml"/><Relationship Id="rId6" Type="http://schemas.openxmlformats.org/officeDocument/2006/relationships/image" Target="../media/image10.png"/><Relationship Id="rId5" Type="http://schemas.openxmlformats.org/officeDocument/2006/relationships/image" Target="../media/image16.jpeg"/><Relationship Id="rId4" Type="http://schemas.openxmlformats.org/officeDocument/2006/relationships/image" Target="../media/image5.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11.bin"/><Relationship Id="rId7" Type="http://schemas.openxmlformats.org/officeDocument/2006/relationships/image" Target="../media/image11.png"/><Relationship Id="rId2" Type="http://schemas.openxmlformats.org/officeDocument/2006/relationships/slideMaster" Target="../slideMasters/slideMaster3.xml"/><Relationship Id="rId1" Type="http://schemas.openxmlformats.org/officeDocument/2006/relationships/tags" Target="../tags/tag11.xml"/><Relationship Id="rId6" Type="http://schemas.openxmlformats.org/officeDocument/2006/relationships/image" Target="../media/image10.png"/><Relationship Id="rId5" Type="http://schemas.openxmlformats.org/officeDocument/2006/relationships/image" Target="../media/image17.jpeg"/><Relationship Id="rId4" Type="http://schemas.openxmlformats.org/officeDocument/2006/relationships/image" Target="../media/image5.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12.bin"/><Relationship Id="rId7" Type="http://schemas.openxmlformats.org/officeDocument/2006/relationships/image" Target="../media/image11.png"/><Relationship Id="rId2" Type="http://schemas.openxmlformats.org/officeDocument/2006/relationships/slideMaster" Target="../slideMasters/slideMaster3.xml"/><Relationship Id="rId1" Type="http://schemas.openxmlformats.org/officeDocument/2006/relationships/tags" Target="../tags/tag12.xml"/><Relationship Id="rId6" Type="http://schemas.openxmlformats.org/officeDocument/2006/relationships/image" Target="../media/image10.png"/><Relationship Id="rId5" Type="http://schemas.openxmlformats.org/officeDocument/2006/relationships/image" Target="../media/image18.jpeg"/><Relationship Id="rId4" Type="http://schemas.openxmlformats.org/officeDocument/2006/relationships/image" Target="../media/image5.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13.bin"/><Relationship Id="rId7" Type="http://schemas.openxmlformats.org/officeDocument/2006/relationships/image" Target="../media/image11.png"/><Relationship Id="rId2" Type="http://schemas.openxmlformats.org/officeDocument/2006/relationships/slideMaster" Target="../slideMasters/slideMaster3.xml"/><Relationship Id="rId1" Type="http://schemas.openxmlformats.org/officeDocument/2006/relationships/tags" Target="../tags/tag13.xml"/><Relationship Id="rId6" Type="http://schemas.openxmlformats.org/officeDocument/2006/relationships/image" Target="../media/image10.png"/><Relationship Id="rId5" Type="http://schemas.openxmlformats.org/officeDocument/2006/relationships/image" Target="../media/image19.jpeg"/><Relationship Id="rId4" Type="http://schemas.openxmlformats.org/officeDocument/2006/relationships/image" Target="../media/image5.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14.bin"/><Relationship Id="rId7" Type="http://schemas.openxmlformats.org/officeDocument/2006/relationships/image" Target="../media/image11.png"/><Relationship Id="rId2" Type="http://schemas.openxmlformats.org/officeDocument/2006/relationships/slideMaster" Target="../slideMasters/slideMaster3.xml"/><Relationship Id="rId1" Type="http://schemas.openxmlformats.org/officeDocument/2006/relationships/tags" Target="../tags/tag14.xml"/><Relationship Id="rId6" Type="http://schemas.openxmlformats.org/officeDocument/2006/relationships/image" Target="../media/image10.png"/><Relationship Id="rId5" Type="http://schemas.openxmlformats.org/officeDocument/2006/relationships/image" Target="../media/image20.jpeg"/><Relationship Id="rId4" Type="http://schemas.openxmlformats.org/officeDocument/2006/relationships/image" Target="../media/image5.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5.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3.xml"/><Relationship Id="rId1" Type="http://schemas.openxmlformats.org/officeDocument/2006/relationships/tags" Target="../tags/tag16.xml"/><Relationship Id="rId6" Type="http://schemas.openxmlformats.org/officeDocument/2006/relationships/image" Target="../media/image21.png"/><Relationship Id="rId5" Type="http://schemas.openxmlformats.org/officeDocument/2006/relationships/image" Target="../media/image12.png"/><Relationship Id="rId4" Type="http://schemas.openxmlformats.org/officeDocument/2006/relationships/image" Target="../media/image5.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3.xml"/><Relationship Id="rId1" Type="http://schemas.openxmlformats.org/officeDocument/2006/relationships/tags" Target="../tags/tag17.xml"/><Relationship Id="rId6" Type="http://schemas.openxmlformats.org/officeDocument/2006/relationships/image" Target="../media/image21.png"/><Relationship Id="rId5" Type="http://schemas.openxmlformats.org/officeDocument/2006/relationships/image" Target="../media/image13.png"/><Relationship Id="rId4" Type="http://schemas.openxmlformats.org/officeDocument/2006/relationships/image" Target="../media/image5.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3.xml"/><Relationship Id="rId1" Type="http://schemas.openxmlformats.org/officeDocument/2006/relationships/tags" Target="../tags/tag18.xml"/><Relationship Id="rId6" Type="http://schemas.openxmlformats.org/officeDocument/2006/relationships/image" Target="../media/image21.png"/><Relationship Id="rId5" Type="http://schemas.openxmlformats.org/officeDocument/2006/relationships/image" Target="../media/image14.png"/><Relationship Id="rId4" Type="http://schemas.openxmlformats.org/officeDocument/2006/relationships/image" Target="../media/image5.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3.xml"/><Relationship Id="rId1" Type="http://schemas.openxmlformats.org/officeDocument/2006/relationships/tags" Target="../tags/tag19.xml"/><Relationship Id="rId5" Type="http://schemas.openxmlformats.org/officeDocument/2006/relationships/image" Target="../media/image21.png"/><Relationship Id="rId4" Type="http://schemas.openxmlformats.org/officeDocument/2006/relationships/image" Target="../media/image5.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3.xml"/><Relationship Id="rId1" Type="http://schemas.openxmlformats.org/officeDocument/2006/relationships/tags" Target="../tags/tag20.xml"/><Relationship Id="rId4" Type="http://schemas.openxmlformats.org/officeDocument/2006/relationships/image" Target="../media/image3.emf"/></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3.xml"/><Relationship Id="rId1" Type="http://schemas.openxmlformats.org/officeDocument/2006/relationships/tags" Target="../tags/tag21.xml"/><Relationship Id="rId4" Type="http://schemas.openxmlformats.org/officeDocument/2006/relationships/image" Target="../media/image5.emf"/></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3.xml"/><Relationship Id="rId1" Type="http://schemas.openxmlformats.org/officeDocument/2006/relationships/tags" Target="../tags/tag22.xml"/><Relationship Id="rId4" Type="http://schemas.openxmlformats.org/officeDocument/2006/relationships/image" Target="../media/image5.emf"/></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3.xml"/><Relationship Id="rId1" Type="http://schemas.openxmlformats.org/officeDocument/2006/relationships/tags" Target="../tags/tag23.xml"/><Relationship Id="rId4" Type="http://schemas.openxmlformats.org/officeDocument/2006/relationships/image" Target="../media/image5.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3.xml"/><Relationship Id="rId1" Type="http://schemas.openxmlformats.org/officeDocument/2006/relationships/tags" Target="../tags/tag24.xml"/><Relationship Id="rId4" Type="http://schemas.openxmlformats.org/officeDocument/2006/relationships/image" Target="../media/image5.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3.xml"/><Relationship Id="rId1" Type="http://schemas.openxmlformats.org/officeDocument/2006/relationships/tags" Target="../tags/tag25.xml"/><Relationship Id="rId4" Type="http://schemas.openxmlformats.org/officeDocument/2006/relationships/image" Target="../media/image5.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3.xml"/><Relationship Id="rId1" Type="http://schemas.openxmlformats.org/officeDocument/2006/relationships/tags" Target="../tags/tag26.xml"/><Relationship Id="rId4" Type="http://schemas.openxmlformats.org/officeDocument/2006/relationships/image" Target="../media/image5.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3.xml"/><Relationship Id="rId1" Type="http://schemas.openxmlformats.org/officeDocument/2006/relationships/tags" Target="../tags/tag27.xml"/><Relationship Id="rId4" Type="http://schemas.openxmlformats.org/officeDocument/2006/relationships/image" Target="../media/image5.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3.xml"/><Relationship Id="rId1" Type="http://schemas.openxmlformats.org/officeDocument/2006/relationships/tags" Target="../tags/tag28.xml"/><Relationship Id="rId5" Type="http://schemas.openxmlformats.org/officeDocument/2006/relationships/image" Target="../media/image22.jpeg"/><Relationship Id="rId4" Type="http://schemas.openxmlformats.org/officeDocument/2006/relationships/image" Target="../media/image5.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3.xml"/><Relationship Id="rId1" Type="http://schemas.openxmlformats.org/officeDocument/2006/relationships/tags" Target="../tags/tag29.xml"/><Relationship Id="rId4" Type="http://schemas.openxmlformats.org/officeDocument/2006/relationships/image" Target="../media/image5.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3.xml"/><Relationship Id="rId1" Type="http://schemas.openxmlformats.org/officeDocument/2006/relationships/tags" Target="../tags/tag30.xml"/><Relationship Id="rId4" Type="http://schemas.openxmlformats.org/officeDocument/2006/relationships/image" Target="../media/image5.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3.xml"/><Relationship Id="rId1" Type="http://schemas.openxmlformats.org/officeDocument/2006/relationships/tags" Target="../tags/tag31.xml"/><Relationship Id="rId5" Type="http://schemas.openxmlformats.org/officeDocument/2006/relationships/image" Target="../media/image23.png"/><Relationship Id="rId4" Type="http://schemas.openxmlformats.org/officeDocument/2006/relationships/image" Target="../media/image5.emf"/></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3.xml"/><Relationship Id="rId1" Type="http://schemas.openxmlformats.org/officeDocument/2006/relationships/tags" Target="../tags/tag32.xml"/><Relationship Id="rId5" Type="http://schemas.openxmlformats.org/officeDocument/2006/relationships/image" Target="../media/image21.png"/><Relationship Id="rId4" Type="http://schemas.openxmlformats.org/officeDocument/2006/relationships/image" Target="../media/image5.emf"/></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3.xml"/><Relationship Id="rId1" Type="http://schemas.openxmlformats.org/officeDocument/2006/relationships/tags" Target="../tags/tag33.xml"/><Relationship Id="rId5" Type="http://schemas.openxmlformats.org/officeDocument/2006/relationships/image" Target="../media/image24.png"/><Relationship Id="rId4" Type="http://schemas.openxmlformats.org/officeDocument/2006/relationships/image" Target="../media/image5.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34.xml"/><Relationship Id="rId5" Type="http://schemas.openxmlformats.org/officeDocument/2006/relationships/image" Target="../media/image25.png"/><Relationship Id="rId4" Type="http://schemas.openxmlformats.org/officeDocument/2006/relationships/image" Target="../media/image5.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Master" Target="../slideMasters/slideMaster3.xml"/><Relationship Id="rId1" Type="http://schemas.openxmlformats.org/officeDocument/2006/relationships/tags" Target="../tags/tag35.xml"/><Relationship Id="rId6" Type="http://schemas.openxmlformats.org/officeDocument/2006/relationships/image" Target="../media/image21.png"/><Relationship Id="rId5" Type="http://schemas.openxmlformats.org/officeDocument/2006/relationships/image" Target="../media/image12.png"/><Relationship Id="rId4" Type="http://schemas.openxmlformats.org/officeDocument/2006/relationships/image" Target="../media/image5.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Master" Target="../slideMasters/slideMaster3.xml"/><Relationship Id="rId1" Type="http://schemas.openxmlformats.org/officeDocument/2006/relationships/tags" Target="../tags/tag36.xml"/><Relationship Id="rId6" Type="http://schemas.openxmlformats.org/officeDocument/2006/relationships/image" Target="../media/image21.png"/><Relationship Id="rId5" Type="http://schemas.openxmlformats.org/officeDocument/2006/relationships/image" Target="../media/image13.png"/><Relationship Id="rId4" Type="http://schemas.openxmlformats.org/officeDocument/2006/relationships/image" Target="../media/image5.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3.xml"/><Relationship Id="rId1" Type="http://schemas.openxmlformats.org/officeDocument/2006/relationships/tags" Target="../tags/tag37.xml"/><Relationship Id="rId6" Type="http://schemas.openxmlformats.org/officeDocument/2006/relationships/image" Target="../media/image21.png"/><Relationship Id="rId5" Type="http://schemas.openxmlformats.org/officeDocument/2006/relationships/image" Target="../media/image14.png"/><Relationship Id="rId4" Type="http://schemas.openxmlformats.org/officeDocument/2006/relationships/image" Target="../media/image5.emf"/></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Master" Target="../slideMasters/slideMaster3.xml"/><Relationship Id="rId1" Type="http://schemas.openxmlformats.org/officeDocument/2006/relationships/tags" Target="../tags/tag38.xml"/><Relationship Id="rId4" Type="http://schemas.openxmlformats.org/officeDocument/2006/relationships/image" Target="../media/image5.emf"/></Relationships>
</file>

<file path=ppt/slideLayouts/_rels/slideLayout70.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Master" Target="../slideMasters/slideMaster3.xml"/><Relationship Id="rId1" Type="http://schemas.openxmlformats.org/officeDocument/2006/relationships/tags" Target="../tags/tag39.xml"/><Relationship Id="rId5" Type="http://schemas.openxmlformats.org/officeDocument/2006/relationships/image" Target="../media/image21.png"/><Relationship Id="rId4" Type="http://schemas.openxmlformats.org/officeDocument/2006/relationships/image" Target="../media/image5.emf"/></Relationships>
</file>

<file path=ppt/slideLayouts/_rels/slideLayout71.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3.xml"/><Relationship Id="rId1" Type="http://schemas.openxmlformats.org/officeDocument/2006/relationships/tags" Target="../tags/tag40.xml"/><Relationship Id="rId5" Type="http://schemas.openxmlformats.org/officeDocument/2006/relationships/hyperlink" Target="mailto:Amy.Ritz@Accenture.com" TargetMode="External"/><Relationship Id="rId4" Type="http://schemas.openxmlformats.org/officeDocument/2006/relationships/image" Target="../media/image5.emf"/></Relationships>
</file>

<file path=ppt/slideLayouts/_rels/slideLayout7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oleObject" Target="../embeddings/oleObject41.bin"/><Relationship Id="rId7" Type="http://schemas.openxmlformats.org/officeDocument/2006/relationships/image" Target="../media/image10.png"/><Relationship Id="rId2" Type="http://schemas.openxmlformats.org/officeDocument/2006/relationships/slideMaster" Target="../slideMasters/slideMaster3.xml"/><Relationship Id="rId1" Type="http://schemas.openxmlformats.org/officeDocument/2006/relationships/tags" Target="../tags/tag41.xml"/><Relationship Id="rId6" Type="http://schemas.openxmlformats.org/officeDocument/2006/relationships/image" Target="../media/image8.svg"/><Relationship Id="rId5" Type="http://schemas.openxmlformats.org/officeDocument/2006/relationships/image" Target="../media/image12.png"/><Relationship Id="rId4" Type="http://schemas.openxmlformats.org/officeDocument/2006/relationships/image" Target="../media/image5.emf"/><Relationship Id="rId9" Type="http://schemas.openxmlformats.org/officeDocument/2006/relationships/image" Target="../media/image21.png"/></Relationships>
</file>

<file path=ppt/slideLayouts/_rels/slideLayout73.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Master" Target="../slideMasters/slideMaster3.xml"/><Relationship Id="rId1" Type="http://schemas.openxmlformats.org/officeDocument/2006/relationships/tags" Target="../tags/tag42.xml"/><Relationship Id="rId4" Type="http://schemas.openxmlformats.org/officeDocument/2006/relationships/image" Target="../media/image5.emf"/></Relationships>
</file>

<file path=ppt/slideLayouts/_rels/slideLayout74.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Master" Target="../slideMasters/slideMaster3.xml"/><Relationship Id="rId1" Type="http://schemas.openxmlformats.org/officeDocument/2006/relationships/tags" Target="../tags/tag43.xml"/><Relationship Id="rId4" Type="http://schemas.openxmlformats.org/officeDocument/2006/relationships/image" Target="../media/image5.emf"/></Relationships>
</file>

<file path=ppt/slideLayouts/_rels/slideLayout75.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Master" Target="../slideMasters/slideMaster3.xml"/><Relationship Id="rId1" Type="http://schemas.openxmlformats.org/officeDocument/2006/relationships/tags" Target="../tags/tag44.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5.emf"/></Relationships>
</file>

<file path=ppt/slideLayouts/_rels/slideLayout76.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Master" Target="../slideMasters/slideMaster3.xml"/><Relationship Id="rId1" Type="http://schemas.openxmlformats.org/officeDocument/2006/relationships/tags" Target="../tags/tag45.xml"/><Relationship Id="rId6" Type="http://schemas.openxmlformats.org/officeDocument/2006/relationships/image" Target="../media/image26.png"/><Relationship Id="rId5" Type="http://schemas.openxmlformats.org/officeDocument/2006/relationships/image" Target="../media/image28.png"/><Relationship Id="rId4" Type="http://schemas.openxmlformats.org/officeDocument/2006/relationships/image" Target="../media/image5.emf"/></Relationships>
</file>

<file path=ppt/slideLayouts/_rels/slideLayout77.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Master" Target="../slideMasters/slideMaster3.xml"/><Relationship Id="rId1" Type="http://schemas.openxmlformats.org/officeDocument/2006/relationships/tags" Target="../tags/tag46.xml"/><Relationship Id="rId6" Type="http://schemas.openxmlformats.org/officeDocument/2006/relationships/image" Target="../media/image8.svg"/><Relationship Id="rId5" Type="http://schemas.openxmlformats.org/officeDocument/2006/relationships/image" Target="../media/image7.jpeg"/><Relationship Id="rId4" Type="http://schemas.openxmlformats.org/officeDocument/2006/relationships/image" Target="../media/image5.emf"/></Relationships>
</file>

<file path=ppt/slideLayouts/_rels/slideLayout78.xml.rels><?xml version="1.0" encoding="UTF-8" standalone="yes"?>
<Relationships xmlns="http://schemas.openxmlformats.org/package/2006/relationships"><Relationship Id="rId3" Type="http://schemas.openxmlformats.org/officeDocument/2006/relationships/oleObject" Target="../embeddings/oleObject47.bin"/><Relationship Id="rId7" Type="http://schemas.openxmlformats.org/officeDocument/2006/relationships/image" Target="../media/image26.png"/><Relationship Id="rId2" Type="http://schemas.openxmlformats.org/officeDocument/2006/relationships/slideMaster" Target="../slideMasters/slideMaster3.xml"/><Relationship Id="rId1" Type="http://schemas.openxmlformats.org/officeDocument/2006/relationships/tags" Target="../tags/tag47.xml"/><Relationship Id="rId6" Type="http://schemas.openxmlformats.org/officeDocument/2006/relationships/image" Target="../media/image27.png"/><Relationship Id="rId5" Type="http://schemas.openxmlformats.org/officeDocument/2006/relationships/image" Target="../media/image29.jpeg"/><Relationship Id="rId4" Type="http://schemas.openxmlformats.org/officeDocument/2006/relationships/image" Target="../media/image5.emf"/></Relationships>
</file>

<file path=ppt/slideLayouts/_rels/slideLayout79.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Master" Target="../slideMasters/slideMaster3.xml"/><Relationship Id="rId1" Type="http://schemas.openxmlformats.org/officeDocument/2006/relationships/tags" Target="../tags/tag48.xml"/><Relationship Id="rId5" Type="http://schemas.openxmlformats.org/officeDocument/2006/relationships/image" Target="../media/image8.svg"/><Relationship Id="rId4" Type="http://schemas.openxmlformats.org/officeDocument/2006/relationships/image" Target="../media/image5.emf"/></Relationships>
</file>

<file path=ppt/slideLayouts/_rels/slideLayout80.xml.rels><?xml version="1.0" encoding="UTF-8" standalone="yes"?>
<Relationships xmlns="http://schemas.openxmlformats.org/package/2006/relationships"><Relationship Id="rId3" Type="http://schemas.openxmlformats.org/officeDocument/2006/relationships/oleObject" Target="../embeddings/oleObject49.bin"/><Relationship Id="rId7" Type="http://schemas.openxmlformats.org/officeDocument/2006/relationships/image" Target="../media/image31.png"/><Relationship Id="rId2" Type="http://schemas.openxmlformats.org/officeDocument/2006/relationships/slideMaster" Target="../slideMasters/slideMaster3.xml"/><Relationship Id="rId1" Type="http://schemas.openxmlformats.org/officeDocument/2006/relationships/tags" Target="../tags/tag49.xml"/><Relationship Id="rId6" Type="http://schemas.openxmlformats.org/officeDocument/2006/relationships/image" Target="../media/image30.png"/><Relationship Id="rId5" Type="http://schemas.openxmlformats.org/officeDocument/2006/relationships/image" Target="../media/image26.png"/><Relationship Id="rId4" Type="http://schemas.openxmlformats.org/officeDocument/2006/relationships/image" Target="../media/image5.emf"/></Relationships>
</file>

<file path=ppt/slideLayouts/_rels/slideLayout81.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Master" Target="../slideMasters/slideMaster3.xml"/><Relationship Id="rId1" Type="http://schemas.openxmlformats.org/officeDocument/2006/relationships/tags" Target="../tags/tag50.xml"/><Relationship Id="rId4" Type="http://schemas.openxmlformats.org/officeDocument/2006/relationships/image" Target="../media/image5.emf"/></Relationships>
</file>

<file path=ppt/slideLayouts/_rels/slideLayout82.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Master" Target="../slideMasters/slideMaster3.xml"/><Relationship Id="rId1" Type="http://schemas.openxmlformats.org/officeDocument/2006/relationships/tags" Target="../tags/tag51.xml"/><Relationship Id="rId6" Type="http://schemas.openxmlformats.org/officeDocument/2006/relationships/image" Target="../media/image33.png"/><Relationship Id="rId5" Type="http://schemas.openxmlformats.org/officeDocument/2006/relationships/image" Target="../media/image32.jpeg"/><Relationship Id="rId4" Type="http://schemas.openxmlformats.org/officeDocument/2006/relationships/image" Target="../media/image5.emf"/></Relationships>
</file>

<file path=ppt/slideLayouts/_rels/slideLayout83.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Master" Target="../slideMasters/slideMaster3.xml"/><Relationship Id="rId1" Type="http://schemas.openxmlformats.org/officeDocument/2006/relationships/tags" Target="../tags/tag52.xml"/><Relationship Id="rId6" Type="http://schemas.openxmlformats.org/officeDocument/2006/relationships/image" Target="../media/image33.png"/><Relationship Id="rId5" Type="http://schemas.openxmlformats.org/officeDocument/2006/relationships/image" Target="../media/image34.jpeg"/><Relationship Id="rId4" Type="http://schemas.openxmlformats.org/officeDocument/2006/relationships/image" Target="../media/image5.emf"/></Relationships>
</file>

<file path=ppt/slideLayouts/_rels/slideLayout84.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Master" Target="../slideMasters/slideMaster3.xml"/><Relationship Id="rId1" Type="http://schemas.openxmlformats.org/officeDocument/2006/relationships/tags" Target="../tags/tag53.xml"/><Relationship Id="rId6" Type="http://schemas.openxmlformats.org/officeDocument/2006/relationships/image" Target="../media/image27.png"/><Relationship Id="rId5" Type="http://schemas.openxmlformats.org/officeDocument/2006/relationships/image" Target="../media/image35.jpeg"/><Relationship Id="rId4" Type="http://schemas.openxmlformats.org/officeDocument/2006/relationships/image" Target="../media/image5.emf"/></Relationships>
</file>

<file path=ppt/slideLayouts/_rels/slideLayout85.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Master" Target="../slideMasters/slideMaster3.xml"/><Relationship Id="rId1" Type="http://schemas.openxmlformats.org/officeDocument/2006/relationships/tags" Target="../tags/tag54.xml"/><Relationship Id="rId5" Type="http://schemas.openxmlformats.org/officeDocument/2006/relationships/image" Target="../media/image33.png"/><Relationship Id="rId4" Type="http://schemas.openxmlformats.org/officeDocument/2006/relationships/image" Target="../media/image5.emf"/></Relationships>
</file>

<file path=ppt/slideLayouts/_rels/slideLayout86.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Master" Target="../slideMasters/slideMaster3.xml"/><Relationship Id="rId1" Type="http://schemas.openxmlformats.org/officeDocument/2006/relationships/tags" Target="../tags/tag55.xml"/><Relationship Id="rId4" Type="http://schemas.openxmlformats.org/officeDocument/2006/relationships/image" Target="../media/image5.emf"/></Relationships>
</file>

<file path=ppt/slideLayouts/_rels/slideLayout87.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Master" Target="../slideMasters/slideMaster3.xml"/><Relationship Id="rId1" Type="http://schemas.openxmlformats.org/officeDocument/2006/relationships/tags" Target="../tags/tag56.xml"/><Relationship Id="rId4" Type="http://schemas.openxmlformats.org/officeDocument/2006/relationships/image" Target="../media/image5.emf"/></Relationships>
</file>

<file path=ppt/slideLayouts/_rels/slideLayout88.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Master" Target="../slideMasters/slideMaster3.xml"/><Relationship Id="rId1" Type="http://schemas.openxmlformats.org/officeDocument/2006/relationships/tags" Target="../tags/tag57.xml"/><Relationship Id="rId4" Type="http://schemas.openxmlformats.org/officeDocument/2006/relationships/image" Target="../media/image5.emf"/></Relationships>
</file>

<file path=ppt/slideLayouts/_rels/slideLayout89.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Master" Target="../slideMasters/slideMaster3.xml"/><Relationship Id="rId1" Type="http://schemas.openxmlformats.org/officeDocument/2006/relationships/tags" Target="../tags/tag58.xml"/><Relationship Id="rId4" Type="http://schemas.openxmlformats.org/officeDocument/2006/relationships/image" Target="../media/image5.emf"/></Relationships>
</file>

<file path=ppt/slideLayouts/_rels/slideLayout90.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Master" Target="../slideMasters/slideMaster3.xml"/><Relationship Id="rId1" Type="http://schemas.openxmlformats.org/officeDocument/2006/relationships/tags" Target="../tags/tag59.xml"/><Relationship Id="rId4" Type="http://schemas.openxmlformats.org/officeDocument/2006/relationships/image" Target="../media/image5.emf"/></Relationships>
</file>

<file path=ppt/slideLayouts/_rels/slideLayout91.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Master" Target="../slideMasters/slideMaster3.xml"/><Relationship Id="rId1" Type="http://schemas.openxmlformats.org/officeDocument/2006/relationships/tags" Target="../tags/tag60.xml"/><Relationship Id="rId4" Type="http://schemas.openxmlformats.org/officeDocument/2006/relationships/image" Target="../media/image5.emf"/></Relationships>
</file>

<file path=ppt/slideLayouts/_rels/slideLayout92.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Master" Target="../slideMasters/slideMaster3.xml"/><Relationship Id="rId1" Type="http://schemas.openxmlformats.org/officeDocument/2006/relationships/tags" Target="../tags/tag61.xml"/><Relationship Id="rId4" Type="http://schemas.openxmlformats.org/officeDocument/2006/relationships/image" Target="../media/image5.emf"/></Relationships>
</file>

<file path=ppt/slideLayouts/_rels/slideLayout93.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Master" Target="../slideMasters/slideMaster3.xml"/><Relationship Id="rId1" Type="http://schemas.openxmlformats.org/officeDocument/2006/relationships/tags" Target="../tags/tag62.xml"/><Relationship Id="rId4" Type="http://schemas.openxmlformats.org/officeDocument/2006/relationships/image" Target="../media/image5.emf"/></Relationships>
</file>

<file path=ppt/slideLayouts/_rels/slideLayout94.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Master" Target="../slideMasters/slideMaster3.xml"/><Relationship Id="rId1" Type="http://schemas.openxmlformats.org/officeDocument/2006/relationships/tags" Target="../tags/tag63.xml"/><Relationship Id="rId5" Type="http://schemas.openxmlformats.org/officeDocument/2006/relationships/image" Target="../media/image33.png"/><Relationship Id="rId4" Type="http://schemas.openxmlformats.org/officeDocument/2006/relationships/image" Target="../media/image5.emf"/></Relationships>
</file>

<file path=ppt/slideLayouts/_rels/slideLayout95.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Master" Target="../slideMasters/slideMaster3.xml"/><Relationship Id="rId1" Type="http://schemas.openxmlformats.org/officeDocument/2006/relationships/tags" Target="../tags/tag64.xml"/><Relationship Id="rId4" Type="http://schemas.openxmlformats.org/officeDocument/2006/relationships/image" Target="../media/image5.emf"/></Relationships>
</file>

<file path=ppt/slideLayouts/_rels/slideLayout96.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Master" Target="../slideMasters/slideMaster3.xml"/><Relationship Id="rId1" Type="http://schemas.openxmlformats.org/officeDocument/2006/relationships/tags" Target="../tags/tag65.xml"/><Relationship Id="rId5" Type="http://schemas.openxmlformats.org/officeDocument/2006/relationships/image" Target="../media/image36.png"/><Relationship Id="rId4" Type="http://schemas.openxmlformats.org/officeDocument/2006/relationships/image" Target="../media/image5.emf"/></Relationships>
</file>

<file path=ppt/slideLayouts/_rels/slideLayout97.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Master" Target="../slideMasters/slideMaster3.xml"/><Relationship Id="rId1" Type="http://schemas.openxmlformats.org/officeDocument/2006/relationships/tags" Target="../tags/tag66.xml"/><Relationship Id="rId5" Type="http://schemas.openxmlformats.org/officeDocument/2006/relationships/image" Target="../media/image33.png"/><Relationship Id="rId4" Type="http://schemas.openxmlformats.org/officeDocument/2006/relationships/image" Target="../media/image5.emf"/></Relationships>
</file>

<file path=ppt/slideLayouts/_rels/slideLayout98.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Master" Target="../slideMasters/slideMaster3.xml"/><Relationship Id="rId1" Type="http://schemas.openxmlformats.org/officeDocument/2006/relationships/tags" Target="../tags/tag67.xml"/><Relationship Id="rId5" Type="http://schemas.openxmlformats.org/officeDocument/2006/relationships/image" Target="../media/image37.png"/><Relationship Id="rId4" Type="http://schemas.openxmlformats.org/officeDocument/2006/relationships/image" Target="../media/image5.emf"/></Relationships>
</file>

<file path=ppt/slideLayouts/_rels/slideLayout99.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Master" Target="../slideMasters/slideMaster3.xml"/><Relationship Id="rId1" Type="http://schemas.openxmlformats.org/officeDocument/2006/relationships/tags" Target="../tags/tag68.xml"/><Relationship Id="rId4" Type="http://schemas.openxmlformats.org/officeDocument/2006/relationships/image" Target="../media/image5.emf"/></Relationships>
</file>

<file path=ppt/slideLayouts/_rels/slideLayout100.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slideMaster" Target="../slideMasters/slideMaster3.xml"/><Relationship Id="rId1" Type="http://schemas.openxmlformats.org/officeDocument/2006/relationships/tags" Target="../tags/tag69.xml"/><Relationship Id="rId4" Type="http://schemas.openxmlformats.org/officeDocument/2006/relationships/image" Target="../media/image5.emf"/></Relationships>
</file>

<file path=ppt/slideLayouts/_rels/slideLayout101.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Master" Target="../slideMasters/slideMaster3.xml"/><Relationship Id="rId1" Type="http://schemas.openxmlformats.org/officeDocument/2006/relationships/tags" Target="../tags/tag70.xml"/><Relationship Id="rId6" Type="http://schemas.openxmlformats.org/officeDocument/2006/relationships/image" Target="../media/image33.png"/><Relationship Id="rId5" Type="http://schemas.openxmlformats.org/officeDocument/2006/relationships/image" Target="../media/image38.jpeg"/><Relationship Id="rId4" Type="http://schemas.openxmlformats.org/officeDocument/2006/relationships/image" Target="../media/image5.emf"/></Relationships>
</file>

<file path=ppt/slideLayouts/_rels/slideLayout102.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Master" Target="../slideMasters/slideMaster3.xml"/><Relationship Id="rId1" Type="http://schemas.openxmlformats.org/officeDocument/2006/relationships/tags" Target="../tags/tag71.xml"/><Relationship Id="rId5" Type="http://schemas.openxmlformats.org/officeDocument/2006/relationships/image" Target="../media/image33.png"/><Relationship Id="rId4" Type="http://schemas.openxmlformats.org/officeDocument/2006/relationships/image" Target="../media/image5.emf"/></Relationships>
</file>

<file path=ppt/slideLayouts/_rels/slideLayout103.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slideMaster" Target="../slideMasters/slideMaster3.xml"/><Relationship Id="rId1" Type="http://schemas.openxmlformats.org/officeDocument/2006/relationships/tags" Target="../tags/tag72.xml"/><Relationship Id="rId5" Type="http://schemas.openxmlformats.org/officeDocument/2006/relationships/image" Target="../media/image33.png"/><Relationship Id="rId4" Type="http://schemas.openxmlformats.org/officeDocument/2006/relationships/image" Target="../media/image5.emf"/></Relationships>
</file>

<file path=ppt/slideLayouts/_rels/slideLayout104.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slideMaster" Target="../slideMasters/slideMaster3.xml"/><Relationship Id="rId1" Type="http://schemas.openxmlformats.org/officeDocument/2006/relationships/tags" Target="../tags/tag73.xml"/><Relationship Id="rId5" Type="http://schemas.openxmlformats.org/officeDocument/2006/relationships/hyperlink" Target="mailto:Amy.Ritz@Accenture.com" TargetMode="External"/><Relationship Id="rId4" Type="http://schemas.openxmlformats.org/officeDocument/2006/relationships/image" Target="../media/image5.emf"/></Relationships>
</file>

<file path=ppt/slideLayouts/_rels/slideLayout105.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Master" Target="../slideMasters/slideMaster3.xml"/><Relationship Id="rId1" Type="http://schemas.openxmlformats.org/officeDocument/2006/relationships/tags" Target="../tags/tag74.xml"/><Relationship Id="rId6" Type="http://schemas.openxmlformats.org/officeDocument/2006/relationships/image" Target="../media/image8.svg"/><Relationship Id="rId5" Type="http://schemas.openxmlformats.org/officeDocument/2006/relationships/image" Target="../media/image7.jpeg"/><Relationship Id="rId4" Type="http://schemas.openxmlformats.org/officeDocument/2006/relationships/image" Target="../media/image5.emf"/></Relationships>
</file>

<file path=ppt/slideLayouts/_rels/slideLayout106.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slideMaster" Target="../slideMasters/slideMaster3.xml"/><Relationship Id="rId1" Type="http://schemas.openxmlformats.org/officeDocument/2006/relationships/tags" Target="../tags/tag75.xml"/><Relationship Id="rId4" Type="http://schemas.openxmlformats.org/officeDocument/2006/relationships/image" Target="../media/image5.emf"/></Relationships>
</file>

<file path=ppt/slideLayouts/_rels/slideLayout107.xml.rels><?xml version="1.0" encoding="UTF-8" standalone="yes"?>
<Relationships xmlns="http://schemas.openxmlformats.org/package/2006/relationships"><Relationship Id="rId3" Type="http://schemas.openxmlformats.org/officeDocument/2006/relationships/oleObject" Target="../embeddings/oleObject76.bin"/><Relationship Id="rId7" Type="http://schemas.openxmlformats.org/officeDocument/2006/relationships/image" Target="../media/image26.png"/><Relationship Id="rId2" Type="http://schemas.openxmlformats.org/officeDocument/2006/relationships/slideMaster" Target="../slideMasters/slideMaster3.xml"/><Relationship Id="rId1" Type="http://schemas.openxmlformats.org/officeDocument/2006/relationships/tags" Target="../tags/tag76.xml"/><Relationship Id="rId6" Type="http://schemas.openxmlformats.org/officeDocument/2006/relationships/image" Target="../media/image27.png"/><Relationship Id="rId5" Type="http://schemas.openxmlformats.org/officeDocument/2006/relationships/image" Target="../media/image39.jpeg"/><Relationship Id="rId4" Type="http://schemas.openxmlformats.org/officeDocument/2006/relationships/image" Target="../media/image5.emf"/></Relationships>
</file>

<file path=ppt/slideLayouts/_rels/slideLayout108.xml.rels><?xml version="1.0" encoding="UTF-8" standalone="yes"?>
<Relationships xmlns="http://schemas.openxmlformats.org/package/2006/relationships"><Relationship Id="rId3" Type="http://schemas.openxmlformats.org/officeDocument/2006/relationships/oleObject" Target="../embeddings/oleObject77.bin"/><Relationship Id="rId7" Type="http://schemas.openxmlformats.org/officeDocument/2006/relationships/image" Target="../media/image26.png"/><Relationship Id="rId2" Type="http://schemas.openxmlformats.org/officeDocument/2006/relationships/slideMaster" Target="../slideMasters/slideMaster3.xml"/><Relationship Id="rId1" Type="http://schemas.openxmlformats.org/officeDocument/2006/relationships/tags" Target="../tags/tag77.xml"/><Relationship Id="rId6" Type="http://schemas.openxmlformats.org/officeDocument/2006/relationships/image" Target="../media/image27.png"/><Relationship Id="rId5" Type="http://schemas.openxmlformats.org/officeDocument/2006/relationships/image" Target="../media/image40.jpeg"/><Relationship Id="rId4" Type="http://schemas.openxmlformats.org/officeDocument/2006/relationships/image" Target="../media/image5.emf"/></Relationships>
</file>

<file path=ppt/slideLayouts/_rels/slideLayout109.xml.rels><?xml version="1.0" encoding="UTF-8" standalone="yes"?>
<Relationships xmlns="http://schemas.openxmlformats.org/package/2006/relationships"><Relationship Id="rId3" Type="http://schemas.openxmlformats.org/officeDocument/2006/relationships/oleObject" Target="../embeddings/oleObject78.bin"/><Relationship Id="rId2" Type="http://schemas.openxmlformats.org/officeDocument/2006/relationships/slideMaster" Target="../slideMasters/slideMaster3.xml"/><Relationship Id="rId1" Type="http://schemas.openxmlformats.org/officeDocument/2006/relationships/tags" Target="../tags/tag78.xml"/><Relationship Id="rId6" Type="http://schemas.openxmlformats.org/officeDocument/2006/relationships/image" Target="../media/image26.png"/><Relationship Id="rId5" Type="http://schemas.openxmlformats.org/officeDocument/2006/relationships/image" Target="../media/image27.png"/><Relationship Id="rId4" Type="http://schemas.openxmlformats.org/officeDocument/2006/relationships/image" Target="../media/image5.emf"/></Relationships>
</file>

<file path=ppt/slideLayouts/_rels/slideLayout110.xml.rels><?xml version="1.0" encoding="UTF-8" standalone="yes"?>
<Relationships xmlns="http://schemas.openxmlformats.org/package/2006/relationships"><Relationship Id="rId3" Type="http://schemas.openxmlformats.org/officeDocument/2006/relationships/oleObject" Target="../embeddings/oleObject79.bin"/><Relationship Id="rId2" Type="http://schemas.openxmlformats.org/officeDocument/2006/relationships/slideMaster" Target="../slideMasters/slideMaster3.xml"/><Relationship Id="rId1" Type="http://schemas.openxmlformats.org/officeDocument/2006/relationships/tags" Target="../tags/tag79.xml"/><Relationship Id="rId4" Type="http://schemas.openxmlformats.org/officeDocument/2006/relationships/image" Target="../media/image5.emf"/></Relationships>
</file>

<file path=ppt/slideLayouts/_rels/slideLayout111.xml.rels><?xml version="1.0" encoding="UTF-8" standalone="yes"?>
<Relationships xmlns="http://schemas.openxmlformats.org/package/2006/relationships"><Relationship Id="rId3" Type="http://schemas.openxmlformats.org/officeDocument/2006/relationships/oleObject" Target="../embeddings/oleObject80.bin"/><Relationship Id="rId2" Type="http://schemas.openxmlformats.org/officeDocument/2006/relationships/slideMaster" Target="../slideMasters/slideMaster3.xml"/><Relationship Id="rId1" Type="http://schemas.openxmlformats.org/officeDocument/2006/relationships/tags" Target="../tags/tag80.xml"/><Relationship Id="rId5" Type="http://schemas.openxmlformats.org/officeDocument/2006/relationships/image" Target="../media/image42.png"/><Relationship Id="rId4" Type="http://schemas.openxmlformats.org/officeDocument/2006/relationships/image" Target="../media/image41.emf"/></Relationships>
</file>

<file path=ppt/slideLayouts/_rels/slideLayout112.xml.rels><?xml version="1.0" encoding="UTF-8" standalone="yes"?>
<Relationships xmlns="http://schemas.openxmlformats.org/package/2006/relationships"><Relationship Id="rId3" Type="http://schemas.openxmlformats.org/officeDocument/2006/relationships/oleObject" Target="../embeddings/oleObject81.bin"/><Relationship Id="rId2" Type="http://schemas.openxmlformats.org/officeDocument/2006/relationships/slideMaster" Target="../slideMasters/slideMaster3.xml"/><Relationship Id="rId1" Type="http://schemas.openxmlformats.org/officeDocument/2006/relationships/tags" Target="../tags/tag81.xml"/><Relationship Id="rId4" Type="http://schemas.openxmlformats.org/officeDocument/2006/relationships/image" Target="../media/image5.emf"/></Relationships>
</file>

<file path=ppt/slideLayouts/_rels/slideLayout113.xml.rels><?xml version="1.0" encoding="UTF-8" standalone="yes"?>
<Relationships xmlns="http://schemas.openxmlformats.org/package/2006/relationships"><Relationship Id="rId3" Type="http://schemas.openxmlformats.org/officeDocument/2006/relationships/oleObject" Target="../embeddings/oleObject82.bin"/><Relationship Id="rId7" Type="http://schemas.openxmlformats.org/officeDocument/2006/relationships/image" Target="../media/image11.png"/><Relationship Id="rId2" Type="http://schemas.openxmlformats.org/officeDocument/2006/relationships/slideMaster" Target="../slideMasters/slideMaster3.xml"/><Relationship Id="rId1" Type="http://schemas.openxmlformats.org/officeDocument/2006/relationships/tags" Target="../tags/tag82.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5.emf"/></Relationships>
</file>

<file path=ppt/slideLayouts/_rels/slideLayout114.xml.rels><?xml version="1.0" encoding="UTF-8" standalone="yes"?>
<Relationships xmlns="http://schemas.openxmlformats.org/package/2006/relationships"><Relationship Id="rId3" Type="http://schemas.openxmlformats.org/officeDocument/2006/relationships/oleObject" Target="../embeddings/oleObject83.bin"/><Relationship Id="rId7" Type="http://schemas.openxmlformats.org/officeDocument/2006/relationships/image" Target="../media/image11.png"/><Relationship Id="rId2" Type="http://schemas.openxmlformats.org/officeDocument/2006/relationships/slideMaster" Target="../slideMasters/slideMaster3.xml"/><Relationship Id="rId1" Type="http://schemas.openxmlformats.org/officeDocument/2006/relationships/tags" Target="../tags/tag83.xml"/><Relationship Id="rId6" Type="http://schemas.openxmlformats.org/officeDocument/2006/relationships/image" Target="../media/image10.png"/><Relationship Id="rId5" Type="http://schemas.openxmlformats.org/officeDocument/2006/relationships/image" Target="../media/image16.jpeg"/><Relationship Id="rId4" Type="http://schemas.openxmlformats.org/officeDocument/2006/relationships/image" Target="../media/image5.emf"/></Relationships>
</file>

<file path=ppt/slideLayouts/_rels/slideLayout115.xml.rels><?xml version="1.0" encoding="UTF-8" standalone="yes"?>
<Relationships xmlns="http://schemas.openxmlformats.org/package/2006/relationships"><Relationship Id="rId3" Type="http://schemas.openxmlformats.org/officeDocument/2006/relationships/oleObject" Target="../embeddings/oleObject84.bin"/><Relationship Id="rId7" Type="http://schemas.openxmlformats.org/officeDocument/2006/relationships/image" Target="../media/image11.png"/><Relationship Id="rId2" Type="http://schemas.openxmlformats.org/officeDocument/2006/relationships/slideMaster" Target="../slideMasters/slideMaster3.xml"/><Relationship Id="rId1" Type="http://schemas.openxmlformats.org/officeDocument/2006/relationships/tags" Target="../tags/tag84.xml"/><Relationship Id="rId6" Type="http://schemas.openxmlformats.org/officeDocument/2006/relationships/image" Target="../media/image10.png"/><Relationship Id="rId5" Type="http://schemas.openxmlformats.org/officeDocument/2006/relationships/image" Target="../media/image17.jpeg"/><Relationship Id="rId4" Type="http://schemas.openxmlformats.org/officeDocument/2006/relationships/image" Target="../media/image5.emf"/></Relationships>
</file>

<file path=ppt/slideLayouts/_rels/slideLayout116.xml.rels><?xml version="1.0" encoding="UTF-8" standalone="yes"?>
<Relationships xmlns="http://schemas.openxmlformats.org/package/2006/relationships"><Relationship Id="rId3" Type="http://schemas.openxmlformats.org/officeDocument/2006/relationships/oleObject" Target="../embeddings/oleObject85.bin"/><Relationship Id="rId7" Type="http://schemas.openxmlformats.org/officeDocument/2006/relationships/image" Target="../media/image11.png"/><Relationship Id="rId2" Type="http://schemas.openxmlformats.org/officeDocument/2006/relationships/slideMaster" Target="../slideMasters/slideMaster3.xml"/><Relationship Id="rId1" Type="http://schemas.openxmlformats.org/officeDocument/2006/relationships/tags" Target="../tags/tag85.xml"/><Relationship Id="rId6" Type="http://schemas.openxmlformats.org/officeDocument/2006/relationships/image" Target="../media/image10.png"/><Relationship Id="rId5" Type="http://schemas.openxmlformats.org/officeDocument/2006/relationships/image" Target="../media/image18.jpeg"/><Relationship Id="rId4" Type="http://schemas.openxmlformats.org/officeDocument/2006/relationships/image" Target="../media/image5.emf"/></Relationships>
</file>

<file path=ppt/slideLayouts/_rels/slideLayout117.xml.rels><?xml version="1.0" encoding="UTF-8" standalone="yes"?>
<Relationships xmlns="http://schemas.openxmlformats.org/package/2006/relationships"><Relationship Id="rId3" Type="http://schemas.openxmlformats.org/officeDocument/2006/relationships/oleObject" Target="../embeddings/oleObject86.bin"/><Relationship Id="rId7" Type="http://schemas.openxmlformats.org/officeDocument/2006/relationships/image" Target="../media/image11.png"/><Relationship Id="rId2" Type="http://schemas.openxmlformats.org/officeDocument/2006/relationships/slideMaster" Target="../slideMasters/slideMaster3.xml"/><Relationship Id="rId1" Type="http://schemas.openxmlformats.org/officeDocument/2006/relationships/tags" Target="../tags/tag86.xml"/><Relationship Id="rId6" Type="http://schemas.openxmlformats.org/officeDocument/2006/relationships/image" Target="../media/image10.png"/><Relationship Id="rId5" Type="http://schemas.openxmlformats.org/officeDocument/2006/relationships/image" Target="../media/image19.jpeg"/><Relationship Id="rId4" Type="http://schemas.openxmlformats.org/officeDocument/2006/relationships/image" Target="../media/image5.emf"/></Relationships>
</file>

<file path=ppt/slideLayouts/_rels/slideLayout118.xml.rels><?xml version="1.0" encoding="UTF-8" standalone="yes"?>
<Relationships xmlns="http://schemas.openxmlformats.org/package/2006/relationships"><Relationship Id="rId3" Type="http://schemas.openxmlformats.org/officeDocument/2006/relationships/oleObject" Target="../embeddings/oleObject87.bin"/><Relationship Id="rId7" Type="http://schemas.openxmlformats.org/officeDocument/2006/relationships/image" Target="../media/image11.png"/><Relationship Id="rId2" Type="http://schemas.openxmlformats.org/officeDocument/2006/relationships/slideMaster" Target="../slideMasters/slideMaster3.xml"/><Relationship Id="rId1" Type="http://schemas.openxmlformats.org/officeDocument/2006/relationships/tags" Target="../tags/tag87.xml"/><Relationship Id="rId6" Type="http://schemas.openxmlformats.org/officeDocument/2006/relationships/image" Target="../media/image10.png"/><Relationship Id="rId5" Type="http://schemas.openxmlformats.org/officeDocument/2006/relationships/image" Target="../media/image20.jpeg"/><Relationship Id="rId4" Type="http://schemas.openxmlformats.org/officeDocument/2006/relationships/image" Target="../media/image5.emf"/></Relationships>
</file>

<file path=ppt/slideLayouts/_rels/slideLayout119.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Master" Target="../slideMasters/slideMaster3.xml"/><Relationship Id="rId1" Type="http://schemas.openxmlformats.org/officeDocument/2006/relationships/tags" Target="../tags/tag88.xml"/><Relationship Id="rId4" Type="http://schemas.openxmlformats.org/officeDocument/2006/relationships/image" Target="../media/image5.emf"/></Relationships>
</file>

<file path=ppt/slideLayouts/_rels/slideLayout120.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Master" Target="../slideMasters/slideMaster3.xml"/><Relationship Id="rId1" Type="http://schemas.openxmlformats.org/officeDocument/2006/relationships/tags" Target="../tags/tag89.xml"/><Relationship Id="rId4" Type="http://schemas.openxmlformats.org/officeDocument/2006/relationships/image" Target="../media/image5.emf"/></Relationships>
</file>

<file path=ppt/slideLayouts/_rels/slideLayout121.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slideMaster" Target="../slideMasters/slideMaster3.xml"/><Relationship Id="rId1" Type="http://schemas.openxmlformats.org/officeDocument/2006/relationships/tags" Target="../tags/tag90.xml"/><Relationship Id="rId5" Type="http://schemas.openxmlformats.org/officeDocument/2006/relationships/image" Target="../media/image21.png"/><Relationship Id="rId4" Type="http://schemas.openxmlformats.org/officeDocument/2006/relationships/image" Target="../media/image5.emf"/></Relationships>
</file>

<file path=ppt/slideLayouts/_rels/slideLayout12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oleObject" Target="../embeddings/oleObject90.bin"/><Relationship Id="rId7" Type="http://schemas.openxmlformats.org/officeDocument/2006/relationships/image" Target="../media/image10.png"/><Relationship Id="rId2" Type="http://schemas.openxmlformats.org/officeDocument/2006/relationships/slideMaster" Target="../slideMasters/slideMaster3.xml"/><Relationship Id="rId1" Type="http://schemas.openxmlformats.org/officeDocument/2006/relationships/tags" Target="../tags/tag91.xml"/><Relationship Id="rId6" Type="http://schemas.openxmlformats.org/officeDocument/2006/relationships/image" Target="../media/image8.svg"/><Relationship Id="rId5" Type="http://schemas.openxmlformats.org/officeDocument/2006/relationships/image" Target="../media/image12.png"/><Relationship Id="rId4" Type="http://schemas.openxmlformats.org/officeDocument/2006/relationships/image" Target="../media/image5.emf"/><Relationship Id="rId9" Type="http://schemas.openxmlformats.org/officeDocument/2006/relationships/image" Target="../media/image21.png"/></Relationships>
</file>

<file path=ppt/slideLayouts/_rels/slideLayout123.xml.rels><?xml version="1.0" encoding="UTF-8" standalone="yes"?>
<Relationships xmlns="http://schemas.openxmlformats.org/package/2006/relationships"><Relationship Id="rId3" Type="http://schemas.openxmlformats.org/officeDocument/2006/relationships/oleObject" Target="../embeddings/oleObject91.bin"/><Relationship Id="rId2" Type="http://schemas.openxmlformats.org/officeDocument/2006/relationships/slideMaster" Target="../slideMasters/slideMaster3.xml"/><Relationship Id="rId1" Type="http://schemas.openxmlformats.org/officeDocument/2006/relationships/tags" Target="../tags/tag92.xml"/><Relationship Id="rId4" Type="http://schemas.openxmlformats.org/officeDocument/2006/relationships/image" Target="../media/image5.emf"/></Relationships>
</file>

<file path=ppt/slideLayouts/_rels/slideLayout124.xml.rels><?xml version="1.0" encoding="UTF-8" standalone="yes"?>
<Relationships xmlns="http://schemas.openxmlformats.org/package/2006/relationships"><Relationship Id="rId3" Type="http://schemas.openxmlformats.org/officeDocument/2006/relationships/oleObject" Target="../embeddings/oleObject92.bin"/><Relationship Id="rId2" Type="http://schemas.openxmlformats.org/officeDocument/2006/relationships/slideMaster" Target="../slideMasters/slideMaster3.xml"/><Relationship Id="rId1" Type="http://schemas.openxmlformats.org/officeDocument/2006/relationships/tags" Target="../tags/tag9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5.emf"/></Relationships>
</file>

<file path=ppt/slideLayouts/_rels/slideLayout125.xml.rels><?xml version="1.0" encoding="UTF-8" standalone="yes"?>
<Relationships xmlns="http://schemas.openxmlformats.org/package/2006/relationships"><Relationship Id="rId3" Type="http://schemas.openxmlformats.org/officeDocument/2006/relationships/oleObject" Target="../embeddings/oleObject93.bin"/><Relationship Id="rId2" Type="http://schemas.openxmlformats.org/officeDocument/2006/relationships/slideMaster" Target="../slideMasters/slideMaster3.xml"/><Relationship Id="rId1" Type="http://schemas.openxmlformats.org/officeDocument/2006/relationships/tags" Target="../tags/tag94.xml"/><Relationship Id="rId6" Type="http://schemas.openxmlformats.org/officeDocument/2006/relationships/image" Target="../media/image26.png"/><Relationship Id="rId5" Type="http://schemas.openxmlformats.org/officeDocument/2006/relationships/image" Target="../media/image28.png"/><Relationship Id="rId4" Type="http://schemas.openxmlformats.org/officeDocument/2006/relationships/image" Target="../media/image5.emf"/></Relationships>
</file>

<file path=ppt/slideLayouts/_rels/slideLayout126.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slideMaster" Target="../slideMasters/slideMaster3.xml"/><Relationship Id="rId1" Type="http://schemas.openxmlformats.org/officeDocument/2006/relationships/tags" Target="../tags/tag95.xml"/><Relationship Id="rId6" Type="http://schemas.openxmlformats.org/officeDocument/2006/relationships/image" Target="../media/image8.svg"/><Relationship Id="rId5" Type="http://schemas.openxmlformats.org/officeDocument/2006/relationships/image" Target="../media/image7.jpeg"/><Relationship Id="rId4" Type="http://schemas.openxmlformats.org/officeDocument/2006/relationships/image" Target="../media/image5.emf"/></Relationships>
</file>

<file path=ppt/slideLayouts/_rels/slideLayout127.xml.rels><?xml version="1.0" encoding="UTF-8" standalone="yes"?>
<Relationships xmlns="http://schemas.openxmlformats.org/package/2006/relationships"><Relationship Id="rId3" Type="http://schemas.openxmlformats.org/officeDocument/2006/relationships/oleObject" Target="../embeddings/oleObject95.bin"/><Relationship Id="rId7" Type="http://schemas.openxmlformats.org/officeDocument/2006/relationships/image" Target="../media/image26.png"/><Relationship Id="rId2" Type="http://schemas.openxmlformats.org/officeDocument/2006/relationships/slideMaster" Target="../slideMasters/slideMaster3.xml"/><Relationship Id="rId1" Type="http://schemas.openxmlformats.org/officeDocument/2006/relationships/tags" Target="../tags/tag96.xml"/><Relationship Id="rId6" Type="http://schemas.openxmlformats.org/officeDocument/2006/relationships/image" Target="../media/image27.png"/><Relationship Id="rId5" Type="http://schemas.openxmlformats.org/officeDocument/2006/relationships/image" Target="../media/image29.jpeg"/><Relationship Id="rId4" Type="http://schemas.openxmlformats.org/officeDocument/2006/relationships/image" Target="../media/image5.emf"/></Relationships>
</file>

<file path=ppt/slideLayouts/_rels/slideLayout128.xml.rels><?xml version="1.0" encoding="UTF-8" standalone="yes"?>
<Relationships xmlns="http://schemas.openxmlformats.org/package/2006/relationships"><Relationship Id="rId3" Type="http://schemas.openxmlformats.org/officeDocument/2006/relationships/oleObject" Target="../embeddings/oleObject96.bin"/><Relationship Id="rId7" Type="http://schemas.openxmlformats.org/officeDocument/2006/relationships/image" Target="../media/image31.png"/><Relationship Id="rId2" Type="http://schemas.openxmlformats.org/officeDocument/2006/relationships/slideMaster" Target="../slideMasters/slideMaster3.xml"/><Relationship Id="rId1" Type="http://schemas.openxmlformats.org/officeDocument/2006/relationships/tags" Target="../tags/tag97.xml"/><Relationship Id="rId6" Type="http://schemas.openxmlformats.org/officeDocument/2006/relationships/image" Target="../media/image30.png"/><Relationship Id="rId5" Type="http://schemas.openxmlformats.org/officeDocument/2006/relationships/image" Target="../media/image26.png"/><Relationship Id="rId4" Type="http://schemas.openxmlformats.org/officeDocument/2006/relationships/image" Target="../media/image5.emf"/></Relationships>
</file>

<file path=ppt/slideLayouts/_rels/slideLayout129.xml.rels><?xml version="1.0" encoding="UTF-8" standalone="yes"?>
<Relationships xmlns="http://schemas.openxmlformats.org/package/2006/relationships"><Relationship Id="rId3" Type="http://schemas.openxmlformats.org/officeDocument/2006/relationships/oleObject" Target="../embeddings/oleObject97.bin"/><Relationship Id="rId2" Type="http://schemas.openxmlformats.org/officeDocument/2006/relationships/slideMaster" Target="../slideMasters/slideMaster3.xml"/><Relationship Id="rId1" Type="http://schemas.openxmlformats.org/officeDocument/2006/relationships/tags" Target="../tags/tag98.xml"/><Relationship Id="rId6" Type="http://schemas.openxmlformats.org/officeDocument/2006/relationships/image" Target="../media/image33.png"/><Relationship Id="rId5" Type="http://schemas.openxmlformats.org/officeDocument/2006/relationships/image" Target="../media/image43.jpeg"/><Relationship Id="rId4" Type="http://schemas.openxmlformats.org/officeDocument/2006/relationships/image" Target="../media/image5.emf"/></Relationships>
</file>

<file path=ppt/slideLayouts/_rels/slideLayout130.xml.rels><?xml version="1.0" encoding="UTF-8" standalone="yes"?>
<Relationships xmlns="http://schemas.openxmlformats.org/package/2006/relationships"><Relationship Id="rId3" Type="http://schemas.openxmlformats.org/officeDocument/2006/relationships/oleObject" Target="../embeddings/oleObject98.bin"/><Relationship Id="rId2" Type="http://schemas.openxmlformats.org/officeDocument/2006/relationships/slideMaster" Target="../slideMasters/slideMaster3.xml"/><Relationship Id="rId1" Type="http://schemas.openxmlformats.org/officeDocument/2006/relationships/tags" Target="../tags/tag99.xml"/><Relationship Id="rId6" Type="http://schemas.openxmlformats.org/officeDocument/2006/relationships/image" Target="../media/image33.png"/><Relationship Id="rId5" Type="http://schemas.openxmlformats.org/officeDocument/2006/relationships/image" Target="../media/image34.jpeg"/><Relationship Id="rId4" Type="http://schemas.openxmlformats.org/officeDocument/2006/relationships/image" Target="../media/image5.emf"/></Relationships>
</file>

<file path=ppt/slideLayouts/_rels/slideLayout131.xml.rels><?xml version="1.0" encoding="UTF-8" standalone="yes"?>
<Relationships xmlns="http://schemas.openxmlformats.org/package/2006/relationships"><Relationship Id="rId3" Type="http://schemas.openxmlformats.org/officeDocument/2006/relationships/oleObject" Target="../embeddings/oleObject99.bin"/><Relationship Id="rId2" Type="http://schemas.openxmlformats.org/officeDocument/2006/relationships/slideMaster" Target="../slideMasters/slideMaster3.xml"/><Relationship Id="rId1" Type="http://schemas.openxmlformats.org/officeDocument/2006/relationships/tags" Target="../tags/tag100.xml"/><Relationship Id="rId6" Type="http://schemas.openxmlformats.org/officeDocument/2006/relationships/image" Target="../media/image27.png"/><Relationship Id="rId5" Type="http://schemas.openxmlformats.org/officeDocument/2006/relationships/image" Target="../media/image35.jpeg"/><Relationship Id="rId4" Type="http://schemas.openxmlformats.org/officeDocument/2006/relationships/image" Target="../media/image5.emf"/></Relationships>
</file>

<file path=ppt/slideLayouts/_rels/slideLayout132.xml.rels><?xml version="1.0" encoding="UTF-8" standalone="yes"?>
<Relationships xmlns="http://schemas.openxmlformats.org/package/2006/relationships"><Relationship Id="rId3" Type="http://schemas.openxmlformats.org/officeDocument/2006/relationships/oleObject" Target="../embeddings/oleObject100.bin"/><Relationship Id="rId2" Type="http://schemas.openxmlformats.org/officeDocument/2006/relationships/slideMaster" Target="../slideMasters/slideMaster3.xml"/><Relationship Id="rId1" Type="http://schemas.openxmlformats.org/officeDocument/2006/relationships/tags" Target="../tags/tag101.xml"/><Relationship Id="rId6" Type="http://schemas.openxmlformats.org/officeDocument/2006/relationships/image" Target="../media/image33.png"/><Relationship Id="rId5" Type="http://schemas.openxmlformats.org/officeDocument/2006/relationships/image" Target="../media/image38.jpeg"/><Relationship Id="rId4" Type="http://schemas.openxmlformats.org/officeDocument/2006/relationships/image" Target="../media/image5.emf"/></Relationships>
</file>

<file path=ppt/slideLayouts/_rels/slideLayout133.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slideMaster" Target="../slideMasters/slideMaster3.xml"/><Relationship Id="rId1" Type="http://schemas.openxmlformats.org/officeDocument/2006/relationships/tags" Target="../tags/tag102.xml"/><Relationship Id="rId6" Type="http://schemas.openxmlformats.org/officeDocument/2006/relationships/image" Target="../media/image8.svg"/><Relationship Id="rId5" Type="http://schemas.openxmlformats.org/officeDocument/2006/relationships/image" Target="../media/image7.jpeg"/><Relationship Id="rId4" Type="http://schemas.openxmlformats.org/officeDocument/2006/relationships/image" Target="../media/image5.emf"/></Relationships>
</file>

<file path=ppt/slideLayouts/_rels/slideLayout134.xml.rels><?xml version="1.0" encoding="UTF-8" standalone="yes"?>
<Relationships xmlns="http://schemas.openxmlformats.org/package/2006/relationships"><Relationship Id="rId3" Type="http://schemas.openxmlformats.org/officeDocument/2006/relationships/oleObject" Target="../embeddings/oleObject102.bin"/><Relationship Id="rId7" Type="http://schemas.openxmlformats.org/officeDocument/2006/relationships/image" Target="../media/image26.png"/><Relationship Id="rId2" Type="http://schemas.openxmlformats.org/officeDocument/2006/relationships/slideMaster" Target="../slideMasters/slideMaster3.xml"/><Relationship Id="rId1" Type="http://schemas.openxmlformats.org/officeDocument/2006/relationships/tags" Target="../tags/tag103.xml"/><Relationship Id="rId6" Type="http://schemas.openxmlformats.org/officeDocument/2006/relationships/image" Target="../media/image27.png"/><Relationship Id="rId5" Type="http://schemas.openxmlformats.org/officeDocument/2006/relationships/image" Target="../media/image39.jpeg"/><Relationship Id="rId4" Type="http://schemas.openxmlformats.org/officeDocument/2006/relationships/image" Target="../media/image5.emf"/></Relationships>
</file>

<file path=ppt/slideLayouts/_rels/slideLayout135.xml.rels><?xml version="1.0" encoding="UTF-8" standalone="yes"?>
<Relationships xmlns="http://schemas.openxmlformats.org/package/2006/relationships"><Relationship Id="rId3" Type="http://schemas.openxmlformats.org/officeDocument/2006/relationships/oleObject" Target="../embeddings/oleObject103.bin"/><Relationship Id="rId7" Type="http://schemas.openxmlformats.org/officeDocument/2006/relationships/image" Target="../media/image26.png"/><Relationship Id="rId2" Type="http://schemas.openxmlformats.org/officeDocument/2006/relationships/slideMaster" Target="../slideMasters/slideMaster3.xml"/><Relationship Id="rId1" Type="http://schemas.openxmlformats.org/officeDocument/2006/relationships/tags" Target="../tags/tag104.xml"/><Relationship Id="rId6" Type="http://schemas.openxmlformats.org/officeDocument/2006/relationships/image" Target="../media/image27.png"/><Relationship Id="rId5" Type="http://schemas.openxmlformats.org/officeDocument/2006/relationships/image" Target="../media/image40.jpeg"/><Relationship Id="rId4" Type="http://schemas.openxmlformats.org/officeDocument/2006/relationships/image" Target="../media/image5.emf"/></Relationships>
</file>

<file path=ppt/slideLayouts/_rels/slideLayout136.xml.rels><?xml version="1.0" encoding="UTF-8" standalone="yes"?>
<Relationships xmlns="http://schemas.openxmlformats.org/package/2006/relationships"><Relationship Id="rId3" Type="http://schemas.openxmlformats.org/officeDocument/2006/relationships/oleObject" Target="../embeddings/oleObject104.bin"/><Relationship Id="rId2" Type="http://schemas.openxmlformats.org/officeDocument/2006/relationships/slideMaster" Target="../slideMasters/slideMaster3.xml"/><Relationship Id="rId1" Type="http://schemas.openxmlformats.org/officeDocument/2006/relationships/tags" Target="../tags/tag105.xml"/><Relationship Id="rId6" Type="http://schemas.openxmlformats.org/officeDocument/2006/relationships/image" Target="../media/image26.png"/><Relationship Id="rId5" Type="http://schemas.openxmlformats.org/officeDocument/2006/relationships/image" Target="../media/image27.png"/><Relationship Id="rId4" Type="http://schemas.openxmlformats.org/officeDocument/2006/relationships/image" Target="../media/image5.emf"/></Relationships>
</file>

<file path=ppt/slideLayouts/_rels/slideLayout137.xml.rels><?xml version="1.0" encoding="UTF-8" standalone="yes"?>
<Relationships xmlns="http://schemas.openxmlformats.org/package/2006/relationships"><Relationship Id="rId3" Type="http://schemas.openxmlformats.org/officeDocument/2006/relationships/oleObject" Target="../embeddings/oleObject105.bin"/><Relationship Id="rId2" Type="http://schemas.openxmlformats.org/officeDocument/2006/relationships/slideMaster" Target="../slideMasters/slideMaster3.xml"/><Relationship Id="rId1" Type="http://schemas.openxmlformats.org/officeDocument/2006/relationships/tags" Target="../tags/tag106.xml"/><Relationship Id="rId5" Type="http://schemas.openxmlformats.org/officeDocument/2006/relationships/image" Target="../media/image44.png"/><Relationship Id="rId4" Type="http://schemas.openxmlformats.org/officeDocument/2006/relationships/image" Target="../media/image41.emf"/></Relationships>
</file>

<file path=ppt/slideLayouts/_rels/slideLayout138.xml.rels><?xml version="1.0" encoding="UTF-8" standalone="yes"?>
<Relationships xmlns="http://schemas.openxmlformats.org/package/2006/relationships"><Relationship Id="rId3" Type="http://schemas.openxmlformats.org/officeDocument/2006/relationships/oleObject" Target="../embeddings/oleObject106.bin"/><Relationship Id="rId2" Type="http://schemas.openxmlformats.org/officeDocument/2006/relationships/slideMaster" Target="../slideMasters/slideMaster3.xml"/><Relationship Id="rId1" Type="http://schemas.openxmlformats.org/officeDocument/2006/relationships/tags" Target="../tags/tag107.xml"/><Relationship Id="rId5" Type="http://schemas.openxmlformats.org/officeDocument/2006/relationships/image" Target="../media/image44.png"/><Relationship Id="rId4" Type="http://schemas.openxmlformats.org/officeDocument/2006/relationships/image" Target="../media/image41.emf"/></Relationships>
</file>

<file path=ppt/slideLayouts/_rels/slideLayout139.xml.rels><?xml version="1.0" encoding="UTF-8" standalone="yes"?>
<Relationships xmlns="http://schemas.openxmlformats.org/package/2006/relationships"><Relationship Id="rId3" Type="http://schemas.openxmlformats.org/officeDocument/2006/relationships/oleObject" Target="../embeddings/oleObject107.bin"/><Relationship Id="rId2" Type="http://schemas.openxmlformats.org/officeDocument/2006/relationships/slideMaster" Target="../slideMasters/slideMaster3.xml"/><Relationship Id="rId1" Type="http://schemas.openxmlformats.org/officeDocument/2006/relationships/tags" Target="../tags/tag108.xml"/><Relationship Id="rId4" Type="http://schemas.openxmlformats.org/officeDocument/2006/relationships/image" Target="../media/image5.emf"/></Relationships>
</file>

<file path=ppt/slideLayouts/_rels/slideLayout140.xml.rels><?xml version="1.0" encoding="UTF-8" standalone="yes"?>
<Relationships xmlns="http://schemas.openxmlformats.org/package/2006/relationships"><Relationship Id="rId3" Type="http://schemas.openxmlformats.org/officeDocument/2006/relationships/oleObject" Target="../embeddings/oleObject108.bin"/><Relationship Id="rId2" Type="http://schemas.openxmlformats.org/officeDocument/2006/relationships/slideMaster" Target="../slideMasters/slideMaster3.xml"/><Relationship Id="rId1" Type="http://schemas.openxmlformats.org/officeDocument/2006/relationships/tags" Target="../tags/tag109.xml"/><Relationship Id="rId5" Type="http://schemas.openxmlformats.org/officeDocument/2006/relationships/image" Target="../media/image6.png"/><Relationship Id="rId4" Type="http://schemas.openxmlformats.org/officeDocument/2006/relationships/image" Target="../media/image5.emf"/></Relationships>
</file>

<file path=ppt/slideLayouts/_rels/slideLayout141.xml.rels><?xml version="1.0" encoding="UTF-8" standalone="yes"?>
<Relationships xmlns="http://schemas.openxmlformats.org/package/2006/relationships"><Relationship Id="rId3" Type="http://schemas.openxmlformats.org/officeDocument/2006/relationships/oleObject" Target="../embeddings/oleObject109.bin"/><Relationship Id="rId2" Type="http://schemas.openxmlformats.org/officeDocument/2006/relationships/slideMaster" Target="../slideMasters/slideMaster3.xml"/><Relationship Id="rId1" Type="http://schemas.openxmlformats.org/officeDocument/2006/relationships/tags" Target="../tags/tag110.xml"/><Relationship Id="rId6" Type="http://schemas.openxmlformats.org/officeDocument/2006/relationships/image" Target="../media/image8.svg"/><Relationship Id="rId5" Type="http://schemas.openxmlformats.org/officeDocument/2006/relationships/image" Target="../media/image7.jpeg"/><Relationship Id="rId4" Type="http://schemas.openxmlformats.org/officeDocument/2006/relationships/image" Target="../media/image5.emf"/></Relationships>
</file>

<file path=ppt/slideLayouts/_rels/slideLayout142.xml.rels><?xml version="1.0" encoding="UTF-8" standalone="yes"?>
<Relationships xmlns="http://schemas.openxmlformats.org/package/2006/relationships"><Relationship Id="rId3" Type="http://schemas.openxmlformats.org/officeDocument/2006/relationships/oleObject" Target="../embeddings/oleObject108.bin"/><Relationship Id="rId2" Type="http://schemas.openxmlformats.org/officeDocument/2006/relationships/slideMaster" Target="../slideMasters/slideMaster3.xml"/><Relationship Id="rId1" Type="http://schemas.openxmlformats.org/officeDocument/2006/relationships/tags" Target="../tags/tag111.xml"/><Relationship Id="rId5" Type="http://schemas.openxmlformats.org/officeDocument/2006/relationships/image" Target="../media/image6.png"/><Relationship Id="rId4" Type="http://schemas.openxmlformats.org/officeDocument/2006/relationships/image" Target="../media/image5.emf"/></Relationships>
</file>

<file path=ppt/slideLayouts/_rels/slideLayout143.xml.rels><?xml version="1.0" encoding="UTF-8" standalone="yes"?>
<Relationships xmlns="http://schemas.openxmlformats.org/package/2006/relationships"><Relationship Id="rId3" Type="http://schemas.openxmlformats.org/officeDocument/2006/relationships/oleObject" Target="../embeddings/oleObject109.bin"/><Relationship Id="rId2" Type="http://schemas.openxmlformats.org/officeDocument/2006/relationships/slideMaster" Target="../slideMasters/slideMaster3.xml"/><Relationship Id="rId1" Type="http://schemas.openxmlformats.org/officeDocument/2006/relationships/tags" Target="../tags/tag112.xml"/><Relationship Id="rId6" Type="http://schemas.openxmlformats.org/officeDocument/2006/relationships/image" Target="../media/image8.svg"/><Relationship Id="rId5" Type="http://schemas.openxmlformats.org/officeDocument/2006/relationships/image" Target="../media/image7.jpeg"/><Relationship Id="rId4" Type="http://schemas.openxmlformats.org/officeDocument/2006/relationships/image" Target="../media/image5.emf"/></Relationships>
</file>

<file path=ppt/slideLayouts/_rels/slideLayout144.xml.rels><?xml version="1.0" encoding="UTF-8" standalone="yes"?>
<Relationships xmlns="http://schemas.openxmlformats.org/package/2006/relationships"><Relationship Id="rId3" Type="http://schemas.openxmlformats.org/officeDocument/2006/relationships/oleObject" Target="../embeddings/oleObject110.bin"/><Relationship Id="rId7" Type="http://schemas.openxmlformats.org/officeDocument/2006/relationships/image" Target="../media/image46.png"/><Relationship Id="rId2" Type="http://schemas.openxmlformats.org/officeDocument/2006/relationships/slideMaster" Target="../slideMasters/slideMaster3.xml"/><Relationship Id="rId1" Type="http://schemas.openxmlformats.org/officeDocument/2006/relationships/tags" Target="../tags/tag113.xml"/><Relationship Id="rId6" Type="http://schemas.openxmlformats.org/officeDocument/2006/relationships/image" Target="../media/image6.png"/><Relationship Id="rId5" Type="http://schemas.openxmlformats.org/officeDocument/2006/relationships/image" Target="../media/image45.jpeg"/><Relationship Id="rId4" Type="http://schemas.openxmlformats.org/officeDocument/2006/relationships/image" Target="../media/image5.emf"/></Relationships>
</file>

<file path=ppt/slideLayouts/_rels/slideLayout145.xml.rels><?xml version="1.0" encoding="UTF-8" standalone="yes"?>
<Relationships xmlns="http://schemas.openxmlformats.org/package/2006/relationships"><Relationship Id="rId3" Type="http://schemas.openxmlformats.org/officeDocument/2006/relationships/oleObject" Target="../embeddings/oleObject111.bin"/><Relationship Id="rId7" Type="http://schemas.openxmlformats.org/officeDocument/2006/relationships/image" Target="../media/image46.png"/><Relationship Id="rId2" Type="http://schemas.openxmlformats.org/officeDocument/2006/relationships/slideMaster" Target="../slideMasters/slideMaster3.xml"/><Relationship Id="rId1" Type="http://schemas.openxmlformats.org/officeDocument/2006/relationships/tags" Target="../tags/tag114.xml"/><Relationship Id="rId6" Type="http://schemas.openxmlformats.org/officeDocument/2006/relationships/image" Target="../media/image6.png"/><Relationship Id="rId5" Type="http://schemas.openxmlformats.org/officeDocument/2006/relationships/image" Target="../media/image47.png"/><Relationship Id="rId4" Type="http://schemas.openxmlformats.org/officeDocument/2006/relationships/image" Target="../media/image5.emf"/></Relationships>
</file>

<file path=ppt/slideLayouts/_rels/slideLayout146.xml.rels><?xml version="1.0" encoding="UTF-8" standalone="yes"?>
<Relationships xmlns="http://schemas.openxmlformats.org/package/2006/relationships"><Relationship Id="rId3" Type="http://schemas.openxmlformats.org/officeDocument/2006/relationships/oleObject" Target="../embeddings/oleObject112.bin"/><Relationship Id="rId7" Type="http://schemas.openxmlformats.org/officeDocument/2006/relationships/image" Target="../media/image46.png"/><Relationship Id="rId2" Type="http://schemas.openxmlformats.org/officeDocument/2006/relationships/slideMaster" Target="../slideMasters/slideMaster3.xml"/><Relationship Id="rId1" Type="http://schemas.openxmlformats.org/officeDocument/2006/relationships/tags" Target="../tags/tag115.xml"/><Relationship Id="rId6" Type="http://schemas.openxmlformats.org/officeDocument/2006/relationships/image" Target="../media/image6.png"/><Relationship Id="rId5" Type="http://schemas.openxmlformats.org/officeDocument/2006/relationships/image" Target="../media/image48.png"/><Relationship Id="rId4" Type="http://schemas.openxmlformats.org/officeDocument/2006/relationships/image" Target="../media/image5.emf"/></Relationships>
</file>

<file path=ppt/slideLayouts/_rels/slideLayout147.xml.rels><?xml version="1.0" encoding="UTF-8" standalone="yes"?>
<Relationships xmlns="http://schemas.openxmlformats.org/package/2006/relationships"><Relationship Id="rId3" Type="http://schemas.openxmlformats.org/officeDocument/2006/relationships/oleObject" Target="../embeddings/oleObject113.bin"/><Relationship Id="rId7" Type="http://schemas.openxmlformats.org/officeDocument/2006/relationships/image" Target="../media/image46.png"/><Relationship Id="rId2" Type="http://schemas.openxmlformats.org/officeDocument/2006/relationships/slideMaster" Target="../slideMasters/slideMaster3.xml"/><Relationship Id="rId1" Type="http://schemas.openxmlformats.org/officeDocument/2006/relationships/tags" Target="../tags/tag116.xml"/><Relationship Id="rId6" Type="http://schemas.openxmlformats.org/officeDocument/2006/relationships/image" Target="../media/image6.png"/><Relationship Id="rId5" Type="http://schemas.openxmlformats.org/officeDocument/2006/relationships/image" Target="../media/image49.png"/><Relationship Id="rId4" Type="http://schemas.openxmlformats.org/officeDocument/2006/relationships/image" Target="../media/image5.emf"/></Relationships>
</file>

<file path=ppt/slideLayouts/_rels/slideLayout148.xml.rels><?xml version="1.0" encoding="UTF-8" standalone="yes"?>
<Relationships xmlns="http://schemas.openxmlformats.org/package/2006/relationships"><Relationship Id="rId3" Type="http://schemas.openxmlformats.org/officeDocument/2006/relationships/oleObject" Target="../embeddings/oleObject114.bin"/><Relationship Id="rId7" Type="http://schemas.openxmlformats.org/officeDocument/2006/relationships/image" Target="../media/image46.png"/><Relationship Id="rId2" Type="http://schemas.openxmlformats.org/officeDocument/2006/relationships/slideMaster" Target="../slideMasters/slideMaster3.xml"/><Relationship Id="rId1" Type="http://schemas.openxmlformats.org/officeDocument/2006/relationships/tags" Target="../tags/tag117.xml"/><Relationship Id="rId6" Type="http://schemas.openxmlformats.org/officeDocument/2006/relationships/image" Target="../media/image6.png"/><Relationship Id="rId5" Type="http://schemas.openxmlformats.org/officeDocument/2006/relationships/image" Target="../media/image45.jpeg"/><Relationship Id="rId4" Type="http://schemas.openxmlformats.org/officeDocument/2006/relationships/image" Target="../media/image5.emf"/></Relationships>
</file>

<file path=ppt/slideLayouts/_rels/slideLayout149.xml.rels><?xml version="1.0" encoding="UTF-8" standalone="yes"?>
<Relationships xmlns="http://schemas.openxmlformats.org/package/2006/relationships"><Relationship Id="rId3" Type="http://schemas.openxmlformats.org/officeDocument/2006/relationships/oleObject" Target="../embeddings/oleObject115.bin"/><Relationship Id="rId2" Type="http://schemas.openxmlformats.org/officeDocument/2006/relationships/slideMaster" Target="../slideMasters/slideMaster3.xml"/><Relationship Id="rId1" Type="http://schemas.openxmlformats.org/officeDocument/2006/relationships/tags" Target="../tags/tag118.xml"/><Relationship Id="rId6" Type="http://schemas.openxmlformats.org/officeDocument/2006/relationships/image" Target="../media/image6.png"/><Relationship Id="rId5" Type="http://schemas.openxmlformats.org/officeDocument/2006/relationships/image" Target="../media/image16.jpeg"/><Relationship Id="rId4" Type="http://schemas.openxmlformats.org/officeDocument/2006/relationships/image" Target="../media/image5.emf"/></Relationships>
</file>

<file path=ppt/slideLayouts/_rels/slideLayout150.xml.rels><?xml version="1.0" encoding="UTF-8" standalone="yes"?>
<Relationships xmlns="http://schemas.openxmlformats.org/package/2006/relationships"><Relationship Id="rId3" Type="http://schemas.openxmlformats.org/officeDocument/2006/relationships/oleObject" Target="../embeddings/oleObject116.bin"/><Relationship Id="rId7" Type="http://schemas.openxmlformats.org/officeDocument/2006/relationships/image" Target="../media/image46.png"/><Relationship Id="rId2" Type="http://schemas.openxmlformats.org/officeDocument/2006/relationships/slideMaster" Target="../slideMasters/slideMaster3.xml"/><Relationship Id="rId1" Type="http://schemas.openxmlformats.org/officeDocument/2006/relationships/tags" Target="../tags/tag119.xml"/><Relationship Id="rId6" Type="http://schemas.openxmlformats.org/officeDocument/2006/relationships/image" Target="../media/image6.png"/><Relationship Id="rId5" Type="http://schemas.openxmlformats.org/officeDocument/2006/relationships/image" Target="../media/image17.jpeg"/><Relationship Id="rId4" Type="http://schemas.openxmlformats.org/officeDocument/2006/relationships/image" Target="../media/image5.emf"/></Relationships>
</file>

<file path=ppt/slideLayouts/_rels/slideLayout151.xml.rels><?xml version="1.0" encoding="UTF-8" standalone="yes"?>
<Relationships xmlns="http://schemas.openxmlformats.org/package/2006/relationships"><Relationship Id="rId3" Type="http://schemas.openxmlformats.org/officeDocument/2006/relationships/oleObject" Target="../embeddings/oleObject34.bin"/><Relationship Id="rId7" Type="http://schemas.openxmlformats.org/officeDocument/2006/relationships/image" Target="../media/image46.png"/><Relationship Id="rId2" Type="http://schemas.openxmlformats.org/officeDocument/2006/relationships/slideMaster" Target="../slideMasters/slideMaster3.xml"/><Relationship Id="rId1" Type="http://schemas.openxmlformats.org/officeDocument/2006/relationships/tags" Target="../tags/tag120.xml"/><Relationship Id="rId6" Type="http://schemas.openxmlformats.org/officeDocument/2006/relationships/image" Target="../media/image6.png"/><Relationship Id="rId5" Type="http://schemas.openxmlformats.org/officeDocument/2006/relationships/image" Target="../media/image18.jpeg"/><Relationship Id="rId4" Type="http://schemas.openxmlformats.org/officeDocument/2006/relationships/image" Target="../media/image5.emf"/></Relationships>
</file>

<file path=ppt/slideLayouts/_rels/slideLayout152.xml.rels><?xml version="1.0" encoding="UTF-8" standalone="yes"?>
<Relationships xmlns="http://schemas.openxmlformats.org/package/2006/relationships"><Relationship Id="rId3" Type="http://schemas.openxmlformats.org/officeDocument/2006/relationships/oleObject" Target="../embeddings/oleObject34.bin"/><Relationship Id="rId7" Type="http://schemas.openxmlformats.org/officeDocument/2006/relationships/image" Target="../media/image46.png"/><Relationship Id="rId2" Type="http://schemas.openxmlformats.org/officeDocument/2006/relationships/slideMaster" Target="../slideMasters/slideMaster3.xml"/><Relationship Id="rId1" Type="http://schemas.openxmlformats.org/officeDocument/2006/relationships/tags" Target="../tags/tag121.xml"/><Relationship Id="rId6" Type="http://schemas.openxmlformats.org/officeDocument/2006/relationships/image" Target="../media/image6.png"/><Relationship Id="rId5" Type="http://schemas.openxmlformats.org/officeDocument/2006/relationships/image" Target="../media/image19.jpeg"/><Relationship Id="rId4" Type="http://schemas.openxmlformats.org/officeDocument/2006/relationships/image" Target="../media/image5.emf"/></Relationships>
</file>

<file path=ppt/slideLayouts/_rels/slideLayout153.xml.rels><?xml version="1.0" encoding="UTF-8" standalone="yes"?>
<Relationships xmlns="http://schemas.openxmlformats.org/package/2006/relationships"><Relationship Id="rId3" Type="http://schemas.openxmlformats.org/officeDocument/2006/relationships/oleObject" Target="../embeddings/oleObject34.bin"/><Relationship Id="rId7" Type="http://schemas.openxmlformats.org/officeDocument/2006/relationships/image" Target="../media/image46.png"/><Relationship Id="rId2" Type="http://schemas.openxmlformats.org/officeDocument/2006/relationships/slideMaster" Target="../slideMasters/slideMaster3.xml"/><Relationship Id="rId1" Type="http://schemas.openxmlformats.org/officeDocument/2006/relationships/tags" Target="../tags/tag122.xml"/><Relationship Id="rId6" Type="http://schemas.openxmlformats.org/officeDocument/2006/relationships/image" Target="../media/image6.png"/><Relationship Id="rId5" Type="http://schemas.openxmlformats.org/officeDocument/2006/relationships/image" Target="../media/image20.jpeg"/><Relationship Id="rId4" Type="http://schemas.openxmlformats.org/officeDocument/2006/relationships/image" Target="../media/image5.emf"/></Relationships>
</file>

<file path=ppt/slideLayouts/_rels/slideLayout154.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23.xml"/><Relationship Id="rId4" Type="http://schemas.openxmlformats.org/officeDocument/2006/relationships/image" Target="../media/image5.emf"/></Relationships>
</file>

<file path=ppt/slideLayouts/_rels/slideLayout155.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24.xml"/><Relationship Id="rId4" Type="http://schemas.openxmlformats.org/officeDocument/2006/relationships/image" Target="../media/image5.emf"/></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25.xml"/><Relationship Id="rId6" Type="http://schemas.openxmlformats.org/officeDocument/2006/relationships/image" Target="../media/image21.png"/><Relationship Id="rId5" Type="http://schemas.openxmlformats.org/officeDocument/2006/relationships/image" Target="../media/image47.png"/><Relationship Id="rId4" Type="http://schemas.openxmlformats.org/officeDocument/2006/relationships/image" Target="../media/image5.emf"/></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26.xml"/><Relationship Id="rId6" Type="http://schemas.openxmlformats.org/officeDocument/2006/relationships/image" Target="../media/image21.png"/><Relationship Id="rId5" Type="http://schemas.openxmlformats.org/officeDocument/2006/relationships/image" Target="../media/image48.png"/><Relationship Id="rId4" Type="http://schemas.openxmlformats.org/officeDocument/2006/relationships/image" Target="../media/image5.emf"/></Relationships>
</file>

<file path=ppt/slideLayouts/_rels/slideLayout158.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27.xml"/><Relationship Id="rId6" Type="http://schemas.openxmlformats.org/officeDocument/2006/relationships/image" Target="../media/image21.png"/><Relationship Id="rId5" Type="http://schemas.openxmlformats.org/officeDocument/2006/relationships/image" Target="../media/image49.png"/><Relationship Id="rId4" Type="http://schemas.openxmlformats.org/officeDocument/2006/relationships/image" Target="../media/image5.emf"/></Relationships>
</file>

<file path=ppt/slideLayouts/_rels/slideLayout159.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28.xml"/><Relationship Id="rId5" Type="http://schemas.openxmlformats.org/officeDocument/2006/relationships/image" Target="../media/image21.png"/><Relationship Id="rId4" Type="http://schemas.openxmlformats.org/officeDocument/2006/relationships/image" Target="../media/image5.emf"/></Relationships>
</file>

<file path=ppt/slideLayouts/_rels/slideLayout160.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29.xml"/><Relationship Id="rId4" Type="http://schemas.openxmlformats.org/officeDocument/2006/relationships/image" Target="../media/image5.emf"/></Relationships>
</file>

<file path=ppt/slideLayouts/_rels/slideLayout161.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30.xml"/><Relationship Id="rId4" Type="http://schemas.openxmlformats.org/officeDocument/2006/relationships/image" Target="../media/image5.emf"/></Relationships>
</file>

<file path=ppt/slideLayouts/_rels/slideLayout162.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31.xml"/><Relationship Id="rId4" Type="http://schemas.openxmlformats.org/officeDocument/2006/relationships/image" Target="../media/image5.emf"/></Relationships>
</file>

<file path=ppt/slideLayouts/_rels/slideLayout163.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32.xml"/><Relationship Id="rId4" Type="http://schemas.openxmlformats.org/officeDocument/2006/relationships/image" Target="../media/image5.emf"/></Relationships>
</file>

<file path=ppt/slideLayouts/_rels/slideLayout164.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33.xml"/><Relationship Id="rId4" Type="http://schemas.openxmlformats.org/officeDocument/2006/relationships/image" Target="../media/image5.emf"/></Relationships>
</file>

<file path=ppt/slideLayouts/_rels/slideLayout165.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34.xml"/><Relationship Id="rId4" Type="http://schemas.openxmlformats.org/officeDocument/2006/relationships/image" Target="../media/image5.emf"/></Relationships>
</file>

<file path=ppt/slideLayouts/_rels/slideLayout16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35.xml"/><Relationship Id="rId4" Type="http://schemas.openxmlformats.org/officeDocument/2006/relationships/image" Target="../media/image5.emf"/></Relationships>
</file>

<file path=ppt/slideLayouts/_rels/slideLayout167.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36.xml"/><Relationship Id="rId4" Type="http://schemas.openxmlformats.org/officeDocument/2006/relationships/image" Target="../media/image5.emf"/></Relationships>
</file>

<file path=ppt/slideLayouts/_rels/slideLayout168.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37.xml"/><Relationship Id="rId5" Type="http://schemas.openxmlformats.org/officeDocument/2006/relationships/image" Target="../media/image21.png"/><Relationship Id="rId4" Type="http://schemas.openxmlformats.org/officeDocument/2006/relationships/image" Target="../media/image5.emf"/></Relationships>
</file>

<file path=ppt/slideLayouts/_rels/slideLayout169.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38.xml"/><Relationship Id="rId4" Type="http://schemas.openxmlformats.org/officeDocument/2006/relationships/image" Target="../media/image5.emf"/></Relationships>
</file>

<file path=ppt/slideLayouts/_rels/slideLayout170.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39.xml"/><Relationship Id="rId4" Type="http://schemas.openxmlformats.org/officeDocument/2006/relationships/image" Target="../media/image5.emf"/></Relationships>
</file>

<file path=ppt/slideLayouts/_rels/slideLayout171.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40.xml"/><Relationship Id="rId4" Type="http://schemas.openxmlformats.org/officeDocument/2006/relationships/image" Target="../media/image5.emf"/></Relationships>
</file>

<file path=ppt/slideLayouts/_rels/slideLayout172.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41.xml"/><Relationship Id="rId4" Type="http://schemas.openxmlformats.org/officeDocument/2006/relationships/image" Target="../media/image5.emf"/></Relationships>
</file>

<file path=ppt/slideLayouts/_rels/slideLayout173.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42.xml"/><Relationship Id="rId4" Type="http://schemas.openxmlformats.org/officeDocument/2006/relationships/image" Target="../media/image5.emf"/></Relationships>
</file>

<file path=ppt/slideLayouts/_rels/slideLayout174.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43.xml"/><Relationship Id="rId4" Type="http://schemas.openxmlformats.org/officeDocument/2006/relationships/image" Target="../media/image5.emf"/></Relationships>
</file>

<file path=ppt/slideLayouts/_rels/slideLayout175.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44.xml"/><Relationship Id="rId4" Type="http://schemas.openxmlformats.org/officeDocument/2006/relationships/image" Target="../media/image5.emf"/></Relationships>
</file>

<file path=ppt/slideLayouts/_rels/slideLayout17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45.xml"/><Relationship Id="rId4" Type="http://schemas.openxmlformats.org/officeDocument/2006/relationships/image" Target="../media/image5.emf"/></Relationships>
</file>

<file path=ppt/slideLayouts/_rels/slideLayout177.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46.xml"/><Relationship Id="rId5" Type="http://schemas.openxmlformats.org/officeDocument/2006/relationships/image" Target="../media/image50.jpeg"/><Relationship Id="rId4" Type="http://schemas.openxmlformats.org/officeDocument/2006/relationships/image" Target="../media/image5.emf"/></Relationships>
</file>

<file path=ppt/slideLayouts/_rels/slideLayout178.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47.xml"/><Relationship Id="rId4" Type="http://schemas.openxmlformats.org/officeDocument/2006/relationships/image" Target="../media/image5.emf"/></Relationships>
</file>

<file path=ppt/slideLayouts/_rels/slideLayout179.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48.xml"/><Relationship Id="rId4" Type="http://schemas.openxmlformats.org/officeDocument/2006/relationships/image" Target="../media/image5.emf"/></Relationships>
</file>

<file path=ppt/slideLayouts/_rels/slideLayout180.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49.xml"/><Relationship Id="rId4" Type="http://schemas.openxmlformats.org/officeDocument/2006/relationships/image" Target="../media/image5.emf"/></Relationships>
</file>

<file path=ppt/slideLayouts/_rels/slideLayout181.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50.xml"/><Relationship Id="rId4" Type="http://schemas.openxmlformats.org/officeDocument/2006/relationships/image" Target="../media/image5.emf"/></Relationships>
</file>

<file path=ppt/slideLayouts/_rels/slideLayout182.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51.xml"/><Relationship Id="rId5" Type="http://schemas.openxmlformats.org/officeDocument/2006/relationships/image" Target="../media/image23.png"/><Relationship Id="rId4" Type="http://schemas.openxmlformats.org/officeDocument/2006/relationships/image" Target="../media/image5.emf"/></Relationships>
</file>

<file path=ppt/slideLayouts/_rels/slideLayout183.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52.xml"/><Relationship Id="rId5" Type="http://schemas.openxmlformats.org/officeDocument/2006/relationships/image" Target="../media/image21.png"/><Relationship Id="rId4" Type="http://schemas.openxmlformats.org/officeDocument/2006/relationships/image" Target="../media/image5.emf"/></Relationships>
</file>

<file path=ppt/slideLayouts/_rels/slideLayout184.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53.xml"/><Relationship Id="rId5" Type="http://schemas.openxmlformats.org/officeDocument/2006/relationships/image" Target="../media/image49.png"/><Relationship Id="rId4" Type="http://schemas.openxmlformats.org/officeDocument/2006/relationships/image" Target="../media/image5.emf"/></Relationships>
</file>

<file path=ppt/slideLayouts/_rels/slideLayout185.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54.xml"/><Relationship Id="rId5" Type="http://schemas.openxmlformats.org/officeDocument/2006/relationships/image" Target="../media/image25.png"/><Relationship Id="rId4" Type="http://schemas.openxmlformats.org/officeDocument/2006/relationships/image" Target="../media/image5.emf"/></Relationships>
</file>

<file path=ppt/slideLayouts/_rels/slideLayout18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55.xml"/><Relationship Id="rId5" Type="http://schemas.openxmlformats.org/officeDocument/2006/relationships/image" Target="../media/image25.png"/><Relationship Id="rId4" Type="http://schemas.openxmlformats.org/officeDocument/2006/relationships/image" Target="../media/image5.emf"/></Relationships>
</file>

<file path=ppt/slideLayouts/_rels/slideLayout187.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56.xml"/><Relationship Id="rId6" Type="http://schemas.openxmlformats.org/officeDocument/2006/relationships/image" Target="../media/image21.png"/><Relationship Id="rId5" Type="http://schemas.openxmlformats.org/officeDocument/2006/relationships/image" Target="../media/image47.png"/><Relationship Id="rId4" Type="http://schemas.openxmlformats.org/officeDocument/2006/relationships/image" Target="../media/image5.emf"/></Relationships>
</file>

<file path=ppt/slideLayouts/_rels/slideLayout188.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57.xml"/><Relationship Id="rId6" Type="http://schemas.openxmlformats.org/officeDocument/2006/relationships/image" Target="../media/image21.png"/><Relationship Id="rId5" Type="http://schemas.openxmlformats.org/officeDocument/2006/relationships/image" Target="../media/image48.png"/><Relationship Id="rId4" Type="http://schemas.openxmlformats.org/officeDocument/2006/relationships/image" Target="../media/image5.emf"/></Relationships>
</file>

<file path=ppt/slideLayouts/_rels/slideLayout189.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58.xml"/><Relationship Id="rId6" Type="http://schemas.openxmlformats.org/officeDocument/2006/relationships/image" Target="../media/image21.png"/><Relationship Id="rId5" Type="http://schemas.openxmlformats.org/officeDocument/2006/relationships/image" Target="../media/image49.png"/><Relationship Id="rId4" Type="http://schemas.openxmlformats.org/officeDocument/2006/relationships/image" Target="../media/image5.emf"/></Relationships>
</file>

<file path=ppt/slideLayouts/_rels/slideLayout190.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59.xml"/><Relationship Id="rId4" Type="http://schemas.openxmlformats.org/officeDocument/2006/relationships/image" Target="../media/image5.emf"/></Relationships>
</file>

<file path=ppt/slideLayouts/_rels/slideLayout191.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60.xml"/><Relationship Id="rId5" Type="http://schemas.openxmlformats.org/officeDocument/2006/relationships/image" Target="../media/image21.png"/><Relationship Id="rId4" Type="http://schemas.openxmlformats.org/officeDocument/2006/relationships/image" Target="../media/image5.emf"/></Relationships>
</file>

<file path=ppt/slideLayouts/_rels/slideLayout192.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61.xml"/><Relationship Id="rId5" Type="http://schemas.openxmlformats.org/officeDocument/2006/relationships/hyperlink" Target="mailto:Amy.Ritz@Accenture.com" TargetMode="External"/><Relationship Id="rId4" Type="http://schemas.openxmlformats.org/officeDocument/2006/relationships/image" Target="../media/image5.emf"/></Relationships>
</file>

<file path=ppt/slideLayouts/_rels/slideLayout19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oleObject" Target="../embeddings/oleObject34.bin"/><Relationship Id="rId7" Type="http://schemas.openxmlformats.org/officeDocument/2006/relationships/image" Target="../media/image6.png"/><Relationship Id="rId2" Type="http://schemas.openxmlformats.org/officeDocument/2006/relationships/slideMaster" Target="../slideMasters/slideMaster3.xml"/><Relationship Id="rId1" Type="http://schemas.openxmlformats.org/officeDocument/2006/relationships/tags" Target="../tags/tag162.xml"/><Relationship Id="rId6" Type="http://schemas.openxmlformats.org/officeDocument/2006/relationships/image" Target="../media/image8.svg"/><Relationship Id="rId5" Type="http://schemas.openxmlformats.org/officeDocument/2006/relationships/image" Target="../media/image47.png"/><Relationship Id="rId4" Type="http://schemas.openxmlformats.org/officeDocument/2006/relationships/image" Target="../media/image5.emf"/></Relationships>
</file>

<file path=ppt/slideLayouts/_rels/slideLayout194.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63.xml"/><Relationship Id="rId4" Type="http://schemas.openxmlformats.org/officeDocument/2006/relationships/image" Target="../media/image5.emf"/></Relationships>
</file>

<file path=ppt/slideLayouts/_rels/slideLayout195.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64.xml"/><Relationship Id="rId4" Type="http://schemas.openxmlformats.org/officeDocument/2006/relationships/image" Target="../media/image5.emf"/></Relationships>
</file>

<file path=ppt/slideLayouts/_rels/slideLayout19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65.xml"/><Relationship Id="rId4" Type="http://schemas.openxmlformats.org/officeDocument/2006/relationships/image" Target="../media/image5.emf"/></Relationships>
</file>

<file path=ppt/slideLayouts/_rels/slideLayout197.xml.rels><?xml version="1.0" encoding="UTF-8" standalone="yes"?>
<Relationships xmlns="http://schemas.openxmlformats.org/package/2006/relationships"><Relationship Id="rId3" Type="http://schemas.openxmlformats.org/officeDocument/2006/relationships/oleObject" Target="../embeddings/oleObject34.bin"/><Relationship Id="rId7" Type="http://schemas.openxmlformats.org/officeDocument/2006/relationships/image" Target="../media/image11.png"/><Relationship Id="rId2" Type="http://schemas.openxmlformats.org/officeDocument/2006/relationships/slideMaster" Target="../slideMasters/slideMaster3.xml"/><Relationship Id="rId1" Type="http://schemas.openxmlformats.org/officeDocument/2006/relationships/tags" Target="../tags/tag166.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5.emf"/></Relationships>
</file>

<file path=ppt/slideLayouts/_rels/slideLayout198.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67.xml"/><Relationship Id="rId6" Type="http://schemas.openxmlformats.org/officeDocument/2006/relationships/image" Target="../media/image21.png"/><Relationship Id="rId5" Type="http://schemas.openxmlformats.org/officeDocument/2006/relationships/image" Target="../media/image12.png"/><Relationship Id="rId4" Type="http://schemas.openxmlformats.org/officeDocument/2006/relationships/image" Target="../media/image5.emf"/></Relationships>
</file>

<file path=ppt/slideLayouts/_rels/slideLayout199.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68.xml"/><Relationship Id="rId6" Type="http://schemas.openxmlformats.org/officeDocument/2006/relationships/image" Target="../media/image21.png"/><Relationship Id="rId5" Type="http://schemas.openxmlformats.org/officeDocument/2006/relationships/image" Target="../media/image13.png"/><Relationship Id="rId4" Type="http://schemas.openxmlformats.org/officeDocument/2006/relationships/image" Target="../media/image5.emf"/></Relationships>
</file>

<file path=ppt/slideLayouts/_rels/slideLayout200.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69.xml"/><Relationship Id="rId6" Type="http://schemas.openxmlformats.org/officeDocument/2006/relationships/image" Target="../media/image21.png"/><Relationship Id="rId5" Type="http://schemas.openxmlformats.org/officeDocument/2006/relationships/image" Target="../media/image14.png"/><Relationship Id="rId4" Type="http://schemas.openxmlformats.org/officeDocument/2006/relationships/image" Target="../media/image5.emf"/></Relationships>
</file>

<file path=ppt/slideLayouts/_rels/slideLayout201.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70.xml"/><Relationship Id="rId5" Type="http://schemas.openxmlformats.org/officeDocument/2006/relationships/image" Target="../media/image23.png"/><Relationship Id="rId4" Type="http://schemas.openxmlformats.org/officeDocument/2006/relationships/image" Target="../media/image5.emf"/></Relationships>
</file>

<file path=ppt/slideLayouts/_rels/slideLayout202.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71.xml"/><Relationship Id="rId5" Type="http://schemas.openxmlformats.org/officeDocument/2006/relationships/image" Target="../media/image21.png"/><Relationship Id="rId4" Type="http://schemas.openxmlformats.org/officeDocument/2006/relationships/image" Target="../media/image5.emf"/></Relationships>
</file>

<file path=ppt/slideLayouts/_rels/slideLayout203.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72.xml"/><Relationship Id="rId6" Type="http://schemas.openxmlformats.org/officeDocument/2006/relationships/image" Target="../media/image21.png"/><Relationship Id="rId5" Type="http://schemas.openxmlformats.org/officeDocument/2006/relationships/image" Target="../media/image12.png"/><Relationship Id="rId4" Type="http://schemas.openxmlformats.org/officeDocument/2006/relationships/image" Target="../media/image5.emf"/></Relationships>
</file>

<file path=ppt/slideLayouts/_rels/slideLayout204.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73.xml"/><Relationship Id="rId6" Type="http://schemas.openxmlformats.org/officeDocument/2006/relationships/image" Target="../media/image21.png"/><Relationship Id="rId5" Type="http://schemas.openxmlformats.org/officeDocument/2006/relationships/image" Target="../media/image13.png"/><Relationship Id="rId4" Type="http://schemas.openxmlformats.org/officeDocument/2006/relationships/image" Target="../media/image5.emf"/></Relationships>
</file>

<file path=ppt/slideLayouts/_rels/slideLayout205.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74.xml"/><Relationship Id="rId6" Type="http://schemas.openxmlformats.org/officeDocument/2006/relationships/image" Target="../media/image21.png"/><Relationship Id="rId5" Type="http://schemas.openxmlformats.org/officeDocument/2006/relationships/image" Target="../media/image14.png"/><Relationship Id="rId4" Type="http://schemas.openxmlformats.org/officeDocument/2006/relationships/image" Target="../media/image5.emf"/></Relationships>
</file>

<file path=ppt/slideLayouts/_rels/slideLayout20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75.xml"/><Relationship Id="rId4" Type="http://schemas.openxmlformats.org/officeDocument/2006/relationships/image" Target="../media/image5.emf"/></Relationships>
</file>

<file path=ppt/slideLayouts/_rels/slideLayout207.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76.xml"/><Relationship Id="rId5" Type="http://schemas.openxmlformats.org/officeDocument/2006/relationships/image" Target="../media/image21.png"/><Relationship Id="rId4" Type="http://schemas.openxmlformats.org/officeDocument/2006/relationships/image" Target="../media/image5.emf"/></Relationships>
</file>

<file path=ppt/slideLayouts/_rels/slideLayout208.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77.xml"/><Relationship Id="rId4" Type="http://schemas.openxmlformats.org/officeDocument/2006/relationships/image" Target="../media/image5.emf"/></Relationships>
</file>

<file path=ppt/slideLayouts/_rels/slideLayout209.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78.xml"/><Relationship Id="rId4" Type="http://schemas.openxmlformats.org/officeDocument/2006/relationships/image" Target="../media/image5.emf"/></Relationships>
</file>

<file path=ppt/slideLayouts/_rels/slideLayout210.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79.xml"/><Relationship Id="rId4" Type="http://schemas.openxmlformats.org/officeDocument/2006/relationships/image" Target="../media/image3.emf"/></Relationships>
</file>

<file path=ppt/slideLayouts/_rels/slideLayout211.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180.xml"/><Relationship Id="rId4" Type="http://schemas.openxmlformats.org/officeDocument/2006/relationships/image" Target="../media/image5.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E9EBA-6D74-A75F-2C50-D77C29FB6B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9F19B19-0C76-6CFA-DB65-0EE074326C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7FF362-7E93-57CA-2491-874DABC1BBA3}"/>
              </a:ext>
            </a:extLst>
          </p:cNvPr>
          <p:cNvSpPr>
            <a:spLocks noGrp="1"/>
          </p:cNvSpPr>
          <p:nvPr>
            <p:ph type="dt" sz="half" idx="10"/>
          </p:nvPr>
        </p:nvSpPr>
        <p:spPr/>
        <p:txBody>
          <a:bodyPr/>
          <a:lstStyle/>
          <a:p>
            <a:fld id="{A9235936-9561-A54F-922B-893CB763EBD2}" type="datetimeFigureOut">
              <a:rPr lang="en-US" smtClean="0"/>
              <a:t>8/27/2026</a:t>
            </a:fld>
            <a:endParaRPr lang="en-US"/>
          </a:p>
        </p:txBody>
      </p:sp>
      <p:sp>
        <p:nvSpPr>
          <p:cNvPr id="5" name="Footer Placeholder 4">
            <a:extLst>
              <a:ext uri="{FF2B5EF4-FFF2-40B4-BE49-F238E27FC236}">
                <a16:creationId xmlns:a16="http://schemas.microsoft.com/office/drawing/2014/main" id="{083606E6-4683-9C33-1197-598BA26854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8233B9-DCE1-3533-74C2-77A4881DEA11}"/>
              </a:ext>
            </a:extLst>
          </p:cNvPr>
          <p:cNvSpPr>
            <a:spLocks noGrp="1"/>
          </p:cNvSpPr>
          <p:nvPr>
            <p:ph type="sldNum" sz="quarter" idx="12"/>
          </p:nvPr>
        </p:nvSpPr>
        <p:spPr/>
        <p:txBody>
          <a:bodyPr/>
          <a:lstStyle/>
          <a:p>
            <a:fld id="{84E02737-A082-5C4F-9271-A9F509F2896B}" type="slidenum">
              <a:rPr lang="en-US" smtClean="0"/>
              <a:t>‹#›</a:t>
            </a:fld>
            <a:endParaRPr lang="en-US"/>
          </a:p>
        </p:txBody>
      </p:sp>
    </p:spTree>
    <p:extLst>
      <p:ext uri="{BB962C8B-B14F-4D97-AF65-F5344CB8AC3E}">
        <p14:creationId xmlns:p14="http://schemas.microsoft.com/office/powerpoint/2010/main" val="1737950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2CEF6-907A-F23E-0F4C-3D6ED40AE3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7142B6-9784-0C51-DC65-B277B01354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69E3D8-8768-553C-4B1C-3B6E4FE68CA8}"/>
              </a:ext>
            </a:extLst>
          </p:cNvPr>
          <p:cNvSpPr>
            <a:spLocks noGrp="1"/>
          </p:cNvSpPr>
          <p:nvPr>
            <p:ph type="dt" sz="half" idx="10"/>
          </p:nvPr>
        </p:nvSpPr>
        <p:spPr/>
        <p:txBody>
          <a:bodyPr/>
          <a:lstStyle/>
          <a:p>
            <a:fld id="{A9235936-9561-A54F-922B-893CB763EBD2}" type="datetimeFigureOut">
              <a:rPr lang="en-US" smtClean="0"/>
              <a:t>8/27/2026</a:t>
            </a:fld>
            <a:endParaRPr lang="en-US"/>
          </a:p>
        </p:txBody>
      </p:sp>
      <p:sp>
        <p:nvSpPr>
          <p:cNvPr id="5" name="Footer Placeholder 4">
            <a:extLst>
              <a:ext uri="{FF2B5EF4-FFF2-40B4-BE49-F238E27FC236}">
                <a16:creationId xmlns:a16="http://schemas.microsoft.com/office/drawing/2014/main" id="{B4400CA1-955A-A279-B181-86974FE32B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CAB01F-6A29-0C50-8716-F48500A15A3F}"/>
              </a:ext>
            </a:extLst>
          </p:cNvPr>
          <p:cNvSpPr>
            <a:spLocks noGrp="1"/>
          </p:cNvSpPr>
          <p:nvPr>
            <p:ph type="sldNum" sz="quarter" idx="12"/>
          </p:nvPr>
        </p:nvSpPr>
        <p:spPr/>
        <p:txBody>
          <a:bodyPr/>
          <a:lstStyle/>
          <a:p>
            <a:fld id="{84E02737-A082-5C4F-9271-A9F509F2896B}" type="slidenum">
              <a:rPr lang="en-US" smtClean="0"/>
              <a:t>‹#›</a:t>
            </a:fld>
            <a:endParaRPr lang="en-US"/>
          </a:p>
        </p:txBody>
      </p:sp>
    </p:spTree>
    <p:extLst>
      <p:ext uri="{BB962C8B-B14F-4D97-AF65-F5344CB8AC3E}">
        <p14:creationId xmlns:p14="http://schemas.microsoft.com/office/powerpoint/2010/main" val="3414245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2790F-9D0E-8360-053B-D3498346FC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DF85A9C-48F9-61D0-6491-4710E1201F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D44C79-2B14-E24F-D89D-53B6C5038B49}"/>
              </a:ext>
            </a:extLst>
          </p:cNvPr>
          <p:cNvSpPr>
            <a:spLocks noGrp="1"/>
          </p:cNvSpPr>
          <p:nvPr>
            <p:ph type="dt" sz="half" idx="10"/>
          </p:nvPr>
        </p:nvSpPr>
        <p:spPr/>
        <p:txBody>
          <a:bodyPr/>
          <a:lstStyle/>
          <a:p>
            <a:fld id="{A9235936-9561-A54F-922B-893CB763EBD2}" type="datetimeFigureOut">
              <a:rPr lang="en-US" smtClean="0"/>
              <a:t>8/27/2026</a:t>
            </a:fld>
            <a:endParaRPr lang="en-US"/>
          </a:p>
        </p:txBody>
      </p:sp>
      <p:sp>
        <p:nvSpPr>
          <p:cNvPr id="5" name="Footer Placeholder 4">
            <a:extLst>
              <a:ext uri="{FF2B5EF4-FFF2-40B4-BE49-F238E27FC236}">
                <a16:creationId xmlns:a16="http://schemas.microsoft.com/office/drawing/2014/main" id="{A178F5BC-4F9E-8BD3-3BF0-383AEF530E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C99A49-009B-2A62-4645-B7F4A8F75DCC}"/>
              </a:ext>
            </a:extLst>
          </p:cNvPr>
          <p:cNvSpPr>
            <a:spLocks noGrp="1"/>
          </p:cNvSpPr>
          <p:nvPr>
            <p:ph type="sldNum" sz="quarter" idx="12"/>
          </p:nvPr>
        </p:nvSpPr>
        <p:spPr/>
        <p:txBody>
          <a:bodyPr/>
          <a:lstStyle/>
          <a:p>
            <a:fld id="{84E02737-A082-5C4F-9271-A9F509F2896B}" type="slidenum">
              <a:rPr lang="en-US" smtClean="0"/>
              <a:t>‹#›</a:t>
            </a:fld>
            <a:endParaRPr lang="en-US"/>
          </a:p>
        </p:txBody>
      </p:sp>
    </p:spTree>
    <p:extLst>
      <p:ext uri="{BB962C8B-B14F-4D97-AF65-F5344CB8AC3E}">
        <p14:creationId xmlns:p14="http://schemas.microsoft.com/office/powerpoint/2010/main" val="1413530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4042B-2FD8-F8D2-B522-91EA873939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89AED3-B676-6E41-71EF-29E4008979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EA174D-4709-330F-24CB-C8630CDFE6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B70CFE-3944-FB19-D0AE-6CE3F3C6E1A7}"/>
              </a:ext>
            </a:extLst>
          </p:cNvPr>
          <p:cNvSpPr>
            <a:spLocks noGrp="1"/>
          </p:cNvSpPr>
          <p:nvPr>
            <p:ph type="dt" sz="half" idx="10"/>
          </p:nvPr>
        </p:nvSpPr>
        <p:spPr/>
        <p:txBody>
          <a:bodyPr/>
          <a:lstStyle/>
          <a:p>
            <a:fld id="{A9235936-9561-A54F-922B-893CB763EBD2}" type="datetimeFigureOut">
              <a:rPr lang="en-US" smtClean="0"/>
              <a:t>8/27/2026</a:t>
            </a:fld>
            <a:endParaRPr lang="en-US"/>
          </a:p>
        </p:txBody>
      </p:sp>
      <p:sp>
        <p:nvSpPr>
          <p:cNvPr id="6" name="Footer Placeholder 5">
            <a:extLst>
              <a:ext uri="{FF2B5EF4-FFF2-40B4-BE49-F238E27FC236}">
                <a16:creationId xmlns:a16="http://schemas.microsoft.com/office/drawing/2014/main" id="{2852A17F-11E9-5C0D-2CE9-C8A20020D1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82B253-491B-ADC3-D438-159D24F6ED1C}"/>
              </a:ext>
            </a:extLst>
          </p:cNvPr>
          <p:cNvSpPr>
            <a:spLocks noGrp="1"/>
          </p:cNvSpPr>
          <p:nvPr>
            <p:ph type="sldNum" sz="quarter" idx="12"/>
          </p:nvPr>
        </p:nvSpPr>
        <p:spPr/>
        <p:txBody>
          <a:bodyPr/>
          <a:lstStyle/>
          <a:p>
            <a:fld id="{84E02737-A082-5C4F-9271-A9F509F2896B}" type="slidenum">
              <a:rPr lang="en-US" smtClean="0"/>
              <a:t>‹#›</a:t>
            </a:fld>
            <a:endParaRPr lang="en-US"/>
          </a:p>
        </p:txBody>
      </p:sp>
    </p:spTree>
    <p:extLst>
      <p:ext uri="{BB962C8B-B14F-4D97-AF65-F5344CB8AC3E}">
        <p14:creationId xmlns:p14="http://schemas.microsoft.com/office/powerpoint/2010/main" val="3567597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584BB-E03F-6F99-5BB3-CB440CE1794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052A3AF-22AD-6DDE-B2B5-14AA14E9EA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32C2D9-4631-3FC2-3A47-3AC1E862DD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B51A7B-900B-D5CF-161F-D042126327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EA8543-1586-3A6A-9BB0-2568BCFBDA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96EAD06-93D0-C5C1-7763-59249699F12E}"/>
              </a:ext>
            </a:extLst>
          </p:cNvPr>
          <p:cNvSpPr>
            <a:spLocks noGrp="1"/>
          </p:cNvSpPr>
          <p:nvPr>
            <p:ph type="dt" sz="half" idx="10"/>
          </p:nvPr>
        </p:nvSpPr>
        <p:spPr/>
        <p:txBody>
          <a:bodyPr/>
          <a:lstStyle/>
          <a:p>
            <a:fld id="{A9235936-9561-A54F-922B-893CB763EBD2}" type="datetimeFigureOut">
              <a:rPr lang="en-US" smtClean="0"/>
              <a:t>8/27/2026</a:t>
            </a:fld>
            <a:endParaRPr lang="en-US"/>
          </a:p>
        </p:txBody>
      </p:sp>
      <p:sp>
        <p:nvSpPr>
          <p:cNvPr id="8" name="Footer Placeholder 7">
            <a:extLst>
              <a:ext uri="{FF2B5EF4-FFF2-40B4-BE49-F238E27FC236}">
                <a16:creationId xmlns:a16="http://schemas.microsoft.com/office/drawing/2014/main" id="{BF35C93C-2B66-E197-12ED-FA73AD36C79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AE76DA4-FCA2-5A78-51C7-FE731C25490E}"/>
              </a:ext>
            </a:extLst>
          </p:cNvPr>
          <p:cNvSpPr>
            <a:spLocks noGrp="1"/>
          </p:cNvSpPr>
          <p:nvPr>
            <p:ph type="sldNum" sz="quarter" idx="12"/>
          </p:nvPr>
        </p:nvSpPr>
        <p:spPr/>
        <p:txBody>
          <a:bodyPr/>
          <a:lstStyle/>
          <a:p>
            <a:fld id="{84E02737-A082-5C4F-9271-A9F509F2896B}" type="slidenum">
              <a:rPr lang="en-US" smtClean="0"/>
              <a:t>‹#›</a:t>
            </a:fld>
            <a:endParaRPr lang="en-US"/>
          </a:p>
        </p:txBody>
      </p:sp>
    </p:spTree>
    <p:extLst>
      <p:ext uri="{BB962C8B-B14F-4D97-AF65-F5344CB8AC3E}">
        <p14:creationId xmlns:p14="http://schemas.microsoft.com/office/powerpoint/2010/main" val="320418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8E88D-228F-E4A3-5C38-59C549D282F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C2937B8-4451-2B85-413F-434611BF4FF1}"/>
              </a:ext>
            </a:extLst>
          </p:cNvPr>
          <p:cNvSpPr>
            <a:spLocks noGrp="1"/>
          </p:cNvSpPr>
          <p:nvPr>
            <p:ph type="dt" sz="half" idx="10"/>
          </p:nvPr>
        </p:nvSpPr>
        <p:spPr/>
        <p:txBody>
          <a:bodyPr/>
          <a:lstStyle/>
          <a:p>
            <a:fld id="{A9235936-9561-A54F-922B-893CB763EBD2}" type="datetimeFigureOut">
              <a:rPr lang="en-US" smtClean="0"/>
              <a:t>8/27/2026</a:t>
            </a:fld>
            <a:endParaRPr lang="en-US"/>
          </a:p>
        </p:txBody>
      </p:sp>
      <p:sp>
        <p:nvSpPr>
          <p:cNvPr id="4" name="Footer Placeholder 3">
            <a:extLst>
              <a:ext uri="{FF2B5EF4-FFF2-40B4-BE49-F238E27FC236}">
                <a16:creationId xmlns:a16="http://schemas.microsoft.com/office/drawing/2014/main" id="{B2F3D118-8337-2D26-307B-7ED92AEE2E1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F28679-0830-D552-71F6-15C670403CB5}"/>
              </a:ext>
            </a:extLst>
          </p:cNvPr>
          <p:cNvSpPr>
            <a:spLocks noGrp="1"/>
          </p:cNvSpPr>
          <p:nvPr>
            <p:ph type="sldNum" sz="quarter" idx="12"/>
          </p:nvPr>
        </p:nvSpPr>
        <p:spPr/>
        <p:txBody>
          <a:bodyPr/>
          <a:lstStyle/>
          <a:p>
            <a:fld id="{84E02737-A082-5C4F-9271-A9F509F2896B}" type="slidenum">
              <a:rPr lang="en-US" smtClean="0"/>
              <a:t>‹#›</a:t>
            </a:fld>
            <a:endParaRPr lang="en-US"/>
          </a:p>
        </p:txBody>
      </p:sp>
    </p:spTree>
    <p:extLst>
      <p:ext uri="{BB962C8B-B14F-4D97-AF65-F5344CB8AC3E}">
        <p14:creationId xmlns:p14="http://schemas.microsoft.com/office/powerpoint/2010/main" val="1270724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5BB49F-4928-94E8-1477-A2C83FCF27C7}"/>
              </a:ext>
            </a:extLst>
          </p:cNvPr>
          <p:cNvSpPr>
            <a:spLocks noGrp="1"/>
          </p:cNvSpPr>
          <p:nvPr>
            <p:ph type="dt" sz="half" idx="10"/>
          </p:nvPr>
        </p:nvSpPr>
        <p:spPr/>
        <p:txBody>
          <a:bodyPr/>
          <a:lstStyle/>
          <a:p>
            <a:fld id="{A9235936-9561-A54F-922B-893CB763EBD2}" type="datetimeFigureOut">
              <a:rPr lang="en-US" smtClean="0"/>
              <a:t>8/27/2026</a:t>
            </a:fld>
            <a:endParaRPr lang="en-US"/>
          </a:p>
        </p:txBody>
      </p:sp>
      <p:sp>
        <p:nvSpPr>
          <p:cNvPr id="3" name="Footer Placeholder 2">
            <a:extLst>
              <a:ext uri="{FF2B5EF4-FFF2-40B4-BE49-F238E27FC236}">
                <a16:creationId xmlns:a16="http://schemas.microsoft.com/office/drawing/2014/main" id="{2B9CD30B-323F-7D10-0A24-C6C5D8F4732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379B4BC-8B98-79A9-CA6B-991D65976071}"/>
              </a:ext>
            </a:extLst>
          </p:cNvPr>
          <p:cNvSpPr>
            <a:spLocks noGrp="1"/>
          </p:cNvSpPr>
          <p:nvPr>
            <p:ph type="sldNum" sz="quarter" idx="12"/>
          </p:nvPr>
        </p:nvSpPr>
        <p:spPr/>
        <p:txBody>
          <a:bodyPr/>
          <a:lstStyle/>
          <a:p>
            <a:fld id="{84E02737-A082-5C4F-9271-A9F509F2896B}" type="slidenum">
              <a:rPr lang="en-US" smtClean="0"/>
              <a:t>‹#›</a:t>
            </a:fld>
            <a:endParaRPr lang="en-US"/>
          </a:p>
        </p:txBody>
      </p:sp>
    </p:spTree>
    <p:extLst>
      <p:ext uri="{BB962C8B-B14F-4D97-AF65-F5344CB8AC3E}">
        <p14:creationId xmlns:p14="http://schemas.microsoft.com/office/powerpoint/2010/main" val="1675771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D8D86-5FBB-0D64-F312-9C641D98C4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68EDED-D8C7-3113-D30A-66589F85E4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9768661-3F78-113E-79F6-9A2362626C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D61074-E29F-6100-EE3E-17593310AA84}"/>
              </a:ext>
            </a:extLst>
          </p:cNvPr>
          <p:cNvSpPr>
            <a:spLocks noGrp="1"/>
          </p:cNvSpPr>
          <p:nvPr>
            <p:ph type="dt" sz="half" idx="10"/>
          </p:nvPr>
        </p:nvSpPr>
        <p:spPr/>
        <p:txBody>
          <a:bodyPr/>
          <a:lstStyle/>
          <a:p>
            <a:fld id="{A9235936-9561-A54F-922B-893CB763EBD2}" type="datetimeFigureOut">
              <a:rPr lang="en-US" smtClean="0"/>
              <a:t>8/27/2026</a:t>
            </a:fld>
            <a:endParaRPr lang="en-US"/>
          </a:p>
        </p:txBody>
      </p:sp>
      <p:sp>
        <p:nvSpPr>
          <p:cNvPr id="6" name="Footer Placeholder 5">
            <a:extLst>
              <a:ext uri="{FF2B5EF4-FFF2-40B4-BE49-F238E27FC236}">
                <a16:creationId xmlns:a16="http://schemas.microsoft.com/office/drawing/2014/main" id="{25BE84D9-1C27-37DC-71A9-57CD902E92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491230-7E3A-18C6-55FA-2905984DB687}"/>
              </a:ext>
            </a:extLst>
          </p:cNvPr>
          <p:cNvSpPr>
            <a:spLocks noGrp="1"/>
          </p:cNvSpPr>
          <p:nvPr>
            <p:ph type="sldNum" sz="quarter" idx="12"/>
          </p:nvPr>
        </p:nvSpPr>
        <p:spPr/>
        <p:txBody>
          <a:bodyPr/>
          <a:lstStyle/>
          <a:p>
            <a:fld id="{84E02737-A082-5C4F-9271-A9F509F2896B}" type="slidenum">
              <a:rPr lang="en-US" smtClean="0"/>
              <a:t>‹#›</a:t>
            </a:fld>
            <a:endParaRPr lang="en-US"/>
          </a:p>
        </p:txBody>
      </p:sp>
    </p:spTree>
    <p:extLst>
      <p:ext uri="{BB962C8B-B14F-4D97-AF65-F5344CB8AC3E}">
        <p14:creationId xmlns:p14="http://schemas.microsoft.com/office/powerpoint/2010/main" val="28508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34A3C-F69B-C1CC-A2C0-B2D44BABB2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6A8A72-495E-F08B-E4A6-DECB809290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70DF81-B549-90C0-45AC-F1A09C9F57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E86740-7A23-4E2A-BABF-93D714F6075E}"/>
              </a:ext>
            </a:extLst>
          </p:cNvPr>
          <p:cNvSpPr>
            <a:spLocks noGrp="1"/>
          </p:cNvSpPr>
          <p:nvPr>
            <p:ph type="dt" sz="half" idx="10"/>
          </p:nvPr>
        </p:nvSpPr>
        <p:spPr/>
        <p:txBody>
          <a:bodyPr/>
          <a:lstStyle/>
          <a:p>
            <a:fld id="{A9235936-9561-A54F-922B-893CB763EBD2}" type="datetimeFigureOut">
              <a:rPr lang="en-US" smtClean="0"/>
              <a:t>8/27/2026</a:t>
            </a:fld>
            <a:endParaRPr lang="en-US"/>
          </a:p>
        </p:txBody>
      </p:sp>
      <p:sp>
        <p:nvSpPr>
          <p:cNvPr id="6" name="Footer Placeholder 5">
            <a:extLst>
              <a:ext uri="{FF2B5EF4-FFF2-40B4-BE49-F238E27FC236}">
                <a16:creationId xmlns:a16="http://schemas.microsoft.com/office/drawing/2014/main" id="{5FFF971F-D238-F4E8-838C-B10F6EBD8D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723082-7F04-0E76-2E26-E822C8C875EB}"/>
              </a:ext>
            </a:extLst>
          </p:cNvPr>
          <p:cNvSpPr>
            <a:spLocks noGrp="1"/>
          </p:cNvSpPr>
          <p:nvPr>
            <p:ph type="sldNum" sz="quarter" idx="12"/>
          </p:nvPr>
        </p:nvSpPr>
        <p:spPr/>
        <p:txBody>
          <a:bodyPr/>
          <a:lstStyle/>
          <a:p>
            <a:fld id="{84E02737-A082-5C4F-9271-A9F509F2896B}" type="slidenum">
              <a:rPr lang="en-US" smtClean="0"/>
              <a:t>‹#›</a:t>
            </a:fld>
            <a:endParaRPr lang="en-US"/>
          </a:p>
        </p:txBody>
      </p:sp>
    </p:spTree>
    <p:extLst>
      <p:ext uri="{BB962C8B-B14F-4D97-AF65-F5344CB8AC3E}">
        <p14:creationId xmlns:p14="http://schemas.microsoft.com/office/powerpoint/2010/main" val="23404433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8DC10-F7F5-D210-AEB0-49AA46CAB6B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47A9AC8-3146-054B-E041-9DDDCA09CF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617666-FE7D-2F2E-ED66-B3EB57814B6B}"/>
              </a:ext>
            </a:extLst>
          </p:cNvPr>
          <p:cNvSpPr>
            <a:spLocks noGrp="1"/>
          </p:cNvSpPr>
          <p:nvPr>
            <p:ph type="dt" sz="half" idx="10"/>
          </p:nvPr>
        </p:nvSpPr>
        <p:spPr/>
        <p:txBody>
          <a:bodyPr/>
          <a:lstStyle/>
          <a:p>
            <a:fld id="{A9235936-9561-A54F-922B-893CB763EBD2}" type="datetimeFigureOut">
              <a:rPr lang="en-US" smtClean="0"/>
              <a:t>8/27/2026</a:t>
            </a:fld>
            <a:endParaRPr lang="en-US"/>
          </a:p>
        </p:txBody>
      </p:sp>
      <p:sp>
        <p:nvSpPr>
          <p:cNvPr id="5" name="Footer Placeholder 4">
            <a:extLst>
              <a:ext uri="{FF2B5EF4-FFF2-40B4-BE49-F238E27FC236}">
                <a16:creationId xmlns:a16="http://schemas.microsoft.com/office/drawing/2014/main" id="{910CDE41-2888-558B-DF37-C1C1DB6FF1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BEE405-09BC-C549-A59D-C3CA6A03F266}"/>
              </a:ext>
            </a:extLst>
          </p:cNvPr>
          <p:cNvSpPr>
            <a:spLocks noGrp="1"/>
          </p:cNvSpPr>
          <p:nvPr>
            <p:ph type="sldNum" sz="quarter" idx="12"/>
          </p:nvPr>
        </p:nvSpPr>
        <p:spPr/>
        <p:txBody>
          <a:bodyPr/>
          <a:lstStyle/>
          <a:p>
            <a:fld id="{84E02737-A082-5C4F-9271-A9F509F2896B}" type="slidenum">
              <a:rPr lang="en-US" smtClean="0"/>
              <a:t>‹#›</a:t>
            </a:fld>
            <a:endParaRPr lang="en-US"/>
          </a:p>
        </p:txBody>
      </p:sp>
    </p:spTree>
    <p:extLst>
      <p:ext uri="{BB962C8B-B14F-4D97-AF65-F5344CB8AC3E}">
        <p14:creationId xmlns:p14="http://schemas.microsoft.com/office/powerpoint/2010/main" val="163548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757B0D-0EF4-E1BC-A965-F64830A7AC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C0A2FA4-18F4-568A-6E50-E4315ED3A3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CA0EA7-98E8-CEA8-5FFE-DC1CEACCA29F}"/>
              </a:ext>
            </a:extLst>
          </p:cNvPr>
          <p:cNvSpPr>
            <a:spLocks noGrp="1"/>
          </p:cNvSpPr>
          <p:nvPr>
            <p:ph type="dt" sz="half" idx="10"/>
          </p:nvPr>
        </p:nvSpPr>
        <p:spPr/>
        <p:txBody>
          <a:bodyPr/>
          <a:lstStyle/>
          <a:p>
            <a:fld id="{A9235936-9561-A54F-922B-893CB763EBD2}" type="datetimeFigureOut">
              <a:rPr lang="en-US" smtClean="0"/>
              <a:t>8/27/2026</a:t>
            </a:fld>
            <a:endParaRPr lang="en-US"/>
          </a:p>
        </p:txBody>
      </p:sp>
      <p:sp>
        <p:nvSpPr>
          <p:cNvPr id="5" name="Footer Placeholder 4">
            <a:extLst>
              <a:ext uri="{FF2B5EF4-FFF2-40B4-BE49-F238E27FC236}">
                <a16:creationId xmlns:a16="http://schemas.microsoft.com/office/drawing/2014/main" id="{B3FCD71C-044A-7981-0A46-EEF6BF2948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03C6CA-0B5C-1B98-6221-54AC2BE847B9}"/>
              </a:ext>
            </a:extLst>
          </p:cNvPr>
          <p:cNvSpPr>
            <a:spLocks noGrp="1"/>
          </p:cNvSpPr>
          <p:nvPr>
            <p:ph type="sldNum" sz="quarter" idx="12"/>
          </p:nvPr>
        </p:nvSpPr>
        <p:spPr/>
        <p:txBody>
          <a:bodyPr/>
          <a:lstStyle/>
          <a:p>
            <a:fld id="{84E02737-A082-5C4F-9271-A9F509F2896B}" type="slidenum">
              <a:rPr lang="en-US" smtClean="0"/>
              <a:t>‹#›</a:t>
            </a:fld>
            <a:endParaRPr lang="en-US"/>
          </a:p>
        </p:txBody>
      </p:sp>
    </p:spTree>
    <p:extLst>
      <p:ext uri="{BB962C8B-B14F-4D97-AF65-F5344CB8AC3E}">
        <p14:creationId xmlns:p14="http://schemas.microsoft.com/office/powerpoint/2010/main" val="10753634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ig logo">
    <p:bg>
      <p:bgPr>
        <a:solidFill>
          <a:schemeClr val="accent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B8547F7-5BAE-766F-41F1-F2E5BE2F12B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79619" y="43542"/>
            <a:ext cx="10254437" cy="6762372"/>
          </a:xfrm>
          <a:prstGeom prst="rect">
            <a:avLst/>
          </a:prstGeom>
        </p:spPr>
      </p:pic>
      <p:sp>
        <p:nvSpPr>
          <p:cNvPr id="3" name="textruta 5">
            <a:extLst>
              <a:ext uri="{FF2B5EF4-FFF2-40B4-BE49-F238E27FC236}">
                <a16:creationId xmlns:a16="http://schemas.microsoft.com/office/drawing/2014/main" id="{DA2C48AE-08B3-3EF2-DEF0-F2AFB14AC834}"/>
              </a:ext>
            </a:extLst>
          </p:cNvPr>
          <p:cNvSpPr txBox="1"/>
          <p:nvPr userDrawn="1"/>
        </p:nvSpPr>
        <p:spPr>
          <a:xfrm>
            <a:off x="0" y="-363264"/>
            <a:ext cx="12192000" cy="246221"/>
          </a:xfrm>
          <a:prstGeom prst="rect">
            <a:avLst/>
          </a:prstGeom>
          <a:solidFill>
            <a:schemeClr val="bg1"/>
          </a:solidFill>
          <a:effectLst>
            <a:outerShdw blurRad="50800" dist="38100" dir="2700000" algn="tl" rotWithShape="0">
              <a:prstClr val="black">
                <a:alpha val="40000"/>
              </a:prstClr>
            </a:outerShdw>
          </a:effectLst>
        </p:spPr>
        <p:txBody>
          <a:bodyPr wrap="square" rtlCol="0" anchor="b" anchorCtr="0">
            <a:spAutoFit/>
          </a:bodyPr>
          <a:lstStyle/>
          <a:p>
            <a:r>
              <a:rPr lang="en-GB" sz="1000">
                <a:solidFill>
                  <a:schemeClr val="tx1"/>
                </a:solidFill>
                <a:latin typeface="+mn-lt"/>
              </a:rPr>
              <a:t>To change background </a:t>
            </a:r>
            <a:r>
              <a:rPr lang="en-GB" sz="1000" baseline="0">
                <a:solidFill>
                  <a:schemeClr val="tx1"/>
                </a:solidFill>
                <a:latin typeface="+mn-lt"/>
              </a:rPr>
              <a:t>– </a:t>
            </a:r>
            <a:r>
              <a:rPr lang="en-GB" sz="1000">
                <a:solidFill>
                  <a:schemeClr val="tx1"/>
                </a:solidFill>
                <a:latin typeface="+mn-lt"/>
              </a:rPr>
              <a:t>Right click on empty space. Select Format Background / Solid fill for background colour and choose desired colour from the colour palette.</a:t>
            </a:r>
          </a:p>
        </p:txBody>
      </p:sp>
    </p:spTree>
    <p:extLst>
      <p:ext uri="{BB962C8B-B14F-4D97-AF65-F5344CB8AC3E}">
        <p14:creationId xmlns:p14="http://schemas.microsoft.com/office/powerpoint/2010/main" val="15341506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2B8C3-AB66-4396-9216-8340CD2AFD5A}"/>
              </a:ext>
            </a:extLst>
          </p:cNvPr>
          <p:cNvSpPr>
            <a:spLocks noGrp="1"/>
          </p:cNvSpPr>
          <p:nvPr>
            <p:ph type="ctrTitle" hasCustomPrompt="1"/>
          </p:nvPr>
        </p:nvSpPr>
        <p:spPr>
          <a:xfrm>
            <a:off x="1524000" y="2713848"/>
            <a:ext cx="9144000" cy="1430304"/>
          </a:xfrm>
        </p:spPr>
        <p:txBody>
          <a:bodyPr anchor="ctr"/>
          <a:lstStyle>
            <a:lvl1pPr algn="ctr">
              <a:defRPr sz="9500" cap="all" spc="300" baseline="0"/>
            </a:lvl1pPr>
          </a:lstStyle>
          <a:p>
            <a:r>
              <a:rPr lang="en-GB"/>
              <a:t>Add title</a:t>
            </a:r>
          </a:p>
        </p:txBody>
      </p:sp>
      <p:sp>
        <p:nvSpPr>
          <p:cNvPr id="11" name="Text Placeholder 10">
            <a:extLst>
              <a:ext uri="{FF2B5EF4-FFF2-40B4-BE49-F238E27FC236}">
                <a16:creationId xmlns:a16="http://schemas.microsoft.com/office/drawing/2014/main" id="{129B1458-483C-1D5D-5827-97FDDE8B2D25}"/>
              </a:ext>
            </a:extLst>
          </p:cNvPr>
          <p:cNvSpPr>
            <a:spLocks noGrp="1"/>
          </p:cNvSpPr>
          <p:nvPr>
            <p:ph type="body" sz="quarter" idx="13" hasCustomPrompt="1"/>
          </p:nvPr>
        </p:nvSpPr>
        <p:spPr>
          <a:xfrm>
            <a:off x="1619250" y="288925"/>
            <a:ext cx="8963025" cy="211589"/>
          </a:xfrm>
        </p:spPr>
        <p:txBody>
          <a:bodyPr/>
          <a:lstStyle>
            <a:lvl1pPr marL="0" indent="0">
              <a:buNone/>
              <a:defRPr sz="1100"/>
            </a:lvl1pPr>
          </a:lstStyle>
          <a:p>
            <a:pPr lvl="0"/>
            <a:r>
              <a:rPr lang="en-GB"/>
              <a:t>Heading</a:t>
            </a:r>
          </a:p>
        </p:txBody>
      </p:sp>
      <p:sp>
        <p:nvSpPr>
          <p:cNvPr id="5" name="textruta 5">
            <a:extLst>
              <a:ext uri="{FF2B5EF4-FFF2-40B4-BE49-F238E27FC236}">
                <a16:creationId xmlns:a16="http://schemas.microsoft.com/office/drawing/2014/main" id="{05AF1D3A-74A4-4C42-8CF3-B0FEBFD1D61F}"/>
              </a:ext>
            </a:extLst>
          </p:cNvPr>
          <p:cNvSpPr txBox="1"/>
          <p:nvPr userDrawn="1"/>
        </p:nvSpPr>
        <p:spPr>
          <a:xfrm>
            <a:off x="0" y="-363264"/>
            <a:ext cx="12192000" cy="246221"/>
          </a:xfrm>
          <a:prstGeom prst="rect">
            <a:avLst/>
          </a:prstGeom>
          <a:solidFill>
            <a:schemeClr val="bg1"/>
          </a:solidFill>
          <a:effectLst>
            <a:outerShdw blurRad="50800" dist="38100" dir="2700000" algn="tl" rotWithShape="0">
              <a:prstClr val="black">
                <a:alpha val="40000"/>
              </a:prstClr>
            </a:outerShdw>
          </a:effectLst>
        </p:spPr>
        <p:txBody>
          <a:bodyPr wrap="square" rtlCol="0" anchor="b" anchorCtr="0">
            <a:spAutoFit/>
          </a:bodyPr>
          <a:lstStyle/>
          <a:p>
            <a:r>
              <a:rPr lang="en-GB" sz="1000">
                <a:solidFill>
                  <a:schemeClr val="tx1"/>
                </a:solidFill>
                <a:latin typeface="+mn-lt"/>
              </a:rPr>
              <a:t>To change background </a:t>
            </a:r>
            <a:r>
              <a:rPr lang="en-GB" sz="1000" baseline="0">
                <a:solidFill>
                  <a:schemeClr val="tx1"/>
                </a:solidFill>
                <a:latin typeface="+mn-lt"/>
              </a:rPr>
              <a:t>– </a:t>
            </a:r>
            <a:r>
              <a:rPr lang="en-GB" sz="1000">
                <a:solidFill>
                  <a:schemeClr val="tx1"/>
                </a:solidFill>
                <a:latin typeface="+mn-lt"/>
              </a:rPr>
              <a:t>Right click on empty space. Select Format Background / Solid fill for background colour and choose desired colour from the colour palette.</a:t>
            </a:r>
          </a:p>
        </p:txBody>
      </p:sp>
    </p:spTree>
    <p:extLst>
      <p:ext uri="{BB962C8B-B14F-4D97-AF65-F5344CB8AC3E}">
        <p14:creationId xmlns:p14="http://schemas.microsoft.com/office/powerpoint/2010/main" val="17791602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2"/>
        </a:solidFill>
        <a:effectLst/>
      </p:bgPr>
    </p:bg>
    <p:spTree>
      <p:nvGrpSpPr>
        <p:cNvPr id="1" name=""/>
        <p:cNvGrpSpPr/>
        <p:nvPr/>
      </p:nvGrpSpPr>
      <p:grpSpPr>
        <a:xfrm>
          <a:off x="0" y="0"/>
          <a:ext cx="0" cy="0"/>
          <a:chOff x="0" y="0"/>
          <a:chExt cx="0" cy="0"/>
        </a:xfrm>
      </p:grpSpPr>
      <p:sp>
        <p:nvSpPr>
          <p:cNvPr id="6" name="Text Placeholder 10">
            <a:extLst>
              <a:ext uri="{FF2B5EF4-FFF2-40B4-BE49-F238E27FC236}">
                <a16:creationId xmlns:a16="http://schemas.microsoft.com/office/drawing/2014/main" id="{F3831484-DC74-69E5-02BE-4540BBE1E4F4}"/>
              </a:ext>
            </a:extLst>
          </p:cNvPr>
          <p:cNvSpPr>
            <a:spLocks noGrp="1"/>
          </p:cNvSpPr>
          <p:nvPr>
            <p:ph type="body" sz="quarter" idx="13" hasCustomPrompt="1"/>
          </p:nvPr>
        </p:nvSpPr>
        <p:spPr>
          <a:xfrm>
            <a:off x="1619250" y="288925"/>
            <a:ext cx="8963025" cy="211589"/>
          </a:xfrm>
        </p:spPr>
        <p:txBody>
          <a:bodyPr/>
          <a:lstStyle>
            <a:lvl1pPr marL="0" indent="0">
              <a:buNone/>
              <a:defRPr sz="1100"/>
            </a:lvl1pPr>
          </a:lstStyle>
          <a:p>
            <a:pPr lvl="0"/>
            <a:r>
              <a:rPr lang="en-GB"/>
              <a:t>Heading</a:t>
            </a:r>
          </a:p>
        </p:txBody>
      </p:sp>
      <p:sp>
        <p:nvSpPr>
          <p:cNvPr id="10" name="textruta 5">
            <a:extLst>
              <a:ext uri="{FF2B5EF4-FFF2-40B4-BE49-F238E27FC236}">
                <a16:creationId xmlns:a16="http://schemas.microsoft.com/office/drawing/2014/main" id="{9C336639-3F46-4D49-0436-8330F849D6B2}"/>
              </a:ext>
            </a:extLst>
          </p:cNvPr>
          <p:cNvSpPr txBox="1"/>
          <p:nvPr userDrawn="1"/>
        </p:nvSpPr>
        <p:spPr>
          <a:xfrm>
            <a:off x="0" y="-363264"/>
            <a:ext cx="12192000" cy="246221"/>
          </a:xfrm>
          <a:prstGeom prst="rect">
            <a:avLst/>
          </a:prstGeom>
          <a:solidFill>
            <a:schemeClr val="bg1"/>
          </a:solidFill>
          <a:effectLst>
            <a:outerShdw blurRad="50800" dist="38100" dir="2700000" algn="tl" rotWithShape="0">
              <a:prstClr val="black">
                <a:alpha val="40000"/>
              </a:prstClr>
            </a:outerShdw>
          </a:effectLst>
        </p:spPr>
        <p:txBody>
          <a:bodyPr wrap="square" rtlCol="0" anchor="b" anchorCtr="0">
            <a:spAutoFit/>
          </a:bodyPr>
          <a:lstStyle/>
          <a:p>
            <a:r>
              <a:rPr lang="en-GB" sz="1000">
                <a:solidFill>
                  <a:schemeClr val="tx1"/>
                </a:solidFill>
                <a:latin typeface="+mn-lt"/>
              </a:rPr>
              <a:t>To change background </a:t>
            </a:r>
            <a:r>
              <a:rPr lang="en-GB" sz="1000" baseline="0">
                <a:solidFill>
                  <a:schemeClr val="tx1"/>
                </a:solidFill>
                <a:latin typeface="+mn-lt"/>
              </a:rPr>
              <a:t>– </a:t>
            </a:r>
            <a:r>
              <a:rPr lang="en-GB" sz="1000">
                <a:solidFill>
                  <a:schemeClr val="tx1"/>
                </a:solidFill>
                <a:latin typeface="+mn-lt"/>
              </a:rPr>
              <a:t>Right click on empty space. Select Format Background / Solid fill for background colour and choose desired colour from the colour palette.</a:t>
            </a:r>
          </a:p>
        </p:txBody>
      </p:sp>
      <p:sp>
        <p:nvSpPr>
          <p:cNvPr id="33" name="Text Placeholder 4">
            <a:extLst>
              <a:ext uri="{FF2B5EF4-FFF2-40B4-BE49-F238E27FC236}">
                <a16:creationId xmlns:a16="http://schemas.microsoft.com/office/drawing/2014/main" id="{7231FBD4-9748-2BFE-EE3B-C1FA9733B661}"/>
              </a:ext>
            </a:extLst>
          </p:cNvPr>
          <p:cNvSpPr>
            <a:spLocks noGrp="1"/>
          </p:cNvSpPr>
          <p:nvPr>
            <p:ph type="body" sz="quarter" idx="14" hasCustomPrompt="1"/>
          </p:nvPr>
        </p:nvSpPr>
        <p:spPr>
          <a:xfrm>
            <a:off x="1619251" y="1549401"/>
            <a:ext cx="4057650" cy="211590"/>
          </a:xfrm>
        </p:spPr>
        <p:txBody>
          <a:bodyPr/>
          <a:lstStyle>
            <a:lvl1pPr marL="0" indent="0" algn="l">
              <a:buNone/>
              <a:defRPr sz="1800" cap="all" baseline="0">
                <a:latin typeface="+mj-lt"/>
              </a:defRPr>
            </a:lvl1pPr>
            <a:lvl2pPr marL="0" indent="0" algn="l">
              <a:buNone/>
              <a:defRPr sz="1100"/>
            </a:lvl2pPr>
            <a:lvl3pPr marL="914400" indent="0" algn="l">
              <a:buNone/>
              <a:defRPr/>
            </a:lvl3pPr>
            <a:lvl4pPr marL="1371600" indent="0" algn="l">
              <a:buNone/>
              <a:defRPr/>
            </a:lvl4pPr>
            <a:lvl5pPr marL="1828800" indent="0" algn="l">
              <a:buNone/>
              <a:defRPr/>
            </a:lvl5pPr>
          </a:lstStyle>
          <a:p>
            <a:pPr lvl="0"/>
            <a:r>
              <a:rPr lang="en-GB"/>
              <a:t>WRITE YOUR TEXT</a:t>
            </a:r>
          </a:p>
        </p:txBody>
      </p:sp>
      <p:sp>
        <p:nvSpPr>
          <p:cNvPr id="34" name="Text Placeholder 4">
            <a:extLst>
              <a:ext uri="{FF2B5EF4-FFF2-40B4-BE49-F238E27FC236}">
                <a16:creationId xmlns:a16="http://schemas.microsoft.com/office/drawing/2014/main" id="{383FC26F-53F9-A197-16CA-6DA9E082DD21}"/>
              </a:ext>
            </a:extLst>
          </p:cNvPr>
          <p:cNvSpPr>
            <a:spLocks noGrp="1"/>
          </p:cNvSpPr>
          <p:nvPr>
            <p:ph type="body" sz="quarter" idx="15" hasCustomPrompt="1"/>
          </p:nvPr>
        </p:nvSpPr>
        <p:spPr>
          <a:xfrm>
            <a:off x="1619251" y="1865870"/>
            <a:ext cx="4057650" cy="211590"/>
          </a:xfrm>
        </p:spPr>
        <p:txBody>
          <a:bodyPr/>
          <a:lstStyle>
            <a:lvl1pPr marL="0" indent="0" algn="l">
              <a:buNone/>
              <a:defRPr sz="1100"/>
            </a:lvl1pPr>
            <a:lvl2pPr marL="0" indent="0" algn="l">
              <a:buNone/>
              <a:defRPr sz="1100"/>
            </a:lvl2pPr>
            <a:lvl3pPr marL="914400" indent="0" algn="l">
              <a:buNone/>
              <a:defRPr/>
            </a:lvl3pPr>
            <a:lvl4pPr marL="1371600" indent="0" algn="l">
              <a:buNone/>
              <a:defRPr/>
            </a:lvl4pPr>
            <a:lvl5pPr marL="1828800" indent="0" algn="l">
              <a:buNone/>
              <a:defRPr/>
            </a:lvl5pPr>
          </a:lstStyle>
          <a:p>
            <a:pPr lvl="0"/>
            <a:r>
              <a:rPr lang="en-GB"/>
              <a:t>Subtitle</a:t>
            </a:r>
          </a:p>
        </p:txBody>
      </p:sp>
      <p:sp>
        <p:nvSpPr>
          <p:cNvPr id="35" name="Text Placeholder 4">
            <a:extLst>
              <a:ext uri="{FF2B5EF4-FFF2-40B4-BE49-F238E27FC236}">
                <a16:creationId xmlns:a16="http://schemas.microsoft.com/office/drawing/2014/main" id="{78271E08-76C0-338A-674B-FBFE3AEE9827}"/>
              </a:ext>
            </a:extLst>
          </p:cNvPr>
          <p:cNvSpPr>
            <a:spLocks noGrp="1"/>
          </p:cNvSpPr>
          <p:nvPr>
            <p:ph type="body" sz="quarter" idx="16" hasCustomPrompt="1"/>
          </p:nvPr>
        </p:nvSpPr>
        <p:spPr>
          <a:xfrm>
            <a:off x="1619251" y="2365320"/>
            <a:ext cx="4057650" cy="211590"/>
          </a:xfrm>
        </p:spPr>
        <p:txBody>
          <a:bodyPr/>
          <a:lstStyle>
            <a:lvl1pPr marL="0" indent="0" algn="l">
              <a:buNone/>
              <a:defRPr sz="1800" cap="all" baseline="0">
                <a:latin typeface="+mj-lt"/>
              </a:defRPr>
            </a:lvl1pPr>
            <a:lvl2pPr marL="0" indent="0" algn="l">
              <a:buNone/>
              <a:defRPr sz="1100"/>
            </a:lvl2pPr>
            <a:lvl3pPr marL="914400" indent="0" algn="l">
              <a:buNone/>
              <a:defRPr/>
            </a:lvl3pPr>
            <a:lvl4pPr marL="1371600" indent="0" algn="l">
              <a:buNone/>
              <a:defRPr/>
            </a:lvl4pPr>
            <a:lvl5pPr marL="1828800" indent="0" algn="l">
              <a:buNone/>
              <a:defRPr/>
            </a:lvl5pPr>
          </a:lstStyle>
          <a:p>
            <a:pPr lvl="0"/>
            <a:r>
              <a:rPr lang="en-GB"/>
              <a:t>WRITE YOUR TEXT</a:t>
            </a:r>
          </a:p>
        </p:txBody>
      </p:sp>
      <p:sp>
        <p:nvSpPr>
          <p:cNvPr id="36" name="Text Placeholder 4">
            <a:extLst>
              <a:ext uri="{FF2B5EF4-FFF2-40B4-BE49-F238E27FC236}">
                <a16:creationId xmlns:a16="http://schemas.microsoft.com/office/drawing/2014/main" id="{6A063B1F-4F01-54CB-F5C4-DE964A7D254F}"/>
              </a:ext>
            </a:extLst>
          </p:cNvPr>
          <p:cNvSpPr>
            <a:spLocks noGrp="1"/>
          </p:cNvSpPr>
          <p:nvPr>
            <p:ph type="body" sz="quarter" idx="17" hasCustomPrompt="1"/>
          </p:nvPr>
        </p:nvSpPr>
        <p:spPr>
          <a:xfrm>
            <a:off x="1619251" y="2681789"/>
            <a:ext cx="4057650" cy="211590"/>
          </a:xfrm>
        </p:spPr>
        <p:txBody>
          <a:bodyPr/>
          <a:lstStyle>
            <a:lvl1pPr marL="0" indent="0" algn="l">
              <a:buNone/>
              <a:defRPr sz="1100"/>
            </a:lvl1pPr>
            <a:lvl2pPr marL="0" indent="0" algn="l">
              <a:buNone/>
              <a:defRPr sz="1100"/>
            </a:lvl2pPr>
            <a:lvl3pPr marL="914400" indent="0" algn="l">
              <a:buNone/>
              <a:defRPr/>
            </a:lvl3pPr>
            <a:lvl4pPr marL="1371600" indent="0" algn="l">
              <a:buNone/>
              <a:defRPr/>
            </a:lvl4pPr>
            <a:lvl5pPr marL="1828800" indent="0" algn="l">
              <a:buNone/>
              <a:defRPr/>
            </a:lvl5pPr>
          </a:lstStyle>
          <a:p>
            <a:pPr lvl="0"/>
            <a:r>
              <a:rPr lang="en-GB"/>
              <a:t>Subtitle</a:t>
            </a:r>
          </a:p>
        </p:txBody>
      </p:sp>
      <p:sp>
        <p:nvSpPr>
          <p:cNvPr id="37" name="Text Placeholder 4">
            <a:extLst>
              <a:ext uri="{FF2B5EF4-FFF2-40B4-BE49-F238E27FC236}">
                <a16:creationId xmlns:a16="http://schemas.microsoft.com/office/drawing/2014/main" id="{13E05C9F-4261-6CC2-A58D-C7D2E88FC763}"/>
              </a:ext>
            </a:extLst>
          </p:cNvPr>
          <p:cNvSpPr>
            <a:spLocks noGrp="1"/>
          </p:cNvSpPr>
          <p:nvPr>
            <p:ph type="body" sz="quarter" idx="18" hasCustomPrompt="1"/>
          </p:nvPr>
        </p:nvSpPr>
        <p:spPr>
          <a:xfrm>
            <a:off x="1619250" y="3181239"/>
            <a:ext cx="4057650" cy="211590"/>
          </a:xfrm>
        </p:spPr>
        <p:txBody>
          <a:bodyPr/>
          <a:lstStyle>
            <a:lvl1pPr marL="0" indent="0" algn="l">
              <a:buNone/>
              <a:defRPr sz="1800" cap="all" baseline="0">
                <a:latin typeface="+mj-lt"/>
              </a:defRPr>
            </a:lvl1pPr>
            <a:lvl2pPr marL="0" indent="0" algn="l">
              <a:buNone/>
              <a:defRPr sz="1100"/>
            </a:lvl2pPr>
            <a:lvl3pPr marL="914400" indent="0" algn="l">
              <a:buNone/>
              <a:defRPr/>
            </a:lvl3pPr>
            <a:lvl4pPr marL="1371600" indent="0" algn="l">
              <a:buNone/>
              <a:defRPr/>
            </a:lvl4pPr>
            <a:lvl5pPr marL="1828800" indent="0" algn="l">
              <a:buNone/>
              <a:defRPr/>
            </a:lvl5pPr>
          </a:lstStyle>
          <a:p>
            <a:pPr lvl="0"/>
            <a:r>
              <a:rPr lang="en-GB"/>
              <a:t>WRITE YOUR TEXT</a:t>
            </a:r>
          </a:p>
        </p:txBody>
      </p:sp>
      <p:sp>
        <p:nvSpPr>
          <p:cNvPr id="38" name="Text Placeholder 4">
            <a:extLst>
              <a:ext uri="{FF2B5EF4-FFF2-40B4-BE49-F238E27FC236}">
                <a16:creationId xmlns:a16="http://schemas.microsoft.com/office/drawing/2014/main" id="{7C09DBA7-5FDE-5380-4858-FFC94D9E05E4}"/>
              </a:ext>
            </a:extLst>
          </p:cNvPr>
          <p:cNvSpPr>
            <a:spLocks noGrp="1"/>
          </p:cNvSpPr>
          <p:nvPr>
            <p:ph type="body" sz="quarter" idx="19" hasCustomPrompt="1"/>
          </p:nvPr>
        </p:nvSpPr>
        <p:spPr>
          <a:xfrm>
            <a:off x="1619250" y="3497708"/>
            <a:ext cx="4057650" cy="211590"/>
          </a:xfrm>
        </p:spPr>
        <p:txBody>
          <a:bodyPr/>
          <a:lstStyle>
            <a:lvl1pPr marL="0" indent="0" algn="l">
              <a:buNone/>
              <a:defRPr sz="1100"/>
            </a:lvl1pPr>
            <a:lvl2pPr marL="0" indent="0" algn="l">
              <a:buNone/>
              <a:defRPr sz="1100"/>
            </a:lvl2pPr>
            <a:lvl3pPr marL="914400" indent="0" algn="l">
              <a:buNone/>
              <a:defRPr/>
            </a:lvl3pPr>
            <a:lvl4pPr marL="1371600" indent="0" algn="l">
              <a:buNone/>
              <a:defRPr/>
            </a:lvl4pPr>
            <a:lvl5pPr marL="1828800" indent="0" algn="l">
              <a:buNone/>
              <a:defRPr/>
            </a:lvl5pPr>
          </a:lstStyle>
          <a:p>
            <a:pPr lvl="0"/>
            <a:r>
              <a:rPr lang="en-GB"/>
              <a:t>Subtitle</a:t>
            </a:r>
          </a:p>
        </p:txBody>
      </p:sp>
      <p:sp>
        <p:nvSpPr>
          <p:cNvPr id="39" name="Text Placeholder 4">
            <a:extLst>
              <a:ext uri="{FF2B5EF4-FFF2-40B4-BE49-F238E27FC236}">
                <a16:creationId xmlns:a16="http://schemas.microsoft.com/office/drawing/2014/main" id="{474E63F3-DB23-04BB-C533-BAFF393E6309}"/>
              </a:ext>
            </a:extLst>
          </p:cNvPr>
          <p:cNvSpPr>
            <a:spLocks noGrp="1"/>
          </p:cNvSpPr>
          <p:nvPr>
            <p:ph type="body" sz="quarter" idx="20" hasCustomPrompt="1"/>
          </p:nvPr>
        </p:nvSpPr>
        <p:spPr>
          <a:xfrm>
            <a:off x="1619250" y="3997158"/>
            <a:ext cx="4057650" cy="211590"/>
          </a:xfrm>
        </p:spPr>
        <p:txBody>
          <a:bodyPr/>
          <a:lstStyle>
            <a:lvl1pPr marL="0" indent="0" algn="l">
              <a:buNone/>
              <a:defRPr sz="1800" cap="all" baseline="0">
                <a:latin typeface="+mj-lt"/>
              </a:defRPr>
            </a:lvl1pPr>
            <a:lvl2pPr marL="0" indent="0" algn="l">
              <a:buNone/>
              <a:defRPr sz="1100"/>
            </a:lvl2pPr>
            <a:lvl3pPr marL="914400" indent="0" algn="l">
              <a:buNone/>
              <a:defRPr/>
            </a:lvl3pPr>
            <a:lvl4pPr marL="1371600" indent="0" algn="l">
              <a:buNone/>
              <a:defRPr/>
            </a:lvl4pPr>
            <a:lvl5pPr marL="1828800" indent="0" algn="l">
              <a:buNone/>
              <a:defRPr/>
            </a:lvl5pPr>
          </a:lstStyle>
          <a:p>
            <a:pPr lvl="0"/>
            <a:r>
              <a:rPr lang="en-GB"/>
              <a:t>WRITE YOUR TEXT</a:t>
            </a:r>
          </a:p>
        </p:txBody>
      </p:sp>
      <p:sp>
        <p:nvSpPr>
          <p:cNvPr id="40" name="Text Placeholder 4">
            <a:extLst>
              <a:ext uri="{FF2B5EF4-FFF2-40B4-BE49-F238E27FC236}">
                <a16:creationId xmlns:a16="http://schemas.microsoft.com/office/drawing/2014/main" id="{14210EE4-FEC8-A75A-CB3B-6EAB15CC37B8}"/>
              </a:ext>
            </a:extLst>
          </p:cNvPr>
          <p:cNvSpPr>
            <a:spLocks noGrp="1"/>
          </p:cNvSpPr>
          <p:nvPr>
            <p:ph type="body" sz="quarter" idx="21" hasCustomPrompt="1"/>
          </p:nvPr>
        </p:nvSpPr>
        <p:spPr>
          <a:xfrm>
            <a:off x="1619250" y="4313627"/>
            <a:ext cx="4057650" cy="211590"/>
          </a:xfrm>
        </p:spPr>
        <p:txBody>
          <a:bodyPr/>
          <a:lstStyle>
            <a:lvl1pPr marL="0" indent="0" algn="l">
              <a:buNone/>
              <a:defRPr sz="1100"/>
            </a:lvl1pPr>
            <a:lvl2pPr marL="0" indent="0" algn="l">
              <a:buNone/>
              <a:defRPr sz="1100"/>
            </a:lvl2pPr>
            <a:lvl3pPr marL="914400" indent="0" algn="l">
              <a:buNone/>
              <a:defRPr/>
            </a:lvl3pPr>
            <a:lvl4pPr marL="1371600" indent="0" algn="l">
              <a:buNone/>
              <a:defRPr/>
            </a:lvl4pPr>
            <a:lvl5pPr marL="1828800" indent="0" algn="l">
              <a:buNone/>
              <a:defRPr/>
            </a:lvl5pPr>
          </a:lstStyle>
          <a:p>
            <a:pPr lvl="0"/>
            <a:r>
              <a:rPr lang="en-GB"/>
              <a:t>Subtitle</a:t>
            </a:r>
          </a:p>
        </p:txBody>
      </p:sp>
      <p:sp>
        <p:nvSpPr>
          <p:cNvPr id="41" name="Text Placeholder 4">
            <a:extLst>
              <a:ext uri="{FF2B5EF4-FFF2-40B4-BE49-F238E27FC236}">
                <a16:creationId xmlns:a16="http://schemas.microsoft.com/office/drawing/2014/main" id="{352B36B7-DD35-26E9-8335-739A78424872}"/>
              </a:ext>
            </a:extLst>
          </p:cNvPr>
          <p:cNvSpPr>
            <a:spLocks noGrp="1"/>
          </p:cNvSpPr>
          <p:nvPr>
            <p:ph type="body" sz="quarter" idx="22" hasCustomPrompt="1"/>
          </p:nvPr>
        </p:nvSpPr>
        <p:spPr>
          <a:xfrm>
            <a:off x="1619250" y="4813077"/>
            <a:ext cx="4057650" cy="211590"/>
          </a:xfrm>
        </p:spPr>
        <p:txBody>
          <a:bodyPr/>
          <a:lstStyle>
            <a:lvl1pPr marL="0" indent="0" algn="l">
              <a:buNone/>
              <a:defRPr sz="1800">
                <a:latin typeface="+mj-lt"/>
              </a:defRPr>
            </a:lvl1pPr>
            <a:lvl2pPr marL="0" indent="0" algn="l">
              <a:buNone/>
              <a:defRPr sz="1100"/>
            </a:lvl2pPr>
            <a:lvl3pPr marL="914400" indent="0" algn="l">
              <a:buNone/>
              <a:defRPr/>
            </a:lvl3pPr>
            <a:lvl4pPr marL="1371600" indent="0" algn="l">
              <a:buNone/>
              <a:defRPr/>
            </a:lvl4pPr>
            <a:lvl5pPr marL="1828800" indent="0" algn="l">
              <a:buNone/>
              <a:defRPr/>
            </a:lvl5pPr>
          </a:lstStyle>
          <a:p>
            <a:pPr lvl="0"/>
            <a:r>
              <a:rPr lang="en-GB"/>
              <a:t>WRITE YOUR TEXT</a:t>
            </a:r>
          </a:p>
        </p:txBody>
      </p:sp>
      <p:sp>
        <p:nvSpPr>
          <p:cNvPr id="42" name="Text Placeholder 4">
            <a:extLst>
              <a:ext uri="{FF2B5EF4-FFF2-40B4-BE49-F238E27FC236}">
                <a16:creationId xmlns:a16="http://schemas.microsoft.com/office/drawing/2014/main" id="{CBD755D8-9CB5-8082-9FE2-1580231AFDB2}"/>
              </a:ext>
            </a:extLst>
          </p:cNvPr>
          <p:cNvSpPr>
            <a:spLocks noGrp="1"/>
          </p:cNvSpPr>
          <p:nvPr>
            <p:ph type="body" sz="quarter" idx="23" hasCustomPrompt="1"/>
          </p:nvPr>
        </p:nvSpPr>
        <p:spPr>
          <a:xfrm>
            <a:off x="1619250" y="5129546"/>
            <a:ext cx="4057650" cy="211590"/>
          </a:xfrm>
        </p:spPr>
        <p:txBody>
          <a:bodyPr/>
          <a:lstStyle>
            <a:lvl1pPr marL="0" indent="0" algn="l">
              <a:buNone/>
              <a:defRPr sz="1100"/>
            </a:lvl1pPr>
            <a:lvl2pPr marL="0" indent="0" algn="l">
              <a:buNone/>
              <a:defRPr sz="1100"/>
            </a:lvl2pPr>
            <a:lvl3pPr marL="914400" indent="0" algn="l">
              <a:buNone/>
              <a:defRPr/>
            </a:lvl3pPr>
            <a:lvl4pPr marL="1371600" indent="0" algn="l">
              <a:buNone/>
              <a:defRPr/>
            </a:lvl4pPr>
            <a:lvl5pPr marL="1828800" indent="0" algn="l">
              <a:buNone/>
              <a:defRPr/>
            </a:lvl5pPr>
          </a:lstStyle>
          <a:p>
            <a:pPr lvl="0"/>
            <a:r>
              <a:rPr lang="en-GB"/>
              <a:t>Subtitle</a:t>
            </a:r>
          </a:p>
        </p:txBody>
      </p:sp>
      <p:sp>
        <p:nvSpPr>
          <p:cNvPr id="43" name="Text Placeholder 4">
            <a:extLst>
              <a:ext uri="{FF2B5EF4-FFF2-40B4-BE49-F238E27FC236}">
                <a16:creationId xmlns:a16="http://schemas.microsoft.com/office/drawing/2014/main" id="{BCDAEB0F-06F8-9F27-87EF-D4B2494524D2}"/>
              </a:ext>
            </a:extLst>
          </p:cNvPr>
          <p:cNvSpPr>
            <a:spLocks noGrp="1"/>
          </p:cNvSpPr>
          <p:nvPr>
            <p:ph type="body" sz="quarter" idx="24" hasCustomPrompt="1"/>
          </p:nvPr>
        </p:nvSpPr>
        <p:spPr>
          <a:xfrm>
            <a:off x="7029451" y="1549401"/>
            <a:ext cx="4057650" cy="211590"/>
          </a:xfrm>
        </p:spPr>
        <p:txBody>
          <a:bodyPr/>
          <a:lstStyle>
            <a:lvl1pPr marL="0" indent="0" algn="l">
              <a:buNone/>
              <a:defRPr sz="1800" cap="all" baseline="0">
                <a:latin typeface="+mj-lt"/>
              </a:defRPr>
            </a:lvl1pPr>
            <a:lvl2pPr marL="0" indent="0" algn="l">
              <a:buNone/>
              <a:defRPr sz="1100"/>
            </a:lvl2pPr>
            <a:lvl3pPr marL="914400" indent="0" algn="l">
              <a:buNone/>
              <a:defRPr/>
            </a:lvl3pPr>
            <a:lvl4pPr marL="1371600" indent="0" algn="l">
              <a:buNone/>
              <a:defRPr/>
            </a:lvl4pPr>
            <a:lvl5pPr marL="1828800" indent="0" algn="l">
              <a:buNone/>
              <a:defRPr/>
            </a:lvl5pPr>
          </a:lstStyle>
          <a:p>
            <a:pPr lvl="0"/>
            <a:r>
              <a:rPr lang="en-GB"/>
              <a:t>WRITE YOUR TEXT</a:t>
            </a:r>
          </a:p>
        </p:txBody>
      </p:sp>
      <p:sp>
        <p:nvSpPr>
          <p:cNvPr id="44" name="Text Placeholder 4">
            <a:extLst>
              <a:ext uri="{FF2B5EF4-FFF2-40B4-BE49-F238E27FC236}">
                <a16:creationId xmlns:a16="http://schemas.microsoft.com/office/drawing/2014/main" id="{F4D24792-82E9-CDF8-1E82-424E06A7DC18}"/>
              </a:ext>
            </a:extLst>
          </p:cNvPr>
          <p:cNvSpPr>
            <a:spLocks noGrp="1"/>
          </p:cNvSpPr>
          <p:nvPr>
            <p:ph type="body" sz="quarter" idx="25" hasCustomPrompt="1"/>
          </p:nvPr>
        </p:nvSpPr>
        <p:spPr>
          <a:xfrm>
            <a:off x="7029451" y="1865870"/>
            <a:ext cx="4057650" cy="211590"/>
          </a:xfrm>
        </p:spPr>
        <p:txBody>
          <a:bodyPr/>
          <a:lstStyle>
            <a:lvl1pPr marL="0" indent="0" algn="l">
              <a:buNone/>
              <a:defRPr sz="1100"/>
            </a:lvl1pPr>
            <a:lvl2pPr marL="0" indent="0" algn="l">
              <a:buNone/>
              <a:defRPr sz="1100"/>
            </a:lvl2pPr>
            <a:lvl3pPr marL="914400" indent="0" algn="l">
              <a:buNone/>
              <a:defRPr/>
            </a:lvl3pPr>
            <a:lvl4pPr marL="1371600" indent="0" algn="l">
              <a:buNone/>
              <a:defRPr/>
            </a:lvl4pPr>
            <a:lvl5pPr marL="1828800" indent="0" algn="l">
              <a:buNone/>
              <a:defRPr/>
            </a:lvl5pPr>
          </a:lstStyle>
          <a:p>
            <a:pPr lvl="0"/>
            <a:r>
              <a:rPr lang="en-GB"/>
              <a:t>Subtitle</a:t>
            </a:r>
          </a:p>
        </p:txBody>
      </p:sp>
      <p:sp>
        <p:nvSpPr>
          <p:cNvPr id="45" name="Text Placeholder 4">
            <a:extLst>
              <a:ext uri="{FF2B5EF4-FFF2-40B4-BE49-F238E27FC236}">
                <a16:creationId xmlns:a16="http://schemas.microsoft.com/office/drawing/2014/main" id="{B1B576DB-4BBB-AF47-0988-91450C84BD45}"/>
              </a:ext>
            </a:extLst>
          </p:cNvPr>
          <p:cNvSpPr>
            <a:spLocks noGrp="1"/>
          </p:cNvSpPr>
          <p:nvPr>
            <p:ph type="body" sz="quarter" idx="26" hasCustomPrompt="1"/>
          </p:nvPr>
        </p:nvSpPr>
        <p:spPr>
          <a:xfrm>
            <a:off x="7029451" y="2365320"/>
            <a:ext cx="4057650" cy="211590"/>
          </a:xfrm>
        </p:spPr>
        <p:txBody>
          <a:bodyPr/>
          <a:lstStyle>
            <a:lvl1pPr marL="0" indent="0" algn="l">
              <a:buNone/>
              <a:defRPr sz="1800">
                <a:latin typeface="+mj-lt"/>
              </a:defRPr>
            </a:lvl1pPr>
            <a:lvl2pPr marL="0" indent="0" algn="l">
              <a:buNone/>
              <a:defRPr sz="1100"/>
            </a:lvl2pPr>
            <a:lvl3pPr marL="914400" indent="0" algn="l">
              <a:buNone/>
              <a:defRPr/>
            </a:lvl3pPr>
            <a:lvl4pPr marL="1371600" indent="0" algn="l">
              <a:buNone/>
              <a:defRPr/>
            </a:lvl4pPr>
            <a:lvl5pPr marL="1828800" indent="0" algn="l">
              <a:buNone/>
              <a:defRPr/>
            </a:lvl5pPr>
          </a:lstStyle>
          <a:p>
            <a:pPr lvl="0"/>
            <a:r>
              <a:rPr lang="en-GB"/>
              <a:t>WRITE YOUR TEXT</a:t>
            </a:r>
          </a:p>
        </p:txBody>
      </p:sp>
      <p:sp>
        <p:nvSpPr>
          <p:cNvPr id="46" name="Text Placeholder 4">
            <a:extLst>
              <a:ext uri="{FF2B5EF4-FFF2-40B4-BE49-F238E27FC236}">
                <a16:creationId xmlns:a16="http://schemas.microsoft.com/office/drawing/2014/main" id="{F8DE353B-0B27-60BB-E294-5377F3D19D81}"/>
              </a:ext>
            </a:extLst>
          </p:cNvPr>
          <p:cNvSpPr>
            <a:spLocks noGrp="1"/>
          </p:cNvSpPr>
          <p:nvPr>
            <p:ph type="body" sz="quarter" idx="27" hasCustomPrompt="1"/>
          </p:nvPr>
        </p:nvSpPr>
        <p:spPr>
          <a:xfrm>
            <a:off x="7029451" y="2681789"/>
            <a:ext cx="4057650" cy="211590"/>
          </a:xfrm>
        </p:spPr>
        <p:txBody>
          <a:bodyPr/>
          <a:lstStyle>
            <a:lvl1pPr marL="0" indent="0" algn="l">
              <a:buNone/>
              <a:defRPr sz="1100"/>
            </a:lvl1pPr>
            <a:lvl2pPr marL="0" indent="0" algn="l">
              <a:buNone/>
              <a:defRPr sz="1100"/>
            </a:lvl2pPr>
            <a:lvl3pPr marL="914400" indent="0" algn="l">
              <a:buNone/>
              <a:defRPr/>
            </a:lvl3pPr>
            <a:lvl4pPr marL="1371600" indent="0" algn="l">
              <a:buNone/>
              <a:defRPr/>
            </a:lvl4pPr>
            <a:lvl5pPr marL="1828800" indent="0" algn="l">
              <a:buNone/>
              <a:defRPr/>
            </a:lvl5pPr>
          </a:lstStyle>
          <a:p>
            <a:pPr lvl="0"/>
            <a:r>
              <a:rPr lang="en-GB"/>
              <a:t>Subtitle</a:t>
            </a:r>
          </a:p>
        </p:txBody>
      </p:sp>
      <p:sp>
        <p:nvSpPr>
          <p:cNvPr id="47" name="Text Placeholder 4">
            <a:extLst>
              <a:ext uri="{FF2B5EF4-FFF2-40B4-BE49-F238E27FC236}">
                <a16:creationId xmlns:a16="http://schemas.microsoft.com/office/drawing/2014/main" id="{2B4F4675-2B47-3399-106C-BFD267DF4553}"/>
              </a:ext>
            </a:extLst>
          </p:cNvPr>
          <p:cNvSpPr>
            <a:spLocks noGrp="1"/>
          </p:cNvSpPr>
          <p:nvPr>
            <p:ph type="body" sz="quarter" idx="28" hasCustomPrompt="1"/>
          </p:nvPr>
        </p:nvSpPr>
        <p:spPr>
          <a:xfrm>
            <a:off x="7029450" y="3181239"/>
            <a:ext cx="4057650" cy="211590"/>
          </a:xfrm>
        </p:spPr>
        <p:txBody>
          <a:bodyPr/>
          <a:lstStyle>
            <a:lvl1pPr marL="0" indent="0" algn="l">
              <a:buNone/>
              <a:defRPr sz="1800" cap="all" baseline="0">
                <a:latin typeface="+mj-lt"/>
              </a:defRPr>
            </a:lvl1pPr>
            <a:lvl2pPr marL="0" indent="0" algn="l">
              <a:buNone/>
              <a:defRPr sz="1100"/>
            </a:lvl2pPr>
            <a:lvl3pPr marL="914400" indent="0" algn="l">
              <a:buNone/>
              <a:defRPr/>
            </a:lvl3pPr>
            <a:lvl4pPr marL="1371600" indent="0" algn="l">
              <a:buNone/>
              <a:defRPr/>
            </a:lvl4pPr>
            <a:lvl5pPr marL="1828800" indent="0" algn="l">
              <a:buNone/>
              <a:defRPr/>
            </a:lvl5pPr>
          </a:lstStyle>
          <a:p>
            <a:pPr lvl="0"/>
            <a:r>
              <a:rPr lang="en-GB"/>
              <a:t>WRITE YOUR TEXT</a:t>
            </a:r>
          </a:p>
        </p:txBody>
      </p:sp>
      <p:sp>
        <p:nvSpPr>
          <p:cNvPr id="48" name="Text Placeholder 4">
            <a:extLst>
              <a:ext uri="{FF2B5EF4-FFF2-40B4-BE49-F238E27FC236}">
                <a16:creationId xmlns:a16="http://schemas.microsoft.com/office/drawing/2014/main" id="{F32AF761-06D4-96B8-08C6-BF1FDB7418BB}"/>
              </a:ext>
            </a:extLst>
          </p:cNvPr>
          <p:cNvSpPr>
            <a:spLocks noGrp="1"/>
          </p:cNvSpPr>
          <p:nvPr>
            <p:ph type="body" sz="quarter" idx="29" hasCustomPrompt="1"/>
          </p:nvPr>
        </p:nvSpPr>
        <p:spPr>
          <a:xfrm>
            <a:off x="7029450" y="3497708"/>
            <a:ext cx="4057650" cy="211590"/>
          </a:xfrm>
        </p:spPr>
        <p:txBody>
          <a:bodyPr/>
          <a:lstStyle>
            <a:lvl1pPr marL="0" indent="0" algn="l">
              <a:buNone/>
              <a:defRPr sz="1100"/>
            </a:lvl1pPr>
            <a:lvl2pPr marL="0" indent="0" algn="l">
              <a:buNone/>
              <a:defRPr sz="1100"/>
            </a:lvl2pPr>
            <a:lvl3pPr marL="914400" indent="0" algn="l">
              <a:buNone/>
              <a:defRPr/>
            </a:lvl3pPr>
            <a:lvl4pPr marL="1371600" indent="0" algn="l">
              <a:buNone/>
              <a:defRPr/>
            </a:lvl4pPr>
            <a:lvl5pPr marL="1828800" indent="0" algn="l">
              <a:buNone/>
              <a:defRPr/>
            </a:lvl5pPr>
          </a:lstStyle>
          <a:p>
            <a:pPr lvl="0"/>
            <a:r>
              <a:rPr lang="en-GB"/>
              <a:t>Subtitle</a:t>
            </a:r>
          </a:p>
        </p:txBody>
      </p:sp>
      <p:sp>
        <p:nvSpPr>
          <p:cNvPr id="49" name="Text Placeholder 4">
            <a:extLst>
              <a:ext uri="{FF2B5EF4-FFF2-40B4-BE49-F238E27FC236}">
                <a16:creationId xmlns:a16="http://schemas.microsoft.com/office/drawing/2014/main" id="{6A13E99E-590F-0C06-42C2-53E3B0998BFF}"/>
              </a:ext>
            </a:extLst>
          </p:cNvPr>
          <p:cNvSpPr>
            <a:spLocks noGrp="1"/>
          </p:cNvSpPr>
          <p:nvPr>
            <p:ph type="body" sz="quarter" idx="30" hasCustomPrompt="1"/>
          </p:nvPr>
        </p:nvSpPr>
        <p:spPr>
          <a:xfrm>
            <a:off x="7029450" y="3997158"/>
            <a:ext cx="4057650" cy="211590"/>
          </a:xfrm>
        </p:spPr>
        <p:txBody>
          <a:bodyPr/>
          <a:lstStyle>
            <a:lvl1pPr marL="0" indent="0" algn="l">
              <a:buNone/>
              <a:defRPr sz="1800" cap="all" baseline="0">
                <a:latin typeface="+mj-lt"/>
              </a:defRPr>
            </a:lvl1pPr>
            <a:lvl2pPr marL="0" indent="0" algn="l">
              <a:buNone/>
              <a:defRPr sz="1100"/>
            </a:lvl2pPr>
            <a:lvl3pPr marL="914400" indent="0" algn="l">
              <a:buNone/>
              <a:defRPr/>
            </a:lvl3pPr>
            <a:lvl4pPr marL="1371600" indent="0" algn="l">
              <a:buNone/>
              <a:defRPr/>
            </a:lvl4pPr>
            <a:lvl5pPr marL="1828800" indent="0" algn="l">
              <a:buNone/>
              <a:defRPr/>
            </a:lvl5pPr>
          </a:lstStyle>
          <a:p>
            <a:pPr lvl="0"/>
            <a:r>
              <a:rPr lang="en-GB"/>
              <a:t>WRITE YOUR TEXT</a:t>
            </a:r>
          </a:p>
        </p:txBody>
      </p:sp>
      <p:sp>
        <p:nvSpPr>
          <p:cNvPr id="50" name="Text Placeholder 4">
            <a:extLst>
              <a:ext uri="{FF2B5EF4-FFF2-40B4-BE49-F238E27FC236}">
                <a16:creationId xmlns:a16="http://schemas.microsoft.com/office/drawing/2014/main" id="{63262B61-1B9A-ABCA-1FB7-C578128323AA}"/>
              </a:ext>
            </a:extLst>
          </p:cNvPr>
          <p:cNvSpPr>
            <a:spLocks noGrp="1"/>
          </p:cNvSpPr>
          <p:nvPr>
            <p:ph type="body" sz="quarter" idx="31" hasCustomPrompt="1"/>
          </p:nvPr>
        </p:nvSpPr>
        <p:spPr>
          <a:xfrm>
            <a:off x="7029450" y="4313627"/>
            <a:ext cx="4057650" cy="211590"/>
          </a:xfrm>
        </p:spPr>
        <p:txBody>
          <a:bodyPr/>
          <a:lstStyle>
            <a:lvl1pPr marL="0" indent="0" algn="l">
              <a:buNone/>
              <a:defRPr sz="1100"/>
            </a:lvl1pPr>
            <a:lvl2pPr marL="0" indent="0" algn="l">
              <a:buNone/>
              <a:defRPr sz="1100"/>
            </a:lvl2pPr>
            <a:lvl3pPr marL="914400" indent="0" algn="l">
              <a:buNone/>
              <a:defRPr/>
            </a:lvl3pPr>
            <a:lvl4pPr marL="1371600" indent="0" algn="l">
              <a:buNone/>
              <a:defRPr/>
            </a:lvl4pPr>
            <a:lvl5pPr marL="1828800" indent="0" algn="l">
              <a:buNone/>
              <a:defRPr/>
            </a:lvl5pPr>
          </a:lstStyle>
          <a:p>
            <a:pPr lvl="0"/>
            <a:r>
              <a:rPr lang="en-GB"/>
              <a:t>Subtitle</a:t>
            </a:r>
          </a:p>
        </p:txBody>
      </p:sp>
      <p:sp>
        <p:nvSpPr>
          <p:cNvPr id="51" name="Text Placeholder 4">
            <a:extLst>
              <a:ext uri="{FF2B5EF4-FFF2-40B4-BE49-F238E27FC236}">
                <a16:creationId xmlns:a16="http://schemas.microsoft.com/office/drawing/2014/main" id="{BEC5BBF6-52D4-7201-3313-F827A34EA480}"/>
              </a:ext>
            </a:extLst>
          </p:cNvPr>
          <p:cNvSpPr>
            <a:spLocks noGrp="1"/>
          </p:cNvSpPr>
          <p:nvPr>
            <p:ph type="body" sz="quarter" idx="32" hasCustomPrompt="1"/>
          </p:nvPr>
        </p:nvSpPr>
        <p:spPr>
          <a:xfrm>
            <a:off x="7029450" y="4813077"/>
            <a:ext cx="4057650" cy="211590"/>
          </a:xfrm>
        </p:spPr>
        <p:txBody>
          <a:bodyPr/>
          <a:lstStyle>
            <a:lvl1pPr marL="0" indent="0" algn="l">
              <a:buNone/>
              <a:defRPr sz="1800" cap="all" baseline="0">
                <a:latin typeface="+mj-lt"/>
              </a:defRPr>
            </a:lvl1pPr>
            <a:lvl2pPr marL="0" indent="0" algn="l">
              <a:buNone/>
              <a:defRPr sz="1100"/>
            </a:lvl2pPr>
            <a:lvl3pPr marL="914400" indent="0" algn="l">
              <a:buNone/>
              <a:defRPr/>
            </a:lvl3pPr>
            <a:lvl4pPr marL="1371600" indent="0" algn="l">
              <a:buNone/>
              <a:defRPr/>
            </a:lvl4pPr>
            <a:lvl5pPr marL="1828800" indent="0" algn="l">
              <a:buNone/>
              <a:defRPr/>
            </a:lvl5pPr>
          </a:lstStyle>
          <a:p>
            <a:pPr lvl="0"/>
            <a:r>
              <a:rPr lang="en-GB"/>
              <a:t>WRITE YOUR TEXT</a:t>
            </a:r>
          </a:p>
        </p:txBody>
      </p:sp>
      <p:sp>
        <p:nvSpPr>
          <p:cNvPr id="52" name="Text Placeholder 4">
            <a:extLst>
              <a:ext uri="{FF2B5EF4-FFF2-40B4-BE49-F238E27FC236}">
                <a16:creationId xmlns:a16="http://schemas.microsoft.com/office/drawing/2014/main" id="{BCB646F3-96C1-4845-620E-3F36C11B49DC}"/>
              </a:ext>
            </a:extLst>
          </p:cNvPr>
          <p:cNvSpPr>
            <a:spLocks noGrp="1"/>
          </p:cNvSpPr>
          <p:nvPr>
            <p:ph type="body" sz="quarter" idx="33" hasCustomPrompt="1"/>
          </p:nvPr>
        </p:nvSpPr>
        <p:spPr>
          <a:xfrm>
            <a:off x="7029450" y="5129546"/>
            <a:ext cx="4057650" cy="211590"/>
          </a:xfrm>
        </p:spPr>
        <p:txBody>
          <a:bodyPr/>
          <a:lstStyle>
            <a:lvl1pPr marL="0" indent="0" algn="l">
              <a:buNone/>
              <a:defRPr sz="1100"/>
            </a:lvl1pPr>
            <a:lvl2pPr marL="0" indent="0" algn="l">
              <a:buNone/>
              <a:defRPr sz="1100"/>
            </a:lvl2pPr>
            <a:lvl3pPr marL="914400" indent="0" algn="l">
              <a:buNone/>
              <a:defRPr/>
            </a:lvl3pPr>
            <a:lvl4pPr marL="1371600" indent="0" algn="l">
              <a:buNone/>
              <a:defRPr/>
            </a:lvl4pPr>
            <a:lvl5pPr marL="1828800" indent="0" algn="l">
              <a:buNone/>
              <a:defRPr/>
            </a:lvl5pPr>
          </a:lstStyle>
          <a:p>
            <a:pPr lvl="0"/>
            <a:r>
              <a:rPr lang="en-GB"/>
              <a:t>Subtitle</a:t>
            </a:r>
          </a:p>
        </p:txBody>
      </p:sp>
    </p:spTree>
    <p:extLst>
      <p:ext uri="{BB962C8B-B14F-4D97-AF65-F5344CB8AC3E}">
        <p14:creationId xmlns:p14="http://schemas.microsoft.com/office/powerpoint/2010/main" val="6938144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 Colour">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05F82-510F-4BE7-8658-AD5878CDEE64}"/>
              </a:ext>
            </a:extLst>
          </p:cNvPr>
          <p:cNvSpPr>
            <a:spLocks noGrp="1"/>
          </p:cNvSpPr>
          <p:nvPr>
            <p:ph type="title" hasCustomPrompt="1"/>
          </p:nvPr>
        </p:nvSpPr>
        <p:spPr>
          <a:xfrm>
            <a:off x="1619250" y="2965235"/>
            <a:ext cx="8963025" cy="927530"/>
          </a:xfrm>
        </p:spPr>
        <p:txBody>
          <a:bodyPr anchor="ctr"/>
          <a:lstStyle>
            <a:lvl1pPr>
              <a:lnSpc>
                <a:spcPts val="8500"/>
              </a:lnSpc>
              <a:defRPr sz="7200"/>
            </a:lvl1pPr>
          </a:lstStyle>
          <a:p>
            <a:r>
              <a:rPr lang="en-GB"/>
              <a:t>Add Headline</a:t>
            </a:r>
          </a:p>
        </p:txBody>
      </p:sp>
      <p:sp>
        <p:nvSpPr>
          <p:cNvPr id="7" name="Text Placeholder 10">
            <a:extLst>
              <a:ext uri="{FF2B5EF4-FFF2-40B4-BE49-F238E27FC236}">
                <a16:creationId xmlns:a16="http://schemas.microsoft.com/office/drawing/2014/main" id="{9787FC3E-9287-D36F-4357-3F50BBBC8262}"/>
              </a:ext>
            </a:extLst>
          </p:cNvPr>
          <p:cNvSpPr>
            <a:spLocks noGrp="1"/>
          </p:cNvSpPr>
          <p:nvPr>
            <p:ph type="body" sz="quarter" idx="13" hasCustomPrompt="1"/>
          </p:nvPr>
        </p:nvSpPr>
        <p:spPr>
          <a:xfrm>
            <a:off x="1619250" y="288925"/>
            <a:ext cx="8963025" cy="211589"/>
          </a:xfrm>
        </p:spPr>
        <p:txBody>
          <a:bodyPr/>
          <a:lstStyle>
            <a:lvl1pPr marL="0" indent="0">
              <a:buNone/>
              <a:defRPr sz="1100"/>
            </a:lvl1pPr>
          </a:lstStyle>
          <a:p>
            <a:pPr lvl="0"/>
            <a:r>
              <a:rPr lang="en-GB"/>
              <a:t>Heading</a:t>
            </a:r>
          </a:p>
        </p:txBody>
      </p:sp>
      <p:sp>
        <p:nvSpPr>
          <p:cNvPr id="4" name="textruta 5">
            <a:extLst>
              <a:ext uri="{FF2B5EF4-FFF2-40B4-BE49-F238E27FC236}">
                <a16:creationId xmlns:a16="http://schemas.microsoft.com/office/drawing/2014/main" id="{5CFF07D4-2EA7-F929-2793-1C67FCF89CEA}"/>
              </a:ext>
            </a:extLst>
          </p:cNvPr>
          <p:cNvSpPr txBox="1"/>
          <p:nvPr userDrawn="1"/>
        </p:nvSpPr>
        <p:spPr>
          <a:xfrm>
            <a:off x="0" y="-363264"/>
            <a:ext cx="12192000" cy="246221"/>
          </a:xfrm>
          <a:prstGeom prst="rect">
            <a:avLst/>
          </a:prstGeom>
          <a:solidFill>
            <a:schemeClr val="bg1"/>
          </a:solidFill>
          <a:effectLst>
            <a:outerShdw blurRad="50800" dist="38100" dir="2700000" algn="tl" rotWithShape="0">
              <a:prstClr val="black">
                <a:alpha val="40000"/>
              </a:prstClr>
            </a:outerShdw>
          </a:effectLst>
        </p:spPr>
        <p:txBody>
          <a:bodyPr wrap="square" rtlCol="0" anchor="b" anchorCtr="0">
            <a:spAutoFit/>
          </a:bodyPr>
          <a:lstStyle/>
          <a:p>
            <a:r>
              <a:rPr lang="en-GB" sz="1000">
                <a:solidFill>
                  <a:schemeClr val="tx1"/>
                </a:solidFill>
                <a:latin typeface="+mn-lt"/>
              </a:rPr>
              <a:t>To change background </a:t>
            </a:r>
            <a:r>
              <a:rPr lang="en-GB" sz="1000" baseline="0">
                <a:solidFill>
                  <a:schemeClr val="tx1"/>
                </a:solidFill>
                <a:latin typeface="+mn-lt"/>
              </a:rPr>
              <a:t>– </a:t>
            </a:r>
            <a:r>
              <a:rPr lang="en-GB" sz="1000">
                <a:solidFill>
                  <a:schemeClr val="tx1"/>
                </a:solidFill>
                <a:latin typeface="+mn-lt"/>
              </a:rPr>
              <a:t>Right click on empty space. Select Format Background / Solid fill for background colour and choose desired colour from the colour palette.</a:t>
            </a:r>
          </a:p>
        </p:txBody>
      </p:sp>
    </p:spTree>
    <p:extLst>
      <p:ext uri="{BB962C8B-B14F-4D97-AF65-F5344CB8AC3E}">
        <p14:creationId xmlns:p14="http://schemas.microsoft.com/office/powerpoint/2010/main" val="29068392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Header - Image">
    <p:bg>
      <p:bgPr>
        <a:solidFill>
          <a:schemeClr val="tx1"/>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5B3E31D1-73B0-5E4D-6E52-014E74BC103D}"/>
              </a:ext>
            </a:extLst>
          </p:cNvPr>
          <p:cNvSpPr>
            <a:spLocks noGrp="1"/>
          </p:cNvSpPr>
          <p:nvPr>
            <p:ph type="pic" sz="quarter" idx="14" hasCustomPrompt="1"/>
          </p:nvPr>
        </p:nvSpPr>
        <p:spPr>
          <a:xfrm>
            <a:off x="0" y="0"/>
            <a:ext cx="12192000" cy="6858000"/>
          </a:xfrm>
          <a:custGeom>
            <a:avLst/>
            <a:gdLst>
              <a:gd name="connsiteX0" fmla="*/ 6056373 w 12192000"/>
              <a:gd name="connsiteY0" fmla="*/ 6490874 h 6858000"/>
              <a:gd name="connsiteX1" fmla="*/ 6059477 w 12192000"/>
              <a:gd name="connsiteY1" fmla="*/ 6500197 h 6858000"/>
              <a:gd name="connsiteX2" fmla="*/ 6055328 w 12192000"/>
              <a:gd name="connsiteY2" fmla="*/ 6503245 h 6858000"/>
              <a:gd name="connsiteX3" fmla="*/ 6055328 w 12192000"/>
              <a:gd name="connsiteY3" fmla="*/ 6503223 h 6858000"/>
              <a:gd name="connsiteX4" fmla="*/ 6053336 w 12192000"/>
              <a:gd name="connsiteY4" fmla="*/ 6494880 h 6858000"/>
              <a:gd name="connsiteX5" fmla="*/ 6056373 w 12192000"/>
              <a:gd name="connsiteY5" fmla="*/ 6490874 h 6858000"/>
              <a:gd name="connsiteX6" fmla="*/ 6062819 w 12192000"/>
              <a:gd name="connsiteY6" fmla="*/ 6457200 h 6858000"/>
              <a:gd name="connsiteX7" fmla="*/ 6063219 w 12192000"/>
              <a:gd name="connsiteY7" fmla="*/ 6464602 h 6858000"/>
              <a:gd name="connsiteX8" fmla="*/ 6060072 w 12192000"/>
              <a:gd name="connsiteY8" fmla="*/ 6468058 h 6858000"/>
              <a:gd name="connsiteX9" fmla="*/ 6060072 w 12192000"/>
              <a:gd name="connsiteY9" fmla="*/ 6468003 h 6858000"/>
              <a:gd name="connsiteX10" fmla="*/ 6059389 w 12192000"/>
              <a:gd name="connsiteY10" fmla="*/ 6465515 h 6858000"/>
              <a:gd name="connsiteX11" fmla="*/ 6062819 w 12192000"/>
              <a:gd name="connsiteY11" fmla="*/ 6457200 h 6858000"/>
              <a:gd name="connsiteX12" fmla="*/ 6061400 w 12192000"/>
              <a:gd name="connsiteY12" fmla="*/ 6446950 h 6858000"/>
              <a:gd name="connsiteX13" fmla="*/ 6052235 w 12192000"/>
              <a:gd name="connsiteY13" fmla="*/ 6451845 h 6858000"/>
              <a:gd name="connsiteX14" fmla="*/ 6049715 w 12192000"/>
              <a:gd name="connsiteY14" fmla="*/ 6469599 h 6858000"/>
              <a:gd name="connsiteX15" fmla="*/ 6051718 w 12192000"/>
              <a:gd name="connsiteY15" fmla="*/ 6476390 h 6858000"/>
              <a:gd name="connsiteX16" fmla="*/ 6040964 w 12192000"/>
              <a:gd name="connsiteY16" fmla="*/ 6488189 h 6858000"/>
              <a:gd name="connsiteX17" fmla="*/ 6044839 w 12192000"/>
              <a:gd name="connsiteY17" fmla="*/ 6521989 h 6858000"/>
              <a:gd name="connsiteX18" fmla="*/ 6064948 w 12192000"/>
              <a:gd name="connsiteY18" fmla="*/ 6515705 h 6858000"/>
              <a:gd name="connsiteX19" fmla="*/ 6065806 w 12192000"/>
              <a:gd name="connsiteY19" fmla="*/ 6517906 h 6858000"/>
              <a:gd name="connsiteX20" fmla="*/ 6074996 w 12192000"/>
              <a:gd name="connsiteY20" fmla="*/ 6513878 h 6858000"/>
              <a:gd name="connsiteX21" fmla="*/ 6072630 w 12192000"/>
              <a:gd name="connsiteY21" fmla="*/ 6507406 h 6858000"/>
              <a:gd name="connsiteX22" fmla="*/ 6077836 w 12192000"/>
              <a:gd name="connsiteY22" fmla="*/ 6500230 h 6858000"/>
              <a:gd name="connsiteX23" fmla="*/ 6070858 w 12192000"/>
              <a:gd name="connsiteY23" fmla="*/ 6489630 h 6858000"/>
              <a:gd name="connsiteX24" fmla="*/ 6070858 w 12192000"/>
              <a:gd name="connsiteY24" fmla="*/ 6489608 h 6858000"/>
              <a:gd name="connsiteX25" fmla="*/ 6067677 w 12192000"/>
              <a:gd name="connsiteY25" fmla="*/ 6492547 h 6858000"/>
              <a:gd name="connsiteX26" fmla="*/ 6064089 w 12192000"/>
              <a:gd name="connsiteY26" fmla="*/ 6481343 h 6858000"/>
              <a:gd name="connsiteX27" fmla="*/ 6073566 w 12192000"/>
              <a:gd name="connsiteY27" fmla="*/ 6468674 h 6858000"/>
              <a:gd name="connsiteX28" fmla="*/ 6061400 w 12192000"/>
              <a:gd name="connsiteY28" fmla="*/ 6446950 h 6858000"/>
              <a:gd name="connsiteX29" fmla="*/ 6298319 w 12192000"/>
              <a:gd name="connsiteY29" fmla="*/ 6295519 h 6858000"/>
              <a:gd name="connsiteX30" fmla="*/ 6275061 w 12192000"/>
              <a:gd name="connsiteY30" fmla="*/ 6300442 h 6858000"/>
              <a:gd name="connsiteX31" fmla="*/ 6254699 w 12192000"/>
              <a:gd name="connsiteY31" fmla="*/ 6317336 h 6858000"/>
              <a:gd name="connsiteX32" fmla="*/ 6184258 w 12192000"/>
              <a:gd name="connsiteY32" fmla="*/ 6476819 h 6858000"/>
              <a:gd name="connsiteX33" fmla="*/ 6199612 w 12192000"/>
              <a:gd name="connsiteY33" fmla="*/ 6334627 h 6858000"/>
              <a:gd name="connsiteX34" fmla="*/ 6201813 w 12192000"/>
              <a:gd name="connsiteY34" fmla="*/ 6303149 h 6858000"/>
              <a:gd name="connsiteX35" fmla="*/ 6179547 w 12192000"/>
              <a:gd name="connsiteY35" fmla="*/ 6302104 h 6858000"/>
              <a:gd name="connsiteX36" fmla="*/ 6157677 w 12192000"/>
              <a:gd name="connsiteY36" fmla="*/ 6315586 h 6858000"/>
              <a:gd name="connsiteX37" fmla="*/ 6087335 w 12192000"/>
              <a:gd name="connsiteY37" fmla="*/ 6538136 h 6858000"/>
              <a:gd name="connsiteX38" fmla="*/ 6103437 w 12192000"/>
              <a:gd name="connsiteY38" fmla="*/ 6540337 h 6858000"/>
              <a:gd name="connsiteX39" fmla="*/ 6156026 w 12192000"/>
              <a:gd name="connsiteY39" fmla="*/ 6370772 h 6858000"/>
              <a:gd name="connsiteX40" fmla="*/ 6148575 w 12192000"/>
              <a:gd name="connsiteY40" fmla="*/ 6509376 h 6858000"/>
              <a:gd name="connsiteX41" fmla="*/ 6165183 w 12192000"/>
              <a:gd name="connsiteY41" fmla="*/ 6533535 h 6858000"/>
              <a:gd name="connsiteX42" fmla="*/ 6177819 w 12192000"/>
              <a:gd name="connsiteY42" fmla="*/ 6531829 h 6858000"/>
              <a:gd name="connsiteX43" fmla="*/ 6250505 w 12192000"/>
              <a:gd name="connsiteY43" fmla="*/ 6360217 h 6858000"/>
              <a:gd name="connsiteX44" fmla="*/ 6217761 w 12192000"/>
              <a:gd name="connsiteY44" fmla="*/ 6537266 h 6858000"/>
              <a:gd name="connsiteX45" fmla="*/ 6236626 w 12192000"/>
              <a:gd name="connsiteY45" fmla="*/ 6559191 h 6858000"/>
              <a:gd name="connsiteX46" fmla="*/ 6248348 w 12192000"/>
              <a:gd name="connsiteY46" fmla="*/ 6557804 h 6858000"/>
              <a:gd name="connsiteX47" fmla="*/ 6299099 w 12192000"/>
              <a:gd name="connsiteY47" fmla="*/ 6310259 h 6858000"/>
              <a:gd name="connsiteX48" fmla="*/ 6298319 w 12192000"/>
              <a:gd name="connsiteY48" fmla="*/ 6295519 h 6858000"/>
              <a:gd name="connsiteX49" fmla="*/ 6085651 w 12192000"/>
              <a:gd name="connsiteY49" fmla="*/ 6294014 h 6858000"/>
              <a:gd name="connsiteX50" fmla="*/ 6057254 w 12192000"/>
              <a:gd name="connsiteY50" fmla="*/ 6302159 h 6858000"/>
              <a:gd name="connsiteX51" fmla="*/ 6050782 w 12192000"/>
              <a:gd name="connsiteY51" fmla="*/ 6307794 h 6858000"/>
              <a:gd name="connsiteX52" fmla="*/ 6012678 w 12192000"/>
              <a:gd name="connsiteY52" fmla="*/ 6400248 h 6858000"/>
              <a:gd name="connsiteX53" fmla="*/ 5963435 w 12192000"/>
              <a:gd name="connsiteY53" fmla="*/ 6410010 h 6858000"/>
              <a:gd name="connsiteX54" fmla="*/ 6003179 w 12192000"/>
              <a:gd name="connsiteY54" fmla="*/ 6310072 h 6858000"/>
              <a:gd name="connsiteX55" fmla="*/ 5986086 w 12192000"/>
              <a:gd name="connsiteY55" fmla="*/ 6308795 h 6858000"/>
              <a:gd name="connsiteX56" fmla="*/ 5943843 w 12192000"/>
              <a:gd name="connsiteY56" fmla="*/ 6414622 h 6858000"/>
              <a:gd name="connsiteX57" fmla="*/ 5902613 w 12192000"/>
              <a:gd name="connsiteY57" fmla="*/ 6425628 h 6858000"/>
              <a:gd name="connsiteX58" fmla="*/ 5896218 w 12192000"/>
              <a:gd name="connsiteY58" fmla="*/ 6437735 h 6858000"/>
              <a:gd name="connsiteX59" fmla="*/ 5906256 w 12192000"/>
              <a:gd name="connsiteY59" fmla="*/ 6443382 h 6858000"/>
              <a:gd name="connsiteX60" fmla="*/ 5927026 w 12192000"/>
              <a:gd name="connsiteY60" fmla="*/ 6458791 h 6858000"/>
              <a:gd name="connsiteX61" fmla="*/ 5898651 w 12192000"/>
              <a:gd name="connsiteY61" fmla="*/ 6537662 h 6858000"/>
              <a:gd name="connsiteX62" fmla="*/ 5914984 w 12192000"/>
              <a:gd name="connsiteY62" fmla="*/ 6540040 h 6858000"/>
              <a:gd name="connsiteX63" fmla="*/ 5945704 w 12192000"/>
              <a:gd name="connsiteY63" fmla="*/ 6456193 h 6858000"/>
              <a:gd name="connsiteX64" fmla="*/ 5995684 w 12192000"/>
              <a:gd name="connsiteY64" fmla="*/ 6445253 h 6858000"/>
              <a:gd name="connsiteX65" fmla="*/ 5965790 w 12192000"/>
              <a:gd name="connsiteY65" fmla="*/ 6536716 h 6858000"/>
              <a:gd name="connsiteX66" fmla="*/ 5966891 w 12192000"/>
              <a:gd name="connsiteY66" fmla="*/ 6542703 h 6858000"/>
              <a:gd name="connsiteX67" fmla="*/ 5984017 w 12192000"/>
              <a:gd name="connsiteY67" fmla="*/ 6560236 h 6858000"/>
              <a:gd name="connsiteX68" fmla="*/ 5994154 w 12192000"/>
              <a:gd name="connsiteY68" fmla="*/ 6557848 h 6858000"/>
              <a:gd name="connsiteX69" fmla="*/ 6037530 w 12192000"/>
              <a:gd name="connsiteY69" fmla="*/ 6435930 h 6858000"/>
              <a:gd name="connsiteX70" fmla="*/ 6060149 w 12192000"/>
              <a:gd name="connsiteY70" fmla="*/ 6422613 h 6858000"/>
              <a:gd name="connsiteX71" fmla="*/ 6077451 w 12192000"/>
              <a:gd name="connsiteY71" fmla="*/ 6404023 h 6858000"/>
              <a:gd name="connsiteX72" fmla="*/ 6066510 w 12192000"/>
              <a:gd name="connsiteY72" fmla="*/ 6393016 h 6858000"/>
              <a:gd name="connsiteX73" fmla="*/ 6053512 w 12192000"/>
              <a:gd name="connsiteY73" fmla="*/ 6394304 h 6858000"/>
              <a:gd name="connsiteX74" fmla="*/ 6087093 w 12192000"/>
              <a:gd name="connsiteY74" fmla="*/ 6308223 h 6858000"/>
              <a:gd name="connsiteX75" fmla="*/ 6085651 w 12192000"/>
              <a:gd name="connsiteY75" fmla="*/ 6294014 h 6858000"/>
              <a:gd name="connsiteX76" fmla="*/ 0 w 12192000"/>
              <a:gd name="connsiteY76" fmla="*/ 0 h 6858000"/>
              <a:gd name="connsiteX77" fmla="*/ 12192000 w 12192000"/>
              <a:gd name="connsiteY77" fmla="*/ 0 h 6858000"/>
              <a:gd name="connsiteX78" fmla="*/ 12192000 w 12192000"/>
              <a:gd name="connsiteY78" fmla="*/ 6858000 h 6858000"/>
              <a:gd name="connsiteX79" fmla="*/ 0 w 12192000"/>
              <a:gd name="connsiteY7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12192000" h="6858000">
                <a:moveTo>
                  <a:pt x="6056373" y="6490874"/>
                </a:moveTo>
                <a:cubicBezTo>
                  <a:pt x="6057375" y="6493956"/>
                  <a:pt x="6058422" y="6497115"/>
                  <a:pt x="6059477" y="6500197"/>
                </a:cubicBezTo>
                <a:cubicBezTo>
                  <a:pt x="6058170" y="6501312"/>
                  <a:pt x="6056783" y="6502331"/>
                  <a:pt x="6055328" y="6503245"/>
                </a:cubicBezTo>
                <a:lnTo>
                  <a:pt x="6055328" y="6503223"/>
                </a:lnTo>
                <a:cubicBezTo>
                  <a:pt x="6050925" y="6505920"/>
                  <a:pt x="6047414" y="6503025"/>
                  <a:pt x="6053336" y="6494880"/>
                </a:cubicBezTo>
                <a:cubicBezTo>
                  <a:pt x="6054337" y="6493516"/>
                  <a:pt x="6055350" y="6492195"/>
                  <a:pt x="6056373" y="6490874"/>
                </a:cubicBezTo>
                <a:close/>
                <a:moveTo>
                  <a:pt x="6062819" y="6457200"/>
                </a:moveTo>
                <a:cubicBezTo>
                  <a:pt x="6065107" y="6457519"/>
                  <a:pt x="6066890" y="6460458"/>
                  <a:pt x="6063219" y="6464602"/>
                </a:cubicBezTo>
                <a:cubicBezTo>
                  <a:pt x="6062120" y="6465890"/>
                  <a:pt x="6061085" y="6467001"/>
                  <a:pt x="6060072" y="6468058"/>
                </a:cubicBezTo>
                <a:lnTo>
                  <a:pt x="6060072" y="6468003"/>
                </a:lnTo>
                <a:cubicBezTo>
                  <a:pt x="6059808" y="6467078"/>
                  <a:pt x="6059576" y="6466231"/>
                  <a:pt x="6059389" y="6465515"/>
                </a:cubicBezTo>
                <a:cubicBezTo>
                  <a:pt x="6057738" y="6459181"/>
                  <a:pt x="6060531" y="6456881"/>
                  <a:pt x="6062819" y="6457200"/>
                </a:cubicBezTo>
                <a:close/>
                <a:moveTo>
                  <a:pt x="6061400" y="6446950"/>
                </a:moveTo>
                <a:cubicBezTo>
                  <a:pt x="6058024" y="6447343"/>
                  <a:pt x="6054720" y="6448899"/>
                  <a:pt x="6052235" y="6451845"/>
                </a:cubicBezTo>
                <a:cubicBezTo>
                  <a:pt x="6046941" y="6458130"/>
                  <a:pt x="6048262" y="6464305"/>
                  <a:pt x="6049715" y="6469599"/>
                </a:cubicBezTo>
                <a:cubicBezTo>
                  <a:pt x="6050177" y="6471239"/>
                  <a:pt x="6050870" y="6473594"/>
                  <a:pt x="6051718" y="6476390"/>
                </a:cubicBezTo>
                <a:cubicBezTo>
                  <a:pt x="6048878" y="6479295"/>
                  <a:pt x="6045488" y="6482939"/>
                  <a:pt x="6040964" y="6488189"/>
                </a:cubicBezTo>
                <a:cubicBezTo>
                  <a:pt x="6029717" y="6501264"/>
                  <a:pt x="6032776" y="6518236"/>
                  <a:pt x="6044839" y="6521989"/>
                </a:cubicBezTo>
                <a:cubicBezTo>
                  <a:pt x="6052158" y="6524268"/>
                  <a:pt x="6059015" y="6520955"/>
                  <a:pt x="6064948" y="6515705"/>
                </a:cubicBezTo>
                <a:cubicBezTo>
                  <a:pt x="6065245" y="6516475"/>
                  <a:pt x="6065531" y="6517212"/>
                  <a:pt x="6065806" y="6517906"/>
                </a:cubicBezTo>
                <a:cubicBezTo>
                  <a:pt x="6068954" y="6525786"/>
                  <a:pt x="6078706" y="6523409"/>
                  <a:pt x="6074996" y="6513878"/>
                </a:cubicBezTo>
                <a:cubicBezTo>
                  <a:pt x="6074348" y="6512227"/>
                  <a:pt x="6073533" y="6510003"/>
                  <a:pt x="6072630" y="6507406"/>
                </a:cubicBezTo>
                <a:cubicBezTo>
                  <a:pt x="6074545" y="6504984"/>
                  <a:pt x="6076285" y="6502519"/>
                  <a:pt x="6077836" y="6500230"/>
                </a:cubicBezTo>
                <a:cubicBezTo>
                  <a:pt x="6085067" y="6489586"/>
                  <a:pt x="6078122" y="6483335"/>
                  <a:pt x="6070858" y="6489630"/>
                </a:cubicBezTo>
                <a:lnTo>
                  <a:pt x="6070858" y="6489608"/>
                </a:lnTo>
                <a:cubicBezTo>
                  <a:pt x="6069835" y="6490500"/>
                  <a:pt x="6068767" y="6491502"/>
                  <a:pt x="6067677" y="6492547"/>
                </a:cubicBezTo>
                <a:cubicBezTo>
                  <a:pt x="6066455" y="6488783"/>
                  <a:pt x="6065223" y="6484953"/>
                  <a:pt x="6064089" y="6481343"/>
                </a:cubicBezTo>
                <a:cubicBezTo>
                  <a:pt x="6067483" y="6477301"/>
                  <a:pt x="6070648" y="6473072"/>
                  <a:pt x="6073566" y="6468674"/>
                </a:cubicBezTo>
                <a:cubicBezTo>
                  <a:pt x="6082308" y="6455063"/>
                  <a:pt x="6071529" y="6445772"/>
                  <a:pt x="6061400" y="6446950"/>
                </a:cubicBezTo>
                <a:close/>
                <a:moveTo>
                  <a:pt x="6298319" y="6295519"/>
                </a:moveTo>
                <a:cubicBezTo>
                  <a:pt x="6295189" y="6293387"/>
                  <a:pt x="6288313" y="6294532"/>
                  <a:pt x="6275061" y="6300442"/>
                </a:cubicBezTo>
                <a:cubicBezTo>
                  <a:pt x="6268259" y="6303468"/>
                  <a:pt x="6262954" y="6300309"/>
                  <a:pt x="6254699" y="6317336"/>
                </a:cubicBezTo>
                <a:cubicBezTo>
                  <a:pt x="6228625" y="6370860"/>
                  <a:pt x="6208373" y="6414303"/>
                  <a:pt x="6184258" y="6476819"/>
                </a:cubicBezTo>
                <a:cubicBezTo>
                  <a:pt x="6184951" y="6425485"/>
                  <a:pt x="6194163" y="6384629"/>
                  <a:pt x="6199612" y="6334627"/>
                </a:cubicBezTo>
                <a:cubicBezTo>
                  <a:pt x="6200624" y="6325415"/>
                  <a:pt x="6202044" y="6312725"/>
                  <a:pt x="6201813" y="6303149"/>
                </a:cubicBezTo>
                <a:cubicBezTo>
                  <a:pt x="6201648" y="6295797"/>
                  <a:pt x="6194317" y="6294828"/>
                  <a:pt x="6179547" y="6302104"/>
                </a:cubicBezTo>
                <a:cubicBezTo>
                  <a:pt x="6171336" y="6306154"/>
                  <a:pt x="6161452" y="6305824"/>
                  <a:pt x="6157677" y="6315586"/>
                </a:cubicBezTo>
                <a:cubicBezTo>
                  <a:pt x="6141630" y="6357157"/>
                  <a:pt x="6104549" y="6472769"/>
                  <a:pt x="6087335" y="6538136"/>
                </a:cubicBezTo>
                <a:cubicBezTo>
                  <a:pt x="6083196" y="6553842"/>
                  <a:pt x="6098748" y="6556472"/>
                  <a:pt x="6103437" y="6540337"/>
                </a:cubicBezTo>
                <a:cubicBezTo>
                  <a:pt x="6114763" y="6501385"/>
                  <a:pt x="6140617" y="6415172"/>
                  <a:pt x="6156026" y="6370772"/>
                </a:cubicBezTo>
                <a:cubicBezTo>
                  <a:pt x="6154474" y="6411419"/>
                  <a:pt x="6143391" y="6475674"/>
                  <a:pt x="6148575" y="6509376"/>
                </a:cubicBezTo>
                <a:cubicBezTo>
                  <a:pt x="6150204" y="6519986"/>
                  <a:pt x="6160087" y="6524565"/>
                  <a:pt x="6165183" y="6533535"/>
                </a:cubicBezTo>
                <a:cubicBezTo>
                  <a:pt x="6168804" y="6539919"/>
                  <a:pt x="6174616" y="6540557"/>
                  <a:pt x="6177819" y="6531829"/>
                </a:cubicBezTo>
                <a:cubicBezTo>
                  <a:pt x="6192865" y="6490709"/>
                  <a:pt x="6222153" y="6418210"/>
                  <a:pt x="6250505" y="6360217"/>
                </a:cubicBezTo>
                <a:cubicBezTo>
                  <a:pt x="6245002" y="6385741"/>
                  <a:pt x="6223672" y="6494088"/>
                  <a:pt x="6217761" y="6537266"/>
                </a:cubicBezTo>
                <a:cubicBezTo>
                  <a:pt x="6216572" y="6545939"/>
                  <a:pt x="6227194" y="6546148"/>
                  <a:pt x="6236626" y="6559191"/>
                </a:cubicBezTo>
                <a:cubicBezTo>
                  <a:pt x="6238751" y="6562119"/>
                  <a:pt x="6246884" y="6565299"/>
                  <a:pt x="6248348" y="6557804"/>
                </a:cubicBezTo>
                <a:cubicBezTo>
                  <a:pt x="6253378" y="6531906"/>
                  <a:pt x="6286232" y="6363695"/>
                  <a:pt x="6299099" y="6310259"/>
                </a:cubicBezTo>
                <a:cubicBezTo>
                  <a:pt x="6300833" y="6303061"/>
                  <a:pt x="6301449" y="6297652"/>
                  <a:pt x="6298319" y="6295519"/>
                </a:cubicBezTo>
                <a:close/>
                <a:moveTo>
                  <a:pt x="6085651" y="6294014"/>
                </a:moveTo>
                <a:cubicBezTo>
                  <a:pt x="6080643" y="6292803"/>
                  <a:pt x="6066159" y="6300618"/>
                  <a:pt x="6057254" y="6302159"/>
                </a:cubicBezTo>
                <a:cubicBezTo>
                  <a:pt x="6054425" y="6302643"/>
                  <a:pt x="6051751" y="6305659"/>
                  <a:pt x="6050782" y="6307794"/>
                </a:cubicBezTo>
                <a:cubicBezTo>
                  <a:pt x="6036474" y="6340538"/>
                  <a:pt x="6023761" y="6371763"/>
                  <a:pt x="6012678" y="6400248"/>
                </a:cubicBezTo>
                <a:cubicBezTo>
                  <a:pt x="5998524" y="6402669"/>
                  <a:pt x="5981948" y="6405850"/>
                  <a:pt x="5963435" y="6410010"/>
                </a:cubicBezTo>
                <a:cubicBezTo>
                  <a:pt x="5976643" y="6375967"/>
                  <a:pt x="5990093" y="6342398"/>
                  <a:pt x="6003179" y="6310072"/>
                </a:cubicBezTo>
                <a:cubicBezTo>
                  <a:pt x="6009618" y="6294179"/>
                  <a:pt x="5992668" y="6292671"/>
                  <a:pt x="5986086" y="6308795"/>
                </a:cubicBezTo>
                <a:cubicBezTo>
                  <a:pt x="5977556" y="6329708"/>
                  <a:pt x="5961554" y="6368923"/>
                  <a:pt x="5943843" y="6414622"/>
                </a:cubicBezTo>
                <a:cubicBezTo>
                  <a:pt x="5930823" y="6417814"/>
                  <a:pt x="5917044" y="6421457"/>
                  <a:pt x="5902613" y="6425628"/>
                </a:cubicBezTo>
                <a:cubicBezTo>
                  <a:pt x="5892136" y="6428655"/>
                  <a:pt x="5891674" y="6431440"/>
                  <a:pt x="5896218" y="6437735"/>
                </a:cubicBezTo>
                <a:cubicBezTo>
                  <a:pt x="5898739" y="6441235"/>
                  <a:pt x="5903923" y="6440883"/>
                  <a:pt x="5906256" y="6443382"/>
                </a:cubicBezTo>
                <a:cubicBezTo>
                  <a:pt x="5912376" y="6449842"/>
                  <a:pt x="5916074" y="6457580"/>
                  <a:pt x="5927026" y="6458791"/>
                </a:cubicBezTo>
                <a:cubicBezTo>
                  <a:pt x="5917274" y="6484821"/>
                  <a:pt x="5907489" y="6511764"/>
                  <a:pt x="5898651" y="6537662"/>
                </a:cubicBezTo>
                <a:cubicBezTo>
                  <a:pt x="5893148" y="6553930"/>
                  <a:pt x="5908920" y="6557254"/>
                  <a:pt x="5914984" y="6540040"/>
                </a:cubicBezTo>
                <a:cubicBezTo>
                  <a:pt x="5924781" y="6512293"/>
                  <a:pt x="5935115" y="6484204"/>
                  <a:pt x="5945704" y="6456193"/>
                </a:cubicBezTo>
                <a:cubicBezTo>
                  <a:pt x="5954509" y="6454146"/>
                  <a:pt x="5975916" y="6449589"/>
                  <a:pt x="5995684" y="6445253"/>
                </a:cubicBezTo>
                <a:cubicBezTo>
                  <a:pt x="5980000" y="6488178"/>
                  <a:pt x="5969676" y="6520834"/>
                  <a:pt x="5965790" y="6536716"/>
                </a:cubicBezTo>
                <a:cubicBezTo>
                  <a:pt x="5965284" y="6538777"/>
                  <a:pt x="5965685" y="6540957"/>
                  <a:pt x="5966891" y="6542703"/>
                </a:cubicBezTo>
                <a:cubicBezTo>
                  <a:pt x="5972174" y="6550408"/>
                  <a:pt x="5977204" y="6550716"/>
                  <a:pt x="5984017" y="6560236"/>
                </a:cubicBezTo>
                <a:cubicBezTo>
                  <a:pt x="5985866" y="6562834"/>
                  <a:pt x="5992041" y="6564232"/>
                  <a:pt x="5994154" y="6557848"/>
                </a:cubicBezTo>
                <a:cubicBezTo>
                  <a:pt x="6008660" y="6513977"/>
                  <a:pt x="6023596" y="6472824"/>
                  <a:pt x="6037530" y="6435930"/>
                </a:cubicBezTo>
                <a:cubicBezTo>
                  <a:pt x="6043353" y="6434654"/>
                  <a:pt x="6053754" y="6432144"/>
                  <a:pt x="6060149" y="6422613"/>
                </a:cubicBezTo>
                <a:cubicBezTo>
                  <a:pt x="6071474" y="6405729"/>
                  <a:pt x="6074743" y="6409152"/>
                  <a:pt x="6077451" y="6404023"/>
                </a:cubicBezTo>
                <a:cubicBezTo>
                  <a:pt x="6080863" y="6397584"/>
                  <a:pt x="6078607" y="6391530"/>
                  <a:pt x="6066510" y="6393016"/>
                </a:cubicBezTo>
                <a:cubicBezTo>
                  <a:pt x="6066510" y="6393016"/>
                  <a:pt x="6061932" y="6393347"/>
                  <a:pt x="6053512" y="6394304"/>
                </a:cubicBezTo>
                <a:cubicBezTo>
                  <a:pt x="6066918" y="6359777"/>
                  <a:pt x="6078640" y="6330467"/>
                  <a:pt x="6087093" y="6308223"/>
                </a:cubicBezTo>
                <a:cubicBezTo>
                  <a:pt x="6089954" y="6300673"/>
                  <a:pt x="6090339" y="6295136"/>
                  <a:pt x="6085651" y="6294014"/>
                </a:cubicBezTo>
                <a:close/>
                <a:moveTo>
                  <a:pt x="0" y="0"/>
                </a:moveTo>
                <a:lnTo>
                  <a:pt x="12192000" y="0"/>
                </a:lnTo>
                <a:lnTo>
                  <a:pt x="12192000" y="6858000"/>
                </a:lnTo>
                <a:lnTo>
                  <a:pt x="0" y="6858000"/>
                </a:lnTo>
                <a:close/>
              </a:path>
            </a:pathLst>
          </a:custGeom>
          <a:solidFill>
            <a:schemeClr val="bg1">
              <a:lumMod val="95000"/>
            </a:schemeClr>
          </a:solidFill>
        </p:spPr>
        <p:txBody>
          <a:bodyPr wrap="square">
            <a:noAutofit/>
          </a:bodyPr>
          <a:lstStyle>
            <a:lvl1pPr marL="0" indent="0" algn="l">
              <a:buNone/>
              <a:defRPr sz="16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To insert a picture, click on the surface and go to Insert &gt; Picture</a:t>
            </a:r>
          </a:p>
        </p:txBody>
      </p:sp>
      <p:sp>
        <p:nvSpPr>
          <p:cNvPr id="2" name="Title 1">
            <a:extLst>
              <a:ext uri="{FF2B5EF4-FFF2-40B4-BE49-F238E27FC236}">
                <a16:creationId xmlns:a16="http://schemas.microsoft.com/office/drawing/2014/main" id="{38405F82-510F-4BE7-8658-AD5878CDEE64}"/>
              </a:ext>
            </a:extLst>
          </p:cNvPr>
          <p:cNvSpPr>
            <a:spLocks noGrp="1"/>
          </p:cNvSpPr>
          <p:nvPr>
            <p:ph type="title" hasCustomPrompt="1"/>
          </p:nvPr>
        </p:nvSpPr>
        <p:spPr>
          <a:xfrm>
            <a:off x="1619250" y="2952535"/>
            <a:ext cx="8963025" cy="952930"/>
          </a:xfrm>
        </p:spPr>
        <p:txBody>
          <a:bodyPr anchor="ctr"/>
          <a:lstStyle>
            <a:lvl1pPr>
              <a:lnSpc>
                <a:spcPts val="8500"/>
              </a:lnSpc>
              <a:defRPr sz="7200"/>
            </a:lvl1pPr>
          </a:lstStyle>
          <a:p>
            <a:r>
              <a:rPr lang="en-GB"/>
              <a:t>Add Headline</a:t>
            </a:r>
          </a:p>
        </p:txBody>
      </p:sp>
      <p:sp>
        <p:nvSpPr>
          <p:cNvPr id="20" name="Text Placeholder 10">
            <a:extLst>
              <a:ext uri="{FF2B5EF4-FFF2-40B4-BE49-F238E27FC236}">
                <a16:creationId xmlns:a16="http://schemas.microsoft.com/office/drawing/2014/main" id="{96AAD69C-8E1A-6485-5FD3-C3E9DC3967EA}"/>
              </a:ext>
            </a:extLst>
          </p:cNvPr>
          <p:cNvSpPr>
            <a:spLocks noGrp="1"/>
          </p:cNvSpPr>
          <p:nvPr>
            <p:ph type="body" sz="quarter" idx="13" hasCustomPrompt="1"/>
          </p:nvPr>
        </p:nvSpPr>
        <p:spPr>
          <a:xfrm>
            <a:off x="1619250" y="288925"/>
            <a:ext cx="8963025" cy="211589"/>
          </a:xfrm>
        </p:spPr>
        <p:txBody>
          <a:bodyPr/>
          <a:lstStyle>
            <a:lvl1pPr marL="0" indent="0">
              <a:buNone/>
              <a:defRPr sz="1100"/>
            </a:lvl1pPr>
          </a:lstStyle>
          <a:p>
            <a:pPr lvl="0"/>
            <a:r>
              <a:rPr lang="en-GB"/>
              <a:t>Heading</a:t>
            </a:r>
          </a:p>
        </p:txBody>
      </p:sp>
    </p:spTree>
    <p:extLst>
      <p:ext uri="{BB962C8B-B14F-4D97-AF65-F5344CB8AC3E}">
        <p14:creationId xmlns:p14="http://schemas.microsoft.com/office/powerpoint/2010/main" val="39173499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Header - Video">
    <p:bg>
      <p:bgPr>
        <a:solidFill>
          <a:schemeClr val="tx1"/>
        </a:solidFill>
        <a:effectLst/>
      </p:bgPr>
    </p:bg>
    <p:spTree>
      <p:nvGrpSpPr>
        <p:cNvPr id="1" name=""/>
        <p:cNvGrpSpPr/>
        <p:nvPr/>
      </p:nvGrpSpPr>
      <p:grpSpPr>
        <a:xfrm>
          <a:off x="0" y="0"/>
          <a:ext cx="0" cy="0"/>
          <a:chOff x="0" y="0"/>
          <a:chExt cx="0" cy="0"/>
        </a:xfrm>
      </p:grpSpPr>
      <p:sp>
        <p:nvSpPr>
          <p:cNvPr id="13" name="Media Placeholder 12">
            <a:extLst>
              <a:ext uri="{FF2B5EF4-FFF2-40B4-BE49-F238E27FC236}">
                <a16:creationId xmlns:a16="http://schemas.microsoft.com/office/drawing/2014/main" id="{511D3E02-E8E3-5CAE-5CE7-42F6864B6683}"/>
              </a:ext>
            </a:extLst>
          </p:cNvPr>
          <p:cNvSpPr>
            <a:spLocks noGrp="1"/>
          </p:cNvSpPr>
          <p:nvPr>
            <p:ph type="media" sz="quarter" idx="15" hasCustomPrompt="1"/>
          </p:nvPr>
        </p:nvSpPr>
        <p:spPr>
          <a:xfrm>
            <a:off x="0" y="0"/>
            <a:ext cx="12192000" cy="6858000"/>
          </a:xfrm>
          <a:custGeom>
            <a:avLst/>
            <a:gdLst>
              <a:gd name="connsiteX0" fmla="*/ 6056373 w 12192000"/>
              <a:gd name="connsiteY0" fmla="*/ 6490874 h 6858000"/>
              <a:gd name="connsiteX1" fmla="*/ 6059477 w 12192000"/>
              <a:gd name="connsiteY1" fmla="*/ 6500197 h 6858000"/>
              <a:gd name="connsiteX2" fmla="*/ 6055328 w 12192000"/>
              <a:gd name="connsiteY2" fmla="*/ 6503245 h 6858000"/>
              <a:gd name="connsiteX3" fmla="*/ 6055328 w 12192000"/>
              <a:gd name="connsiteY3" fmla="*/ 6503223 h 6858000"/>
              <a:gd name="connsiteX4" fmla="*/ 6053336 w 12192000"/>
              <a:gd name="connsiteY4" fmla="*/ 6494880 h 6858000"/>
              <a:gd name="connsiteX5" fmla="*/ 6056373 w 12192000"/>
              <a:gd name="connsiteY5" fmla="*/ 6490874 h 6858000"/>
              <a:gd name="connsiteX6" fmla="*/ 6062819 w 12192000"/>
              <a:gd name="connsiteY6" fmla="*/ 6457200 h 6858000"/>
              <a:gd name="connsiteX7" fmla="*/ 6063219 w 12192000"/>
              <a:gd name="connsiteY7" fmla="*/ 6464602 h 6858000"/>
              <a:gd name="connsiteX8" fmla="*/ 6060072 w 12192000"/>
              <a:gd name="connsiteY8" fmla="*/ 6468058 h 6858000"/>
              <a:gd name="connsiteX9" fmla="*/ 6060072 w 12192000"/>
              <a:gd name="connsiteY9" fmla="*/ 6468003 h 6858000"/>
              <a:gd name="connsiteX10" fmla="*/ 6059389 w 12192000"/>
              <a:gd name="connsiteY10" fmla="*/ 6465515 h 6858000"/>
              <a:gd name="connsiteX11" fmla="*/ 6062819 w 12192000"/>
              <a:gd name="connsiteY11" fmla="*/ 6457200 h 6858000"/>
              <a:gd name="connsiteX12" fmla="*/ 6061400 w 12192000"/>
              <a:gd name="connsiteY12" fmla="*/ 6446950 h 6858000"/>
              <a:gd name="connsiteX13" fmla="*/ 6052235 w 12192000"/>
              <a:gd name="connsiteY13" fmla="*/ 6451845 h 6858000"/>
              <a:gd name="connsiteX14" fmla="*/ 6049715 w 12192000"/>
              <a:gd name="connsiteY14" fmla="*/ 6469599 h 6858000"/>
              <a:gd name="connsiteX15" fmla="*/ 6051718 w 12192000"/>
              <a:gd name="connsiteY15" fmla="*/ 6476390 h 6858000"/>
              <a:gd name="connsiteX16" fmla="*/ 6040964 w 12192000"/>
              <a:gd name="connsiteY16" fmla="*/ 6488189 h 6858000"/>
              <a:gd name="connsiteX17" fmla="*/ 6044839 w 12192000"/>
              <a:gd name="connsiteY17" fmla="*/ 6521989 h 6858000"/>
              <a:gd name="connsiteX18" fmla="*/ 6064948 w 12192000"/>
              <a:gd name="connsiteY18" fmla="*/ 6515705 h 6858000"/>
              <a:gd name="connsiteX19" fmla="*/ 6065806 w 12192000"/>
              <a:gd name="connsiteY19" fmla="*/ 6517906 h 6858000"/>
              <a:gd name="connsiteX20" fmla="*/ 6074996 w 12192000"/>
              <a:gd name="connsiteY20" fmla="*/ 6513878 h 6858000"/>
              <a:gd name="connsiteX21" fmla="*/ 6072630 w 12192000"/>
              <a:gd name="connsiteY21" fmla="*/ 6507406 h 6858000"/>
              <a:gd name="connsiteX22" fmla="*/ 6077836 w 12192000"/>
              <a:gd name="connsiteY22" fmla="*/ 6500230 h 6858000"/>
              <a:gd name="connsiteX23" fmla="*/ 6070858 w 12192000"/>
              <a:gd name="connsiteY23" fmla="*/ 6489630 h 6858000"/>
              <a:gd name="connsiteX24" fmla="*/ 6070858 w 12192000"/>
              <a:gd name="connsiteY24" fmla="*/ 6489608 h 6858000"/>
              <a:gd name="connsiteX25" fmla="*/ 6067677 w 12192000"/>
              <a:gd name="connsiteY25" fmla="*/ 6492547 h 6858000"/>
              <a:gd name="connsiteX26" fmla="*/ 6064089 w 12192000"/>
              <a:gd name="connsiteY26" fmla="*/ 6481343 h 6858000"/>
              <a:gd name="connsiteX27" fmla="*/ 6073566 w 12192000"/>
              <a:gd name="connsiteY27" fmla="*/ 6468674 h 6858000"/>
              <a:gd name="connsiteX28" fmla="*/ 6061400 w 12192000"/>
              <a:gd name="connsiteY28" fmla="*/ 6446950 h 6858000"/>
              <a:gd name="connsiteX29" fmla="*/ 6298319 w 12192000"/>
              <a:gd name="connsiteY29" fmla="*/ 6295519 h 6858000"/>
              <a:gd name="connsiteX30" fmla="*/ 6275061 w 12192000"/>
              <a:gd name="connsiteY30" fmla="*/ 6300442 h 6858000"/>
              <a:gd name="connsiteX31" fmla="*/ 6254699 w 12192000"/>
              <a:gd name="connsiteY31" fmla="*/ 6317336 h 6858000"/>
              <a:gd name="connsiteX32" fmla="*/ 6184258 w 12192000"/>
              <a:gd name="connsiteY32" fmla="*/ 6476819 h 6858000"/>
              <a:gd name="connsiteX33" fmla="*/ 6199612 w 12192000"/>
              <a:gd name="connsiteY33" fmla="*/ 6334627 h 6858000"/>
              <a:gd name="connsiteX34" fmla="*/ 6201813 w 12192000"/>
              <a:gd name="connsiteY34" fmla="*/ 6303149 h 6858000"/>
              <a:gd name="connsiteX35" fmla="*/ 6179547 w 12192000"/>
              <a:gd name="connsiteY35" fmla="*/ 6302104 h 6858000"/>
              <a:gd name="connsiteX36" fmla="*/ 6157677 w 12192000"/>
              <a:gd name="connsiteY36" fmla="*/ 6315586 h 6858000"/>
              <a:gd name="connsiteX37" fmla="*/ 6087335 w 12192000"/>
              <a:gd name="connsiteY37" fmla="*/ 6538136 h 6858000"/>
              <a:gd name="connsiteX38" fmla="*/ 6103437 w 12192000"/>
              <a:gd name="connsiteY38" fmla="*/ 6540337 h 6858000"/>
              <a:gd name="connsiteX39" fmla="*/ 6156026 w 12192000"/>
              <a:gd name="connsiteY39" fmla="*/ 6370772 h 6858000"/>
              <a:gd name="connsiteX40" fmla="*/ 6148575 w 12192000"/>
              <a:gd name="connsiteY40" fmla="*/ 6509376 h 6858000"/>
              <a:gd name="connsiteX41" fmla="*/ 6165183 w 12192000"/>
              <a:gd name="connsiteY41" fmla="*/ 6533535 h 6858000"/>
              <a:gd name="connsiteX42" fmla="*/ 6177819 w 12192000"/>
              <a:gd name="connsiteY42" fmla="*/ 6531829 h 6858000"/>
              <a:gd name="connsiteX43" fmla="*/ 6250505 w 12192000"/>
              <a:gd name="connsiteY43" fmla="*/ 6360217 h 6858000"/>
              <a:gd name="connsiteX44" fmla="*/ 6217761 w 12192000"/>
              <a:gd name="connsiteY44" fmla="*/ 6537266 h 6858000"/>
              <a:gd name="connsiteX45" fmla="*/ 6236626 w 12192000"/>
              <a:gd name="connsiteY45" fmla="*/ 6559191 h 6858000"/>
              <a:gd name="connsiteX46" fmla="*/ 6248348 w 12192000"/>
              <a:gd name="connsiteY46" fmla="*/ 6557804 h 6858000"/>
              <a:gd name="connsiteX47" fmla="*/ 6299099 w 12192000"/>
              <a:gd name="connsiteY47" fmla="*/ 6310259 h 6858000"/>
              <a:gd name="connsiteX48" fmla="*/ 6298319 w 12192000"/>
              <a:gd name="connsiteY48" fmla="*/ 6295519 h 6858000"/>
              <a:gd name="connsiteX49" fmla="*/ 6085651 w 12192000"/>
              <a:gd name="connsiteY49" fmla="*/ 6294014 h 6858000"/>
              <a:gd name="connsiteX50" fmla="*/ 6057254 w 12192000"/>
              <a:gd name="connsiteY50" fmla="*/ 6302159 h 6858000"/>
              <a:gd name="connsiteX51" fmla="*/ 6050782 w 12192000"/>
              <a:gd name="connsiteY51" fmla="*/ 6307794 h 6858000"/>
              <a:gd name="connsiteX52" fmla="*/ 6012678 w 12192000"/>
              <a:gd name="connsiteY52" fmla="*/ 6400248 h 6858000"/>
              <a:gd name="connsiteX53" fmla="*/ 5963435 w 12192000"/>
              <a:gd name="connsiteY53" fmla="*/ 6410010 h 6858000"/>
              <a:gd name="connsiteX54" fmla="*/ 6003179 w 12192000"/>
              <a:gd name="connsiteY54" fmla="*/ 6310072 h 6858000"/>
              <a:gd name="connsiteX55" fmla="*/ 5986086 w 12192000"/>
              <a:gd name="connsiteY55" fmla="*/ 6308795 h 6858000"/>
              <a:gd name="connsiteX56" fmla="*/ 5943843 w 12192000"/>
              <a:gd name="connsiteY56" fmla="*/ 6414622 h 6858000"/>
              <a:gd name="connsiteX57" fmla="*/ 5902613 w 12192000"/>
              <a:gd name="connsiteY57" fmla="*/ 6425628 h 6858000"/>
              <a:gd name="connsiteX58" fmla="*/ 5896218 w 12192000"/>
              <a:gd name="connsiteY58" fmla="*/ 6437735 h 6858000"/>
              <a:gd name="connsiteX59" fmla="*/ 5906256 w 12192000"/>
              <a:gd name="connsiteY59" fmla="*/ 6443382 h 6858000"/>
              <a:gd name="connsiteX60" fmla="*/ 5927026 w 12192000"/>
              <a:gd name="connsiteY60" fmla="*/ 6458791 h 6858000"/>
              <a:gd name="connsiteX61" fmla="*/ 5898651 w 12192000"/>
              <a:gd name="connsiteY61" fmla="*/ 6537662 h 6858000"/>
              <a:gd name="connsiteX62" fmla="*/ 5914984 w 12192000"/>
              <a:gd name="connsiteY62" fmla="*/ 6540040 h 6858000"/>
              <a:gd name="connsiteX63" fmla="*/ 5945704 w 12192000"/>
              <a:gd name="connsiteY63" fmla="*/ 6456193 h 6858000"/>
              <a:gd name="connsiteX64" fmla="*/ 5995684 w 12192000"/>
              <a:gd name="connsiteY64" fmla="*/ 6445253 h 6858000"/>
              <a:gd name="connsiteX65" fmla="*/ 5965790 w 12192000"/>
              <a:gd name="connsiteY65" fmla="*/ 6536716 h 6858000"/>
              <a:gd name="connsiteX66" fmla="*/ 5966891 w 12192000"/>
              <a:gd name="connsiteY66" fmla="*/ 6542703 h 6858000"/>
              <a:gd name="connsiteX67" fmla="*/ 5984017 w 12192000"/>
              <a:gd name="connsiteY67" fmla="*/ 6560236 h 6858000"/>
              <a:gd name="connsiteX68" fmla="*/ 5994154 w 12192000"/>
              <a:gd name="connsiteY68" fmla="*/ 6557848 h 6858000"/>
              <a:gd name="connsiteX69" fmla="*/ 6037530 w 12192000"/>
              <a:gd name="connsiteY69" fmla="*/ 6435930 h 6858000"/>
              <a:gd name="connsiteX70" fmla="*/ 6060149 w 12192000"/>
              <a:gd name="connsiteY70" fmla="*/ 6422613 h 6858000"/>
              <a:gd name="connsiteX71" fmla="*/ 6077451 w 12192000"/>
              <a:gd name="connsiteY71" fmla="*/ 6404023 h 6858000"/>
              <a:gd name="connsiteX72" fmla="*/ 6066510 w 12192000"/>
              <a:gd name="connsiteY72" fmla="*/ 6393016 h 6858000"/>
              <a:gd name="connsiteX73" fmla="*/ 6053512 w 12192000"/>
              <a:gd name="connsiteY73" fmla="*/ 6394304 h 6858000"/>
              <a:gd name="connsiteX74" fmla="*/ 6087093 w 12192000"/>
              <a:gd name="connsiteY74" fmla="*/ 6308223 h 6858000"/>
              <a:gd name="connsiteX75" fmla="*/ 6085651 w 12192000"/>
              <a:gd name="connsiteY75" fmla="*/ 6294014 h 6858000"/>
              <a:gd name="connsiteX76" fmla="*/ 0 w 12192000"/>
              <a:gd name="connsiteY76" fmla="*/ 0 h 6858000"/>
              <a:gd name="connsiteX77" fmla="*/ 12192000 w 12192000"/>
              <a:gd name="connsiteY77" fmla="*/ 0 h 6858000"/>
              <a:gd name="connsiteX78" fmla="*/ 12192000 w 12192000"/>
              <a:gd name="connsiteY78" fmla="*/ 6858000 h 6858000"/>
              <a:gd name="connsiteX79" fmla="*/ 0 w 12192000"/>
              <a:gd name="connsiteY7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12192000" h="6858000">
                <a:moveTo>
                  <a:pt x="6056373" y="6490874"/>
                </a:moveTo>
                <a:cubicBezTo>
                  <a:pt x="6057375" y="6493956"/>
                  <a:pt x="6058422" y="6497115"/>
                  <a:pt x="6059477" y="6500197"/>
                </a:cubicBezTo>
                <a:cubicBezTo>
                  <a:pt x="6058170" y="6501312"/>
                  <a:pt x="6056783" y="6502331"/>
                  <a:pt x="6055328" y="6503245"/>
                </a:cubicBezTo>
                <a:lnTo>
                  <a:pt x="6055328" y="6503223"/>
                </a:lnTo>
                <a:cubicBezTo>
                  <a:pt x="6050925" y="6505920"/>
                  <a:pt x="6047414" y="6503025"/>
                  <a:pt x="6053336" y="6494880"/>
                </a:cubicBezTo>
                <a:cubicBezTo>
                  <a:pt x="6054337" y="6493516"/>
                  <a:pt x="6055350" y="6492195"/>
                  <a:pt x="6056373" y="6490874"/>
                </a:cubicBezTo>
                <a:close/>
                <a:moveTo>
                  <a:pt x="6062819" y="6457200"/>
                </a:moveTo>
                <a:cubicBezTo>
                  <a:pt x="6065108" y="6457519"/>
                  <a:pt x="6066890" y="6460458"/>
                  <a:pt x="6063219" y="6464602"/>
                </a:cubicBezTo>
                <a:cubicBezTo>
                  <a:pt x="6062120" y="6465890"/>
                  <a:pt x="6061085" y="6467001"/>
                  <a:pt x="6060072" y="6468058"/>
                </a:cubicBezTo>
                <a:lnTo>
                  <a:pt x="6060072" y="6468003"/>
                </a:lnTo>
                <a:cubicBezTo>
                  <a:pt x="6059808" y="6467078"/>
                  <a:pt x="6059576" y="6466231"/>
                  <a:pt x="6059389" y="6465515"/>
                </a:cubicBezTo>
                <a:cubicBezTo>
                  <a:pt x="6057738" y="6459181"/>
                  <a:pt x="6060531" y="6456881"/>
                  <a:pt x="6062819" y="6457200"/>
                </a:cubicBezTo>
                <a:close/>
                <a:moveTo>
                  <a:pt x="6061400" y="6446950"/>
                </a:moveTo>
                <a:cubicBezTo>
                  <a:pt x="6058024" y="6447343"/>
                  <a:pt x="6054720" y="6448899"/>
                  <a:pt x="6052235" y="6451845"/>
                </a:cubicBezTo>
                <a:cubicBezTo>
                  <a:pt x="6046941" y="6458130"/>
                  <a:pt x="6048262" y="6464305"/>
                  <a:pt x="6049715" y="6469599"/>
                </a:cubicBezTo>
                <a:cubicBezTo>
                  <a:pt x="6050177" y="6471239"/>
                  <a:pt x="6050870" y="6473594"/>
                  <a:pt x="6051718" y="6476390"/>
                </a:cubicBezTo>
                <a:cubicBezTo>
                  <a:pt x="6048878" y="6479295"/>
                  <a:pt x="6045488" y="6482939"/>
                  <a:pt x="6040964" y="6488189"/>
                </a:cubicBezTo>
                <a:cubicBezTo>
                  <a:pt x="6029717" y="6501264"/>
                  <a:pt x="6032776" y="6518236"/>
                  <a:pt x="6044839" y="6521989"/>
                </a:cubicBezTo>
                <a:cubicBezTo>
                  <a:pt x="6052158" y="6524268"/>
                  <a:pt x="6059015" y="6520955"/>
                  <a:pt x="6064948" y="6515705"/>
                </a:cubicBezTo>
                <a:cubicBezTo>
                  <a:pt x="6065245" y="6516475"/>
                  <a:pt x="6065531" y="6517212"/>
                  <a:pt x="6065806" y="6517906"/>
                </a:cubicBezTo>
                <a:cubicBezTo>
                  <a:pt x="6068954" y="6525786"/>
                  <a:pt x="6078706" y="6523409"/>
                  <a:pt x="6074996" y="6513878"/>
                </a:cubicBezTo>
                <a:cubicBezTo>
                  <a:pt x="6074348" y="6512227"/>
                  <a:pt x="6073533" y="6510003"/>
                  <a:pt x="6072630" y="6507406"/>
                </a:cubicBezTo>
                <a:cubicBezTo>
                  <a:pt x="6074545" y="6504984"/>
                  <a:pt x="6076285" y="6502519"/>
                  <a:pt x="6077836" y="6500230"/>
                </a:cubicBezTo>
                <a:cubicBezTo>
                  <a:pt x="6085067" y="6489586"/>
                  <a:pt x="6078122" y="6483335"/>
                  <a:pt x="6070858" y="6489630"/>
                </a:cubicBezTo>
                <a:lnTo>
                  <a:pt x="6070858" y="6489608"/>
                </a:lnTo>
                <a:cubicBezTo>
                  <a:pt x="6069835" y="6490500"/>
                  <a:pt x="6068767" y="6491502"/>
                  <a:pt x="6067677" y="6492547"/>
                </a:cubicBezTo>
                <a:cubicBezTo>
                  <a:pt x="6066455" y="6488783"/>
                  <a:pt x="6065223" y="6484953"/>
                  <a:pt x="6064089" y="6481343"/>
                </a:cubicBezTo>
                <a:cubicBezTo>
                  <a:pt x="6067483" y="6477301"/>
                  <a:pt x="6070648" y="6473072"/>
                  <a:pt x="6073566" y="6468674"/>
                </a:cubicBezTo>
                <a:cubicBezTo>
                  <a:pt x="6082308" y="6455063"/>
                  <a:pt x="6071529" y="6445772"/>
                  <a:pt x="6061400" y="6446950"/>
                </a:cubicBezTo>
                <a:close/>
                <a:moveTo>
                  <a:pt x="6298319" y="6295519"/>
                </a:moveTo>
                <a:cubicBezTo>
                  <a:pt x="6295189" y="6293387"/>
                  <a:pt x="6288313" y="6294532"/>
                  <a:pt x="6275061" y="6300442"/>
                </a:cubicBezTo>
                <a:cubicBezTo>
                  <a:pt x="6268259" y="6303468"/>
                  <a:pt x="6262954" y="6300309"/>
                  <a:pt x="6254699" y="6317336"/>
                </a:cubicBezTo>
                <a:cubicBezTo>
                  <a:pt x="6228625" y="6370860"/>
                  <a:pt x="6208373" y="6414303"/>
                  <a:pt x="6184258" y="6476819"/>
                </a:cubicBezTo>
                <a:cubicBezTo>
                  <a:pt x="6184951" y="6425485"/>
                  <a:pt x="6194163" y="6384629"/>
                  <a:pt x="6199612" y="6334627"/>
                </a:cubicBezTo>
                <a:cubicBezTo>
                  <a:pt x="6200624" y="6325415"/>
                  <a:pt x="6202044" y="6312725"/>
                  <a:pt x="6201813" y="6303149"/>
                </a:cubicBezTo>
                <a:cubicBezTo>
                  <a:pt x="6201648" y="6295797"/>
                  <a:pt x="6194317" y="6294828"/>
                  <a:pt x="6179547" y="6302104"/>
                </a:cubicBezTo>
                <a:cubicBezTo>
                  <a:pt x="6171336" y="6306154"/>
                  <a:pt x="6161452" y="6305824"/>
                  <a:pt x="6157677" y="6315586"/>
                </a:cubicBezTo>
                <a:cubicBezTo>
                  <a:pt x="6141630" y="6357157"/>
                  <a:pt x="6104549" y="6472769"/>
                  <a:pt x="6087335" y="6538136"/>
                </a:cubicBezTo>
                <a:cubicBezTo>
                  <a:pt x="6083196" y="6553842"/>
                  <a:pt x="6098748" y="6556472"/>
                  <a:pt x="6103437" y="6540337"/>
                </a:cubicBezTo>
                <a:cubicBezTo>
                  <a:pt x="6114763" y="6501385"/>
                  <a:pt x="6140617" y="6415172"/>
                  <a:pt x="6156026" y="6370772"/>
                </a:cubicBezTo>
                <a:cubicBezTo>
                  <a:pt x="6154474" y="6411419"/>
                  <a:pt x="6143391" y="6475674"/>
                  <a:pt x="6148575" y="6509376"/>
                </a:cubicBezTo>
                <a:cubicBezTo>
                  <a:pt x="6150204" y="6519986"/>
                  <a:pt x="6160087" y="6524565"/>
                  <a:pt x="6165183" y="6533535"/>
                </a:cubicBezTo>
                <a:cubicBezTo>
                  <a:pt x="6168804" y="6539919"/>
                  <a:pt x="6174616" y="6540557"/>
                  <a:pt x="6177819" y="6531829"/>
                </a:cubicBezTo>
                <a:cubicBezTo>
                  <a:pt x="6192865" y="6490709"/>
                  <a:pt x="6222153" y="6418210"/>
                  <a:pt x="6250505" y="6360217"/>
                </a:cubicBezTo>
                <a:cubicBezTo>
                  <a:pt x="6245002" y="6385741"/>
                  <a:pt x="6223672" y="6494088"/>
                  <a:pt x="6217761" y="6537266"/>
                </a:cubicBezTo>
                <a:cubicBezTo>
                  <a:pt x="6216572" y="6545939"/>
                  <a:pt x="6227194" y="6546148"/>
                  <a:pt x="6236626" y="6559191"/>
                </a:cubicBezTo>
                <a:cubicBezTo>
                  <a:pt x="6238751" y="6562119"/>
                  <a:pt x="6246884" y="6565299"/>
                  <a:pt x="6248348" y="6557804"/>
                </a:cubicBezTo>
                <a:cubicBezTo>
                  <a:pt x="6253378" y="6531906"/>
                  <a:pt x="6286232" y="6363695"/>
                  <a:pt x="6299099" y="6310259"/>
                </a:cubicBezTo>
                <a:cubicBezTo>
                  <a:pt x="6300833" y="6303061"/>
                  <a:pt x="6301449" y="6297652"/>
                  <a:pt x="6298319" y="6295519"/>
                </a:cubicBezTo>
                <a:close/>
                <a:moveTo>
                  <a:pt x="6085651" y="6294014"/>
                </a:moveTo>
                <a:cubicBezTo>
                  <a:pt x="6080643" y="6292803"/>
                  <a:pt x="6066159" y="6300618"/>
                  <a:pt x="6057254" y="6302159"/>
                </a:cubicBezTo>
                <a:cubicBezTo>
                  <a:pt x="6054425" y="6302643"/>
                  <a:pt x="6051751" y="6305659"/>
                  <a:pt x="6050782" y="6307794"/>
                </a:cubicBezTo>
                <a:cubicBezTo>
                  <a:pt x="6036474" y="6340538"/>
                  <a:pt x="6023761" y="6371763"/>
                  <a:pt x="6012678" y="6400248"/>
                </a:cubicBezTo>
                <a:cubicBezTo>
                  <a:pt x="5998524" y="6402669"/>
                  <a:pt x="5981948" y="6405850"/>
                  <a:pt x="5963435" y="6410010"/>
                </a:cubicBezTo>
                <a:cubicBezTo>
                  <a:pt x="5976643" y="6375967"/>
                  <a:pt x="5990093" y="6342398"/>
                  <a:pt x="6003179" y="6310072"/>
                </a:cubicBezTo>
                <a:cubicBezTo>
                  <a:pt x="6009618" y="6294179"/>
                  <a:pt x="5992668" y="6292671"/>
                  <a:pt x="5986086" y="6308795"/>
                </a:cubicBezTo>
                <a:cubicBezTo>
                  <a:pt x="5977556" y="6329708"/>
                  <a:pt x="5961554" y="6368923"/>
                  <a:pt x="5943843" y="6414622"/>
                </a:cubicBezTo>
                <a:cubicBezTo>
                  <a:pt x="5930823" y="6417814"/>
                  <a:pt x="5917044" y="6421457"/>
                  <a:pt x="5902613" y="6425628"/>
                </a:cubicBezTo>
                <a:cubicBezTo>
                  <a:pt x="5892136" y="6428655"/>
                  <a:pt x="5891674" y="6431440"/>
                  <a:pt x="5896218" y="6437735"/>
                </a:cubicBezTo>
                <a:cubicBezTo>
                  <a:pt x="5898739" y="6441235"/>
                  <a:pt x="5903923" y="6440883"/>
                  <a:pt x="5906256" y="6443382"/>
                </a:cubicBezTo>
                <a:cubicBezTo>
                  <a:pt x="5912376" y="6449842"/>
                  <a:pt x="5916074" y="6457580"/>
                  <a:pt x="5927026" y="6458791"/>
                </a:cubicBezTo>
                <a:cubicBezTo>
                  <a:pt x="5917274" y="6484821"/>
                  <a:pt x="5907489" y="6511764"/>
                  <a:pt x="5898651" y="6537662"/>
                </a:cubicBezTo>
                <a:cubicBezTo>
                  <a:pt x="5893148" y="6553930"/>
                  <a:pt x="5908920" y="6557254"/>
                  <a:pt x="5914984" y="6540040"/>
                </a:cubicBezTo>
                <a:cubicBezTo>
                  <a:pt x="5924781" y="6512293"/>
                  <a:pt x="5935115" y="6484204"/>
                  <a:pt x="5945704" y="6456193"/>
                </a:cubicBezTo>
                <a:cubicBezTo>
                  <a:pt x="5954509" y="6454146"/>
                  <a:pt x="5975916" y="6449589"/>
                  <a:pt x="5995684" y="6445253"/>
                </a:cubicBezTo>
                <a:cubicBezTo>
                  <a:pt x="5980000" y="6488178"/>
                  <a:pt x="5969676" y="6520834"/>
                  <a:pt x="5965790" y="6536716"/>
                </a:cubicBezTo>
                <a:cubicBezTo>
                  <a:pt x="5965284" y="6538777"/>
                  <a:pt x="5965685" y="6540957"/>
                  <a:pt x="5966891" y="6542703"/>
                </a:cubicBezTo>
                <a:cubicBezTo>
                  <a:pt x="5972174" y="6550408"/>
                  <a:pt x="5977204" y="6550716"/>
                  <a:pt x="5984017" y="6560236"/>
                </a:cubicBezTo>
                <a:cubicBezTo>
                  <a:pt x="5985866" y="6562834"/>
                  <a:pt x="5992041" y="6564232"/>
                  <a:pt x="5994154" y="6557848"/>
                </a:cubicBezTo>
                <a:cubicBezTo>
                  <a:pt x="6008660" y="6513977"/>
                  <a:pt x="6023596" y="6472824"/>
                  <a:pt x="6037530" y="6435930"/>
                </a:cubicBezTo>
                <a:cubicBezTo>
                  <a:pt x="6043353" y="6434654"/>
                  <a:pt x="6053754" y="6432144"/>
                  <a:pt x="6060149" y="6422613"/>
                </a:cubicBezTo>
                <a:cubicBezTo>
                  <a:pt x="6071474" y="6405729"/>
                  <a:pt x="6074743" y="6409152"/>
                  <a:pt x="6077451" y="6404023"/>
                </a:cubicBezTo>
                <a:cubicBezTo>
                  <a:pt x="6080863" y="6397584"/>
                  <a:pt x="6078607" y="6391530"/>
                  <a:pt x="6066510" y="6393016"/>
                </a:cubicBezTo>
                <a:cubicBezTo>
                  <a:pt x="6066510" y="6393016"/>
                  <a:pt x="6061932" y="6393347"/>
                  <a:pt x="6053512" y="6394304"/>
                </a:cubicBezTo>
                <a:cubicBezTo>
                  <a:pt x="6066918" y="6359777"/>
                  <a:pt x="6078640" y="6330467"/>
                  <a:pt x="6087093" y="6308223"/>
                </a:cubicBezTo>
                <a:cubicBezTo>
                  <a:pt x="6089954" y="6300673"/>
                  <a:pt x="6090339" y="6295136"/>
                  <a:pt x="6085651" y="6294014"/>
                </a:cubicBezTo>
                <a:close/>
                <a:moveTo>
                  <a:pt x="0" y="0"/>
                </a:moveTo>
                <a:lnTo>
                  <a:pt x="12192000" y="0"/>
                </a:lnTo>
                <a:lnTo>
                  <a:pt x="12192000" y="6858000"/>
                </a:lnTo>
                <a:lnTo>
                  <a:pt x="0" y="6858000"/>
                </a:lnTo>
                <a:close/>
              </a:path>
            </a:pathLst>
          </a:custGeom>
          <a:solidFill>
            <a:schemeClr val="bg1">
              <a:lumMod val="95000"/>
            </a:schemeClr>
          </a:solidFill>
        </p:spPr>
        <p:txBody>
          <a:bodyPr wrap="square">
            <a:noAutofit/>
          </a:bodyPr>
          <a:lstStyle>
            <a:lvl1pPr marL="0" indent="0" algn="l">
              <a:buNone/>
              <a:defRPr sz="14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To insert a video, click on the surface and go to Insert &gt; Video</a:t>
            </a:r>
          </a:p>
          <a:p>
            <a:endParaRPr lang="en-GB"/>
          </a:p>
        </p:txBody>
      </p:sp>
      <p:sp>
        <p:nvSpPr>
          <p:cNvPr id="2" name="Title 1">
            <a:extLst>
              <a:ext uri="{FF2B5EF4-FFF2-40B4-BE49-F238E27FC236}">
                <a16:creationId xmlns:a16="http://schemas.microsoft.com/office/drawing/2014/main" id="{38405F82-510F-4BE7-8658-AD5878CDEE64}"/>
              </a:ext>
            </a:extLst>
          </p:cNvPr>
          <p:cNvSpPr>
            <a:spLocks noGrp="1"/>
          </p:cNvSpPr>
          <p:nvPr>
            <p:ph type="title" hasCustomPrompt="1"/>
          </p:nvPr>
        </p:nvSpPr>
        <p:spPr>
          <a:xfrm>
            <a:off x="1619250" y="2952535"/>
            <a:ext cx="8963025" cy="952930"/>
          </a:xfrm>
        </p:spPr>
        <p:txBody>
          <a:bodyPr anchor="ctr"/>
          <a:lstStyle>
            <a:lvl1pPr>
              <a:lnSpc>
                <a:spcPts val="8500"/>
              </a:lnSpc>
              <a:defRPr sz="7200"/>
            </a:lvl1pPr>
          </a:lstStyle>
          <a:p>
            <a:r>
              <a:rPr lang="en-GB"/>
              <a:t>Add headline</a:t>
            </a:r>
          </a:p>
        </p:txBody>
      </p:sp>
      <p:sp>
        <p:nvSpPr>
          <p:cNvPr id="10" name="Text Placeholder 10">
            <a:extLst>
              <a:ext uri="{FF2B5EF4-FFF2-40B4-BE49-F238E27FC236}">
                <a16:creationId xmlns:a16="http://schemas.microsoft.com/office/drawing/2014/main" id="{C3516AE9-D99F-99D4-9762-2902CE079F16}"/>
              </a:ext>
            </a:extLst>
          </p:cNvPr>
          <p:cNvSpPr>
            <a:spLocks noGrp="1"/>
          </p:cNvSpPr>
          <p:nvPr>
            <p:ph type="body" sz="quarter" idx="13" hasCustomPrompt="1"/>
          </p:nvPr>
        </p:nvSpPr>
        <p:spPr>
          <a:xfrm>
            <a:off x="1619250" y="288925"/>
            <a:ext cx="8963025" cy="211589"/>
          </a:xfrm>
        </p:spPr>
        <p:txBody>
          <a:bodyPr/>
          <a:lstStyle>
            <a:lvl1pPr marL="0" indent="0">
              <a:buNone/>
              <a:defRPr sz="1100"/>
            </a:lvl1pPr>
          </a:lstStyle>
          <a:p>
            <a:pPr lvl="0"/>
            <a:r>
              <a:rPr lang="en-GB"/>
              <a:t>Heading</a:t>
            </a:r>
          </a:p>
        </p:txBody>
      </p:sp>
    </p:spTree>
    <p:extLst>
      <p:ext uri="{BB962C8B-B14F-4D97-AF65-F5344CB8AC3E}">
        <p14:creationId xmlns:p14="http://schemas.microsoft.com/office/powerpoint/2010/main" val="41659082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ream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05F88-292B-4BDA-8A3A-AB28C38A9705}"/>
              </a:ext>
            </a:extLst>
          </p:cNvPr>
          <p:cNvSpPr>
            <a:spLocks noGrp="1"/>
          </p:cNvSpPr>
          <p:nvPr>
            <p:ph type="title" hasCustomPrompt="1"/>
          </p:nvPr>
        </p:nvSpPr>
        <p:spPr>
          <a:xfrm>
            <a:off x="1619250" y="2430461"/>
            <a:ext cx="8963025" cy="2039939"/>
          </a:xfrm>
        </p:spPr>
        <p:txBody>
          <a:bodyPr anchor="t"/>
          <a:lstStyle>
            <a:lvl1pPr>
              <a:defRPr sz="4500" cap="none" baseline="0">
                <a:latin typeface="+mn-lt"/>
              </a:defRPr>
            </a:lvl1pPr>
          </a:lstStyle>
          <a:p>
            <a:r>
              <a:rPr lang="en-GB"/>
              <a:t>Add preamble</a:t>
            </a:r>
          </a:p>
        </p:txBody>
      </p:sp>
      <p:sp>
        <p:nvSpPr>
          <p:cNvPr id="5" name="Footer Placeholder 4">
            <a:extLst>
              <a:ext uri="{FF2B5EF4-FFF2-40B4-BE49-F238E27FC236}">
                <a16:creationId xmlns:a16="http://schemas.microsoft.com/office/drawing/2014/main" id="{8AE1878B-04F3-45E5-B2CA-E879F3BCC36F}"/>
              </a:ext>
            </a:extLst>
          </p:cNvPr>
          <p:cNvSpPr>
            <a:spLocks noGrp="1"/>
          </p:cNvSpPr>
          <p:nvPr>
            <p:ph type="ftr" sz="quarter" idx="11"/>
          </p:nvPr>
        </p:nvSpPr>
        <p:spPr>
          <a:xfrm>
            <a:off x="4038600" y="-376237"/>
            <a:ext cx="4114800" cy="301625"/>
          </a:xfrm>
          <a:prstGeom prst="rect">
            <a:avLst/>
          </a:prstGeom>
        </p:spPr>
        <p:txBody>
          <a:bodyPr/>
          <a:lstStyle/>
          <a:p>
            <a:endParaRPr lang="en-GB"/>
          </a:p>
        </p:txBody>
      </p:sp>
      <p:sp>
        <p:nvSpPr>
          <p:cNvPr id="8" name="Text Placeholder 10">
            <a:extLst>
              <a:ext uri="{FF2B5EF4-FFF2-40B4-BE49-F238E27FC236}">
                <a16:creationId xmlns:a16="http://schemas.microsoft.com/office/drawing/2014/main" id="{9B38D9F1-298C-4CDB-6FD6-E21AAFF410CC}"/>
              </a:ext>
            </a:extLst>
          </p:cNvPr>
          <p:cNvSpPr>
            <a:spLocks noGrp="1"/>
          </p:cNvSpPr>
          <p:nvPr>
            <p:ph type="body" sz="quarter" idx="13" hasCustomPrompt="1"/>
          </p:nvPr>
        </p:nvSpPr>
        <p:spPr>
          <a:xfrm>
            <a:off x="1619250" y="288925"/>
            <a:ext cx="8963025" cy="211589"/>
          </a:xfrm>
        </p:spPr>
        <p:txBody>
          <a:bodyPr/>
          <a:lstStyle>
            <a:lvl1pPr marL="0" indent="0">
              <a:buNone/>
              <a:defRPr sz="1100"/>
            </a:lvl1pPr>
          </a:lstStyle>
          <a:p>
            <a:pPr lvl="0"/>
            <a:r>
              <a:rPr lang="en-GB"/>
              <a:t>Heading</a:t>
            </a:r>
          </a:p>
        </p:txBody>
      </p:sp>
    </p:spTree>
    <p:extLst>
      <p:ext uri="{BB962C8B-B14F-4D97-AF65-F5344CB8AC3E}">
        <p14:creationId xmlns:p14="http://schemas.microsoft.com/office/powerpoint/2010/main" val="40801902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Header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05F88-292B-4BDA-8A3A-AB28C38A9705}"/>
              </a:ext>
            </a:extLst>
          </p:cNvPr>
          <p:cNvSpPr>
            <a:spLocks noGrp="1"/>
          </p:cNvSpPr>
          <p:nvPr>
            <p:ph type="title" hasCustomPrompt="1"/>
          </p:nvPr>
        </p:nvSpPr>
        <p:spPr>
          <a:xfrm>
            <a:off x="1619250" y="812800"/>
            <a:ext cx="8963025" cy="765176"/>
          </a:xfrm>
        </p:spPr>
        <p:txBody>
          <a:bodyPr/>
          <a:lstStyle>
            <a:lvl1pPr>
              <a:defRPr/>
            </a:lvl1pPr>
          </a:lstStyle>
          <a:p>
            <a:r>
              <a:rPr lang="en-GB"/>
              <a:t>Add Headline</a:t>
            </a:r>
          </a:p>
        </p:txBody>
      </p:sp>
      <p:sp>
        <p:nvSpPr>
          <p:cNvPr id="3" name="Content Placeholder 2">
            <a:extLst>
              <a:ext uri="{FF2B5EF4-FFF2-40B4-BE49-F238E27FC236}">
                <a16:creationId xmlns:a16="http://schemas.microsoft.com/office/drawing/2014/main" id="{06C8DB62-8866-4ACD-98C2-6CDC5BCAF635}"/>
              </a:ext>
            </a:extLst>
          </p:cNvPr>
          <p:cNvSpPr>
            <a:spLocks noGrp="1"/>
          </p:cNvSpPr>
          <p:nvPr>
            <p:ph idx="1" hasCustomPrompt="1"/>
          </p:nvPr>
        </p:nvSpPr>
        <p:spPr/>
        <p:txBody>
          <a:bodyPr/>
          <a:lstStyle>
            <a:lvl1pPr>
              <a:defRPr/>
            </a:lvl1pPr>
          </a:lstStyle>
          <a:p>
            <a:pPr lvl="0"/>
            <a:r>
              <a:rPr lang="en-GB"/>
              <a:t>Write your text</a:t>
            </a:r>
          </a:p>
          <a:p>
            <a:pPr lvl="1"/>
            <a:r>
              <a:rPr lang="en-GB"/>
              <a:t>Second level</a:t>
            </a:r>
          </a:p>
          <a:p>
            <a:pPr lvl="2"/>
            <a:r>
              <a:rPr lang="en-GB"/>
              <a:t>Third level</a:t>
            </a:r>
          </a:p>
          <a:p>
            <a:pPr lvl="3"/>
            <a:r>
              <a:rPr lang="en-GB"/>
              <a:t>Fourth level</a:t>
            </a:r>
          </a:p>
          <a:p>
            <a:pPr lvl="4"/>
            <a:r>
              <a:rPr lang="en-GB"/>
              <a:t>Fifth level</a:t>
            </a:r>
          </a:p>
        </p:txBody>
      </p:sp>
      <p:sp>
        <p:nvSpPr>
          <p:cNvPr id="10" name="Text Placeholder 10">
            <a:extLst>
              <a:ext uri="{FF2B5EF4-FFF2-40B4-BE49-F238E27FC236}">
                <a16:creationId xmlns:a16="http://schemas.microsoft.com/office/drawing/2014/main" id="{8CBB90B6-B6E2-7A9A-7DD2-769C86618BB7}"/>
              </a:ext>
            </a:extLst>
          </p:cNvPr>
          <p:cNvSpPr>
            <a:spLocks noGrp="1"/>
          </p:cNvSpPr>
          <p:nvPr>
            <p:ph type="body" sz="quarter" idx="13" hasCustomPrompt="1"/>
          </p:nvPr>
        </p:nvSpPr>
        <p:spPr>
          <a:xfrm>
            <a:off x="1619250" y="288925"/>
            <a:ext cx="8963025" cy="211589"/>
          </a:xfrm>
        </p:spPr>
        <p:txBody>
          <a:bodyPr/>
          <a:lstStyle>
            <a:lvl1pPr marL="0" indent="0">
              <a:buNone/>
              <a:defRPr sz="1100"/>
            </a:lvl1pPr>
          </a:lstStyle>
          <a:p>
            <a:pPr lvl="0"/>
            <a:r>
              <a:rPr lang="en-GB"/>
              <a:t>Heading</a:t>
            </a:r>
          </a:p>
        </p:txBody>
      </p:sp>
    </p:spTree>
    <p:extLst>
      <p:ext uri="{BB962C8B-B14F-4D97-AF65-F5344CB8AC3E}">
        <p14:creationId xmlns:p14="http://schemas.microsoft.com/office/powerpoint/2010/main" val="33819996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Header &amp; Copy 1 ro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05F88-292B-4BDA-8A3A-AB28C38A9705}"/>
              </a:ext>
            </a:extLst>
          </p:cNvPr>
          <p:cNvSpPr>
            <a:spLocks noGrp="1"/>
          </p:cNvSpPr>
          <p:nvPr>
            <p:ph type="title" hasCustomPrompt="1"/>
          </p:nvPr>
        </p:nvSpPr>
        <p:spPr>
          <a:xfrm>
            <a:off x="1619250" y="2798335"/>
            <a:ext cx="8963025" cy="685068"/>
          </a:xfrm>
        </p:spPr>
        <p:txBody>
          <a:bodyPr/>
          <a:lstStyle>
            <a:lvl1pPr>
              <a:defRPr/>
            </a:lvl1pPr>
          </a:lstStyle>
          <a:p>
            <a:r>
              <a:rPr lang="en-GB"/>
              <a:t>Headline one row</a:t>
            </a:r>
          </a:p>
        </p:txBody>
      </p:sp>
      <p:sp>
        <p:nvSpPr>
          <p:cNvPr id="8" name="Text Placeholder 10">
            <a:extLst>
              <a:ext uri="{FF2B5EF4-FFF2-40B4-BE49-F238E27FC236}">
                <a16:creationId xmlns:a16="http://schemas.microsoft.com/office/drawing/2014/main" id="{A581FDC8-C8AC-290A-A28E-2DC2F32AFBA3}"/>
              </a:ext>
            </a:extLst>
          </p:cNvPr>
          <p:cNvSpPr>
            <a:spLocks noGrp="1"/>
          </p:cNvSpPr>
          <p:nvPr>
            <p:ph type="body" sz="quarter" idx="13" hasCustomPrompt="1"/>
          </p:nvPr>
        </p:nvSpPr>
        <p:spPr>
          <a:xfrm>
            <a:off x="1619250" y="288925"/>
            <a:ext cx="8963025" cy="211589"/>
          </a:xfrm>
        </p:spPr>
        <p:txBody>
          <a:bodyPr/>
          <a:lstStyle>
            <a:lvl1pPr marL="0" indent="0">
              <a:buNone/>
              <a:defRPr sz="1100"/>
            </a:lvl1pPr>
          </a:lstStyle>
          <a:p>
            <a:pPr lvl="0"/>
            <a:r>
              <a:rPr lang="en-GB"/>
              <a:t>Heading</a:t>
            </a:r>
          </a:p>
        </p:txBody>
      </p:sp>
      <p:sp>
        <p:nvSpPr>
          <p:cNvPr id="12" name="Text Placeholder 11">
            <a:extLst>
              <a:ext uri="{FF2B5EF4-FFF2-40B4-BE49-F238E27FC236}">
                <a16:creationId xmlns:a16="http://schemas.microsoft.com/office/drawing/2014/main" id="{45F5494F-0BAF-2DE5-EBBF-CFBEE06F97BC}"/>
              </a:ext>
            </a:extLst>
          </p:cNvPr>
          <p:cNvSpPr>
            <a:spLocks noGrp="1"/>
          </p:cNvSpPr>
          <p:nvPr>
            <p:ph type="body" sz="quarter" idx="14" hasCustomPrompt="1"/>
          </p:nvPr>
        </p:nvSpPr>
        <p:spPr>
          <a:xfrm>
            <a:off x="1619250" y="3644900"/>
            <a:ext cx="8963025" cy="444500"/>
          </a:xfrm>
        </p:spPr>
        <p:txBody>
          <a:bodyPr/>
          <a:lstStyle>
            <a:lvl1pPr marL="0" indent="0">
              <a:buNone/>
              <a:defRPr sz="2400"/>
            </a:lvl1pPr>
            <a:lvl2pPr marL="457200" indent="0">
              <a:buNone/>
              <a:defRPr/>
            </a:lvl2pPr>
            <a:lvl3pPr marL="914400" indent="0">
              <a:buNone/>
              <a:defRPr/>
            </a:lvl3pPr>
            <a:lvl4pPr marL="1371600" indent="0">
              <a:buNone/>
              <a:defRPr/>
            </a:lvl4pPr>
            <a:lvl5pPr marL="1828800" indent="0">
              <a:buNone/>
              <a:defRPr/>
            </a:lvl5pPr>
          </a:lstStyle>
          <a:p>
            <a:pPr lvl="0"/>
            <a:r>
              <a:rPr lang="en-GB" err="1"/>
              <a:t>Bodycopy</a:t>
            </a:r>
            <a:r>
              <a:rPr lang="en-GB"/>
              <a:t>, always one row</a:t>
            </a:r>
          </a:p>
        </p:txBody>
      </p:sp>
    </p:spTree>
    <p:extLst>
      <p:ext uri="{BB962C8B-B14F-4D97-AF65-F5344CB8AC3E}">
        <p14:creationId xmlns:p14="http://schemas.microsoft.com/office/powerpoint/2010/main" val="37680385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eader &amp; Copy 2 row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05F88-292B-4BDA-8A3A-AB28C38A9705}"/>
              </a:ext>
            </a:extLst>
          </p:cNvPr>
          <p:cNvSpPr>
            <a:spLocks noGrp="1"/>
          </p:cNvSpPr>
          <p:nvPr>
            <p:ph type="title" hasCustomPrompt="1"/>
          </p:nvPr>
        </p:nvSpPr>
        <p:spPr>
          <a:xfrm>
            <a:off x="1619250" y="2159000"/>
            <a:ext cx="8963025" cy="1286303"/>
          </a:xfrm>
        </p:spPr>
        <p:txBody>
          <a:bodyPr/>
          <a:lstStyle>
            <a:lvl1pPr>
              <a:defRPr/>
            </a:lvl1pPr>
          </a:lstStyle>
          <a:p>
            <a:r>
              <a:rPr lang="en-GB"/>
              <a:t>Headline, Always</a:t>
            </a:r>
            <a:br>
              <a:rPr lang="en-GB"/>
            </a:br>
            <a:r>
              <a:rPr lang="en-GB"/>
              <a:t>Use two Rows</a:t>
            </a:r>
          </a:p>
        </p:txBody>
      </p:sp>
      <p:sp>
        <p:nvSpPr>
          <p:cNvPr id="8" name="Text Placeholder 10">
            <a:extLst>
              <a:ext uri="{FF2B5EF4-FFF2-40B4-BE49-F238E27FC236}">
                <a16:creationId xmlns:a16="http://schemas.microsoft.com/office/drawing/2014/main" id="{A581FDC8-C8AC-290A-A28E-2DC2F32AFBA3}"/>
              </a:ext>
            </a:extLst>
          </p:cNvPr>
          <p:cNvSpPr>
            <a:spLocks noGrp="1"/>
          </p:cNvSpPr>
          <p:nvPr>
            <p:ph type="body" sz="quarter" idx="13" hasCustomPrompt="1"/>
          </p:nvPr>
        </p:nvSpPr>
        <p:spPr>
          <a:xfrm>
            <a:off x="1619250" y="288925"/>
            <a:ext cx="8963025" cy="211589"/>
          </a:xfrm>
        </p:spPr>
        <p:txBody>
          <a:bodyPr/>
          <a:lstStyle>
            <a:lvl1pPr marL="0" indent="0">
              <a:buNone/>
              <a:defRPr sz="1100"/>
            </a:lvl1pPr>
          </a:lstStyle>
          <a:p>
            <a:pPr lvl="0"/>
            <a:r>
              <a:rPr lang="en-GB"/>
              <a:t>Heading</a:t>
            </a:r>
          </a:p>
        </p:txBody>
      </p:sp>
      <p:sp>
        <p:nvSpPr>
          <p:cNvPr id="10" name="Text Placeholder 9">
            <a:extLst>
              <a:ext uri="{FF2B5EF4-FFF2-40B4-BE49-F238E27FC236}">
                <a16:creationId xmlns:a16="http://schemas.microsoft.com/office/drawing/2014/main" id="{304D84C5-F289-3979-4853-1717AB9665B8}"/>
              </a:ext>
            </a:extLst>
          </p:cNvPr>
          <p:cNvSpPr>
            <a:spLocks noGrp="1"/>
          </p:cNvSpPr>
          <p:nvPr>
            <p:ph type="body" sz="quarter" idx="14" hasCustomPrompt="1"/>
          </p:nvPr>
        </p:nvSpPr>
        <p:spPr>
          <a:xfrm>
            <a:off x="1619250" y="3683000"/>
            <a:ext cx="8963025" cy="1079500"/>
          </a:xfrm>
        </p:spPr>
        <p:txBody>
          <a:bodyPr/>
          <a:lstStyle>
            <a:lvl1pPr marL="0" indent="0">
              <a:buNone/>
              <a:defRPr sz="2400"/>
            </a:lvl1pPr>
          </a:lstStyle>
          <a:p>
            <a:pPr lvl="0"/>
            <a:r>
              <a:rPr lang="en-GB" err="1"/>
              <a:t>Bodycopy</a:t>
            </a:r>
            <a:r>
              <a:rPr lang="en-GB"/>
              <a:t> at least one row, max three rows.</a:t>
            </a:r>
          </a:p>
        </p:txBody>
      </p:sp>
    </p:spTree>
    <p:extLst>
      <p:ext uri="{BB962C8B-B14F-4D97-AF65-F5344CB8AC3E}">
        <p14:creationId xmlns:p14="http://schemas.microsoft.com/office/powerpoint/2010/main" val="27653755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old list">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C581B-DCF0-A931-DFFA-E9CE5241DBD2}"/>
              </a:ext>
            </a:extLst>
          </p:cNvPr>
          <p:cNvSpPr>
            <a:spLocks noGrp="1"/>
          </p:cNvSpPr>
          <p:nvPr>
            <p:ph type="title" hasCustomPrompt="1"/>
          </p:nvPr>
        </p:nvSpPr>
        <p:spPr>
          <a:xfrm>
            <a:off x="1619250" y="1125537"/>
            <a:ext cx="8963025" cy="4424363"/>
          </a:xfrm>
        </p:spPr>
        <p:txBody>
          <a:bodyPr anchor="t"/>
          <a:lstStyle>
            <a:lvl1pPr>
              <a:lnSpc>
                <a:spcPts val="7200"/>
              </a:lnSpc>
              <a:defRPr/>
            </a:lvl1pPr>
          </a:lstStyle>
          <a:p>
            <a:r>
              <a:rPr lang="en-GB"/>
              <a:t>Add List</a:t>
            </a:r>
            <a:br>
              <a:rPr lang="en-GB"/>
            </a:br>
            <a:r>
              <a:rPr lang="en-GB"/>
              <a:t>Add list</a:t>
            </a:r>
            <a:br>
              <a:rPr lang="en-GB"/>
            </a:br>
            <a:r>
              <a:rPr lang="en-GB"/>
              <a:t>Add list</a:t>
            </a:r>
            <a:br>
              <a:rPr lang="en-GB"/>
            </a:br>
            <a:r>
              <a:rPr lang="en-GB"/>
              <a:t>add list</a:t>
            </a:r>
            <a:br>
              <a:rPr lang="en-GB"/>
            </a:br>
            <a:r>
              <a:rPr lang="en-GB"/>
              <a:t>add list</a:t>
            </a:r>
          </a:p>
        </p:txBody>
      </p:sp>
      <p:sp>
        <p:nvSpPr>
          <p:cNvPr id="6" name="Text Placeholder 10">
            <a:extLst>
              <a:ext uri="{FF2B5EF4-FFF2-40B4-BE49-F238E27FC236}">
                <a16:creationId xmlns:a16="http://schemas.microsoft.com/office/drawing/2014/main" id="{938BF88F-B5E5-F648-1E2F-059F9DAF0747}"/>
              </a:ext>
            </a:extLst>
          </p:cNvPr>
          <p:cNvSpPr>
            <a:spLocks noGrp="1"/>
          </p:cNvSpPr>
          <p:nvPr>
            <p:ph type="body" sz="quarter" idx="13" hasCustomPrompt="1"/>
          </p:nvPr>
        </p:nvSpPr>
        <p:spPr>
          <a:xfrm>
            <a:off x="1619250" y="288925"/>
            <a:ext cx="8963025" cy="211589"/>
          </a:xfrm>
        </p:spPr>
        <p:txBody>
          <a:bodyPr/>
          <a:lstStyle>
            <a:lvl1pPr marL="0" indent="0">
              <a:buNone/>
              <a:defRPr sz="1100"/>
            </a:lvl1pPr>
          </a:lstStyle>
          <a:p>
            <a:pPr lvl="0"/>
            <a:r>
              <a:rPr lang="en-GB"/>
              <a:t>Heading</a:t>
            </a:r>
          </a:p>
        </p:txBody>
      </p:sp>
      <p:sp>
        <p:nvSpPr>
          <p:cNvPr id="4" name="textruta 5">
            <a:extLst>
              <a:ext uri="{FF2B5EF4-FFF2-40B4-BE49-F238E27FC236}">
                <a16:creationId xmlns:a16="http://schemas.microsoft.com/office/drawing/2014/main" id="{087B4BE1-A539-177F-5DDF-D882BCBD98FE}"/>
              </a:ext>
            </a:extLst>
          </p:cNvPr>
          <p:cNvSpPr txBox="1"/>
          <p:nvPr userDrawn="1"/>
        </p:nvSpPr>
        <p:spPr>
          <a:xfrm>
            <a:off x="0" y="-363264"/>
            <a:ext cx="12192000" cy="246221"/>
          </a:xfrm>
          <a:prstGeom prst="rect">
            <a:avLst/>
          </a:prstGeom>
          <a:solidFill>
            <a:schemeClr val="bg1"/>
          </a:solidFill>
          <a:effectLst>
            <a:outerShdw blurRad="50800" dist="38100" dir="2700000" algn="tl" rotWithShape="0">
              <a:prstClr val="black">
                <a:alpha val="40000"/>
              </a:prstClr>
            </a:outerShdw>
          </a:effectLst>
        </p:spPr>
        <p:txBody>
          <a:bodyPr wrap="square" rtlCol="0" anchor="b" anchorCtr="0">
            <a:spAutoFit/>
          </a:bodyPr>
          <a:lstStyle/>
          <a:p>
            <a:r>
              <a:rPr lang="en-GB" sz="1000">
                <a:solidFill>
                  <a:schemeClr val="tx1"/>
                </a:solidFill>
                <a:latin typeface="+mn-lt"/>
              </a:rPr>
              <a:t>To change background </a:t>
            </a:r>
            <a:r>
              <a:rPr lang="en-GB" sz="1000" baseline="0">
                <a:solidFill>
                  <a:schemeClr val="tx1"/>
                </a:solidFill>
                <a:latin typeface="+mn-lt"/>
              </a:rPr>
              <a:t>– </a:t>
            </a:r>
            <a:r>
              <a:rPr lang="en-GB" sz="1000">
                <a:solidFill>
                  <a:schemeClr val="tx1"/>
                </a:solidFill>
                <a:latin typeface="+mn-lt"/>
              </a:rPr>
              <a:t>Right click on empty space. Select Format Background / Solid fill for background colour and choose desired colour from the colour palette.</a:t>
            </a:r>
          </a:p>
        </p:txBody>
      </p:sp>
    </p:spTree>
    <p:extLst>
      <p:ext uri="{BB962C8B-B14F-4D97-AF65-F5344CB8AC3E}">
        <p14:creationId xmlns:p14="http://schemas.microsoft.com/office/powerpoint/2010/main" val="2125085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eader and Copy w.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F00EE-4725-4622-9963-4E973FCDDF6E}"/>
              </a:ext>
            </a:extLst>
          </p:cNvPr>
          <p:cNvSpPr>
            <a:spLocks noGrp="1"/>
          </p:cNvSpPr>
          <p:nvPr>
            <p:ph type="title" hasCustomPrompt="1"/>
          </p:nvPr>
        </p:nvSpPr>
        <p:spPr>
          <a:xfrm>
            <a:off x="406400" y="2184400"/>
            <a:ext cx="5270499" cy="1283859"/>
          </a:xfrm>
        </p:spPr>
        <p:txBody>
          <a:bodyPr/>
          <a:lstStyle/>
          <a:p>
            <a:r>
              <a:rPr lang="en-GB"/>
              <a:t>Headline</a:t>
            </a:r>
            <a:br>
              <a:rPr lang="en-GB"/>
            </a:br>
            <a:r>
              <a:rPr lang="en-GB"/>
              <a:t>Max Two Rows</a:t>
            </a:r>
          </a:p>
        </p:txBody>
      </p:sp>
      <p:sp>
        <p:nvSpPr>
          <p:cNvPr id="4" name="Content Placeholder 3">
            <a:extLst>
              <a:ext uri="{FF2B5EF4-FFF2-40B4-BE49-F238E27FC236}">
                <a16:creationId xmlns:a16="http://schemas.microsoft.com/office/drawing/2014/main" id="{59C714C6-A2AB-4A85-B898-3F3C0B053E7B}"/>
              </a:ext>
            </a:extLst>
          </p:cNvPr>
          <p:cNvSpPr>
            <a:spLocks noGrp="1"/>
          </p:cNvSpPr>
          <p:nvPr>
            <p:ph sz="half" idx="2" hasCustomPrompt="1"/>
          </p:nvPr>
        </p:nvSpPr>
        <p:spPr>
          <a:xfrm>
            <a:off x="6705600" y="1266824"/>
            <a:ext cx="4886324" cy="4324350"/>
          </a:xfrm>
        </p:spPr>
        <p:txBody>
          <a:bodyPr/>
          <a:lstStyle>
            <a:lvl1pPr>
              <a:defRPr/>
            </a:lvl1pPr>
          </a:lstStyle>
          <a:p>
            <a:pPr lvl="0"/>
            <a:r>
              <a:rPr lang="en-GB"/>
              <a:t>Write your text</a:t>
            </a:r>
          </a:p>
          <a:p>
            <a:pPr lvl="1"/>
            <a:r>
              <a:rPr lang="en-GB"/>
              <a:t>Second level</a:t>
            </a:r>
          </a:p>
          <a:p>
            <a:pPr lvl="2"/>
            <a:r>
              <a:rPr lang="en-GB"/>
              <a:t>Third level</a:t>
            </a:r>
          </a:p>
          <a:p>
            <a:pPr lvl="3"/>
            <a:r>
              <a:rPr lang="en-GB"/>
              <a:t>Fourth level</a:t>
            </a:r>
          </a:p>
          <a:p>
            <a:pPr lvl="4"/>
            <a:r>
              <a:rPr lang="en-GB"/>
              <a:t>Fifth level</a:t>
            </a:r>
          </a:p>
        </p:txBody>
      </p:sp>
      <p:sp>
        <p:nvSpPr>
          <p:cNvPr id="9" name="Text Placeholder 9">
            <a:extLst>
              <a:ext uri="{FF2B5EF4-FFF2-40B4-BE49-F238E27FC236}">
                <a16:creationId xmlns:a16="http://schemas.microsoft.com/office/drawing/2014/main" id="{6505B052-0A1A-FC02-A294-BF13A07FBC85}"/>
              </a:ext>
            </a:extLst>
          </p:cNvPr>
          <p:cNvSpPr>
            <a:spLocks noGrp="1"/>
          </p:cNvSpPr>
          <p:nvPr>
            <p:ph type="body" sz="quarter" idx="14" hasCustomPrompt="1"/>
          </p:nvPr>
        </p:nvSpPr>
        <p:spPr>
          <a:xfrm>
            <a:off x="406401" y="3683000"/>
            <a:ext cx="5270500" cy="1079500"/>
          </a:xfrm>
        </p:spPr>
        <p:txBody>
          <a:bodyPr/>
          <a:lstStyle>
            <a:lvl1pPr marL="0" indent="0">
              <a:buNone/>
              <a:defRPr sz="2400"/>
            </a:lvl1pPr>
          </a:lstStyle>
          <a:p>
            <a:pPr lvl="0"/>
            <a:r>
              <a:rPr lang="en-GB" err="1"/>
              <a:t>Bodycopy</a:t>
            </a:r>
            <a:r>
              <a:rPr lang="en-GB"/>
              <a:t> at least one row, max three rows.</a:t>
            </a:r>
          </a:p>
        </p:txBody>
      </p:sp>
      <p:sp>
        <p:nvSpPr>
          <p:cNvPr id="10" name="Text Placeholder 10">
            <a:extLst>
              <a:ext uri="{FF2B5EF4-FFF2-40B4-BE49-F238E27FC236}">
                <a16:creationId xmlns:a16="http://schemas.microsoft.com/office/drawing/2014/main" id="{9AFA4185-CFEE-8917-74C1-141F4148C126}"/>
              </a:ext>
            </a:extLst>
          </p:cNvPr>
          <p:cNvSpPr>
            <a:spLocks noGrp="1"/>
          </p:cNvSpPr>
          <p:nvPr>
            <p:ph type="body" sz="quarter" idx="13" hasCustomPrompt="1"/>
          </p:nvPr>
        </p:nvSpPr>
        <p:spPr>
          <a:xfrm>
            <a:off x="1619250" y="288925"/>
            <a:ext cx="8963025" cy="211589"/>
          </a:xfrm>
        </p:spPr>
        <p:txBody>
          <a:bodyPr/>
          <a:lstStyle>
            <a:lvl1pPr marL="0" indent="0">
              <a:buNone/>
              <a:defRPr sz="1100"/>
            </a:lvl1pPr>
          </a:lstStyle>
          <a:p>
            <a:pPr lvl="0"/>
            <a:r>
              <a:rPr lang="en-GB"/>
              <a:t>Heading</a:t>
            </a:r>
          </a:p>
        </p:txBody>
      </p:sp>
    </p:spTree>
    <p:extLst>
      <p:ext uri="{BB962C8B-B14F-4D97-AF65-F5344CB8AC3E}">
        <p14:creationId xmlns:p14="http://schemas.microsoft.com/office/powerpoint/2010/main" val="33710968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Images w. Headers">
    <p:bg>
      <p:bgPr>
        <a:solidFill>
          <a:schemeClr val="bg1"/>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48BA1BB1-99EC-5021-AD13-E57B33E1B9B4}"/>
              </a:ext>
            </a:extLst>
          </p:cNvPr>
          <p:cNvSpPr>
            <a:spLocks noGrp="1"/>
          </p:cNvSpPr>
          <p:nvPr>
            <p:ph type="pic" idx="1" hasCustomPrompt="1"/>
          </p:nvPr>
        </p:nvSpPr>
        <p:spPr>
          <a:xfrm>
            <a:off x="-2722" y="0"/>
            <a:ext cx="6096000" cy="6856352"/>
          </a:xfrm>
          <a:custGeom>
            <a:avLst/>
            <a:gdLst>
              <a:gd name="connsiteX0" fmla="*/ 6059095 w 6096000"/>
              <a:gd name="connsiteY0" fmla="*/ 6490874 h 6856352"/>
              <a:gd name="connsiteX1" fmla="*/ 6062199 w 6096000"/>
              <a:gd name="connsiteY1" fmla="*/ 6500197 h 6856352"/>
              <a:gd name="connsiteX2" fmla="*/ 6058050 w 6096000"/>
              <a:gd name="connsiteY2" fmla="*/ 6503245 h 6856352"/>
              <a:gd name="connsiteX3" fmla="*/ 6058050 w 6096000"/>
              <a:gd name="connsiteY3" fmla="*/ 6503223 h 6856352"/>
              <a:gd name="connsiteX4" fmla="*/ 6056058 w 6096000"/>
              <a:gd name="connsiteY4" fmla="*/ 6494880 h 6856352"/>
              <a:gd name="connsiteX5" fmla="*/ 6059095 w 6096000"/>
              <a:gd name="connsiteY5" fmla="*/ 6490874 h 6856352"/>
              <a:gd name="connsiteX6" fmla="*/ 6065541 w 6096000"/>
              <a:gd name="connsiteY6" fmla="*/ 6457200 h 6856352"/>
              <a:gd name="connsiteX7" fmla="*/ 6065941 w 6096000"/>
              <a:gd name="connsiteY7" fmla="*/ 6464602 h 6856352"/>
              <a:gd name="connsiteX8" fmla="*/ 6062794 w 6096000"/>
              <a:gd name="connsiteY8" fmla="*/ 6468058 h 6856352"/>
              <a:gd name="connsiteX9" fmla="*/ 6062794 w 6096000"/>
              <a:gd name="connsiteY9" fmla="*/ 6468003 h 6856352"/>
              <a:gd name="connsiteX10" fmla="*/ 6062111 w 6096000"/>
              <a:gd name="connsiteY10" fmla="*/ 6465515 h 6856352"/>
              <a:gd name="connsiteX11" fmla="*/ 6065541 w 6096000"/>
              <a:gd name="connsiteY11" fmla="*/ 6457200 h 6856352"/>
              <a:gd name="connsiteX12" fmla="*/ 6064122 w 6096000"/>
              <a:gd name="connsiteY12" fmla="*/ 6446950 h 6856352"/>
              <a:gd name="connsiteX13" fmla="*/ 6054957 w 6096000"/>
              <a:gd name="connsiteY13" fmla="*/ 6451845 h 6856352"/>
              <a:gd name="connsiteX14" fmla="*/ 6052437 w 6096000"/>
              <a:gd name="connsiteY14" fmla="*/ 6469599 h 6856352"/>
              <a:gd name="connsiteX15" fmla="*/ 6054440 w 6096000"/>
              <a:gd name="connsiteY15" fmla="*/ 6476390 h 6856352"/>
              <a:gd name="connsiteX16" fmla="*/ 6043686 w 6096000"/>
              <a:gd name="connsiteY16" fmla="*/ 6488189 h 6856352"/>
              <a:gd name="connsiteX17" fmla="*/ 6047561 w 6096000"/>
              <a:gd name="connsiteY17" fmla="*/ 6521989 h 6856352"/>
              <a:gd name="connsiteX18" fmla="*/ 6067670 w 6096000"/>
              <a:gd name="connsiteY18" fmla="*/ 6515705 h 6856352"/>
              <a:gd name="connsiteX19" fmla="*/ 6068528 w 6096000"/>
              <a:gd name="connsiteY19" fmla="*/ 6517906 h 6856352"/>
              <a:gd name="connsiteX20" fmla="*/ 6077718 w 6096000"/>
              <a:gd name="connsiteY20" fmla="*/ 6513878 h 6856352"/>
              <a:gd name="connsiteX21" fmla="*/ 6075352 w 6096000"/>
              <a:gd name="connsiteY21" fmla="*/ 6507406 h 6856352"/>
              <a:gd name="connsiteX22" fmla="*/ 6080558 w 6096000"/>
              <a:gd name="connsiteY22" fmla="*/ 6500230 h 6856352"/>
              <a:gd name="connsiteX23" fmla="*/ 6073580 w 6096000"/>
              <a:gd name="connsiteY23" fmla="*/ 6489630 h 6856352"/>
              <a:gd name="connsiteX24" fmla="*/ 6073580 w 6096000"/>
              <a:gd name="connsiteY24" fmla="*/ 6489608 h 6856352"/>
              <a:gd name="connsiteX25" fmla="*/ 6070399 w 6096000"/>
              <a:gd name="connsiteY25" fmla="*/ 6492547 h 6856352"/>
              <a:gd name="connsiteX26" fmla="*/ 6066811 w 6096000"/>
              <a:gd name="connsiteY26" fmla="*/ 6481343 h 6856352"/>
              <a:gd name="connsiteX27" fmla="*/ 6076288 w 6096000"/>
              <a:gd name="connsiteY27" fmla="*/ 6468674 h 6856352"/>
              <a:gd name="connsiteX28" fmla="*/ 6064122 w 6096000"/>
              <a:gd name="connsiteY28" fmla="*/ 6446950 h 6856352"/>
              <a:gd name="connsiteX29" fmla="*/ 6088373 w 6096000"/>
              <a:gd name="connsiteY29" fmla="*/ 6294014 h 6856352"/>
              <a:gd name="connsiteX30" fmla="*/ 6059976 w 6096000"/>
              <a:gd name="connsiteY30" fmla="*/ 6302159 h 6856352"/>
              <a:gd name="connsiteX31" fmla="*/ 6053504 w 6096000"/>
              <a:gd name="connsiteY31" fmla="*/ 6307794 h 6856352"/>
              <a:gd name="connsiteX32" fmla="*/ 6015400 w 6096000"/>
              <a:gd name="connsiteY32" fmla="*/ 6400248 h 6856352"/>
              <a:gd name="connsiteX33" fmla="*/ 5966157 w 6096000"/>
              <a:gd name="connsiteY33" fmla="*/ 6410010 h 6856352"/>
              <a:gd name="connsiteX34" fmla="*/ 6005901 w 6096000"/>
              <a:gd name="connsiteY34" fmla="*/ 6310072 h 6856352"/>
              <a:gd name="connsiteX35" fmla="*/ 5988808 w 6096000"/>
              <a:gd name="connsiteY35" fmla="*/ 6308795 h 6856352"/>
              <a:gd name="connsiteX36" fmla="*/ 5946565 w 6096000"/>
              <a:gd name="connsiteY36" fmla="*/ 6414622 h 6856352"/>
              <a:gd name="connsiteX37" fmla="*/ 5905335 w 6096000"/>
              <a:gd name="connsiteY37" fmla="*/ 6425628 h 6856352"/>
              <a:gd name="connsiteX38" fmla="*/ 5898940 w 6096000"/>
              <a:gd name="connsiteY38" fmla="*/ 6437735 h 6856352"/>
              <a:gd name="connsiteX39" fmla="*/ 5908978 w 6096000"/>
              <a:gd name="connsiteY39" fmla="*/ 6443382 h 6856352"/>
              <a:gd name="connsiteX40" fmla="*/ 5929748 w 6096000"/>
              <a:gd name="connsiteY40" fmla="*/ 6458791 h 6856352"/>
              <a:gd name="connsiteX41" fmla="*/ 5901373 w 6096000"/>
              <a:gd name="connsiteY41" fmla="*/ 6537662 h 6856352"/>
              <a:gd name="connsiteX42" fmla="*/ 5917706 w 6096000"/>
              <a:gd name="connsiteY42" fmla="*/ 6540040 h 6856352"/>
              <a:gd name="connsiteX43" fmla="*/ 5948426 w 6096000"/>
              <a:gd name="connsiteY43" fmla="*/ 6456193 h 6856352"/>
              <a:gd name="connsiteX44" fmla="*/ 5998406 w 6096000"/>
              <a:gd name="connsiteY44" fmla="*/ 6445253 h 6856352"/>
              <a:gd name="connsiteX45" fmla="*/ 5968512 w 6096000"/>
              <a:gd name="connsiteY45" fmla="*/ 6536716 h 6856352"/>
              <a:gd name="connsiteX46" fmla="*/ 5969613 w 6096000"/>
              <a:gd name="connsiteY46" fmla="*/ 6542703 h 6856352"/>
              <a:gd name="connsiteX47" fmla="*/ 5986739 w 6096000"/>
              <a:gd name="connsiteY47" fmla="*/ 6560236 h 6856352"/>
              <a:gd name="connsiteX48" fmla="*/ 5996876 w 6096000"/>
              <a:gd name="connsiteY48" fmla="*/ 6557848 h 6856352"/>
              <a:gd name="connsiteX49" fmla="*/ 6040252 w 6096000"/>
              <a:gd name="connsiteY49" fmla="*/ 6435930 h 6856352"/>
              <a:gd name="connsiteX50" fmla="*/ 6062871 w 6096000"/>
              <a:gd name="connsiteY50" fmla="*/ 6422613 h 6856352"/>
              <a:gd name="connsiteX51" fmla="*/ 6080173 w 6096000"/>
              <a:gd name="connsiteY51" fmla="*/ 6404023 h 6856352"/>
              <a:gd name="connsiteX52" fmla="*/ 6069232 w 6096000"/>
              <a:gd name="connsiteY52" fmla="*/ 6393016 h 6856352"/>
              <a:gd name="connsiteX53" fmla="*/ 6056234 w 6096000"/>
              <a:gd name="connsiteY53" fmla="*/ 6394304 h 6856352"/>
              <a:gd name="connsiteX54" fmla="*/ 6089815 w 6096000"/>
              <a:gd name="connsiteY54" fmla="*/ 6308223 h 6856352"/>
              <a:gd name="connsiteX55" fmla="*/ 6088373 w 6096000"/>
              <a:gd name="connsiteY55" fmla="*/ 6294014 h 6856352"/>
              <a:gd name="connsiteX56" fmla="*/ 0 w 6096000"/>
              <a:gd name="connsiteY56" fmla="*/ 0 h 6856352"/>
              <a:gd name="connsiteX57" fmla="*/ 6096000 w 6096000"/>
              <a:gd name="connsiteY57" fmla="*/ 0 h 6856352"/>
              <a:gd name="connsiteX58" fmla="*/ 6096000 w 6096000"/>
              <a:gd name="connsiteY58" fmla="*/ 6517144 h 6856352"/>
              <a:gd name="connsiteX59" fmla="*/ 6090057 w 6096000"/>
              <a:gd name="connsiteY59" fmla="*/ 6538136 h 6856352"/>
              <a:gd name="connsiteX60" fmla="*/ 6094798 w 6096000"/>
              <a:gd name="connsiteY60" fmla="*/ 6551177 h 6856352"/>
              <a:gd name="connsiteX61" fmla="*/ 6096000 w 6096000"/>
              <a:gd name="connsiteY61" fmla="*/ 6550030 h 6856352"/>
              <a:gd name="connsiteX62" fmla="*/ 6096000 w 6096000"/>
              <a:gd name="connsiteY62" fmla="*/ 6856352 h 6856352"/>
              <a:gd name="connsiteX63" fmla="*/ 0 w 6096000"/>
              <a:gd name="connsiteY63" fmla="*/ 6856352 h 6856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96000" h="6856352">
                <a:moveTo>
                  <a:pt x="6059095" y="6490874"/>
                </a:moveTo>
                <a:cubicBezTo>
                  <a:pt x="6060097" y="6493956"/>
                  <a:pt x="6061143" y="6497115"/>
                  <a:pt x="6062199" y="6500197"/>
                </a:cubicBezTo>
                <a:cubicBezTo>
                  <a:pt x="6060892" y="6501312"/>
                  <a:pt x="6059505" y="6502331"/>
                  <a:pt x="6058050" y="6503245"/>
                </a:cubicBezTo>
                <a:lnTo>
                  <a:pt x="6058050" y="6503223"/>
                </a:lnTo>
                <a:cubicBezTo>
                  <a:pt x="6053647" y="6505920"/>
                  <a:pt x="6050136" y="6503025"/>
                  <a:pt x="6056058" y="6494880"/>
                </a:cubicBezTo>
                <a:cubicBezTo>
                  <a:pt x="6057059" y="6493516"/>
                  <a:pt x="6058072" y="6492195"/>
                  <a:pt x="6059095" y="6490874"/>
                </a:cubicBezTo>
                <a:close/>
                <a:moveTo>
                  <a:pt x="6065541" y="6457200"/>
                </a:moveTo>
                <a:cubicBezTo>
                  <a:pt x="6067829" y="6457519"/>
                  <a:pt x="6069612" y="6460458"/>
                  <a:pt x="6065941" y="6464602"/>
                </a:cubicBezTo>
                <a:cubicBezTo>
                  <a:pt x="6064841" y="6465890"/>
                  <a:pt x="6063806" y="6467001"/>
                  <a:pt x="6062794" y="6468058"/>
                </a:cubicBezTo>
                <a:lnTo>
                  <a:pt x="6062794" y="6468003"/>
                </a:lnTo>
                <a:cubicBezTo>
                  <a:pt x="6062529" y="6467078"/>
                  <a:pt x="6062298" y="6466231"/>
                  <a:pt x="6062111" y="6465515"/>
                </a:cubicBezTo>
                <a:cubicBezTo>
                  <a:pt x="6060460" y="6459181"/>
                  <a:pt x="6063253" y="6456881"/>
                  <a:pt x="6065541" y="6457200"/>
                </a:cubicBezTo>
                <a:close/>
                <a:moveTo>
                  <a:pt x="6064122" y="6446950"/>
                </a:moveTo>
                <a:cubicBezTo>
                  <a:pt x="6060746" y="6447343"/>
                  <a:pt x="6057442" y="6448899"/>
                  <a:pt x="6054957" y="6451845"/>
                </a:cubicBezTo>
                <a:cubicBezTo>
                  <a:pt x="6049663" y="6458130"/>
                  <a:pt x="6050984" y="6464305"/>
                  <a:pt x="6052437" y="6469599"/>
                </a:cubicBezTo>
                <a:cubicBezTo>
                  <a:pt x="6052899" y="6471239"/>
                  <a:pt x="6053592" y="6473594"/>
                  <a:pt x="6054440" y="6476390"/>
                </a:cubicBezTo>
                <a:cubicBezTo>
                  <a:pt x="6051600" y="6479295"/>
                  <a:pt x="6048210" y="6482939"/>
                  <a:pt x="6043686" y="6488189"/>
                </a:cubicBezTo>
                <a:cubicBezTo>
                  <a:pt x="6032438" y="6501264"/>
                  <a:pt x="6035498" y="6518236"/>
                  <a:pt x="6047561" y="6521989"/>
                </a:cubicBezTo>
                <a:cubicBezTo>
                  <a:pt x="6054880" y="6524268"/>
                  <a:pt x="6061737" y="6520955"/>
                  <a:pt x="6067670" y="6515705"/>
                </a:cubicBezTo>
                <a:cubicBezTo>
                  <a:pt x="6067967" y="6516475"/>
                  <a:pt x="6068253" y="6517212"/>
                  <a:pt x="6068528" y="6517906"/>
                </a:cubicBezTo>
                <a:cubicBezTo>
                  <a:pt x="6071676" y="6525786"/>
                  <a:pt x="6081428" y="6523409"/>
                  <a:pt x="6077718" y="6513878"/>
                </a:cubicBezTo>
                <a:cubicBezTo>
                  <a:pt x="6077069" y="6512227"/>
                  <a:pt x="6076255" y="6510003"/>
                  <a:pt x="6075352" y="6507406"/>
                </a:cubicBezTo>
                <a:cubicBezTo>
                  <a:pt x="6077267" y="6504984"/>
                  <a:pt x="6079006" y="6502519"/>
                  <a:pt x="6080558" y="6500230"/>
                </a:cubicBezTo>
                <a:cubicBezTo>
                  <a:pt x="6087789" y="6489586"/>
                  <a:pt x="6080844" y="6483335"/>
                  <a:pt x="6073580" y="6489630"/>
                </a:cubicBezTo>
                <a:lnTo>
                  <a:pt x="6073580" y="6489608"/>
                </a:lnTo>
                <a:cubicBezTo>
                  <a:pt x="6072556" y="6490500"/>
                  <a:pt x="6071489" y="6491502"/>
                  <a:pt x="6070399" y="6492547"/>
                </a:cubicBezTo>
                <a:cubicBezTo>
                  <a:pt x="6069177" y="6488783"/>
                  <a:pt x="6067945" y="6484953"/>
                  <a:pt x="6066811" y="6481343"/>
                </a:cubicBezTo>
                <a:cubicBezTo>
                  <a:pt x="6070205" y="6477301"/>
                  <a:pt x="6073370" y="6473072"/>
                  <a:pt x="6076288" y="6468674"/>
                </a:cubicBezTo>
                <a:cubicBezTo>
                  <a:pt x="6085029" y="6455062"/>
                  <a:pt x="6074251" y="6445772"/>
                  <a:pt x="6064122" y="6446950"/>
                </a:cubicBezTo>
                <a:close/>
                <a:moveTo>
                  <a:pt x="6088373" y="6294014"/>
                </a:moveTo>
                <a:cubicBezTo>
                  <a:pt x="6083365" y="6292803"/>
                  <a:pt x="6068880" y="6300618"/>
                  <a:pt x="6059976" y="6302159"/>
                </a:cubicBezTo>
                <a:cubicBezTo>
                  <a:pt x="6057147" y="6302643"/>
                  <a:pt x="6054473" y="6305659"/>
                  <a:pt x="6053504" y="6307794"/>
                </a:cubicBezTo>
                <a:cubicBezTo>
                  <a:pt x="6039196" y="6340538"/>
                  <a:pt x="6026483" y="6371763"/>
                  <a:pt x="6015400" y="6400248"/>
                </a:cubicBezTo>
                <a:cubicBezTo>
                  <a:pt x="6001246" y="6402669"/>
                  <a:pt x="5984670" y="6405850"/>
                  <a:pt x="5966157" y="6410010"/>
                </a:cubicBezTo>
                <a:cubicBezTo>
                  <a:pt x="5979365" y="6375967"/>
                  <a:pt x="5992815" y="6342398"/>
                  <a:pt x="6005901" y="6310072"/>
                </a:cubicBezTo>
                <a:cubicBezTo>
                  <a:pt x="6012340" y="6294179"/>
                  <a:pt x="5995390" y="6292671"/>
                  <a:pt x="5988808" y="6308795"/>
                </a:cubicBezTo>
                <a:cubicBezTo>
                  <a:pt x="5980278" y="6329708"/>
                  <a:pt x="5964275" y="6368923"/>
                  <a:pt x="5946565" y="6414622"/>
                </a:cubicBezTo>
                <a:cubicBezTo>
                  <a:pt x="5933545" y="6417814"/>
                  <a:pt x="5919765" y="6421457"/>
                  <a:pt x="5905335" y="6425628"/>
                </a:cubicBezTo>
                <a:cubicBezTo>
                  <a:pt x="5894857" y="6428655"/>
                  <a:pt x="5894395" y="6431440"/>
                  <a:pt x="5898940" y="6437735"/>
                </a:cubicBezTo>
                <a:cubicBezTo>
                  <a:pt x="5901461" y="6441235"/>
                  <a:pt x="5906645" y="6440883"/>
                  <a:pt x="5908978" y="6443382"/>
                </a:cubicBezTo>
                <a:cubicBezTo>
                  <a:pt x="5915098" y="6449842"/>
                  <a:pt x="5918796" y="6457580"/>
                  <a:pt x="5929748" y="6458791"/>
                </a:cubicBezTo>
                <a:cubicBezTo>
                  <a:pt x="5919996" y="6484821"/>
                  <a:pt x="5910211" y="6511764"/>
                  <a:pt x="5901373" y="6537662"/>
                </a:cubicBezTo>
                <a:cubicBezTo>
                  <a:pt x="5895870" y="6553930"/>
                  <a:pt x="5911642" y="6557254"/>
                  <a:pt x="5917706" y="6540040"/>
                </a:cubicBezTo>
                <a:cubicBezTo>
                  <a:pt x="5927502" y="6512293"/>
                  <a:pt x="5937837" y="6484204"/>
                  <a:pt x="5948426" y="6456193"/>
                </a:cubicBezTo>
                <a:cubicBezTo>
                  <a:pt x="5957231" y="6454146"/>
                  <a:pt x="5978638" y="6449589"/>
                  <a:pt x="5998406" y="6445253"/>
                </a:cubicBezTo>
                <a:cubicBezTo>
                  <a:pt x="5982722" y="6488178"/>
                  <a:pt x="5972398" y="6520834"/>
                  <a:pt x="5968512" y="6536716"/>
                </a:cubicBezTo>
                <a:cubicBezTo>
                  <a:pt x="5968006" y="6538777"/>
                  <a:pt x="5968407" y="6540957"/>
                  <a:pt x="5969613" y="6542703"/>
                </a:cubicBezTo>
                <a:cubicBezTo>
                  <a:pt x="5974896" y="6550408"/>
                  <a:pt x="5979926" y="6550716"/>
                  <a:pt x="5986739" y="6560236"/>
                </a:cubicBezTo>
                <a:cubicBezTo>
                  <a:pt x="5988588" y="6562834"/>
                  <a:pt x="5994763" y="6564232"/>
                  <a:pt x="5996876" y="6557848"/>
                </a:cubicBezTo>
                <a:cubicBezTo>
                  <a:pt x="6011382" y="6513977"/>
                  <a:pt x="6026318" y="6472824"/>
                  <a:pt x="6040252" y="6435930"/>
                </a:cubicBezTo>
                <a:cubicBezTo>
                  <a:pt x="6046075" y="6434654"/>
                  <a:pt x="6056476" y="6432144"/>
                  <a:pt x="6062871" y="6422613"/>
                </a:cubicBezTo>
                <a:cubicBezTo>
                  <a:pt x="6074196" y="6405729"/>
                  <a:pt x="6077465" y="6409152"/>
                  <a:pt x="6080173" y="6404023"/>
                </a:cubicBezTo>
                <a:cubicBezTo>
                  <a:pt x="6083585" y="6397584"/>
                  <a:pt x="6081329" y="6391530"/>
                  <a:pt x="6069232" y="6393016"/>
                </a:cubicBezTo>
                <a:cubicBezTo>
                  <a:pt x="6069232" y="6393016"/>
                  <a:pt x="6064654" y="6393347"/>
                  <a:pt x="6056234" y="6394304"/>
                </a:cubicBezTo>
                <a:cubicBezTo>
                  <a:pt x="6069640" y="6359777"/>
                  <a:pt x="6081362" y="6330467"/>
                  <a:pt x="6089815" y="6308223"/>
                </a:cubicBezTo>
                <a:cubicBezTo>
                  <a:pt x="6092676" y="6300673"/>
                  <a:pt x="6093061" y="6295136"/>
                  <a:pt x="6088373" y="6294014"/>
                </a:cubicBezTo>
                <a:close/>
                <a:moveTo>
                  <a:pt x="0" y="0"/>
                </a:moveTo>
                <a:lnTo>
                  <a:pt x="6096000" y="0"/>
                </a:lnTo>
                <a:lnTo>
                  <a:pt x="6096000" y="6517144"/>
                </a:lnTo>
                <a:lnTo>
                  <a:pt x="6090057" y="6538136"/>
                </a:lnTo>
                <a:cubicBezTo>
                  <a:pt x="6087988" y="6545989"/>
                  <a:pt x="6090841" y="6550573"/>
                  <a:pt x="6094798" y="6551177"/>
                </a:cubicBezTo>
                <a:lnTo>
                  <a:pt x="6096000" y="6550030"/>
                </a:lnTo>
                <a:lnTo>
                  <a:pt x="6096000" y="6856352"/>
                </a:lnTo>
                <a:lnTo>
                  <a:pt x="0" y="6856352"/>
                </a:lnTo>
                <a:close/>
              </a:path>
            </a:pathLst>
          </a:custGeom>
          <a:solidFill>
            <a:schemeClr val="tx1">
              <a:lumMod val="95000"/>
            </a:schemeClr>
          </a:solidFill>
        </p:spPr>
        <p:txBody>
          <a:bodyPr wrap="square">
            <a:noAutofit/>
          </a:bodyPr>
          <a:lstStyle>
            <a:lvl1pPr marL="0" indent="0" algn="l">
              <a:buNone/>
              <a:defRPr sz="16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To insert a picture, click on the surface and go to Insert&gt;Picture</a:t>
            </a:r>
          </a:p>
          <a:p>
            <a:endParaRPr lang="en-GB"/>
          </a:p>
        </p:txBody>
      </p:sp>
      <p:sp>
        <p:nvSpPr>
          <p:cNvPr id="14" name="Picture Placeholder 13">
            <a:extLst>
              <a:ext uri="{FF2B5EF4-FFF2-40B4-BE49-F238E27FC236}">
                <a16:creationId xmlns:a16="http://schemas.microsoft.com/office/drawing/2014/main" id="{7FC581E8-D3C1-6336-9063-811437CC7CC7}"/>
              </a:ext>
            </a:extLst>
          </p:cNvPr>
          <p:cNvSpPr>
            <a:spLocks noGrp="1"/>
          </p:cNvSpPr>
          <p:nvPr>
            <p:ph type="pic" idx="13" hasCustomPrompt="1"/>
          </p:nvPr>
        </p:nvSpPr>
        <p:spPr>
          <a:xfrm>
            <a:off x="6096000" y="1648"/>
            <a:ext cx="6096000" cy="6856352"/>
          </a:xfrm>
          <a:custGeom>
            <a:avLst/>
            <a:gdLst>
              <a:gd name="connsiteX0" fmla="*/ 0 w 6096000"/>
              <a:gd name="connsiteY0" fmla="*/ 0 h 6856352"/>
              <a:gd name="connsiteX1" fmla="*/ 6096000 w 6096000"/>
              <a:gd name="connsiteY1" fmla="*/ 0 h 6856352"/>
              <a:gd name="connsiteX2" fmla="*/ 6096000 w 6096000"/>
              <a:gd name="connsiteY2" fmla="*/ 6856352 h 6856352"/>
              <a:gd name="connsiteX3" fmla="*/ 0 w 6096000"/>
              <a:gd name="connsiteY3" fmla="*/ 6856352 h 6856352"/>
              <a:gd name="connsiteX4" fmla="*/ 0 w 6096000"/>
              <a:gd name="connsiteY4" fmla="*/ 6545785 h 6856352"/>
              <a:gd name="connsiteX5" fmla="*/ 7437 w 6096000"/>
              <a:gd name="connsiteY5" fmla="*/ 6538689 h 6856352"/>
              <a:gd name="connsiteX6" fmla="*/ 60026 w 6096000"/>
              <a:gd name="connsiteY6" fmla="*/ 6369124 h 6856352"/>
              <a:gd name="connsiteX7" fmla="*/ 52575 w 6096000"/>
              <a:gd name="connsiteY7" fmla="*/ 6507728 h 6856352"/>
              <a:gd name="connsiteX8" fmla="*/ 69183 w 6096000"/>
              <a:gd name="connsiteY8" fmla="*/ 6531887 h 6856352"/>
              <a:gd name="connsiteX9" fmla="*/ 81819 w 6096000"/>
              <a:gd name="connsiteY9" fmla="*/ 6530181 h 6856352"/>
              <a:gd name="connsiteX10" fmla="*/ 154505 w 6096000"/>
              <a:gd name="connsiteY10" fmla="*/ 6358569 h 6856352"/>
              <a:gd name="connsiteX11" fmla="*/ 121761 w 6096000"/>
              <a:gd name="connsiteY11" fmla="*/ 6535618 h 6856352"/>
              <a:gd name="connsiteX12" fmla="*/ 140626 w 6096000"/>
              <a:gd name="connsiteY12" fmla="*/ 6557543 h 6856352"/>
              <a:gd name="connsiteX13" fmla="*/ 152348 w 6096000"/>
              <a:gd name="connsiteY13" fmla="*/ 6556156 h 6856352"/>
              <a:gd name="connsiteX14" fmla="*/ 203099 w 6096000"/>
              <a:gd name="connsiteY14" fmla="*/ 6308611 h 6856352"/>
              <a:gd name="connsiteX15" fmla="*/ 179061 w 6096000"/>
              <a:gd name="connsiteY15" fmla="*/ 6298794 h 6856352"/>
              <a:gd name="connsiteX16" fmla="*/ 158699 w 6096000"/>
              <a:gd name="connsiteY16" fmla="*/ 6315688 h 6856352"/>
              <a:gd name="connsiteX17" fmla="*/ 88258 w 6096000"/>
              <a:gd name="connsiteY17" fmla="*/ 6475171 h 6856352"/>
              <a:gd name="connsiteX18" fmla="*/ 103612 w 6096000"/>
              <a:gd name="connsiteY18" fmla="*/ 6332979 h 6856352"/>
              <a:gd name="connsiteX19" fmla="*/ 105813 w 6096000"/>
              <a:gd name="connsiteY19" fmla="*/ 6301501 h 6856352"/>
              <a:gd name="connsiteX20" fmla="*/ 83547 w 6096000"/>
              <a:gd name="connsiteY20" fmla="*/ 6300456 h 6856352"/>
              <a:gd name="connsiteX21" fmla="*/ 61677 w 6096000"/>
              <a:gd name="connsiteY21" fmla="*/ 6313938 h 6856352"/>
              <a:gd name="connsiteX22" fmla="*/ 7332 w 6096000"/>
              <a:gd name="connsiteY22" fmla="*/ 6479984 h 6856352"/>
              <a:gd name="connsiteX23" fmla="*/ 0 w 6096000"/>
              <a:gd name="connsiteY23" fmla="*/ 6505881 h 6856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96000" h="6856352">
                <a:moveTo>
                  <a:pt x="0" y="0"/>
                </a:moveTo>
                <a:lnTo>
                  <a:pt x="6096000" y="0"/>
                </a:lnTo>
                <a:lnTo>
                  <a:pt x="6096000" y="6856352"/>
                </a:lnTo>
                <a:lnTo>
                  <a:pt x="0" y="6856352"/>
                </a:lnTo>
                <a:lnTo>
                  <a:pt x="0" y="6545785"/>
                </a:lnTo>
                <a:lnTo>
                  <a:pt x="7437" y="6538689"/>
                </a:lnTo>
                <a:cubicBezTo>
                  <a:pt x="18763" y="6499737"/>
                  <a:pt x="44617" y="6413524"/>
                  <a:pt x="60026" y="6369124"/>
                </a:cubicBezTo>
                <a:cubicBezTo>
                  <a:pt x="58474" y="6409771"/>
                  <a:pt x="47391" y="6474026"/>
                  <a:pt x="52575" y="6507728"/>
                </a:cubicBezTo>
                <a:cubicBezTo>
                  <a:pt x="54204" y="6518338"/>
                  <a:pt x="64087" y="6522917"/>
                  <a:pt x="69183" y="6531887"/>
                </a:cubicBezTo>
                <a:cubicBezTo>
                  <a:pt x="72804" y="6538271"/>
                  <a:pt x="78616" y="6538909"/>
                  <a:pt x="81819" y="6530181"/>
                </a:cubicBezTo>
                <a:cubicBezTo>
                  <a:pt x="96865" y="6489061"/>
                  <a:pt x="126153" y="6416562"/>
                  <a:pt x="154505" y="6358569"/>
                </a:cubicBezTo>
                <a:cubicBezTo>
                  <a:pt x="149002" y="6384093"/>
                  <a:pt x="127672" y="6492440"/>
                  <a:pt x="121761" y="6535618"/>
                </a:cubicBezTo>
                <a:cubicBezTo>
                  <a:pt x="120572" y="6544291"/>
                  <a:pt x="131194" y="6544500"/>
                  <a:pt x="140626" y="6557543"/>
                </a:cubicBezTo>
                <a:cubicBezTo>
                  <a:pt x="142751" y="6560471"/>
                  <a:pt x="150884" y="6563651"/>
                  <a:pt x="152348" y="6556156"/>
                </a:cubicBezTo>
                <a:cubicBezTo>
                  <a:pt x="157378" y="6530258"/>
                  <a:pt x="190232" y="6362047"/>
                  <a:pt x="203099" y="6308611"/>
                </a:cubicBezTo>
                <a:cubicBezTo>
                  <a:pt x="206566" y="6294215"/>
                  <a:pt x="205564" y="6286973"/>
                  <a:pt x="179061" y="6298794"/>
                </a:cubicBezTo>
                <a:cubicBezTo>
                  <a:pt x="172259" y="6301820"/>
                  <a:pt x="166954" y="6298661"/>
                  <a:pt x="158699" y="6315688"/>
                </a:cubicBezTo>
                <a:cubicBezTo>
                  <a:pt x="132625" y="6369212"/>
                  <a:pt x="112373" y="6412655"/>
                  <a:pt x="88258" y="6475171"/>
                </a:cubicBezTo>
                <a:cubicBezTo>
                  <a:pt x="88951" y="6423837"/>
                  <a:pt x="98163" y="6382981"/>
                  <a:pt x="103612" y="6332979"/>
                </a:cubicBezTo>
                <a:cubicBezTo>
                  <a:pt x="104624" y="6323767"/>
                  <a:pt x="106044" y="6311077"/>
                  <a:pt x="105813" y="6301501"/>
                </a:cubicBezTo>
                <a:cubicBezTo>
                  <a:pt x="105648" y="6294149"/>
                  <a:pt x="98317" y="6293180"/>
                  <a:pt x="83547" y="6300456"/>
                </a:cubicBezTo>
                <a:cubicBezTo>
                  <a:pt x="75336" y="6304506"/>
                  <a:pt x="65452" y="6304176"/>
                  <a:pt x="61677" y="6313938"/>
                </a:cubicBezTo>
                <a:cubicBezTo>
                  <a:pt x="49642" y="6345116"/>
                  <a:pt x="25775" y="6417943"/>
                  <a:pt x="7332" y="6479984"/>
                </a:cubicBezTo>
                <a:lnTo>
                  <a:pt x="0" y="6505881"/>
                </a:lnTo>
                <a:close/>
              </a:path>
            </a:pathLst>
          </a:custGeom>
          <a:solidFill>
            <a:schemeClr val="tx1">
              <a:lumMod val="85000"/>
            </a:schemeClr>
          </a:solidFill>
        </p:spPr>
        <p:txBody>
          <a:bodyPr wrap="square">
            <a:noAutofit/>
          </a:bodyPr>
          <a:lstStyle>
            <a:lvl1pPr marL="0" indent="0" algn="l">
              <a:buNone/>
              <a:defRPr sz="16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To insert a picture, click on the surface and go to Insert&gt;Picture</a:t>
            </a:r>
          </a:p>
          <a:p>
            <a:endParaRPr lang="en-GB"/>
          </a:p>
        </p:txBody>
      </p:sp>
      <p:sp>
        <p:nvSpPr>
          <p:cNvPr id="2" name="Title 1">
            <a:extLst>
              <a:ext uri="{FF2B5EF4-FFF2-40B4-BE49-F238E27FC236}">
                <a16:creationId xmlns:a16="http://schemas.microsoft.com/office/drawing/2014/main" id="{011D665D-C67D-434A-B580-5AE8DC224D7E}"/>
              </a:ext>
            </a:extLst>
          </p:cNvPr>
          <p:cNvSpPr>
            <a:spLocks noGrp="1"/>
          </p:cNvSpPr>
          <p:nvPr>
            <p:ph type="title" hasCustomPrompt="1"/>
          </p:nvPr>
        </p:nvSpPr>
        <p:spPr>
          <a:xfrm>
            <a:off x="406400" y="2943224"/>
            <a:ext cx="5270500" cy="1181101"/>
          </a:xfrm>
        </p:spPr>
        <p:txBody>
          <a:bodyPr anchor="ctr"/>
          <a:lstStyle>
            <a:lvl1pPr>
              <a:defRPr sz="4500">
                <a:solidFill>
                  <a:schemeClr val="bg1"/>
                </a:solidFill>
              </a:defRPr>
            </a:lvl1pPr>
          </a:lstStyle>
          <a:p>
            <a:r>
              <a:rPr lang="en-GB"/>
              <a:t>Headline </a:t>
            </a:r>
            <a:br>
              <a:rPr lang="en-GB"/>
            </a:br>
            <a:r>
              <a:rPr lang="en-GB"/>
              <a:t>Max Two Rows</a:t>
            </a:r>
          </a:p>
        </p:txBody>
      </p:sp>
      <p:sp>
        <p:nvSpPr>
          <p:cNvPr id="12" name="Text Placeholder 11">
            <a:extLst>
              <a:ext uri="{FF2B5EF4-FFF2-40B4-BE49-F238E27FC236}">
                <a16:creationId xmlns:a16="http://schemas.microsoft.com/office/drawing/2014/main" id="{ED4F4197-5395-1F48-B187-6DEC4EAF625C}"/>
              </a:ext>
            </a:extLst>
          </p:cNvPr>
          <p:cNvSpPr>
            <a:spLocks noGrp="1"/>
          </p:cNvSpPr>
          <p:nvPr>
            <p:ph type="body" sz="quarter" idx="14" hasCustomPrompt="1"/>
          </p:nvPr>
        </p:nvSpPr>
        <p:spPr>
          <a:xfrm>
            <a:off x="6502400" y="2943225"/>
            <a:ext cx="5270499" cy="1181101"/>
          </a:xfrm>
        </p:spPr>
        <p:txBody>
          <a:bodyPr/>
          <a:lstStyle>
            <a:lvl1pPr marL="0" indent="0">
              <a:buNone/>
              <a:defRPr sz="4500" cap="all" baseline="0">
                <a:solidFill>
                  <a:schemeClr val="bg1"/>
                </a:solidFill>
                <a:latin typeface="+mj-lt"/>
              </a:defRPr>
            </a:lvl1pPr>
          </a:lstStyle>
          <a:p>
            <a:pPr lvl="0"/>
            <a:r>
              <a:rPr lang="en-GB"/>
              <a:t>HEADLINE </a:t>
            </a:r>
            <a:br>
              <a:rPr lang="en-GB"/>
            </a:br>
            <a:r>
              <a:rPr lang="en-GB"/>
              <a:t>MAX TWO ROWS</a:t>
            </a:r>
          </a:p>
        </p:txBody>
      </p:sp>
      <p:sp>
        <p:nvSpPr>
          <p:cNvPr id="11" name="Text Placeholder 10">
            <a:extLst>
              <a:ext uri="{FF2B5EF4-FFF2-40B4-BE49-F238E27FC236}">
                <a16:creationId xmlns:a16="http://schemas.microsoft.com/office/drawing/2014/main" id="{CBCF717E-1394-3751-114E-D8F727A0CD35}"/>
              </a:ext>
            </a:extLst>
          </p:cNvPr>
          <p:cNvSpPr>
            <a:spLocks noGrp="1"/>
          </p:cNvSpPr>
          <p:nvPr>
            <p:ph type="body" sz="quarter" idx="15" hasCustomPrompt="1"/>
          </p:nvPr>
        </p:nvSpPr>
        <p:spPr>
          <a:xfrm>
            <a:off x="1619250" y="288925"/>
            <a:ext cx="8963025" cy="211589"/>
          </a:xfrm>
        </p:spPr>
        <p:txBody>
          <a:bodyPr/>
          <a:lstStyle>
            <a:lvl1pPr marL="0" indent="0">
              <a:buNone/>
              <a:defRPr sz="1100">
                <a:solidFill>
                  <a:schemeClr val="bg1"/>
                </a:solidFill>
              </a:defRPr>
            </a:lvl1pPr>
          </a:lstStyle>
          <a:p>
            <a:pPr lvl="0"/>
            <a:r>
              <a:rPr lang="en-GB"/>
              <a:t>Heading</a:t>
            </a:r>
          </a:p>
        </p:txBody>
      </p:sp>
    </p:spTree>
    <p:extLst>
      <p:ext uri="{BB962C8B-B14F-4D97-AF65-F5344CB8AC3E}">
        <p14:creationId xmlns:p14="http://schemas.microsoft.com/office/powerpoint/2010/main" val="429783560"/>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Image w. Header -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D665D-C67D-434A-B580-5AE8DC224D7E}"/>
              </a:ext>
            </a:extLst>
          </p:cNvPr>
          <p:cNvSpPr>
            <a:spLocks noGrp="1"/>
          </p:cNvSpPr>
          <p:nvPr>
            <p:ph type="title" hasCustomPrompt="1"/>
          </p:nvPr>
        </p:nvSpPr>
        <p:spPr>
          <a:xfrm>
            <a:off x="406400" y="2628076"/>
            <a:ext cx="5270500" cy="1600200"/>
          </a:xfrm>
        </p:spPr>
        <p:txBody>
          <a:bodyPr anchor="ctr"/>
          <a:lstStyle>
            <a:lvl1pPr>
              <a:defRPr sz="4500"/>
            </a:lvl1pPr>
          </a:lstStyle>
          <a:p>
            <a:r>
              <a:rPr lang="en-GB"/>
              <a:t>Headline</a:t>
            </a:r>
            <a:br>
              <a:rPr lang="en-GB"/>
            </a:br>
            <a:r>
              <a:rPr lang="en-GB"/>
              <a:t>Max Two Rows</a:t>
            </a:r>
          </a:p>
        </p:txBody>
      </p:sp>
      <p:sp>
        <p:nvSpPr>
          <p:cNvPr id="3" name="Picture Placeholder 2">
            <a:extLst>
              <a:ext uri="{FF2B5EF4-FFF2-40B4-BE49-F238E27FC236}">
                <a16:creationId xmlns:a16="http://schemas.microsoft.com/office/drawing/2014/main" id="{6E8412E8-364C-437E-8079-7FD0BEB46FCA}"/>
              </a:ext>
            </a:extLst>
          </p:cNvPr>
          <p:cNvSpPr>
            <a:spLocks noGrp="1"/>
          </p:cNvSpPr>
          <p:nvPr>
            <p:ph type="pic" idx="1" hasCustomPrompt="1"/>
          </p:nvPr>
        </p:nvSpPr>
        <p:spPr>
          <a:xfrm>
            <a:off x="6096000" y="0"/>
            <a:ext cx="6096000" cy="6856352"/>
          </a:xfrm>
          <a:solidFill>
            <a:schemeClr val="bg1">
              <a:lumMod val="95000"/>
            </a:schemeClr>
          </a:solidFill>
        </p:spPr>
        <p:txBody>
          <a:bodyPr/>
          <a:lstStyle>
            <a:lvl1pPr marL="0" indent="0" algn="l">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To insert a picture, click on the surface and go to Insert&gt;Picture</a:t>
            </a:r>
          </a:p>
        </p:txBody>
      </p:sp>
      <p:sp>
        <p:nvSpPr>
          <p:cNvPr id="11" name="Graphic 6">
            <a:extLst>
              <a:ext uri="{FF2B5EF4-FFF2-40B4-BE49-F238E27FC236}">
                <a16:creationId xmlns:a16="http://schemas.microsoft.com/office/drawing/2014/main" id="{4B82025B-6D0B-FCB8-AC6E-1A369A13CDCD}"/>
              </a:ext>
            </a:extLst>
          </p:cNvPr>
          <p:cNvSpPr/>
          <p:nvPr userDrawn="1"/>
        </p:nvSpPr>
        <p:spPr>
          <a:xfrm>
            <a:off x="2838124" y="6294141"/>
            <a:ext cx="407052" cy="268547"/>
          </a:xfrm>
          <a:custGeom>
            <a:avLst/>
            <a:gdLst>
              <a:gd name="connsiteX0" fmla="*/ 381465 w 407052"/>
              <a:gd name="connsiteY0" fmla="*/ 6301 h 268547"/>
              <a:gd name="connsiteX1" fmla="*/ 361103 w 407052"/>
              <a:gd name="connsiteY1" fmla="*/ 23195 h 268547"/>
              <a:gd name="connsiteX2" fmla="*/ 290662 w 407052"/>
              <a:gd name="connsiteY2" fmla="*/ 182678 h 268547"/>
              <a:gd name="connsiteX3" fmla="*/ 306016 w 407052"/>
              <a:gd name="connsiteY3" fmla="*/ 40486 h 268547"/>
              <a:gd name="connsiteX4" fmla="*/ 308217 w 407052"/>
              <a:gd name="connsiteY4" fmla="*/ 9008 h 268547"/>
              <a:gd name="connsiteX5" fmla="*/ 285951 w 407052"/>
              <a:gd name="connsiteY5" fmla="*/ 7963 h 268547"/>
              <a:gd name="connsiteX6" fmla="*/ 264081 w 407052"/>
              <a:gd name="connsiteY6" fmla="*/ 21445 h 268547"/>
              <a:gd name="connsiteX7" fmla="*/ 193739 w 407052"/>
              <a:gd name="connsiteY7" fmla="*/ 243995 h 268547"/>
              <a:gd name="connsiteX8" fmla="*/ 209841 w 407052"/>
              <a:gd name="connsiteY8" fmla="*/ 246196 h 268547"/>
              <a:gd name="connsiteX9" fmla="*/ 262430 w 407052"/>
              <a:gd name="connsiteY9" fmla="*/ 76631 h 268547"/>
              <a:gd name="connsiteX10" fmla="*/ 254979 w 407052"/>
              <a:gd name="connsiteY10" fmla="*/ 215235 h 268547"/>
              <a:gd name="connsiteX11" fmla="*/ 271587 w 407052"/>
              <a:gd name="connsiteY11" fmla="*/ 239394 h 268547"/>
              <a:gd name="connsiteX12" fmla="*/ 284223 w 407052"/>
              <a:gd name="connsiteY12" fmla="*/ 237688 h 268547"/>
              <a:gd name="connsiteX13" fmla="*/ 356909 w 407052"/>
              <a:gd name="connsiteY13" fmla="*/ 66076 h 268547"/>
              <a:gd name="connsiteX14" fmla="*/ 324165 w 407052"/>
              <a:gd name="connsiteY14" fmla="*/ 243125 h 268547"/>
              <a:gd name="connsiteX15" fmla="*/ 343030 w 407052"/>
              <a:gd name="connsiteY15" fmla="*/ 265050 h 268547"/>
              <a:gd name="connsiteX16" fmla="*/ 354752 w 407052"/>
              <a:gd name="connsiteY16" fmla="*/ 263663 h 268547"/>
              <a:gd name="connsiteX17" fmla="*/ 405503 w 407052"/>
              <a:gd name="connsiteY17" fmla="*/ 16118 h 268547"/>
              <a:gd name="connsiteX18" fmla="*/ 381465 w 407052"/>
              <a:gd name="connsiteY18" fmla="*/ 6301 h 268547"/>
              <a:gd name="connsiteX19" fmla="*/ 166553 w 407052"/>
              <a:gd name="connsiteY19" fmla="*/ 128472 h 268547"/>
              <a:gd name="connsiteX20" fmla="*/ 183855 w 407052"/>
              <a:gd name="connsiteY20" fmla="*/ 109882 h 268547"/>
              <a:gd name="connsiteX21" fmla="*/ 172914 w 407052"/>
              <a:gd name="connsiteY21" fmla="*/ 98875 h 268547"/>
              <a:gd name="connsiteX22" fmla="*/ 159916 w 407052"/>
              <a:gd name="connsiteY22" fmla="*/ 100163 h 268547"/>
              <a:gd name="connsiteX23" fmla="*/ 193497 w 407052"/>
              <a:gd name="connsiteY23" fmla="*/ 14082 h 268547"/>
              <a:gd name="connsiteX24" fmla="*/ 192055 w 407052"/>
              <a:gd name="connsiteY24" fmla="*/ -127 h 268547"/>
              <a:gd name="connsiteX25" fmla="*/ 163658 w 407052"/>
              <a:gd name="connsiteY25" fmla="*/ 8018 h 268547"/>
              <a:gd name="connsiteX26" fmla="*/ 157186 w 407052"/>
              <a:gd name="connsiteY26" fmla="*/ 13653 h 268547"/>
              <a:gd name="connsiteX27" fmla="*/ 119082 w 407052"/>
              <a:gd name="connsiteY27" fmla="*/ 106107 h 268547"/>
              <a:gd name="connsiteX28" fmla="*/ 69839 w 407052"/>
              <a:gd name="connsiteY28" fmla="*/ 115869 h 268547"/>
              <a:gd name="connsiteX29" fmla="*/ 109583 w 407052"/>
              <a:gd name="connsiteY29" fmla="*/ 15931 h 268547"/>
              <a:gd name="connsiteX30" fmla="*/ 92490 w 407052"/>
              <a:gd name="connsiteY30" fmla="*/ 14654 h 268547"/>
              <a:gd name="connsiteX31" fmla="*/ 50247 w 407052"/>
              <a:gd name="connsiteY31" fmla="*/ 120481 h 268547"/>
              <a:gd name="connsiteX32" fmla="*/ 9017 w 407052"/>
              <a:gd name="connsiteY32" fmla="*/ 131487 h 268547"/>
              <a:gd name="connsiteX33" fmla="*/ 2622 w 407052"/>
              <a:gd name="connsiteY33" fmla="*/ 143594 h 268547"/>
              <a:gd name="connsiteX34" fmla="*/ 12660 w 407052"/>
              <a:gd name="connsiteY34" fmla="*/ 149241 h 268547"/>
              <a:gd name="connsiteX35" fmla="*/ 33430 w 407052"/>
              <a:gd name="connsiteY35" fmla="*/ 164650 h 268547"/>
              <a:gd name="connsiteX36" fmla="*/ 5055 w 407052"/>
              <a:gd name="connsiteY36" fmla="*/ 243521 h 268547"/>
              <a:gd name="connsiteX37" fmla="*/ 21388 w 407052"/>
              <a:gd name="connsiteY37" fmla="*/ 245899 h 268547"/>
              <a:gd name="connsiteX38" fmla="*/ 52108 w 407052"/>
              <a:gd name="connsiteY38" fmla="*/ 162052 h 268547"/>
              <a:gd name="connsiteX39" fmla="*/ 102088 w 407052"/>
              <a:gd name="connsiteY39" fmla="*/ 151112 h 268547"/>
              <a:gd name="connsiteX40" fmla="*/ 72194 w 407052"/>
              <a:gd name="connsiteY40" fmla="*/ 242575 h 268547"/>
              <a:gd name="connsiteX41" fmla="*/ 73295 w 407052"/>
              <a:gd name="connsiteY41" fmla="*/ 248562 h 268547"/>
              <a:gd name="connsiteX42" fmla="*/ 90421 w 407052"/>
              <a:gd name="connsiteY42" fmla="*/ 266095 h 268547"/>
              <a:gd name="connsiteX43" fmla="*/ 100558 w 407052"/>
              <a:gd name="connsiteY43" fmla="*/ 263707 h 268547"/>
              <a:gd name="connsiteX44" fmla="*/ 143934 w 407052"/>
              <a:gd name="connsiteY44" fmla="*/ 141789 h 268547"/>
              <a:gd name="connsiteX45" fmla="*/ 166553 w 407052"/>
              <a:gd name="connsiteY45" fmla="*/ 128472 h 268547"/>
              <a:gd name="connsiteX46" fmla="*/ 177262 w 407052"/>
              <a:gd name="connsiteY46" fmla="*/ 195467 h 268547"/>
              <a:gd name="connsiteX47" fmla="*/ 174081 w 407052"/>
              <a:gd name="connsiteY47" fmla="*/ 198406 h 268547"/>
              <a:gd name="connsiteX48" fmla="*/ 170493 w 407052"/>
              <a:gd name="connsiteY48" fmla="*/ 187202 h 268547"/>
              <a:gd name="connsiteX49" fmla="*/ 179970 w 407052"/>
              <a:gd name="connsiteY49" fmla="*/ 174533 h 268547"/>
              <a:gd name="connsiteX50" fmla="*/ 158639 w 407052"/>
              <a:gd name="connsiteY50" fmla="*/ 157704 h 268547"/>
              <a:gd name="connsiteX51" fmla="*/ 156119 w 407052"/>
              <a:gd name="connsiteY51" fmla="*/ 175458 h 268547"/>
              <a:gd name="connsiteX52" fmla="*/ 158122 w 407052"/>
              <a:gd name="connsiteY52" fmla="*/ 182249 h 268547"/>
              <a:gd name="connsiteX53" fmla="*/ 147368 w 407052"/>
              <a:gd name="connsiteY53" fmla="*/ 194048 h 268547"/>
              <a:gd name="connsiteX54" fmla="*/ 151243 w 407052"/>
              <a:gd name="connsiteY54" fmla="*/ 227848 h 268547"/>
              <a:gd name="connsiteX55" fmla="*/ 171352 w 407052"/>
              <a:gd name="connsiteY55" fmla="*/ 221564 h 268547"/>
              <a:gd name="connsiteX56" fmla="*/ 172210 w 407052"/>
              <a:gd name="connsiteY56" fmla="*/ 223765 h 268547"/>
              <a:gd name="connsiteX57" fmla="*/ 181400 w 407052"/>
              <a:gd name="connsiteY57" fmla="*/ 219737 h 268547"/>
              <a:gd name="connsiteX58" fmla="*/ 179034 w 407052"/>
              <a:gd name="connsiteY58" fmla="*/ 213265 h 268547"/>
              <a:gd name="connsiteX59" fmla="*/ 184240 w 407052"/>
              <a:gd name="connsiteY59" fmla="*/ 206089 h 268547"/>
              <a:gd name="connsiteX60" fmla="*/ 177262 w 407052"/>
              <a:gd name="connsiteY60" fmla="*/ 195489 h 268547"/>
              <a:gd name="connsiteX61" fmla="*/ 161732 w 407052"/>
              <a:gd name="connsiteY61" fmla="*/ 209082 h 268547"/>
              <a:gd name="connsiteX62" fmla="*/ 159740 w 407052"/>
              <a:gd name="connsiteY62" fmla="*/ 200739 h 268547"/>
              <a:gd name="connsiteX63" fmla="*/ 162777 w 407052"/>
              <a:gd name="connsiteY63" fmla="*/ 196733 h 268547"/>
              <a:gd name="connsiteX64" fmla="*/ 165881 w 407052"/>
              <a:gd name="connsiteY64" fmla="*/ 206056 h 268547"/>
              <a:gd name="connsiteX65" fmla="*/ 161732 w 407052"/>
              <a:gd name="connsiteY65" fmla="*/ 209104 h 268547"/>
              <a:gd name="connsiteX66" fmla="*/ 166476 w 407052"/>
              <a:gd name="connsiteY66" fmla="*/ 173862 h 268547"/>
              <a:gd name="connsiteX67" fmla="*/ 165793 w 407052"/>
              <a:gd name="connsiteY67" fmla="*/ 171374 h 268547"/>
              <a:gd name="connsiteX68" fmla="*/ 169623 w 407052"/>
              <a:gd name="connsiteY68" fmla="*/ 170461 h 268547"/>
              <a:gd name="connsiteX69" fmla="*/ 166476 w 407052"/>
              <a:gd name="connsiteY69" fmla="*/ 173917 h 26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07052" h="268547">
                <a:moveTo>
                  <a:pt x="381465" y="6301"/>
                </a:moveTo>
                <a:cubicBezTo>
                  <a:pt x="374663" y="9327"/>
                  <a:pt x="369358" y="6168"/>
                  <a:pt x="361103" y="23195"/>
                </a:cubicBezTo>
                <a:cubicBezTo>
                  <a:pt x="335029" y="76719"/>
                  <a:pt x="314777" y="120162"/>
                  <a:pt x="290662" y="182678"/>
                </a:cubicBezTo>
                <a:cubicBezTo>
                  <a:pt x="291355" y="131344"/>
                  <a:pt x="300567" y="90488"/>
                  <a:pt x="306016" y="40486"/>
                </a:cubicBezTo>
                <a:cubicBezTo>
                  <a:pt x="307028" y="31274"/>
                  <a:pt x="308448" y="18584"/>
                  <a:pt x="308217" y="9008"/>
                </a:cubicBezTo>
                <a:cubicBezTo>
                  <a:pt x="308052" y="1656"/>
                  <a:pt x="300721" y="687"/>
                  <a:pt x="285951" y="7963"/>
                </a:cubicBezTo>
                <a:cubicBezTo>
                  <a:pt x="277740" y="12013"/>
                  <a:pt x="267856" y="11683"/>
                  <a:pt x="264081" y="21445"/>
                </a:cubicBezTo>
                <a:cubicBezTo>
                  <a:pt x="248034" y="63016"/>
                  <a:pt x="210953" y="178628"/>
                  <a:pt x="193739" y="243995"/>
                </a:cubicBezTo>
                <a:cubicBezTo>
                  <a:pt x="189600" y="259701"/>
                  <a:pt x="205152" y="262331"/>
                  <a:pt x="209841" y="246196"/>
                </a:cubicBezTo>
                <a:cubicBezTo>
                  <a:pt x="221167" y="207244"/>
                  <a:pt x="247021" y="121031"/>
                  <a:pt x="262430" y="76631"/>
                </a:cubicBezTo>
                <a:cubicBezTo>
                  <a:pt x="260878" y="117278"/>
                  <a:pt x="249795" y="181533"/>
                  <a:pt x="254979" y="215235"/>
                </a:cubicBezTo>
                <a:cubicBezTo>
                  <a:pt x="256608" y="225845"/>
                  <a:pt x="266491" y="230424"/>
                  <a:pt x="271587" y="239394"/>
                </a:cubicBezTo>
                <a:cubicBezTo>
                  <a:pt x="275208" y="245778"/>
                  <a:pt x="281020" y="246416"/>
                  <a:pt x="284223" y="237688"/>
                </a:cubicBezTo>
                <a:cubicBezTo>
                  <a:pt x="299269" y="196568"/>
                  <a:pt x="328557" y="124069"/>
                  <a:pt x="356909" y="66076"/>
                </a:cubicBezTo>
                <a:cubicBezTo>
                  <a:pt x="351406" y="91600"/>
                  <a:pt x="330076" y="199947"/>
                  <a:pt x="324165" y="243125"/>
                </a:cubicBezTo>
                <a:cubicBezTo>
                  <a:pt x="322976" y="251798"/>
                  <a:pt x="333598" y="252007"/>
                  <a:pt x="343030" y="265050"/>
                </a:cubicBezTo>
                <a:cubicBezTo>
                  <a:pt x="345155" y="267978"/>
                  <a:pt x="353288" y="271158"/>
                  <a:pt x="354752" y="263663"/>
                </a:cubicBezTo>
                <a:cubicBezTo>
                  <a:pt x="359782" y="237765"/>
                  <a:pt x="392636" y="69554"/>
                  <a:pt x="405503" y="16118"/>
                </a:cubicBezTo>
                <a:cubicBezTo>
                  <a:pt x="408970" y="1722"/>
                  <a:pt x="407968" y="-5520"/>
                  <a:pt x="381465" y="6301"/>
                </a:cubicBezTo>
                <a:close/>
                <a:moveTo>
                  <a:pt x="166553" y="128472"/>
                </a:moveTo>
                <a:cubicBezTo>
                  <a:pt x="177878" y="111588"/>
                  <a:pt x="181147" y="115011"/>
                  <a:pt x="183855" y="109882"/>
                </a:cubicBezTo>
                <a:cubicBezTo>
                  <a:pt x="187267" y="103443"/>
                  <a:pt x="185011" y="97389"/>
                  <a:pt x="172914" y="98875"/>
                </a:cubicBezTo>
                <a:cubicBezTo>
                  <a:pt x="172914" y="98875"/>
                  <a:pt x="168336" y="99206"/>
                  <a:pt x="159916" y="100163"/>
                </a:cubicBezTo>
                <a:cubicBezTo>
                  <a:pt x="173322" y="65636"/>
                  <a:pt x="185044" y="36326"/>
                  <a:pt x="193497" y="14082"/>
                </a:cubicBezTo>
                <a:cubicBezTo>
                  <a:pt x="196358" y="6532"/>
                  <a:pt x="196743" y="995"/>
                  <a:pt x="192055" y="-127"/>
                </a:cubicBezTo>
                <a:cubicBezTo>
                  <a:pt x="187047" y="-1338"/>
                  <a:pt x="172562" y="6477"/>
                  <a:pt x="163658" y="8018"/>
                </a:cubicBezTo>
                <a:cubicBezTo>
                  <a:pt x="160829" y="8502"/>
                  <a:pt x="158155" y="11518"/>
                  <a:pt x="157186" y="13653"/>
                </a:cubicBezTo>
                <a:cubicBezTo>
                  <a:pt x="142878" y="46397"/>
                  <a:pt x="130165" y="77622"/>
                  <a:pt x="119082" y="106107"/>
                </a:cubicBezTo>
                <a:cubicBezTo>
                  <a:pt x="104928" y="108528"/>
                  <a:pt x="88352" y="111709"/>
                  <a:pt x="69839" y="115869"/>
                </a:cubicBezTo>
                <a:cubicBezTo>
                  <a:pt x="83047" y="81826"/>
                  <a:pt x="96497" y="48257"/>
                  <a:pt x="109583" y="15931"/>
                </a:cubicBezTo>
                <a:cubicBezTo>
                  <a:pt x="116022" y="38"/>
                  <a:pt x="99072" y="-1470"/>
                  <a:pt x="92490" y="14654"/>
                </a:cubicBezTo>
                <a:cubicBezTo>
                  <a:pt x="83960" y="35567"/>
                  <a:pt x="67957" y="74782"/>
                  <a:pt x="50247" y="120481"/>
                </a:cubicBezTo>
                <a:cubicBezTo>
                  <a:pt x="37227" y="123673"/>
                  <a:pt x="23447" y="127316"/>
                  <a:pt x="9017" y="131487"/>
                </a:cubicBezTo>
                <a:cubicBezTo>
                  <a:pt x="-1461" y="134514"/>
                  <a:pt x="-1923" y="137299"/>
                  <a:pt x="2622" y="143594"/>
                </a:cubicBezTo>
                <a:cubicBezTo>
                  <a:pt x="5143" y="147094"/>
                  <a:pt x="10327" y="146742"/>
                  <a:pt x="12660" y="149241"/>
                </a:cubicBezTo>
                <a:cubicBezTo>
                  <a:pt x="18780" y="155701"/>
                  <a:pt x="22478" y="163439"/>
                  <a:pt x="33430" y="164650"/>
                </a:cubicBezTo>
                <a:cubicBezTo>
                  <a:pt x="23678" y="190680"/>
                  <a:pt x="13893" y="217623"/>
                  <a:pt x="5055" y="243521"/>
                </a:cubicBezTo>
                <a:cubicBezTo>
                  <a:pt x="-448" y="259789"/>
                  <a:pt x="15324" y="263113"/>
                  <a:pt x="21388" y="245899"/>
                </a:cubicBezTo>
                <a:cubicBezTo>
                  <a:pt x="31184" y="218152"/>
                  <a:pt x="41519" y="190063"/>
                  <a:pt x="52108" y="162052"/>
                </a:cubicBezTo>
                <a:cubicBezTo>
                  <a:pt x="60913" y="160005"/>
                  <a:pt x="82320" y="155448"/>
                  <a:pt x="102088" y="151112"/>
                </a:cubicBezTo>
                <a:cubicBezTo>
                  <a:pt x="86404" y="194037"/>
                  <a:pt x="76080" y="226693"/>
                  <a:pt x="72194" y="242575"/>
                </a:cubicBezTo>
                <a:cubicBezTo>
                  <a:pt x="71688" y="244636"/>
                  <a:pt x="72089" y="246816"/>
                  <a:pt x="73295" y="248562"/>
                </a:cubicBezTo>
                <a:cubicBezTo>
                  <a:pt x="78578" y="256267"/>
                  <a:pt x="83608" y="256575"/>
                  <a:pt x="90421" y="266095"/>
                </a:cubicBezTo>
                <a:cubicBezTo>
                  <a:pt x="92270" y="268693"/>
                  <a:pt x="98445" y="270091"/>
                  <a:pt x="100558" y="263707"/>
                </a:cubicBezTo>
                <a:cubicBezTo>
                  <a:pt x="115064" y="219836"/>
                  <a:pt x="130000" y="178683"/>
                  <a:pt x="143934" y="141789"/>
                </a:cubicBezTo>
                <a:cubicBezTo>
                  <a:pt x="149757" y="140513"/>
                  <a:pt x="160158" y="138003"/>
                  <a:pt x="166553" y="128472"/>
                </a:cubicBezTo>
                <a:close/>
                <a:moveTo>
                  <a:pt x="177262" y="195467"/>
                </a:moveTo>
                <a:cubicBezTo>
                  <a:pt x="176238" y="196359"/>
                  <a:pt x="175171" y="197361"/>
                  <a:pt x="174081" y="198406"/>
                </a:cubicBezTo>
                <a:cubicBezTo>
                  <a:pt x="172859" y="194642"/>
                  <a:pt x="171627" y="190812"/>
                  <a:pt x="170493" y="187202"/>
                </a:cubicBezTo>
                <a:cubicBezTo>
                  <a:pt x="173887" y="183160"/>
                  <a:pt x="177052" y="178931"/>
                  <a:pt x="179970" y="174533"/>
                </a:cubicBezTo>
                <a:cubicBezTo>
                  <a:pt x="191625" y="156384"/>
                  <a:pt x="168578" y="145917"/>
                  <a:pt x="158639" y="157704"/>
                </a:cubicBezTo>
                <a:cubicBezTo>
                  <a:pt x="153345" y="163989"/>
                  <a:pt x="154666" y="170164"/>
                  <a:pt x="156119" y="175458"/>
                </a:cubicBezTo>
                <a:cubicBezTo>
                  <a:pt x="156581" y="177098"/>
                  <a:pt x="157274" y="179453"/>
                  <a:pt x="158122" y="182249"/>
                </a:cubicBezTo>
                <a:cubicBezTo>
                  <a:pt x="155282" y="185154"/>
                  <a:pt x="151892" y="188798"/>
                  <a:pt x="147368" y="194048"/>
                </a:cubicBezTo>
                <a:cubicBezTo>
                  <a:pt x="136120" y="207123"/>
                  <a:pt x="139180" y="224095"/>
                  <a:pt x="151243" y="227848"/>
                </a:cubicBezTo>
                <a:cubicBezTo>
                  <a:pt x="158562" y="230127"/>
                  <a:pt x="165419" y="226814"/>
                  <a:pt x="171352" y="221564"/>
                </a:cubicBezTo>
                <a:cubicBezTo>
                  <a:pt x="171649" y="222334"/>
                  <a:pt x="171935" y="223071"/>
                  <a:pt x="172210" y="223765"/>
                </a:cubicBezTo>
                <a:cubicBezTo>
                  <a:pt x="175358" y="231645"/>
                  <a:pt x="185110" y="229268"/>
                  <a:pt x="181400" y="219737"/>
                </a:cubicBezTo>
                <a:cubicBezTo>
                  <a:pt x="180751" y="218086"/>
                  <a:pt x="179937" y="215862"/>
                  <a:pt x="179034" y="213265"/>
                </a:cubicBezTo>
                <a:cubicBezTo>
                  <a:pt x="180949" y="210843"/>
                  <a:pt x="182688" y="208378"/>
                  <a:pt x="184240" y="206089"/>
                </a:cubicBezTo>
                <a:cubicBezTo>
                  <a:pt x="191471" y="195445"/>
                  <a:pt x="184526" y="189194"/>
                  <a:pt x="177262" y="195489"/>
                </a:cubicBezTo>
                <a:close/>
                <a:moveTo>
                  <a:pt x="161732" y="209082"/>
                </a:moveTo>
                <a:cubicBezTo>
                  <a:pt x="157329" y="211779"/>
                  <a:pt x="153818" y="208884"/>
                  <a:pt x="159740" y="200739"/>
                </a:cubicBezTo>
                <a:cubicBezTo>
                  <a:pt x="160741" y="199375"/>
                  <a:pt x="161754" y="198054"/>
                  <a:pt x="162777" y="196733"/>
                </a:cubicBezTo>
                <a:cubicBezTo>
                  <a:pt x="163779" y="199815"/>
                  <a:pt x="164825" y="202974"/>
                  <a:pt x="165881" y="206056"/>
                </a:cubicBezTo>
                <a:cubicBezTo>
                  <a:pt x="164574" y="207171"/>
                  <a:pt x="163187" y="208190"/>
                  <a:pt x="161732" y="209104"/>
                </a:cubicBezTo>
                <a:close/>
                <a:moveTo>
                  <a:pt x="166476" y="173862"/>
                </a:moveTo>
                <a:cubicBezTo>
                  <a:pt x="166211" y="172937"/>
                  <a:pt x="165980" y="172090"/>
                  <a:pt x="165793" y="171374"/>
                </a:cubicBezTo>
                <a:cubicBezTo>
                  <a:pt x="162491" y="158706"/>
                  <a:pt x="176965" y="162173"/>
                  <a:pt x="169623" y="170461"/>
                </a:cubicBezTo>
                <a:cubicBezTo>
                  <a:pt x="168523" y="171749"/>
                  <a:pt x="167488" y="172860"/>
                  <a:pt x="166476" y="173917"/>
                </a:cubicBezTo>
                <a:close/>
              </a:path>
            </a:pathLst>
          </a:custGeom>
          <a:solidFill>
            <a:schemeClr val="tx1"/>
          </a:solidFill>
          <a:ln w="1081" cap="flat">
            <a:noFill/>
            <a:prstDash val="solid"/>
            <a:miter/>
          </a:ln>
        </p:spPr>
        <p:txBody>
          <a:bodyPr rtlCol="0" anchor="ctr"/>
          <a:lstStyle/>
          <a:p>
            <a:endParaRPr lang="en-GB"/>
          </a:p>
        </p:txBody>
      </p:sp>
      <p:sp>
        <p:nvSpPr>
          <p:cNvPr id="12" name="Text Placeholder 10">
            <a:extLst>
              <a:ext uri="{FF2B5EF4-FFF2-40B4-BE49-F238E27FC236}">
                <a16:creationId xmlns:a16="http://schemas.microsoft.com/office/drawing/2014/main" id="{0320FE12-7EC3-08FD-ED9A-6E08549CA6AF}"/>
              </a:ext>
            </a:extLst>
          </p:cNvPr>
          <p:cNvSpPr>
            <a:spLocks noGrp="1"/>
          </p:cNvSpPr>
          <p:nvPr>
            <p:ph type="body" sz="quarter" idx="13" hasCustomPrompt="1"/>
          </p:nvPr>
        </p:nvSpPr>
        <p:spPr>
          <a:xfrm>
            <a:off x="406401" y="288925"/>
            <a:ext cx="5270500" cy="273286"/>
          </a:xfrm>
        </p:spPr>
        <p:txBody>
          <a:bodyPr/>
          <a:lstStyle>
            <a:lvl1pPr marL="0" indent="0">
              <a:buNone/>
              <a:defRPr sz="1100"/>
            </a:lvl1pPr>
          </a:lstStyle>
          <a:p>
            <a:pPr lvl="0"/>
            <a:r>
              <a:rPr lang="en-GB"/>
              <a:t>Heading</a:t>
            </a:r>
          </a:p>
        </p:txBody>
      </p:sp>
    </p:spTree>
    <p:extLst>
      <p:ext uri="{BB962C8B-B14F-4D97-AF65-F5344CB8AC3E}">
        <p14:creationId xmlns:p14="http://schemas.microsoft.com/office/powerpoint/2010/main" val="13047635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Image w. Header -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D665D-C67D-434A-B580-5AE8DC224D7E}"/>
              </a:ext>
            </a:extLst>
          </p:cNvPr>
          <p:cNvSpPr>
            <a:spLocks noGrp="1"/>
          </p:cNvSpPr>
          <p:nvPr>
            <p:ph type="title" hasCustomPrompt="1"/>
          </p:nvPr>
        </p:nvSpPr>
        <p:spPr>
          <a:xfrm>
            <a:off x="6502400" y="2628076"/>
            <a:ext cx="5270500" cy="1600200"/>
          </a:xfrm>
        </p:spPr>
        <p:txBody>
          <a:bodyPr anchor="ctr"/>
          <a:lstStyle>
            <a:lvl1pPr algn="ctr">
              <a:defRPr sz="4500"/>
            </a:lvl1pPr>
          </a:lstStyle>
          <a:p>
            <a:r>
              <a:rPr lang="en-GB"/>
              <a:t>Headline</a:t>
            </a:r>
            <a:br>
              <a:rPr lang="en-GB"/>
            </a:br>
            <a:r>
              <a:rPr lang="en-GB"/>
              <a:t>Max Two Rows</a:t>
            </a:r>
          </a:p>
        </p:txBody>
      </p:sp>
      <p:sp>
        <p:nvSpPr>
          <p:cNvPr id="8" name="Graphic 6">
            <a:extLst>
              <a:ext uri="{FF2B5EF4-FFF2-40B4-BE49-F238E27FC236}">
                <a16:creationId xmlns:a16="http://schemas.microsoft.com/office/drawing/2014/main" id="{72A687B6-E3B7-74B6-4327-9EFE979AE6F0}"/>
              </a:ext>
            </a:extLst>
          </p:cNvPr>
          <p:cNvSpPr/>
          <p:nvPr userDrawn="1"/>
        </p:nvSpPr>
        <p:spPr>
          <a:xfrm>
            <a:off x="8934124" y="6294141"/>
            <a:ext cx="407052" cy="268547"/>
          </a:xfrm>
          <a:custGeom>
            <a:avLst/>
            <a:gdLst>
              <a:gd name="connsiteX0" fmla="*/ 381465 w 407052"/>
              <a:gd name="connsiteY0" fmla="*/ 6301 h 268547"/>
              <a:gd name="connsiteX1" fmla="*/ 361103 w 407052"/>
              <a:gd name="connsiteY1" fmla="*/ 23195 h 268547"/>
              <a:gd name="connsiteX2" fmla="*/ 290662 w 407052"/>
              <a:gd name="connsiteY2" fmla="*/ 182678 h 268547"/>
              <a:gd name="connsiteX3" fmla="*/ 306016 w 407052"/>
              <a:gd name="connsiteY3" fmla="*/ 40486 h 268547"/>
              <a:gd name="connsiteX4" fmla="*/ 308217 w 407052"/>
              <a:gd name="connsiteY4" fmla="*/ 9008 h 268547"/>
              <a:gd name="connsiteX5" fmla="*/ 285951 w 407052"/>
              <a:gd name="connsiteY5" fmla="*/ 7963 h 268547"/>
              <a:gd name="connsiteX6" fmla="*/ 264081 w 407052"/>
              <a:gd name="connsiteY6" fmla="*/ 21445 h 268547"/>
              <a:gd name="connsiteX7" fmla="*/ 193739 w 407052"/>
              <a:gd name="connsiteY7" fmla="*/ 243995 h 268547"/>
              <a:gd name="connsiteX8" fmla="*/ 209841 w 407052"/>
              <a:gd name="connsiteY8" fmla="*/ 246196 h 268547"/>
              <a:gd name="connsiteX9" fmla="*/ 262430 w 407052"/>
              <a:gd name="connsiteY9" fmla="*/ 76631 h 268547"/>
              <a:gd name="connsiteX10" fmla="*/ 254979 w 407052"/>
              <a:gd name="connsiteY10" fmla="*/ 215235 h 268547"/>
              <a:gd name="connsiteX11" fmla="*/ 271587 w 407052"/>
              <a:gd name="connsiteY11" fmla="*/ 239394 h 268547"/>
              <a:gd name="connsiteX12" fmla="*/ 284223 w 407052"/>
              <a:gd name="connsiteY12" fmla="*/ 237688 h 268547"/>
              <a:gd name="connsiteX13" fmla="*/ 356909 w 407052"/>
              <a:gd name="connsiteY13" fmla="*/ 66076 h 268547"/>
              <a:gd name="connsiteX14" fmla="*/ 324165 w 407052"/>
              <a:gd name="connsiteY14" fmla="*/ 243125 h 268547"/>
              <a:gd name="connsiteX15" fmla="*/ 343030 w 407052"/>
              <a:gd name="connsiteY15" fmla="*/ 265050 h 268547"/>
              <a:gd name="connsiteX16" fmla="*/ 354752 w 407052"/>
              <a:gd name="connsiteY16" fmla="*/ 263663 h 268547"/>
              <a:gd name="connsiteX17" fmla="*/ 405503 w 407052"/>
              <a:gd name="connsiteY17" fmla="*/ 16118 h 268547"/>
              <a:gd name="connsiteX18" fmla="*/ 381465 w 407052"/>
              <a:gd name="connsiteY18" fmla="*/ 6301 h 268547"/>
              <a:gd name="connsiteX19" fmla="*/ 166553 w 407052"/>
              <a:gd name="connsiteY19" fmla="*/ 128472 h 268547"/>
              <a:gd name="connsiteX20" fmla="*/ 183855 w 407052"/>
              <a:gd name="connsiteY20" fmla="*/ 109882 h 268547"/>
              <a:gd name="connsiteX21" fmla="*/ 172914 w 407052"/>
              <a:gd name="connsiteY21" fmla="*/ 98875 h 268547"/>
              <a:gd name="connsiteX22" fmla="*/ 159916 w 407052"/>
              <a:gd name="connsiteY22" fmla="*/ 100163 h 268547"/>
              <a:gd name="connsiteX23" fmla="*/ 193497 w 407052"/>
              <a:gd name="connsiteY23" fmla="*/ 14082 h 268547"/>
              <a:gd name="connsiteX24" fmla="*/ 192055 w 407052"/>
              <a:gd name="connsiteY24" fmla="*/ -127 h 268547"/>
              <a:gd name="connsiteX25" fmla="*/ 163658 w 407052"/>
              <a:gd name="connsiteY25" fmla="*/ 8018 h 268547"/>
              <a:gd name="connsiteX26" fmla="*/ 157186 w 407052"/>
              <a:gd name="connsiteY26" fmla="*/ 13653 h 268547"/>
              <a:gd name="connsiteX27" fmla="*/ 119082 w 407052"/>
              <a:gd name="connsiteY27" fmla="*/ 106107 h 268547"/>
              <a:gd name="connsiteX28" fmla="*/ 69839 w 407052"/>
              <a:gd name="connsiteY28" fmla="*/ 115869 h 268547"/>
              <a:gd name="connsiteX29" fmla="*/ 109583 w 407052"/>
              <a:gd name="connsiteY29" fmla="*/ 15931 h 268547"/>
              <a:gd name="connsiteX30" fmla="*/ 92490 w 407052"/>
              <a:gd name="connsiteY30" fmla="*/ 14654 h 268547"/>
              <a:gd name="connsiteX31" fmla="*/ 50247 w 407052"/>
              <a:gd name="connsiteY31" fmla="*/ 120481 h 268547"/>
              <a:gd name="connsiteX32" fmla="*/ 9017 w 407052"/>
              <a:gd name="connsiteY32" fmla="*/ 131487 h 268547"/>
              <a:gd name="connsiteX33" fmla="*/ 2622 w 407052"/>
              <a:gd name="connsiteY33" fmla="*/ 143594 h 268547"/>
              <a:gd name="connsiteX34" fmla="*/ 12660 w 407052"/>
              <a:gd name="connsiteY34" fmla="*/ 149241 h 268547"/>
              <a:gd name="connsiteX35" fmla="*/ 33430 w 407052"/>
              <a:gd name="connsiteY35" fmla="*/ 164650 h 268547"/>
              <a:gd name="connsiteX36" fmla="*/ 5055 w 407052"/>
              <a:gd name="connsiteY36" fmla="*/ 243521 h 268547"/>
              <a:gd name="connsiteX37" fmla="*/ 21388 w 407052"/>
              <a:gd name="connsiteY37" fmla="*/ 245899 h 268547"/>
              <a:gd name="connsiteX38" fmla="*/ 52108 w 407052"/>
              <a:gd name="connsiteY38" fmla="*/ 162052 h 268547"/>
              <a:gd name="connsiteX39" fmla="*/ 102088 w 407052"/>
              <a:gd name="connsiteY39" fmla="*/ 151112 h 268547"/>
              <a:gd name="connsiteX40" fmla="*/ 72194 w 407052"/>
              <a:gd name="connsiteY40" fmla="*/ 242575 h 268547"/>
              <a:gd name="connsiteX41" fmla="*/ 73295 w 407052"/>
              <a:gd name="connsiteY41" fmla="*/ 248562 h 268547"/>
              <a:gd name="connsiteX42" fmla="*/ 90421 w 407052"/>
              <a:gd name="connsiteY42" fmla="*/ 266095 h 268547"/>
              <a:gd name="connsiteX43" fmla="*/ 100558 w 407052"/>
              <a:gd name="connsiteY43" fmla="*/ 263707 h 268547"/>
              <a:gd name="connsiteX44" fmla="*/ 143934 w 407052"/>
              <a:gd name="connsiteY44" fmla="*/ 141789 h 268547"/>
              <a:gd name="connsiteX45" fmla="*/ 166553 w 407052"/>
              <a:gd name="connsiteY45" fmla="*/ 128472 h 268547"/>
              <a:gd name="connsiteX46" fmla="*/ 177262 w 407052"/>
              <a:gd name="connsiteY46" fmla="*/ 195467 h 268547"/>
              <a:gd name="connsiteX47" fmla="*/ 174081 w 407052"/>
              <a:gd name="connsiteY47" fmla="*/ 198406 h 268547"/>
              <a:gd name="connsiteX48" fmla="*/ 170493 w 407052"/>
              <a:gd name="connsiteY48" fmla="*/ 187202 h 268547"/>
              <a:gd name="connsiteX49" fmla="*/ 179970 w 407052"/>
              <a:gd name="connsiteY49" fmla="*/ 174533 h 268547"/>
              <a:gd name="connsiteX50" fmla="*/ 158639 w 407052"/>
              <a:gd name="connsiteY50" fmla="*/ 157704 h 268547"/>
              <a:gd name="connsiteX51" fmla="*/ 156119 w 407052"/>
              <a:gd name="connsiteY51" fmla="*/ 175458 h 268547"/>
              <a:gd name="connsiteX52" fmla="*/ 158122 w 407052"/>
              <a:gd name="connsiteY52" fmla="*/ 182249 h 268547"/>
              <a:gd name="connsiteX53" fmla="*/ 147368 w 407052"/>
              <a:gd name="connsiteY53" fmla="*/ 194048 h 268547"/>
              <a:gd name="connsiteX54" fmla="*/ 151243 w 407052"/>
              <a:gd name="connsiteY54" fmla="*/ 227848 h 268547"/>
              <a:gd name="connsiteX55" fmla="*/ 171352 w 407052"/>
              <a:gd name="connsiteY55" fmla="*/ 221564 h 268547"/>
              <a:gd name="connsiteX56" fmla="*/ 172210 w 407052"/>
              <a:gd name="connsiteY56" fmla="*/ 223765 h 268547"/>
              <a:gd name="connsiteX57" fmla="*/ 181400 w 407052"/>
              <a:gd name="connsiteY57" fmla="*/ 219737 h 268547"/>
              <a:gd name="connsiteX58" fmla="*/ 179034 w 407052"/>
              <a:gd name="connsiteY58" fmla="*/ 213265 h 268547"/>
              <a:gd name="connsiteX59" fmla="*/ 184240 w 407052"/>
              <a:gd name="connsiteY59" fmla="*/ 206089 h 268547"/>
              <a:gd name="connsiteX60" fmla="*/ 177262 w 407052"/>
              <a:gd name="connsiteY60" fmla="*/ 195489 h 268547"/>
              <a:gd name="connsiteX61" fmla="*/ 161732 w 407052"/>
              <a:gd name="connsiteY61" fmla="*/ 209082 h 268547"/>
              <a:gd name="connsiteX62" fmla="*/ 159740 w 407052"/>
              <a:gd name="connsiteY62" fmla="*/ 200739 h 268547"/>
              <a:gd name="connsiteX63" fmla="*/ 162777 w 407052"/>
              <a:gd name="connsiteY63" fmla="*/ 196733 h 268547"/>
              <a:gd name="connsiteX64" fmla="*/ 165881 w 407052"/>
              <a:gd name="connsiteY64" fmla="*/ 206056 h 268547"/>
              <a:gd name="connsiteX65" fmla="*/ 161732 w 407052"/>
              <a:gd name="connsiteY65" fmla="*/ 209104 h 268547"/>
              <a:gd name="connsiteX66" fmla="*/ 166476 w 407052"/>
              <a:gd name="connsiteY66" fmla="*/ 173862 h 268547"/>
              <a:gd name="connsiteX67" fmla="*/ 165793 w 407052"/>
              <a:gd name="connsiteY67" fmla="*/ 171374 h 268547"/>
              <a:gd name="connsiteX68" fmla="*/ 169623 w 407052"/>
              <a:gd name="connsiteY68" fmla="*/ 170461 h 268547"/>
              <a:gd name="connsiteX69" fmla="*/ 166476 w 407052"/>
              <a:gd name="connsiteY69" fmla="*/ 173917 h 26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07052" h="268547">
                <a:moveTo>
                  <a:pt x="381465" y="6301"/>
                </a:moveTo>
                <a:cubicBezTo>
                  <a:pt x="374663" y="9327"/>
                  <a:pt x="369358" y="6168"/>
                  <a:pt x="361103" y="23195"/>
                </a:cubicBezTo>
                <a:cubicBezTo>
                  <a:pt x="335029" y="76719"/>
                  <a:pt x="314777" y="120162"/>
                  <a:pt x="290662" y="182678"/>
                </a:cubicBezTo>
                <a:cubicBezTo>
                  <a:pt x="291355" y="131344"/>
                  <a:pt x="300567" y="90488"/>
                  <a:pt x="306016" y="40486"/>
                </a:cubicBezTo>
                <a:cubicBezTo>
                  <a:pt x="307028" y="31274"/>
                  <a:pt x="308448" y="18584"/>
                  <a:pt x="308217" y="9008"/>
                </a:cubicBezTo>
                <a:cubicBezTo>
                  <a:pt x="308052" y="1656"/>
                  <a:pt x="300721" y="687"/>
                  <a:pt x="285951" y="7963"/>
                </a:cubicBezTo>
                <a:cubicBezTo>
                  <a:pt x="277740" y="12013"/>
                  <a:pt x="267856" y="11683"/>
                  <a:pt x="264081" y="21445"/>
                </a:cubicBezTo>
                <a:cubicBezTo>
                  <a:pt x="248034" y="63016"/>
                  <a:pt x="210953" y="178628"/>
                  <a:pt x="193739" y="243995"/>
                </a:cubicBezTo>
                <a:cubicBezTo>
                  <a:pt x="189600" y="259701"/>
                  <a:pt x="205152" y="262331"/>
                  <a:pt x="209841" y="246196"/>
                </a:cubicBezTo>
                <a:cubicBezTo>
                  <a:pt x="221167" y="207244"/>
                  <a:pt x="247021" y="121031"/>
                  <a:pt x="262430" y="76631"/>
                </a:cubicBezTo>
                <a:cubicBezTo>
                  <a:pt x="260878" y="117278"/>
                  <a:pt x="249795" y="181533"/>
                  <a:pt x="254979" y="215235"/>
                </a:cubicBezTo>
                <a:cubicBezTo>
                  <a:pt x="256608" y="225845"/>
                  <a:pt x="266491" y="230424"/>
                  <a:pt x="271587" y="239394"/>
                </a:cubicBezTo>
                <a:cubicBezTo>
                  <a:pt x="275208" y="245778"/>
                  <a:pt x="281020" y="246416"/>
                  <a:pt x="284223" y="237688"/>
                </a:cubicBezTo>
                <a:cubicBezTo>
                  <a:pt x="299269" y="196568"/>
                  <a:pt x="328557" y="124069"/>
                  <a:pt x="356909" y="66076"/>
                </a:cubicBezTo>
                <a:cubicBezTo>
                  <a:pt x="351406" y="91600"/>
                  <a:pt x="330076" y="199947"/>
                  <a:pt x="324165" y="243125"/>
                </a:cubicBezTo>
                <a:cubicBezTo>
                  <a:pt x="322976" y="251798"/>
                  <a:pt x="333598" y="252007"/>
                  <a:pt x="343030" y="265050"/>
                </a:cubicBezTo>
                <a:cubicBezTo>
                  <a:pt x="345155" y="267978"/>
                  <a:pt x="353288" y="271158"/>
                  <a:pt x="354752" y="263663"/>
                </a:cubicBezTo>
                <a:cubicBezTo>
                  <a:pt x="359782" y="237765"/>
                  <a:pt x="392636" y="69554"/>
                  <a:pt x="405503" y="16118"/>
                </a:cubicBezTo>
                <a:cubicBezTo>
                  <a:pt x="408970" y="1722"/>
                  <a:pt x="407968" y="-5520"/>
                  <a:pt x="381465" y="6301"/>
                </a:cubicBezTo>
                <a:close/>
                <a:moveTo>
                  <a:pt x="166553" y="128472"/>
                </a:moveTo>
                <a:cubicBezTo>
                  <a:pt x="177878" y="111588"/>
                  <a:pt x="181147" y="115011"/>
                  <a:pt x="183855" y="109882"/>
                </a:cubicBezTo>
                <a:cubicBezTo>
                  <a:pt x="187267" y="103443"/>
                  <a:pt x="185011" y="97389"/>
                  <a:pt x="172914" y="98875"/>
                </a:cubicBezTo>
                <a:cubicBezTo>
                  <a:pt x="172914" y="98875"/>
                  <a:pt x="168336" y="99206"/>
                  <a:pt x="159916" y="100163"/>
                </a:cubicBezTo>
                <a:cubicBezTo>
                  <a:pt x="173322" y="65636"/>
                  <a:pt x="185044" y="36326"/>
                  <a:pt x="193497" y="14082"/>
                </a:cubicBezTo>
                <a:cubicBezTo>
                  <a:pt x="196358" y="6532"/>
                  <a:pt x="196743" y="995"/>
                  <a:pt x="192055" y="-127"/>
                </a:cubicBezTo>
                <a:cubicBezTo>
                  <a:pt x="187047" y="-1338"/>
                  <a:pt x="172562" y="6477"/>
                  <a:pt x="163658" y="8018"/>
                </a:cubicBezTo>
                <a:cubicBezTo>
                  <a:pt x="160829" y="8502"/>
                  <a:pt x="158155" y="11518"/>
                  <a:pt x="157186" y="13653"/>
                </a:cubicBezTo>
                <a:cubicBezTo>
                  <a:pt x="142878" y="46397"/>
                  <a:pt x="130165" y="77622"/>
                  <a:pt x="119082" y="106107"/>
                </a:cubicBezTo>
                <a:cubicBezTo>
                  <a:pt x="104928" y="108528"/>
                  <a:pt x="88352" y="111709"/>
                  <a:pt x="69839" y="115869"/>
                </a:cubicBezTo>
                <a:cubicBezTo>
                  <a:pt x="83047" y="81826"/>
                  <a:pt x="96497" y="48257"/>
                  <a:pt x="109583" y="15931"/>
                </a:cubicBezTo>
                <a:cubicBezTo>
                  <a:pt x="116022" y="38"/>
                  <a:pt x="99072" y="-1470"/>
                  <a:pt x="92490" y="14654"/>
                </a:cubicBezTo>
                <a:cubicBezTo>
                  <a:pt x="83960" y="35567"/>
                  <a:pt x="67957" y="74782"/>
                  <a:pt x="50247" y="120481"/>
                </a:cubicBezTo>
                <a:cubicBezTo>
                  <a:pt x="37227" y="123673"/>
                  <a:pt x="23447" y="127316"/>
                  <a:pt x="9017" y="131487"/>
                </a:cubicBezTo>
                <a:cubicBezTo>
                  <a:pt x="-1461" y="134514"/>
                  <a:pt x="-1923" y="137299"/>
                  <a:pt x="2622" y="143594"/>
                </a:cubicBezTo>
                <a:cubicBezTo>
                  <a:pt x="5143" y="147094"/>
                  <a:pt x="10327" y="146742"/>
                  <a:pt x="12660" y="149241"/>
                </a:cubicBezTo>
                <a:cubicBezTo>
                  <a:pt x="18780" y="155701"/>
                  <a:pt x="22478" y="163439"/>
                  <a:pt x="33430" y="164650"/>
                </a:cubicBezTo>
                <a:cubicBezTo>
                  <a:pt x="23678" y="190680"/>
                  <a:pt x="13893" y="217623"/>
                  <a:pt x="5055" y="243521"/>
                </a:cubicBezTo>
                <a:cubicBezTo>
                  <a:pt x="-448" y="259789"/>
                  <a:pt x="15324" y="263113"/>
                  <a:pt x="21388" y="245899"/>
                </a:cubicBezTo>
                <a:cubicBezTo>
                  <a:pt x="31184" y="218152"/>
                  <a:pt x="41519" y="190063"/>
                  <a:pt x="52108" y="162052"/>
                </a:cubicBezTo>
                <a:cubicBezTo>
                  <a:pt x="60913" y="160005"/>
                  <a:pt x="82320" y="155448"/>
                  <a:pt x="102088" y="151112"/>
                </a:cubicBezTo>
                <a:cubicBezTo>
                  <a:pt x="86404" y="194037"/>
                  <a:pt x="76080" y="226693"/>
                  <a:pt x="72194" y="242575"/>
                </a:cubicBezTo>
                <a:cubicBezTo>
                  <a:pt x="71688" y="244636"/>
                  <a:pt x="72089" y="246816"/>
                  <a:pt x="73295" y="248562"/>
                </a:cubicBezTo>
                <a:cubicBezTo>
                  <a:pt x="78578" y="256267"/>
                  <a:pt x="83608" y="256575"/>
                  <a:pt x="90421" y="266095"/>
                </a:cubicBezTo>
                <a:cubicBezTo>
                  <a:pt x="92270" y="268693"/>
                  <a:pt x="98445" y="270091"/>
                  <a:pt x="100558" y="263707"/>
                </a:cubicBezTo>
                <a:cubicBezTo>
                  <a:pt x="115064" y="219836"/>
                  <a:pt x="130000" y="178683"/>
                  <a:pt x="143934" y="141789"/>
                </a:cubicBezTo>
                <a:cubicBezTo>
                  <a:pt x="149757" y="140513"/>
                  <a:pt x="160158" y="138003"/>
                  <a:pt x="166553" y="128472"/>
                </a:cubicBezTo>
                <a:close/>
                <a:moveTo>
                  <a:pt x="177262" y="195467"/>
                </a:moveTo>
                <a:cubicBezTo>
                  <a:pt x="176238" y="196359"/>
                  <a:pt x="175171" y="197361"/>
                  <a:pt x="174081" y="198406"/>
                </a:cubicBezTo>
                <a:cubicBezTo>
                  <a:pt x="172859" y="194642"/>
                  <a:pt x="171627" y="190812"/>
                  <a:pt x="170493" y="187202"/>
                </a:cubicBezTo>
                <a:cubicBezTo>
                  <a:pt x="173887" y="183160"/>
                  <a:pt x="177052" y="178931"/>
                  <a:pt x="179970" y="174533"/>
                </a:cubicBezTo>
                <a:cubicBezTo>
                  <a:pt x="191625" y="156384"/>
                  <a:pt x="168578" y="145917"/>
                  <a:pt x="158639" y="157704"/>
                </a:cubicBezTo>
                <a:cubicBezTo>
                  <a:pt x="153345" y="163989"/>
                  <a:pt x="154666" y="170164"/>
                  <a:pt x="156119" y="175458"/>
                </a:cubicBezTo>
                <a:cubicBezTo>
                  <a:pt x="156581" y="177098"/>
                  <a:pt x="157274" y="179453"/>
                  <a:pt x="158122" y="182249"/>
                </a:cubicBezTo>
                <a:cubicBezTo>
                  <a:pt x="155282" y="185154"/>
                  <a:pt x="151892" y="188798"/>
                  <a:pt x="147368" y="194048"/>
                </a:cubicBezTo>
                <a:cubicBezTo>
                  <a:pt x="136120" y="207123"/>
                  <a:pt x="139180" y="224095"/>
                  <a:pt x="151243" y="227848"/>
                </a:cubicBezTo>
                <a:cubicBezTo>
                  <a:pt x="158562" y="230127"/>
                  <a:pt x="165419" y="226814"/>
                  <a:pt x="171352" y="221564"/>
                </a:cubicBezTo>
                <a:cubicBezTo>
                  <a:pt x="171649" y="222334"/>
                  <a:pt x="171935" y="223071"/>
                  <a:pt x="172210" y="223765"/>
                </a:cubicBezTo>
                <a:cubicBezTo>
                  <a:pt x="175358" y="231645"/>
                  <a:pt x="185110" y="229268"/>
                  <a:pt x="181400" y="219737"/>
                </a:cubicBezTo>
                <a:cubicBezTo>
                  <a:pt x="180751" y="218086"/>
                  <a:pt x="179937" y="215862"/>
                  <a:pt x="179034" y="213265"/>
                </a:cubicBezTo>
                <a:cubicBezTo>
                  <a:pt x="180949" y="210843"/>
                  <a:pt x="182688" y="208378"/>
                  <a:pt x="184240" y="206089"/>
                </a:cubicBezTo>
                <a:cubicBezTo>
                  <a:pt x="191471" y="195445"/>
                  <a:pt x="184526" y="189194"/>
                  <a:pt x="177262" y="195489"/>
                </a:cubicBezTo>
                <a:close/>
                <a:moveTo>
                  <a:pt x="161732" y="209082"/>
                </a:moveTo>
                <a:cubicBezTo>
                  <a:pt x="157329" y="211779"/>
                  <a:pt x="153818" y="208884"/>
                  <a:pt x="159740" y="200739"/>
                </a:cubicBezTo>
                <a:cubicBezTo>
                  <a:pt x="160741" y="199375"/>
                  <a:pt x="161754" y="198054"/>
                  <a:pt x="162777" y="196733"/>
                </a:cubicBezTo>
                <a:cubicBezTo>
                  <a:pt x="163779" y="199815"/>
                  <a:pt x="164825" y="202974"/>
                  <a:pt x="165881" y="206056"/>
                </a:cubicBezTo>
                <a:cubicBezTo>
                  <a:pt x="164574" y="207171"/>
                  <a:pt x="163187" y="208190"/>
                  <a:pt x="161732" y="209104"/>
                </a:cubicBezTo>
                <a:close/>
                <a:moveTo>
                  <a:pt x="166476" y="173862"/>
                </a:moveTo>
                <a:cubicBezTo>
                  <a:pt x="166211" y="172937"/>
                  <a:pt x="165980" y="172090"/>
                  <a:pt x="165793" y="171374"/>
                </a:cubicBezTo>
                <a:cubicBezTo>
                  <a:pt x="162491" y="158706"/>
                  <a:pt x="176965" y="162173"/>
                  <a:pt x="169623" y="170461"/>
                </a:cubicBezTo>
                <a:cubicBezTo>
                  <a:pt x="168523" y="171749"/>
                  <a:pt x="167488" y="172860"/>
                  <a:pt x="166476" y="173917"/>
                </a:cubicBezTo>
                <a:close/>
              </a:path>
            </a:pathLst>
          </a:custGeom>
          <a:solidFill>
            <a:schemeClr val="tx1"/>
          </a:solidFill>
          <a:ln w="1081" cap="flat">
            <a:noFill/>
            <a:prstDash val="solid"/>
            <a:miter/>
          </a:ln>
        </p:spPr>
        <p:txBody>
          <a:bodyPr rtlCol="0" anchor="ctr"/>
          <a:lstStyle/>
          <a:p>
            <a:endParaRPr lang="en-GB"/>
          </a:p>
        </p:txBody>
      </p:sp>
      <p:sp>
        <p:nvSpPr>
          <p:cNvPr id="9" name="Text Placeholder 10">
            <a:extLst>
              <a:ext uri="{FF2B5EF4-FFF2-40B4-BE49-F238E27FC236}">
                <a16:creationId xmlns:a16="http://schemas.microsoft.com/office/drawing/2014/main" id="{FF7E2C56-CE90-78A6-46CC-462CB8AD876E}"/>
              </a:ext>
            </a:extLst>
          </p:cNvPr>
          <p:cNvSpPr>
            <a:spLocks noGrp="1"/>
          </p:cNvSpPr>
          <p:nvPr>
            <p:ph type="body" sz="quarter" idx="13" hasCustomPrompt="1"/>
          </p:nvPr>
        </p:nvSpPr>
        <p:spPr>
          <a:xfrm>
            <a:off x="6502400" y="288925"/>
            <a:ext cx="5270500" cy="273286"/>
          </a:xfrm>
        </p:spPr>
        <p:txBody>
          <a:bodyPr/>
          <a:lstStyle>
            <a:lvl1pPr marL="0" indent="0">
              <a:buNone/>
              <a:defRPr sz="1100"/>
            </a:lvl1pPr>
          </a:lstStyle>
          <a:p>
            <a:pPr lvl="0"/>
            <a:r>
              <a:rPr lang="en-GB"/>
              <a:t>Heading</a:t>
            </a:r>
          </a:p>
        </p:txBody>
      </p:sp>
      <p:sp>
        <p:nvSpPr>
          <p:cNvPr id="6" name="Picture Placeholder 2">
            <a:extLst>
              <a:ext uri="{FF2B5EF4-FFF2-40B4-BE49-F238E27FC236}">
                <a16:creationId xmlns:a16="http://schemas.microsoft.com/office/drawing/2014/main" id="{F4179BBE-3F23-2402-8B56-A295EE571E80}"/>
              </a:ext>
            </a:extLst>
          </p:cNvPr>
          <p:cNvSpPr>
            <a:spLocks noGrp="1"/>
          </p:cNvSpPr>
          <p:nvPr>
            <p:ph type="pic" idx="1" hasCustomPrompt="1"/>
          </p:nvPr>
        </p:nvSpPr>
        <p:spPr>
          <a:xfrm>
            <a:off x="0" y="0"/>
            <a:ext cx="6096000" cy="6856352"/>
          </a:xfrm>
          <a:solidFill>
            <a:schemeClr val="bg1">
              <a:lumMod val="95000"/>
            </a:schemeClr>
          </a:solidFill>
        </p:spPr>
        <p:txBody>
          <a:bodyPr/>
          <a:lstStyle>
            <a:lvl1pPr marL="0" indent="0" algn="l">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To insert a picture, click on the surface and go to Insert&gt;Picture</a:t>
            </a:r>
          </a:p>
        </p:txBody>
      </p:sp>
    </p:spTree>
    <p:extLst>
      <p:ext uri="{BB962C8B-B14F-4D97-AF65-F5344CB8AC3E}">
        <p14:creationId xmlns:p14="http://schemas.microsoft.com/office/powerpoint/2010/main" val="36396052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Image w. Header and Copy -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D665D-C67D-434A-B580-5AE8DC224D7E}"/>
              </a:ext>
            </a:extLst>
          </p:cNvPr>
          <p:cNvSpPr>
            <a:spLocks noGrp="1"/>
          </p:cNvSpPr>
          <p:nvPr>
            <p:ph type="title" hasCustomPrompt="1"/>
          </p:nvPr>
        </p:nvSpPr>
        <p:spPr>
          <a:xfrm>
            <a:off x="406400" y="1980376"/>
            <a:ext cx="5270500" cy="1600200"/>
          </a:xfrm>
        </p:spPr>
        <p:txBody>
          <a:bodyPr anchor="ctr"/>
          <a:lstStyle>
            <a:lvl1pPr>
              <a:defRPr sz="4500"/>
            </a:lvl1pPr>
          </a:lstStyle>
          <a:p>
            <a:r>
              <a:rPr lang="en-GB"/>
              <a:t>Headline</a:t>
            </a:r>
            <a:br>
              <a:rPr lang="en-GB"/>
            </a:br>
            <a:r>
              <a:rPr lang="en-GB"/>
              <a:t>Max Two Rows</a:t>
            </a:r>
          </a:p>
        </p:txBody>
      </p:sp>
      <p:sp>
        <p:nvSpPr>
          <p:cNvPr id="11" name="Graphic 6">
            <a:extLst>
              <a:ext uri="{FF2B5EF4-FFF2-40B4-BE49-F238E27FC236}">
                <a16:creationId xmlns:a16="http://schemas.microsoft.com/office/drawing/2014/main" id="{4B82025B-6D0B-FCB8-AC6E-1A369A13CDCD}"/>
              </a:ext>
            </a:extLst>
          </p:cNvPr>
          <p:cNvSpPr/>
          <p:nvPr userDrawn="1"/>
        </p:nvSpPr>
        <p:spPr>
          <a:xfrm>
            <a:off x="2838124" y="6294141"/>
            <a:ext cx="407052" cy="268547"/>
          </a:xfrm>
          <a:custGeom>
            <a:avLst/>
            <a:gdLst>
              <a:gd name="connsiteX0" fmla="*/ 381465 w 407052"/>
              <a:gd name="connsiteY0" fmla="*/ 6301 h 268547"/>
              <a:gd name="connsiteX1" fmla="*/ 361103 w 407052"/>
              <a:gd name="connsiteY1" fmla="*/ 23195 h 268547"/>
              <a:gd name="connsiteX2" fmla="*/ 290662 w 407052"/>
              <a:gd name="connsiteY2" fmla="*/ 182678 h 268547"/>
              <a:gd name="connsiteX3" fmla="*/ 306016 w 407052"/>
              <a:gd name="connsiteY3" fmla="*/ 40486 h 268547"/>
              <a:gd name="connsiteX4" fmla="*/ 308217 w 407052"/>
              <a:gd name="connsiteY4" fmla="*/ 9008 h 268547"/>
              <a:gd name="connsiteX5" fmla="*/ 285951 w 407052"/>
              <a:gd name="connsiteY5" fmla="*/ 7963 h 268547"/>
              <a:gd name="connsiteX6" fmla="*/ 264081 w 407052"/>
              <a:gd name="connsiteY6" fmla="*/ 21445 h 268547"/>
              <a:gd name="connsiteX7" fmla="*/ 193739 w 407052"/>
              <a:gd name="connsiteY7" fmla="*/ 243995 h 268547"/>
              <a:gd name="connsiteX8" fmla="*/ 209841 w 407052"/>
              <a:gd name="connsiteY8" fmla="*/ 246196 h 268547"/>
              <a:gd name="connsiteX9" fmla="*/ 262430 w 407052"/>
              <a:gd name="connsiteY9" fmla="*/ 76631 h 268547"/>
              <a:gd name="connsiteX10" fmla="*/ 254979 w 407052"/>
              <a:gd name="connsiteY10" fmla="*/ 215235 h 268547"/>
              <a:gd name="connsiteX11" fmla="*/ 271587 w 407052"/>
              <a:gd name="connsiteY11" fmla="*/ 239394 h 268547"/>
              <a:gd name="connsiteX12" fmla="*/ 284223 w 407052"/>
              <a:gd name="connsiteY12" fmla="*/ 237688 h 268547"/>
              <a:gd name="connsiteX13" fmla="*/ 356909 w 407052"/>
              <a:gd name="connsiteY13" fmla="*/ 66076 h 268547"/>
              <a:gd name="connsiteX14" fmla="*/ 324165 w 407052"/>
              <a:gd name="connsiteY14" fmla="*/ 243125 h 268547"/>
              <a:gd name="connsiteX15" fmla="*/ 343030 w 407052"/>
              <a:gd name="connsiteY15" fmla="*/ 265050 h 268547"/>
              <a:gd name="connsiteX16" fmla="*/ 354752 w 407052"/>
              <a:gd name="connsiteY16" fmla="*/ 263663 h 268547"/>
              <a:gd name="connsiteX17" fmla="*/ 405503 w 407052"/>
              <a:gd name="connsiteY17" fmla="*/ 16118 h 268547"/>
              <a:gd name="connsiteX18" fmla="*/ 381465 w 407052"/>
              <a:gd name="connsiteY18" fmla="*/ 6301 h 268547"/>
              <a:gd name="connsiteX19" fmla="*/ 166553 w 407052"/>
              <a:gd name="connsiteY19" fmla="*/ 128472 h 268547"/>
              <a:gd name="connsiteX20" fmla="*/ 183855 w 407052"/>
              <a:gd name="connsiteY20" fmla="*/ 109882 h 268547"/>
              <a:gd name="connsiteX21" fmla="*/ 172914 w 407052"/>
              <a:gd name="connsiteY21" fmla="*/ 98875 h 268547"/>
              <a:gd name="connsiteX22" fmla="*/ 159916 w 407052"/>
              <a:gd name="connsiteY22" fmla="*/ 100163 h 268547"/>
              <a:gd name="connsiteX23" fmla="*/ 193497 w 407052"/>
              <a:gd name="connsiteY23" fmla="*/ 14082 h 268547"/>
              <a:gd name="connsiteX24" fmla="*/ 192055 w 407052"/>
              <a:gd name="connsiteY24" fmla="*/ -127 h 268547"/>
              <a:gd name="connsiteX25" fmla="*/ 163658 w 407052"/>
              <a:gd name="connsiteY25" fmla="*/ 8018 h 268547"/>
              <a:gd name="connsiteX26" fmla="*/ 157186 w 407052"/>
              <a:gd name="connsiteY26" fmla="*/ 13653 h 268547"/>
              <a:gd name="connsiteX27" fmla="*/ 119082 w 407052"/>
              <a:gd name="connsiteY27" fmla="*/ 106107 h 268547"/>
              <a:gd name="connsiteX28" fmla="*/ 69839 w 407052"/>
              <a:gd name="connsiteY28" fmla="*/ 115869 h 268547"/>
              <a:gd name="connsiteX29" fmla="*/ 109583 w 407052"/>
              <a:gd name="connsiteY29" fmla="*/ 15931 h 268547"/>
              <a:gd name="connsiteX30" fmla="*/ 92490 w 407052"/>
              <a:gd name="connsiteY30" fmla="*/ 14654 h 268547"/>
              <a:gd name="connsiteX31" fmla="*/ 50247 w 407052"/>
              <a:gd name="connsiteY31" fmla="*/ 120481 h 268547"/>
              <a:gd name="connsiteX32" fmla="*/ 9017 w 407052"/>
              <a:gd name="connsiteY32" fmla="*/ 131487 h 268547"/>
              <a:gd name="connsiteX33" fmla="*/ 2622 w 407052"/>
              <a:gd name="connsiteY33" fmla="*/ 143594 h 268547"/>
              <a:gd name="connsiteX34" fmla="*/ 12660 w 407052"/>
              <a:gd name="connsiteY34" fmla="*/ 149241 h 268547"/>
              <a:gd name="connsiteX35" fmla="*/ 33430 w 407052"/>
              <a:gd name="connsiteY35" fmla="*/ 164650 h 268547"/>
              <a:gd name="connsiteX36" fmla="*/ 5055 w 407052"/>
              <a:gd name="connsiteY36" fmla="*/ 243521 h 268547"/>
              <a:gd name="connsiteX37" fmla="*/ 21388 w 407052"/>
              <a:gd name="connsiteY37" fmla="*/ 245899 h 268547"/>
              <a:gd name="connsiteX38" fmla="*/ 52108 w 407052"/>
              <a:gd name="connsiteY38" fmla="*/ 162052 h 268547"/>
              <a:gd name="connsiteX39" fmla="*/ 102088 w 407052"/>
              <a:gd name="connsiteY39" fmla="*/ 151112 h 268547"/>
              <a:gd name="connsiteX40" fmla="*/ 72194 w 407052"/>
              <a:gd name="connsiteY40" fmla="*/ 242575 h 268547"/>
              <a:gd name="connsiteX41" fmla="*/ 73295 w 407052"/>
              <a:gd name="connsiteY41" fmla="*/ 248562 h 268547"/>
              <a:gd name="connsiteX42" fmla="*/ 90421 w 407052"/>
              <a:gd name="connsiteY42" fmla="*/ 266095 h 268547"/>
              <a:gd name="connsiteX43" fmla="*/ 100558 w 407052"/>
              <a:gd name="connsiteY43" fmla="*/ 263707 h 268547"/>
              <a:gd name="connsiteX44" fmla="*/ 143934 w 407052"/>
              <a:gd name="connsiteY44" fmla="*/ 141789 h 268547"/>
              <a:gd name="connsiteX45" fmla="*/ 166553 w 407052"/>
              <a:gd name="connsiteY45" fmla="*/ 128472 h 268547"/>
              <a:gd name="connsiteX46" fmla="*/ 177262 w 407052"/>
              <a:gd name="connsiteY46" fmla="*/ 195467 h 268547"/>
              <a:gd name="connsiteX47" fmla="*/ 174081 w 407052"/>
              <a:gd name="connsiteY47" fmla="*/ 198406 h 268547"/>
              <a:gd name="connsiteX48" fmla="*/ 170493 w 407052"/>
              <a:gd name="connsiteY48" fmla="*/ 187202 h 268547"/>
              <a:gd name="connsiteX49" fmla="*/ 179970 w 407052"/>
              <a:gd name="connsiteY49" fmla="*/ 174533 h 268547"/>
              <a:gd name="connsiteX50" fmla="*/ 158639 w 407052"/>
              <a:gd name="connsiteY50" fmla="*/ 157704 h 268547"/>
              <a:gd name="connsiteX51" fmla="*/ 156119 w 407052"/>
              <a:gd name="connsiteY51" fmla="*/ 175458 h 268547"/>
              <a:gd name="connsiteX52" fmla="*/ 158122 w 407052"/>
              <a:gd name="connsiteY52" fmla="*/ 182249 h 268547"/>
              <a:gd name="connsiteX53" fmla="*/ 147368 w 407052"/>
              <a:gd name="connsiteY53" fmla="*/ 194048 h 268547"/>
              <a:gd name="connsiteX54" fmla="*/ 151243 w 407052"/>
              <a:gd name="connsiteY54" fmla="*/ 227848 h 268547"/>
              <a:gd name="connsiteX55" fmla="*/ 171352 w 407052"/>
              <a:gd name="connsiteY55" fmla="*/ 221564 h 268547"/>
              <a:gd name="connsiteX56" fmla="*/ 172210 w 407052"/>
              <a:gd name="connsiteY56" fmla="*/ 223765 h 268547"/>
              <a:gd name="connsiteX57" fmla="*/ 181400 w 407052"/>
              <a:gd name="connsiteY57" fmla="*/ 219737 h 268547"/>
              <a:gd name="connsiteX58" fmla="*/ 179034 w 407052"/>
              <a:gd name="connsiteY58" fmla="*/ 213265 h 268547"/>
              <a:gd name="connsiteX59" fmla="*/ 184240 w 407052"/>
              <a:gd name="connsiteY59" fmla="*/ 206089 h 268547"/>
              <a:gd name="connsiteX60" fmla="*/ 177262 w 407052"/>
              <a:gd name="connsiteY60" fmla="*/ 195489 h 268547"/>
              <a:gd name="connsiteX61" fmla="*/ 161732 w 407052"/>
              <a:gd name="connsiteY61" fmla="*/ 209082 h 268547"/>
              <a:gd name="connsiteX62" fmla="*/ 159740 w 407052"/>
              <a:gd name="connsiteY62" fmla="*/ 200739 h 268547"/>
              <a:gd name="connsiteX63" fmla="*/ 162777 w 407052"/>
              <a:gd name="connsiteY63" fmla="*/ 196733 h 268547"/>
              <a:gd name="connsiteX64" fmla="*/ 165881 w 407052"/>
              <a:gd name="connsiteY64" fmla="*/ 206056 h 268547"/>
              <a:gd name="connsiteX65" fmla="*/ 161732 w 407052"/>
              <a:gd name="connsiteY65" fmla="*/ 209104 h 268547"/>
              <a:gd name="connsiteX66" fmla="*/ 166476 w 407052"/>
              <a:gd name="connsiteY66" fmla="*/ 173862 h 268547"/>
              <a:gd name="connsiteX67" fmla="*/ 165793 w 407052"/>
              <a:gd name="connsiteY67" fmla="*/ 171374 h 268547"/>
              <a:gd name="connsiteX68" fmla="*/ 169623 w 407052"/>
              <a:gd name="connsiteY68" fmla="*/ 170461 h 268547"/>
              <a:gd name="connsiteX69" fmla="*/ 166476 w 407052"/>
              <a:gd name="connsiteY69" fmla="*/ 173917 h 26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07052" h="268547">
                <a:moveTo>
                  <a:pt x="381465" y="6301"/>
                </a:moveTo>
                <a:cubicBezTo>
                  <a:pt x="374663" y="9327"/>
                  <a:pt x="369358" y="6168"/>
                  <a:pt x="361103" y="23195"/>
                </a:cubicBezTo>
                <a:cubicBezTo>
                  <a:pt x="335029" y="76719"/>
                  <a:pt x="314777" y="120162"/>
                  <a:pt x="290662" y="182678"/>
                </a:cubicBezTo>
                <a:cubicBezTo>
                  <a:pt x="291355" y="131344"/>
                  <a:pt x="300567" y="90488"/>
                  <a:pt x="306016" y="40486"/>
                </a:cubicBezTo>
                <a:cubicBezTo>
                  <a:pt x="307028" y="31274"/>
                  <a:pt x="308448" y="18584"/>
                  <a:pt x="308217" y="9008"/>
                </a:cubicBezTo>
                <a:cubicBezTo>
                  <a:pt x="308052" y="1656"/>
                  <a:pt x="300721" y="687"/>
                  <a:pt x="285951" y="7963"/>
                </a:cubicBezTo>
                <a:cubicBezTo>
                  <a:pt x="277740" y="12013"/>
                  <a:pt x="267856" y="11683"/>
                  <a:pt x="264081" y="21445"/>
                </a:cubicBezTo>
                <a:cubicBezTo>
                  <a:pt x="248034" y="63016"/>
                  <a:pt x="210953" y="178628"/>
                  <a:pt x="193739" y="243995"/>
                </a:cubicBezTo>
                <a:cubicBezTo>
                  <a:pt x="189600" y="259701"/>
                  <a:pt x="205152" y="262331"/>
                  <a:pt x="209841" y="246196"/>
                </a:cubicBezTo>
                <a:cubicBezTo>
                  <a:pt x="221167" y="207244"/>
                  <a:pt x="247021" y="121031"/>
                  <a:pt x="262430" y="76631"/>
                </a:cubicBezTo>
                <a:cubicBezTo>
                  <a:pt x="260878" y="117278"/>
                  <a:pt x="249795" y="181533"/>
                  <a:pt x="254979" y="215235"/>
                </a:cubicBezTo>
                <a:cubicBezTo>
                  <a:pt x="256608" y="225845"/>
                  <a:pt x="266491" y="230424"/>
                  <a:pt x="271587" y="239394"/>
                </a:cubicBezTo>
                <a:cubicBezTo>
                  <a:pt x="275208" y="245778"/>
                  <a:pt x="281020" y="246416"/>
                  <a:pt x="284223" y="237688"/>
                </a:cubicBezTo>
                <a:cubicBezTo>
                  <a:pt x="299269" y="196568"/>
                  <a:pt x="328557" y="124069"/>
                  <a:pt x="356909" y="66076"/>
                </a:cubicBezTo>
                <a:cubicBezTo>
                  <a:pt x="351406" y="91600"/>
                  <a:pt x="330076" y="199947"/>
                  <a:pt x="324165" y="243125"/>
                </a:cubicBezTo>
                <a:cubicBezTo>
                  <a:pt x="322976" y="251798"/>
                  <a:pt x="333598" y="252007"/>
                  <a:pt x="343030" y="265050"/>
                </a:cubicBezTo>
                <a:cubicBezTo>
                  <a:pt x="345155" y="267978"/>
                  <a:pt x="353288" y="271158"/>
                  <a:pt x="354752" y="263663"/>
                </a:cubicBezTo>
                <a:cubicBezTo>
                  <a:pt x="359782" y="237765"/>
                  <a:pt x="392636" y="69554"/>
                  <a:pt x="405503" y="16118"/>
                </a:cubicBezTo>
                <a:cubicBezTo>
                  <a:pt x="408970" y="1722"/>
                  <a:pt x="407968" y="-5520"/>
                  <a:pt x="381465" y="6301"/>
                </a:cubicBezTo>
                <a:close/>
                <a:moveTo>
                  <a:pt x="166553" y="128472"/>
                </a:moveTo>
                <a:cubicBezTo>
                  <a:pt x="177878" y="111588"/>
                  <a:pt x="181147" y="115011"/>
                  <a:pt x="183855" y="109882"/>
                </a:cubicBezTo>
                <a:cubicBezTo>
                  <a:pt x="187267" y="103443"/>
                  <a:pt x="185011" y="97389"/>
                  <a:pt x="172914" y="98875"/>
                </a:cubicBezTo>
                <a:cubicBezTo>
                  <a:pt x="172914" y="98875"/>
                  <a:pt x="168336" y="99206"/>
                  <a:pt x="159916" y="100163"/>
                </a:cubicBezTo>
                <a:cubicBezTo>
                  <a:pt x="173322" y="65636"/>
                  <a:pt x="185044" y="36326"/>
                  <a:pt x="193497" y="14082"/>
                </a:cubicBezTo>
                <a:cubicBezTo>
                  <a:pt x="196358" y="6532"/>
                  <a:pt x="196743" y="995"/>
                  <a:pt x="192055" y="-127"/>
                </a:cubicBezTo>
                <a:cubicBezTo>
                  <a:pt x="187047" y="-1338"/>
                  <a:pt x="172562" y="6477"/>
                  <a:pt x="163658" y="8018"/>
                </a:cubicBezTo>
                <a:cubicBezTo>
                  <a:pt x="160829" y="8502"/>
                  <a:pt x="158155" y="11518"/>
                  <a:pt x="157186" y="13653"/>
                </a:cubicBezTo>
                <a:cubicBezTo>
                  <a:pt x="142878" y="46397"/>
                  <a:pt x="130165" y="77622"/>
                  <a:pt x="119082" y="106107"/>
                </a:cubicBezTo>
                <a:cubicBezTo>
                  <a:pt x="104928" y="108528"/>
                  <a:pt x="88352" y="111709"/>
                  <a:pt x="69839" y="115869"/>
                </a:cubicBezTo>
                <a:cubicBezTo>
                  <a:pt x="83047" y="81826"/>
                  <a:pt x="96497" y="48257"/>
                  <a:pt x="109583" y="15931"/>
                </a:cubicBezTo>
                <a:cubicBezTo>
                  <a:pt x="116022" y="38"/>
                  <a:pt x="99072" y="-1470"/>
                  <a:pt x="92490" y="14654"/>
                </a:cubicBezTo>
                <a:cubicBezTo>
                  <a:pt x="83960" y="35567"/>
                  <a:pt x="67957" y="74782"/>
                  <a:pt x="50247" y="120481"/>
                </a:cubicBezTo>
                <a:cubicBezTo>
                  <a:pt x="37227" y="123673"/>
                  <a:pt x="23447" y="127316"/>
                  <a:pt x="9017" y="131487"/>
                </a:cubicBezTo>
                <a:cubicBezTo>
                  <a:pt x="-1461" y="134514"/>
                  <a:pt x="-1923" y="137299"/>
                  <a:pt x="2622" y="143594"/>
                </a:cubicBezTo>
                <a:cubicBezTo>
                  <a:pt x="5143" y="147094"/>
                  <a:pt x="10327" y="146742"/>
                  <a:pt x="12660" y="149241"/>
                </a:cubicBezTo>
                <a:cubicBezTo>
                  <a:pt x="18780" y="155701"/>
                  <a:pt x="22478" y="163439"/>
                  <a:pt x="33430" y="164650"/>
                </a:cubicBezTo>
                <a:cubicBezTo>
                  <a:pt x="23678" y="190680"/>
                  <a:pt x="13893" y="217623"/>
                  <a:pt x="5055" y="243521"/>
                </a:cubicBezTo>
                <a:cubicBezTo>
                  <a:pt x="-448" y="259789"/>
                  <a:pt x="15324" y="263113"/>
                  <a:pt x="21388" y="245899"/>
                </a:cubicBezTo>
                <a:cubicBezTo>
                  <a:pt x="31184" y="218152"/>
                  <a:pt x="41519" y="190063"/>
                  <a:pt x="52108" y="162052"/>
                </a:cubicBezTo>
                <a:cubicBezTo>
                  <a:pt x="60913" y="160005"/>
                  <a:pt x="82320" y="155448"/>
                  <a:pt x="102088" y="151112"/>
                </a:cubicBezTo>
                <a:cubicBezTo>
                  <a:pt x="86404" y="194037"/>
                  <a:pt x="76080" y="226693"/>
                  <a:pt x="72194" y="242575"/>
                </a:cubicBezTo>
                <a:cubicBezTo>
                  <a:pt x="71688" y="244636"/>
                  <a:pt x="72089" y="246816"/>
                  <a:pt x="73295" y="248562"/>
                </a:cubicBezTo>
                <a:cubicBezTo>
                  <a:pt x="78578" y="256267"/>
                  <a:pt x="83608" y="256575"/>
                  <a:pt x="90421" y="266095"/>
                </a:cubicBezTo>
                <a:cubicBezTo>
                  <a:pt x="92270" y="268693"/>
                  <a:pt x="98445" y="270091"/>
                  <a:pt x="100558" y="263707"/>
                </a:cubicBezTo>
                <a:cubicBezTo>
                  <a:pt x="115064" y="219836"/>
                  <a:pt x="130000" y="178683"/>
                  <a:pt x="143934" y="141789"/>
                </a:cubicBezTo>
                <a:cubicBezTo>
                  <a:pt x="149757" y="140513"/>
                  <a:pt x="160158" y="138003"/>
                  <a:pt x="166553" y="128472"/>
                </a:cubicBezTo>
                <a:close/>
                <a:moveTo>
                  <a:pt x="177262" y="195467"/>
                </a:moveTo>
                <a:cubicBezTo>
                  <a:pt x="176238" y="196359"/>
                  <a:pt x="175171" y="197361"/>
                  <a:pt x="174081" y="198406"/>
                </a:cubicBezTo>
                <a:cubicBezTo>
                  <a:pt x="172859" y="194642"/>
                  <a:pt x="171627" y="190812"/>
                  <a:pt x="170493" y="187202"/>
                </a:cubicBezTo>
                <a:cubicBezTo>
                  <a:pt x="173887" y="183160"/>
                  <a:pt x="177052" y="178931"/>
                  <a:pt x="179970" y="174533"/>
                </a:cubicBezTo>
                <a:cubicBezTo>
                  <a:pt x="191625" y="156384"/>
                  <a:pt x="168578" y="145917"/>
                  <a:pt x="158639" y="157704"/>
                </a:cubicBezTo>
                <a:cubicBezTo>
                  <a:pt x="153345" y="163989"/>
                  <a:pt x="154666" y="170164"/>
                  <a:pt x="156119" y="175458"/>
                </a:cubicBezTo>
                <a:cubicBezTo>
                  <a:pt x="156581" y="177098"/>
                  <a:pt x="157274" y="179453"/>
                  <a:pt x="158122" y="182249"/>
                </a:cubicBezTo>
                <a:cubicBezTo>
                  <a:pt x="155282" y="185154"/>
                  <a:pt x="151892" y="188798"/>
                  <a:pt x="147368" y="194048"/>
                </a:cubicBezTo>
                <a:cubicBezTo>
                  <a:pt x="136120" y="207123"/>
                  <a:pt x="139180" y="224095"/>
                  <a:pt x="151243" y="227848"/>
                </a:cubicBezTo>
                <a:cubicBezTo>
                  <a:pt x="158562" y="230127"/>
                  <a:pt x="165419" y="226814"/>
                  <a:pt x="171352" y="221564"/>
                </a:cubicBezTo>
                <a:cubicBezTo>
                  <a:pt x="171649" y="222334"/>
                  <a:pt x="171935" y="223071"/>
                  <a:pt x="172210" y="223765"/>
                </a:cubicBezTo>
                <a:cubicBezTo>
                  <a:pt x="175358" y="231645"/>
                  <a:pt x="185110" y="229268"/>
                  <a:pt x="181400" y="219737"/>
                </a:cubicBezTo>
                <a:cubicBezTo>
                  <a:pt x="180751" y="218086"/>
                  <a:pt x="179937" y="215862"/>
                  <a:pt x="179034" y="213265"/>
                </a:cubicBezTo>
                <a:cubicBezTo>
                  <a:pt x="180949" y="210843"/>
                  <a:pt x="182688" y="208378"/>
                  <a:pt x="184240" y="206089"/>
                </a:cubicBezTo>
                <a:cubicBezTo>
                  <a:pt x="191471" y="195445"/>
                  <a:pt x="184526" y="189194"/>
                  <a:pt x="177262" y="195489"/>
                </a:cubicBezTo>
                <a:close/>
                <a:moveTo>
                  <a:pt x="161732" y="209082"/>
                </a:moveTo>
                <a:cubicBezTo>
                  <a:pt x="157329" y="211779"/>
                  <a:pt x="153818" y="208884"/>
                  <a:pt x="159740" y="200739"/>
                </a:cubicBezTo>
                <a:cubicBezTo>
                  <a:pt x="160741" y="199375"/>
                  <a:pt x="161754" y="198054"/>
                  <a:pt x="162777" y="196733"/>
                </a:cubicBezTo>
                <a:cubicBezTo>
                  <a:pt x="163779" y="199815"/>
                  <a:pt x="164825" y="202974"/>
                  <a:pt x="165881" y="206056"/>
                </a:cubicBezTo>
                <a:cubicBezTo>
                  <a:pt x="164574" y="207171"/>
                  <a:pt x="163187" y="208190"/>
                  <a:pt x="161732" y="209104"/>
                </a:cubicBezTo>
                <a:close/>
                <a:moveTo>
                  <a:pt x="166476" y="173862"/>
                </a:moveTo>
                <a:cubicBezTo>
                  <a:pt x="166211" y="172937"/>
                  <a:pt x="165980" y="172090"/>
                  <a:pt x="165793" y="171374"/>
                </a:cubicBezTo>
                <a:cubicBezTo>
                  <a:pt x="162491" y="158706"/>
                  <a:pt x="176965" y="162173"/>
                  <a:pt x="169623" y="170461"/>
                </a:cubicBezTo>
                <a:cubicBezTo>
                  <a:pt x="168523" y="171749"/>
                  <a:pt x="167488" y="172860"/>
                  <a:pt x="166476" y="173917"/>
                </a:cubicBezTo>
                <a:close/>
              </a:path>
            </a:pathLst>
          </a:custGeom>
          <a:solidFill>
            <a:schemeClr val="tx1"/>
          </a:solidFill>
          <a:ln w="1081" cap="flat">
            <a:noFill/>
            <a:prstDash val="solid"/>
            <a:miter/>
          </a:ln>
        </p:spPr>
        <p:txBody>
          <a:bodyPr rtlCol="0" anchor="ctr"/>
          <a:lstStyle/>
          <a:p>
            <a:endParaRPr lang="en-GB"/>
          </a:p>
        </p:txBody>
      </p:sp>
      <p:sp>
        <p:nvSpPr>
          <p:cNvPr id="12" name="Text Placeholder 10">
            <a:extLst>
              <a:ext uri="{FF2B5EF4-FFF2-40B4-BE49-F238E27FC236}">
                <a16:creationId xmlns:a16="http://schemas.microsoft.com/office/drawing/2014/main" id="{0320FE12-7EC3-08FD-ED9A-6E08549CA6AF}"/>
              </a:ext>
            </a:extLst>
          </p:cNvPr>
          <p:cNvSpPr>
            <a:spLocks noGrp="1"/>
          </p:cNvSpPr>
          <p:nvPr>
            <p:ph type="body" sz="quarter" idx="13" hasCustomPrompt="1"/>
          </p:nvPr>
        </p:nvSpPr>
        <p:spPr>
          <a:xfrm>
            <a:off x="406401" y="288925"/>
            <a:ext cx="5270500" cy="273286"/>
          </a:xfrm>
        </p:spPr>
        <p:txBody>
          <a:bodyPr/>
          <a:lstStyle>
            <a:lvl1pPr marL="0" indent="0">
              <a:buNone/>
              <a:defRPr sz="1100"/>
            </a:lvl1pPr>
          </a:lstStyle>
          <a:p>
            <a:pPr lvl="0"/>
            <a:r>
              <a:rPr lang="en-GB"/>
              <a:t>Heading</a:t>
            </a:r>
          </a:p>
        </p:txBody>
      </p:sp>
      <p:sp>
        <p:nvSpPr>
          <p:cNvPr id="9" name="Text Placeholder 9">
            <a:extLst>
              <a:ext uri="{FF2B5EF4-FFF2-40B4-BE49-F238E27FC236}">
                <a16:creationId xmlns:a16="http://schemas.microsoft.com/office/drawing/2014/main" id="{0253B624-EE25-8E53-46E8-F0A6C9CB83AA}"/>
              </a:ext>
            </a:extLst>
          </p:cNvPr>
          <p:cNvSpPr>
            <a:spLocks noGrp="1"/>
          </p:cNvSpPr>
          <p:nvPr>
            <p:ph type="body" sz="quarter" idx="14" hasCustomPrompt="1"/>
          </p:nvPr>
        </p:nvSpPr>
        <p:spPr>
          <a:xfrm>
            <a:off x="406401" y="3670300"/>
            <a:ext cx="5270500" cy="1079500"/>
          </a:xfrm>
        </p:spPr>
        <p:txBody>
          <a:bodyPr/>
          <a:lstStyle>
            <a:lvl1pPr marL="0" indent="0">
              <a:buNone/>
              <a:defRPr sz="2400"/>
            </a:lvl1pPr>
          </a:lstStyle>
          <a:p>
            <a:pPr lvl="0"/>
            <a:r>
              <a:rPr lang="en-GB" err="1"/>
              <a:t>Bodycopy</a:t>
            </a:r>
            <a:r>
              <a:rPr lang="en-GB"/>
              <a:t> at least one row, max three rows.</a:t>
            </a:r>
          </a:p>
        </p:txBody>
      </p:sp>
      <p:sp>
        <p:nvSpPr>
          <p:cNvPr id="7" name="Picture Placeholder 2">
            <a:extLst>
              <a:ext uri="{FF2B5EF4-FFF2-40B4-BE49-F238E27FC236}">
                <a16:creationId xmlns:a16="http://schemas.microsoft.com/office/drawing/2014/main" id="{AC2C4221-C015-8F9D-79B8-BF2B5F54F8FE}"/>
              </a:ext>
            </a:extLst>
          </p:cNvPr>
          <p:cNvSpPr>
            <a:spLocks noGrp="1"/>
          </p:cNvSpPr>
          <p:nvPr>
            <p:ph type="pic" idx="1" hasCustomPrompt="1"/>
          </p:nvPr>
        </p:nvSpPr>
        <p:spPr>
          <a:xfrm>
            <a:off x="6096000" y="0"/>
            <a:ext cx="6096000" cy="6856352"/>
          </a:xfrm>
          <a:solidFill>
            <a:schemeClr val="bg1">
              <a:lumMod val="95000"/>
            </a:schemeClr>
          </a:solidFill>
        </p:spPr>
        <p:txBody>
          <a:bodyPr/>
          <a:lstStyle>
            <a:lvl1pPr marL="0" indent="0" algn="l">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To insert a picture, click on the surface and go to Insert&gt;Picture</a:t>
            </a:r>
          </a:p>
        </p:txBody>
      </p:sp>
    </p:spTree>
    <p:extLst>
      <p:ext uri="{BB962C8B-B14F-4D97-AF65-F5344CB8AC3E}">
        <p14:creationId xmlns:p14="http://schemas.microsoft.com/office/powerpoint/2010/main" val="31618245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Image w. Header and Copy -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D665D-C67D-434A-B580-5AE8DC224D7E}"/>
              </a:ext>
            </a:extLst>
          </p:cNvPr>
          <p:cNvSpPr>
            <a:spLocks noGrp="1"/>
          </p:cNvSpPr>
          <p:nvPr>
            <p:ph type="title" hasCustomPrompt="1"/>
          </p:nvPr>
        </p:nvSpPr>
        <p:spPr>
          <a:xfrm>
            <a:off x="6502400" y="1980376"/>
            <a:ext cx="5270500" cy="1600200"/>
          </a:xfrm>
        </p:spPr>
        <p:txBody>
          <a:bodyPr anchor="ctr"/>
          <a:lstStyle>
            <a:lvl1pPr algn="ctr">
              <a:defRPr sz="4500"/>
            </a:lvl1pPr>
          </a:lstStyle>
          <a:p>
            <a:r>
              <a:rPr lang="en-GB"/>
              <a:t>Headline</a:t>
            </a:r>
            <a:br>
              <a:rPr lang="en-GB"/>
            </a:br>
            <a:r>
              <a:rPr lang="en-GB"/>
              <a:t>Max Two Rows</a:t>
            </a:r>
          </a:p>
        </p:txBody>
      </p:sp>
      <p:sp>
        <p:nvSpPr>
          <p:cNvPr id="8" name="Graphic 6">
            <a:extLst>
              <a:ext uri="{FF2B5EF4-FFF2-40B4-BE49-F238E27FC236}">
                <a16:creationId xmlns:a16="http://schemas.microsoft.com/office/drawing/2014/main" id="{72A687B6-E3B7-74B6-4327-9EFE979AE6F0}"/>
              </a:ext>
            </a:extLst>
          </p:cNvPr>
          <p:cNvSpPr/>
          <p:nvPr userDrawn="1"/>
        </p:nvSpPr>
        <p:spPr>
          <a:xfrm>
            <a:off x="8934124" y="6294141"/>
            <a:ext cx="407052" cy="268547"/>
          </a:xfrm>
          <a:custGeom>
            <a:avLst/>
            <a:gdLst>
              <a:gd name="connsiteX0" fmla="*/ 381465 w 407052"/>
              <a:gd name="connsiteY0" fmla="*/ 6301 h 268547"/>
              <a:gd name="connsiteX1" fmla="*/ 361103 w 407052"/>
              <a:gd name="connsiteY1" fmla="*/ 23195 h 268547"/>
              <a:gd name="connsiteX2" fmla="*/ 290662 w 407052"/>
              <a:gd name="connsiteY2" fmla="*/ 182678 h 268547"/>
              <a:gd name="connsiteX3" fmla="*/ 306016 w 407052"/>
              <a:gd name="connsiteY3" fmla="*/ 40486 h 268547"/>
              <a:gd name="connsiteX4" fmla="*/ 308217 w 407052"/>
              <a:gd name="connsiteY4" fmla="*/ 9008 h 268547"/>
              <a:gd name="connsiteX5" fmla="*/ 285951 w 407052"/>
              <a:gd name="connsiteY5" fmla="*/ 7963 h 268547"/>
              <a:gd name="connsiteX6" fmla="*/ 264081 w 407052"/>
              <a:gd name="connsiteY6" fmla="*/ 21445 h 268547"/>
              <a:gd name="connsiteX7" fmla="*/ 193739 w 407052"/>
              <a:gd name="connsiteY7" fmla="*/ 243995 h 268547"/>
              <a:gd name="connsiteX8" fmla="*/ 209841 w 407052"/>
              <a:gd name="connsiteY8" fmla="*/ 246196 h 268547"/>
              <a:gd name="connsiteX9" fmla="*/ 262430 w 407052"/>
              <a:gd name="connsiteY9" fmla="*/ 76631 h 268547"/>
              <a:gd name="connsiteX10" fmla="*/ 254979 w 407052"/>
              <a:gd name="connsiteY10" fmla="*/ 215235 h 268547"/>
              <a:gd name="connsiteX11" fmla="*/ 271587 w 407052"/>
              <a:gd name="connsiteY11" fmla="*/ 239394 h 268547"/>
              <a:gd name="connsiteX12" fmla="*/ 284223 w 407052"/>
              <a:gd name="connsiteY12" fmla="*/ 237688 h 268547"/>
              <a:gd name="connsiteX13" fmla="*/ 356909 w 407052"/>
              <a:gd name="connsiteY13" fmla="*/ 66076 h 268547"/>
              <a:gd name="connsiteX14" fmla="*/ 324165 w 407052"/>
              <a:gd name="connsiteY14" fmla="*/ 243125 h 268547"/>
              <a:gd name="connsiteX15" fmla="*/ 343030 w 407052"/>
              <a:gd name="connsiteY15" fmla="*/ 265050 h 268547"/>
              <a:gd name="connsiteX16" fmla="*/ 354752 w 407052"/>
              <a:gd name="connsiteY16" fmla="*/ 263663 h 268547"/>
              <a:gd name="connsiteX17" fmla="*/ 405503 w 407052"/>
              <a:gd name="connsiteY17" fmla="*/ 16118 h 268547"/>
              <a:gd name="connsiteX18" fmla="*/ 381465 w 407052"/>
              <a:gd name="connsiteY18" fmla="*/ 6301 h 268547"/>
              <a:gd name="connsiteX19" fmla="*/ 166553 w 407052"/>
              <a:gd name="connsiteY19" fmla="*/ 128472 h 268547"/>
              <a:gd name="connsiteX20" fmla="*/ 183855 w 407052"/>
              <a:gd name="connsiteY20" fmla="*/ 109882 h 268547"/>
              <a:gd name="connsiteX21" fmla="*/ 172914 w 407052"/>
              <a:gd name="connsiteY21" fmla="*/ 98875 h 268547"/>
              <a:gd name="connsiteX22" fmla="*/ 159916 w 407052"/>
              <a:gd name="connsiteY22" fmla="*/ 100163 h 268547"/>
              <a:gd name="connsiteX23" fmla="*/ 193497 w 407052"/>
              <a:gd name="connsiteY23" fmla="*/ 14082 h 268547"/>
              <a:gd name="connsiteX24" fmla="*/ 192055 w 407052"/>
              <a:gd name="connsiteY24" fmla="*/ -127 h 268547"/>
              <a:gd name="connsiteX25" fmla="*/ 163658 w 407052"/>
              <a:gd name="connsiteY25" fmla="*/ 8018 h 268547"/>
              <a:gd name="connsiteX26" fmla="*/ 157186 w 407052"/>
              <a:gd name="connsiteY26" fmla="*/ 13653 h 268547"/>
              <a:gd name="connsiteX27" fmla="*/ 119082 w 407052"/>
              <a:gd name="connsiteY27" fmla="*/ 106107 h 268547"/>
              <a:gd name="connsiteX28" fmla="*/ 69839 w 407052"/>
              <a:gd name="connsiteY28" fmla="*/ 115869 h 268547"/>
              <a:gd name="connsiteX29" fmla="*/ 109583 w 407052"/>
              <a:gd name="connsiteY29" fmla="*/ 15931 h 268547"/>
              <a:gd name="connsiteX30" fmla="*/ 92490 w 407052"/>
              <a:gd name="connsiteY30" fmla="*/ 14654 h 268547"/>
              <a:gd name="connsiteX31" fmla="*/ 50247 w 407052"/>
              <a:gd name="connsiteY31" fmla="*/ 120481 h 268547"/>
              <a:gd name="connsiteX32" fmla="*/ 9017 w 407052"/>
              <a:gd name="connsiteY32" fmla="*/ 131487 h 268547"/>
              <a:gd name="connsiteX33" fmla="*/ 2622 w 407052"/>
              <a:gd name="connsiteY33" fmla="*/ 143594 h 268547"/>
              <a:gd name="connsiteX34" fmla="*/ 12660 w 407052"/>
              <a:gd name="connsiteY34" fmla="*/ 149241 h 268547"/>
              <a:gd name="connsiteX35" fmla="*/ 33430 w 407052"/>
              <a:gd name="connsiteY35" fmla="*/ 164650 h 268547"/>
              <a:gd name="connsiteX36" fmla="*/ 5055 w 407052"/>
              <a:gd name="connsiteY36" fmla="*/ 243521 h 268547"/>
              <a:gd name="connsiteX37" fmla="*/ 21388 w 407052"/>
              <a:gd name="connsiteY37" fmla="*/ 245899 h 268547"/>
              <a:gd name="connsiteX38" fmla="*/ 52108 w 407052"/>
              <a:gd name="connsiteY38" fmla="*/ 162052 h 268547"/>
              <a:gd name="connsiteX39" fmla="*/ 102088 w 407052"/>
              <a:gd name="connsiteY39" fmla="*/ 151112 h 268547"/>
              <a:gd name="connsiteX40" fmla="*/ 72194 w 407052"/>
              <a:gd name="connsiteY40" fmla="*/ 242575 h 268547"/>
              <a:gd name="connsiteX41" fmla="*/ 73295 w 407052"/>
              <a:gd name="connsiteY41" fmla="*/ 248562 h 268547"/>
              <a:gd name="connsiteX42" fmla="*/ 90421 w 407052"/>
              <a:gd name="connsiteY42" fmla="*/ 266095 h 268547"/>
              <a:gd name="connsiteX43" fmla="*/ 100558 w 407052"/>
              <a:gd name="connsiteY43" fmla="*/ 263707 h 268547"/>
              <a:gd name="connsiteX44" fmla="*/ 143934 w 407052"/>
              <a:gd name="connsiteY44" fmla="*/ 141789 h 268547"/>
              <a:gd name="connsiteX45" fmla="*/ 166553 w 407052"/>
              <a:gd name="connsiteY45" fmla="*/ 128472 h 268547"/>
              <a:gd name="connsiteX46" fmla="*/ 177262 w 407052"/>
              <a:gd name="connsiteY46" fmla="*/ 195467 h 268547"/>
              <a:gd name="connsiteX47" fmla="*/ 174081 w 407052"/>
              <a:gd name="connsiteY47" fmla="*/ 198406 h 268547"/>
              <a:gd name="connsiteX48" fmla="*/ 170493 w 407052"/>
              <a:gd name="connsiteY48" fmla="*/ 187202 h 268547"/>
              <a:gd name="connsiteX49" fmla="*/ 179970 w 407052"/>
              <a:gd name="connsiteY49" fmla="*/ 174533 h 268547"/>
              <a:gd name="connsiteX50" fmla="*/ 158639 w 407052"/>
              <a:gd name="connsiteY50" fmla="*/ 157704 h 268547"/>
              <a:gd name="connsiteX51" fmla="*/ 156119 w 407052"/>
              <a:gd name="connsiteY51" fmla="*/ 175458 h 268547"/>
              <a:gd name="connsiteX52" fmla="*/ 158122 w 407052"/>
              <a:gd name="connsiteY52" fmla="*/ 182249 h 268547"/>
              <a:gd name="connsiteX53" fmla="*/ 147368 w 407052"/>
              <a:gd name="connsiteY53" fmla="*/ 194048 h 268547"/>
              <a:gd name="connsiteX54" fmla="*/ 151243 w 407052"/>
              <a:gd name="connsiteY54" fmla="*/ 227848 h 268547"/>
              <a:gd name="connsiteX55" fmla="*/ 171352 w 407052"/>
              <a:gd name="connsiteY55" fmla="*/ 221564 h 268547"/>
              <a:gd name="connsiteX56" fmla="*/ 172210 w 407052"/>
              <a:gd name="connsiteY56" fmla="*/ 223765 h 268547"/>
              <a:gd name="connsiteX57" fmla="*/ 181400 w 407052"/>
              <a:gd name="connsiteY57" fmla="*/ 219737 h 268547"/>
              <a:gd name="connsiteX58" fmla="*/ 179034 w 407052"/>
              <a:gd name="connsiteY58" fmla="*/ 213265 h 268547"/>
              <a:gd name="connsiteX59" fmla="*/ 184240 w 407052"/>
              <a:gd name="connsiteY59" fmla="*/ 206089 h 268547"/>
              <a:gd name="connsiteX60" fmla="*/ 177262 w 407052"/>
              <a:gd name="connsiteY60" fmla="*/ 195489 h 268547"/>
              <a:gd name="connsiteX61" fmla="*/ 161732 w 407052"/>
              <a:gd name="connsiteY61" fmla="*/ 209082 h 268547"/>
              <a:gd name="connsiteX62" fmla="*/ 159740 w 407052"/>
              <a:gd name="connsiteY62" fmla="*/ 200739 h 268547"/>
              <a:gd name="connsiteX63" fmla="*/ 162777 w 407052"/>
              <a:gd name="connsiteY63" fmla="*/ 196733 h 268547"/>
              <a:gd name="connsiteX64" fmla="*/ 165881 w 407052"/>
              <a:gd name="connsiteY64" fmla="*/ 206056 h 268547"/>
              <a:gd name="connsiteX65" fmla="*/ 161732 w 407052"/>
              <a:gd name="connsiteY65" fmla="*/ 209104 h 268547"/>
              <a:gd name="connsiteX66" fmla="*/ 166476 w 407052"/>
              <a:gd name="connsiteY66" fmla="*/ 173862 h 268547"/>
              <a:gd name="connsiteX67" fmla="*/ 165793 w 407052"/>
              <a:gd name="connsiteY67" fmla="*/ 171374 h 268547"/>
              <a:gd name="connsiteX68" fmla="*/ 169623 w 407052"/>
              <a:gd name="connsiteY68" fmla="*/ 170461 h 268547"/>
              <a:gd name="connsiteX69" fmla="*/ 166476 w 407052"/>
              <a:gd name="connsiteY69" fmla="*/ 173917 h 26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07052" h="268547">
                <a:moveTo>
                  <a:pt x="381465" y="6301"/>
                </a:moveTo>
                <a:cubicBezTo>
                  <a:pt x="374663" y="9327"/>
                  <a:pt x="369358" y="6168"/>
                  <a:pt x="361103" y="23195"/>
                </a:cubicBezTo>
                <a:cubicBezTo>
                  <a:pt x="335029" y="76719"/>
                  <a:pt x="314777" y="120162"/>
                  <a:pt x="290662" y="182678"/>
                </a:cubicBezTo>
                <a:cubicBezTo>
                  <a:pt x="291355" y="131344"/>
                  <a:pt x="300567" y="90488"/>
                  <a:pt x="306016" y="40486"/>
                </a:cubicBezTo>
                <a:cubicBezTo>
                  <a:pt x="307028" y="31274"/>
                  <a:pt x="308448" y="18584"/>
                  <a:pt x="308217" y="9008"/>
                </a:cubicBezTo>
                <a:cubicBezTo>
                  <a:pt x="308052" y="1656"/>
                  <a:pt x="300721" y="687"/>
                  <a:pt x="285951" y="7963"/>
                </a:cubicBezTo>
                <a:cubicBezTo>
                  <a:pt x="277740" y="12013"/>
                  <a:pt x="267856" y="11683"/>
                  <a:pt x="264081" y="21445"/>
                </a:cubicBezTo>
                <a:cubicBezTo>
                  <a:pt x="248034" y="63016"/>
                  <a:pt x="210953" y="178628"/>
                  <a:pt x="193739" y="243995"/>
                </a:cubicBezTo>
                <a:cubicBezTo>
                  <a:pt x="189600" y="259701"/>
                  <a:pt x="205152" y="262331"/>
                  <a:pt x="209841" y="246196"/>
                </a:cubicBezTo>
                <a:cubicBezTo>
                  <a:pt x="221167" y="207244"/>
                  <a:pt x="247021" y="121031"/>
                  <a:pt x="262430" y="76631"/>
                </a:cubicBezTo>
                <a:cubicBezTo>
                  <a:pt x="260878" y="117278"/>
                  <a:pt x="249795" y="181533"/>
                  <a:pt x="254979" y="215235"/>
                </a:cubicBezTo>
                <a:cubicBezTo>
                  <a:pt x="256608" y="225845"/>
                  <a:pt x="266491" y="230424"/>
                  <a:pt x="271587" y="239394"/>
                </a:cubicBezTo>
                <a:cubicBezTo>
                  <a:pt x="275208" y="245778"/>
                  <a:pt x="281020" y="246416"/>
                  <a:pt x="284223" y="237688"/>
                </a:cubicBezTo>
                <a:cubicBezTo>
                  <a:pt x="299269" y="196568"/>
                  <a:pt x="328557" y="124069"/>
                  <a:pt x="356909" y="66076"/>
                </a:cubicBezTo>
                <a:cubicBezTo>
                  <a:pt x="351406" y="91600"/>
                  <a:pt x="330076" y="199947"/>
                  <a:pt x="324165" y="243125"/>
                </a:cubicBezTo>
                <a:cubicBezTo>
                  <a:pt x="322976" y="251798"/>
                  <a:pt x="333598" y="252007"/>
                  <a:pt x="343030" y="265050"/>
                </a:cubicBezTo>
                <a:cubicBezTo>
                  <a:pt x="345155" y="267978"/>
                  <a:pt x="353288" y="271158"/>
                  <a:pt x="354752" y="263663"/>
                </a:cubicBezTo>
                <a:cubicBezTo>
                  <a:pt x="359782" y="237765"/>
                  <a:pt x="392636" y="69554"/>
                  <a:pt x="405503" y="16118"/>
                </a:cubicBezTo>
                <a:cubicBezTo>
                  <a:pt x="408970" y="1722"/>
                  <a:pt x="407968" y="-5520"/>
                  <a:pt x="381465" y="6301"/>
                </a:cubicBezTo>
                <a:close/>
                <a:moveTo>
                  <a:pt x="166553" y="128472"/>
                </a:moveTo>
                <a:cubicBezTo>
                  <a:pt x="177878" y="111588"/>
                  <a:pt x="181147" y="115011"/>
                  <a:pt x="183855" y="109882"/>
                </a:cubicBezTo>
                <a:cubicBezTo>
                  <a:pt x="187267" y="103443"/>
                  <a:pt x="185011" y="97389"/>
                  <a:pt x="172914" y="98875"/>
                </a:cubicBezTo>
                <a:cubicBezTo>
                  <a:pt x="172914" y="98875"/>
                  <a:pt x="168336" y="99206"/>
                  <a:pt x="159916" y="100163"/>
                </a:cubicBezTo>
                <a:cubicBezTo>
                  <a:pt x="173322" y="65636"/>
                  <a:pt x="185044" y="36326"/>
                  <a:pt x="193497" y="14082"/>
                </a:cubicBezTo>
                <a:cubicBezTo>
                  <a:pt x="196358" y="6532"/>
                  <a:pt x="196743" y="995"/>
                  <a:pt x="192055" y="-127"/>
                </a:cubicBezTo>
                <a:cubicBezTo>
                  <a:pt x="187047" y="-1338"/>
                  <a:pt x="172562" y="6477"/>
                  <a:pt x="163658" y="8018"/>
                </a:cubicBezTo>
                <a:cubicBezTo>
                  <a:pt x="160829" y="8502"/>
                  <a:pt x="158155" y="11518"/>
                  <a:pt x="157186" y="13653"/>
                </a:cubicBezTo>
                <a:cubicBezTo>
                  <a:pt x="142878" y="46397"/>
                  <a:pt x="130165" y="77622"/>
                  <a:pt x="119082" y="106107"/>
                </a:cubicBezTo>
                <a:cubicBezTo>
                  <a:pt x="104928" y="108528"/>
                  <a:pt x="88352" y="111709"/>
                  <a:pt x="69839" y="115869"/>
                </a:cubicBezTo>
                <a:cubicBezTo>
                  <a:pt x="83047" y="81826"/>
                  <a:pt x="96497" y="48257"/>
                  <a:pt x="109583" y="15931"/>
                </a:cubicBezTo>
                <a:cubicBezTo>
                  <a:pt x="116022" y="38"/>
                  <a:pt x="99072" y="-1470"/>
                  <a:pt x="92490" y="14654"/>
                </a:cubicBezTo>
                <a:cubicBezTo>
                  <a:pt x="83960" y="35567"/>
                  <a:pt x="67957" y="74782"/>
                  <a:pt x="50247" y="120481"/>
                </a:cubicBezTo>
                <a:cubicBezTo>
                  <a:pt x="37227" y="123673"/>
                  <a:pt x="23447" y="127316"/>
                  <a:pt x="9017" y="131487"/>
                </a:cubicBezTo>
                <a:cubicBezTo>
                  <a:pt x="-1461" y="134514"/>
                  <a:pt x="-1923" y="137299"/>
                  <a:pt x="2622" y="143594"/>
                </a:cubicBezTo>
                <a:cubicBezTo>
                  <a:pt x="5143" y="147094"/>
                  <a:pt x="10327" y="146742"/>
                  <a:pt x="12660" y="149241"/>
                </a:cubicBezTo>
                <a:cubicBezTo>
                  <a:pt x="18780" y="155701"/>
                  <a:pt x="22478" y="163439"/>
                  <a:pt x="33430" y="164650"/>
                </a:cubicBezTo>
                <a:cubicBezTo>
                  <a:pt x="23678" y="190680"/>
                  <a:pt x="13893" y="217623"/>
                  <a:pt x="5055" y="243521"/>
                </a:cubicBezTo>
                <a:cubicBezTo>
                  <a:pt x="-448" y="259789"/>
                  <a:pt x="15324" y="263113"/>
                  <a:pt x="21388" y="245899"/>
                </a:cubicBezTo>
                <a:cubicBezTo>
                  <a:pt x="31184" y="218152"/>
                  <a:pt x="41519" y="190063"/>
                  <a:pt x="52108" y="162052"/>
                </a:cubicBezTo>
                <a:cubicBezTo>
                  <a:pt x="60913" y="160005"/>
                  <a:pt x="82320" y="155448"/>
                  <a:pt x="102088" y="151112"/>
                </a:cubicBezTo>
                <a:cubicBezTo>
                  <a:pt x="86404" y="194037"/>
                  <a:pt x="76080" y="226693"/>
                  <a:pt x="72194" y="242575"/>
                </a:cubicBezTo>
                <a:cubicBezTo>
                  <a:pt x="71688" y="244636"/>
                  <a:pt x="72089" y="246816"/>
                  <a:pt x="73295" y="248562"/>
                </a:cubicBezTo>
                <a:cubicBezTo>
                  <a:pt x="78578" y="256267"/>
                  <a:pt x="83608" y="256575"/>
                  <a:pt x="90421" y="266095"/>
                </a:cubicBezTo>
                <a:cubicBezTo>
                  <a:pt x="92270" y="268693"/>
                  <a:pt x="98445" y="270091"/>
                  <a:pt x="100558" y="263707"/>
                </a:cubicBezTo>
                <a:cubicBezTo>
                  <a:pt x="115064" y="219836"/>
                  <a:pt x="130000" y="178683"/>
                  <a:pt x="143934" y="141789"/>
                </a:cubicBezTo>
                <a:cubicBezTo>
                  <a:pt x="149757" y="140513"/>
                  <a:pt x="160158" y="138003"/>
                  <a:pt x="166553" y="128472"/>
                </a:cubicBezTo>
                <a:close/>
                <a:moveTo>
                  <a:pt x="177262" y="195467"/>
                </a:moveTo>
                <a:cubicBezTo>
                  <a:pt x="176238" y="196359"/>
                  <a:pt x="175171" y="197361"/>
                  <a:pt x="174081" y="198406"/>
                </a:cubicBezTo>
                <a:cubicBezTo>
                  <a:pt x="172859" y="194642"/>
                  <a:pt x="171627" y="190812"/>
                  <a:pt x="170493" y="187202"/>
                </a:cubicBezTo>
                <a:cubicBezTo>
                  <a:pt x="173887" y="183160"/>
                  <a:pt x="177052" y="178931"/>
                  <a:pt x="179970" y="174533"/>
                </a:cubicBezTo>
                <a:cubicBezTo>
                  <a:pt x="191625" y="156384"/>
                  <a:pt x="168578" y="145917"/>
                  <a:pt x="158639" y="157704"/>
                </a:cubicBezTo>
                <a:cubicBezTo>
                  <a:pt x="153345" y="163989"/>
                  <a:pt x="154666" y="170164"/>
                  <a:pt x="156119" y="175458"/>
                </a:cubicBezTo>
                <a:cubicBezTo>
                  <a:pt x="156581" y="177098"/>
                  <a:pt x="157274" y="179453"/>
                  <a:pt x="158122" y="182249"/>
                </a:cubicBezTo>
                <a:cubicBezTo>
                  <a:pt x="155282" y="185154"/>
                  <a:pt x="151892" y="188798"/>
                  <a:pt x="147368" y="194048"/>
                </a:cubicBezTo>
                <a:cubicBezTo>
                  <a:pt x="136120" y="207123"/>
                  <a:pt x="139180" y="224095"/>
                  <a:pt x="151243" y="227848"/>
                </a:cubicBezTo>
                <a:cubicBezTo>
                  <a:pt x="158562" y="230127"/>
                  <a:pt x="165419" y="226814"/>
                  <a:pt x="171352" y="221564"/>
                </a:cubicBezTo>
                <a:cubicBezTo>
                  <a:pt x="171649" y="222334"/>
                  <a:pt x="171935" y="223071"/>
                  <a:pt x="172210" y="223765"/>
                </a:cubicBezTo>
                <a:cubicBezTo>
                  <a:pt x="175358" y="231645"/>
                  <a:pt x="185110" y="229268"/>
                  <a:pt x="181400" y="219737"/>
                </a:cubicBezTo>
                <a:cubicBezTo>
                  <a:pt x="180751" y="218086"/>
                  <a:pt x="179937" y="215862"/>
                  <a:pt x="179034" y="213265"/>
                </a:cubicBezTo>
                <a:cubicBezTo>
                  <a:pt x="180949" y="210843"/>
                  <a:pt x="182688" y="208378"/>
                  <a:pt x="184240" y="206089"/>
                </a:cubicBezTo>
                <a:cubicBezTo>
                  <a:pt x="191471" y="195445"/>
                  <a:pt x="184526" y="189194"/>
                  <a:pt x="177262" y="195489"/>
                </a:cubicBezTo>
                <a:close/>
                <a:moveTo>
                  <a:pt x="161732" y="209082"/>
                </a:moveTo>
                <a:cubicBezTo>
                  <a:pt x="157329" y="211779"/>
                  <a:pt x="153818" y="208884"/>
                  <a:pt x="159740" y="200739"/>
                </a:cubicBezTo>
                <a:cubicBezTo>
                  <a:pt x="160741" y="199375"/>
                  <a:pt x="161754" y="198054"/>
                  <a:pt x="162777" y="196733"/>
                </a:cubicBezTo>
                <a:cubicBezTo>
                  <a:pt x="163779" y="199815"/>
                  <a:pt x="164825" y="202974"/>
                  <a:pt x="165881" y="206056"/>
                </a:cubicBezTo>
                <a:cubicBezTo>
                  <a:pt x="164574" y="207171"/>
                  <a:pt x="163187" y="208190"/>
                  <a:pt x="161732" y="209104"/>
                </a:cubicBezTo>
                <a:close/>
                <a:moveTo>
                  <a:pt x="166476" y="173862"/>
                </a:moveTo>
                <a:cubicBezTo>
                  <a:pt x="166211" y="172937"/>
                  <a:pt x="165980" y="172090"/>
                  <a:pt x="165793" y="171374"/>
                </a:cubicBezTo>
                <a:cubicBezTo>
                  <a:pt x="162491" y="158706"/>
                  <a:pt x="176965" y="162173"/>
                  <a:pt x="169623" y="170461"/>
                </a:cubicBezTo>
                <a:cubicBezTo>
                  <a:pt x="168523" y="171749"/>
                  <a:pt x="167488" y="172860"/>
                  <a:pt x="166476" y="173917"/>
                </a:cubicBezTo>
                <a:close/>
              </a:path>
            </a:pathLst>
          </a:custGeom>
          <a:solidFill>
            <a:schemeClr val="tx1"/>
          </a:solidFill>
          <a:ln w="1081" cap="flat">
            <a:noFill/>
            <a:prstDash val="solid"/>
            <a:miter/>
          </a:ln>
        </p:spPr>
        <p:txBody>
          <a:bodyPr rtlCol="0" anchor="ctr"/>
          <a:lstStyle/>
          <a:p>
            <a:endParaRPr lang="en-GB"/>
          </a:p>
        </p:txBody>
      </p:sp>
      <p:sp>
        <p:nvSpPr>
          <p:cNvPr id="9" name="Text Placeholder 10">
            <a:extLst>
              <a:ext uri="{FF2B5EF4-FFF2-40B4-BE49-F238E27FC236}">
                <a16:creationId xmlns:a16="http://schemas.microsoft.com/office/drawing/2014/main" id="{FF7E2C56-CE90-78A6-46CC-462CB8AD876E}"/>
              </a:ext>
            </a:extLst>
          </p:cNvPr>
          <p:cNvSpPr>
            <a:spLocks noGrp="1"/>
          </p:cNvSpPr>
          <p:nvPr>
            <p:ph type="body" sz="quarter" idx="13" hasCustomPrompt="1"/>
          </p:nvPr>
        </p:nvSpPr>
        <p:spPr>
          <a:xfrm>
            <a:off x="6502400" y="288925"/>
            <a:ext cx="5270500" cy="273286"/>
          </a:xfrm>
        </p:spPr>
        <p:txBody>
          <a:bodyPr/>
          <a:lstStyle>
            <a:lvl1pPr marL="0" indent="0">
              <a:buNone/>
              <a:defRPr sz="1100"/>
            </a:lvl1pPr>
          </a:lstStyle>
          <a:p>
            <a:pPr lvl="0"/>
            <a:r>
              <a:rPr lang="en-GB"/>
              <a:t>Heading</a:t>
            </a:r>
          </a:p>
        </p:txBody>
      </p:sp>
      <p:sp>
        <p:nvSpPr>
          <p:cNvPr id="10" name="Text Placeholder 9">
            <a:extLst>
              <a:ext uri="{FF2B5EF4-FFF2-40B4-BE49-F238E27FC236}">
                <a16:creationId xmlns:a16="http://schemas.microsoft.com/office/drawing/2014/main" id="{781FEC59-7487-B29D-240B-2429F923311D}"/>
              </a:ext>
            </a:extLst>
          </p:cNvPr>
          <p:cNvSpPr>
            <a:spLocks noGrp="1"/>
          </p:cNvSpPr>
          <p:nvPr>
            <p:ph type="body" sz="quarter" idx="14" hasCustomPrompt="1"/>
          </p:nvPr>
        </p:nvSpPr>
        <p:spPr>
          <a:xfrm>
            <a:off x="6502400" y="3670300"/>
            <a:ext cx="5270500" cy="1079500"/>
          </a:xfrm>
        </p:spPr>
        <p:txBody>
          <a:bodyPr/>
          <a:lstStyle>
            <a:lvl1pPr marL="0" indent="0">
              <a:buNone/>
              <a:defRPr sz="2400"/>
            </a:lvl1pPr>
          </a:lstStyle>
          <a:p>
            <a:pPr lvl="0"/>
            <a:r>
              <a:rPr lang="en-GB" err="1"/>
              <a:t>Bodycopy</a:t>
            </a:r>
            <a:r>
              <a:rPr lang="en-GB"/>
              <a:t> at least one row, max three rows.</a:t>
            </a:r>
          </a:p>
        </p:txBody>
      </p:sp>
      <p:sp>
        <p:nvSpPr>
          <p:cNvPr id="7" name="Picture Placeholder 2">
            <a:extLst>
              <a:ext uri="{FF2B5EF4-FFF2-40B4-BE49-F238E27FC236}">
                <a16:creationId xmlns:a16="http://schemas.microsoft.com/office/drawing/2014/main" id="{5C81C6A0-E8E0-A0B0-FE6C-DAB2FEAB0400}"/>
              </a:ext>
            </a:extLst>
          </p:cNvPr>
          <p:cNvSpPr>
            <a:spLocks noGrp="1"/>
          </p:cNvSpPr>
          <p:nvPr>
            <p:ph type="pic" idx="1" hasCustomPrompt="1"/>
          </p:nvPr>
        </p:nvSpPr>
        <p:spPr>
          <a:xfrm>
            <a:off x="0" y="0"/>
            <a:ext cx="6096000" cy="6856352"/>
          </a:xfrm>
          <a:solidFill>
            <a:schemeClr val="bg1">
              <a:lumMod val="95000"/>
            </a:schemeClr>
          </a:solidFill>
        </p:spPr>
        <p:txBody>
          <a:bodyPr/>
          <a:lstStyle>
            <a:lvl1pPr marL="0" indent="0" algn="l">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To insert a picture, click on the surface and go to Insert&gt;Picture</a:t>
            </a:r>
          </a:p>
        </p:txBody>
      </p:sp>
    </p:spTree>
    <p:extLst>
      <p:ext uri="{BB962C8B-B14F-4D97-AF65-F5344CB8AC3E}">
        <p14:creationId xmlns:p14="http://schemas.microsoft.com/office/powerpoint/2010/main" val="40464799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Image w. Bol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D665D-C67D-434A-B580-5AE8DC224D7E}"/>
              </a:ext>
            </a:extLst>
          </p:cNvPr>
          <p:cNvSpPr>
            <a:spLocks noGrp="1"/>
          </p:cNvSpPr>
          <p:nvPr>
            <p:ph type="title" hasCustomPrompt="1"/>
          </p:nvPr>
        </p:nvSpPr>
        <p:spPr>
          <a:xfrm>
            <a:off x="6502400" y="1587500"/>
            <a:ext cx="5270500" cy="3517900"/>
          </a:xfrm>
        </p:spPr>
        <p:txBody>
          <a:bodyPr anchor="t"/>
          <a:lstStyle>
            <a:lvl1pPr algn="ctr">
              <a:lnSpc>
                <a:spcPts val="7200"/>
              </a:lnSpc>
              <a:defRPr sz="4500"/>
            </a:lvl1pPr>
          </a:lstStyle>
          <a:p>
            <a:r>
              <a:rPr lang="en-GB"/>
              <a:t>Add list</a:t>
            </a:r>
            <a:br>
              <a:rPr lang="en-GB"/>
            </a:br>
            <a:r>
              <a:rPr lang="en-GB"/>
              <a:t>Add list</a:t>
            </a:r>
            <a:br>
              <a:rPr lang="en-GB"/>
            </a:br>
            <a:r>
              <a:rPr lang="en-GB"/>
              <a:t>add list</a:t>
            </a:r>
            <a:br>
              <a:rPr lang="en-GB"/>
            </a:br>
            <a:r>
              <a:rPr lang="en-GB"/>
              <a:t>add list</a:t>
            </a:r>
          </a:p>
        </p:txBody>
      </p:sp>
      <p:sp>
        <p:nvSpPr>
          <p:cNvPr id="8" name="Graphic 6">
            <a:extLst>
              <a:ext uri="{FF2B5EF4-FFF2-40B4-BE49-F238E27FC236}">
                <a16:creationId xmlns:a16="http://schemas.microsoft.com/office/drawing/2014/main" id="{72A687B6-E3B7-74B6-4327-9EFE979AE6F0}"/>
              </a:ext>
            </a:extLst>
          </p:cNvPr>
          <p:cNvSpPr/>
          <p:nvPr userDrawn="1"/>
        </p:nvSpPr>
        <p:spPr>
          <a:xfrm>
            <a:off x="8934124" y="6294141"/>
            <a:ext cx="407052" cy="268547"/>
          </a:xfrm>
          <a:custGeom>
            <a:avLst/>
            <a:gdLst>
              <a:gd name="connsiteX0" fmla="*/ 381465 w 407052"/>
              <a:gd name="connsiteY0" fmla="*/ 6301 h 268547"/>
              <a:gd name="connsiteX1" fmla="*/ 361103 w 407052"/>
              <a:gd name="connsiteY1" fmla="*/ 23195 h 268547"/>
              <a:gd name="connsiteX2" fmla="*/ 290662 w 407052"/>
              <a:gd name="connsiteY2" fmla="*/ 182678 h 268547"/>
              <a:gd name="connsiteX3" fmla="*/ 306016 w 407052"/>
              <a:gd name="connsiteY3" fmla="*/ 40486 h 268547"/>
              <a:gd name="connsiteX4" fmla="*/ 308217 w 407052"/>
              <a:gd name="connsiteY4" fmla="*/ 9008 h 268547"/>
              <a:gd name="connsiteX5" fmla="*/ 285951 w 407052"/>
              <a:gd name="connsiteY5" fmla="*/ 7963 h 268547"/>
              <a:gd name="connsiteX6" fmla="*/ 264081 w 407052"/>
              <a:gd name="connsiteY6" fmla="*/ 21445 h 268547"/>
              <a:gd name="connsiteX7" fmla="*/ 193739 w 407052"/>
              <a:gd name="connsiteY7" fmla="*/ 243995 h 268547"/>
              <a:gd name="connsiteX8" fmla="*/ 209841 w 407052"/>
              <a:gd name="connsiteY8" fmla="*/ 246196 h 268547"/>
              <a:gd name="connsiteX9" fmla="*/ 262430 w 407052"/>
              <a:gd name="connsiteY9" fmla="*/ 76631 h 268547"/>
              <a:gd name="connsiteX10" fmla="*/ 254979 w 407052"/>
              <a:gd name="connsiteY10" fmla="*/ 215235 h 268547"/>
              <a:gd name="connsiteX11" fmla="*/ 271587 w 407052"/>
              <a:gd name="connsiteY11" fmla="*/ 239394 h 268547"/>
              <a:gd name="connsiteX12" fmla="*/ 284223 w 407052"/>
              <a:gd name="connsiteY12" fmla="*/ 237688 h 268547"/>
              <a:gd name="connsiteX13" fmla="*/ 356909 w 407052"/>
              <a:gd name="connsiteY13" fmla="*/ 66076 h 268547"/>
              <a:gd name="connsiteX14" fmla="*/ 324165 w 407052"/>
              <a:gd name="connsiteY14" fmla="*/ 243125 h 268547"/>
              <a:gd name="connsiteX15" fmla="*/ 343030 w 407052"/>
              <a:gd name="connsiteY15" fmla="*/ 265050 h 268547"/>
              <a:gd name="connsiteX16" fmla="*/ 354752 w 407052"/>
              <a:gd name="connsiteY16" fmla="*/ 263663 h 268547"/>
              <a:gd name="connsiteX17" fmla="*/ 405503 w 407052"/>
              <a:gd name="connsiteY17" fmla="*/ 16118 h 268547"/>
              <a:gd name="connsiteX18" fmla="*/ 381465 w 407052"/>
              <a:gd name="connsiteY18" fmla="*/ 6301 h 268547"/>
              <a:gd name="connsiteX19" fmla="*/ 166553 w 407052"/>
              <a:gd name="connsiteY19" fmla="*/ 128472 h 268547"/>
              <a:gd name="connsiteX20" fmla="*/ 183855 w 407052"/>
              <a:gd name="connsiteY20" fmla="*/ 109882 h 268547"/>
              <a:gd name="connsiteX21" fmla="*/ 172914 w 407052"/>
              <a:gd name="connsiteY21" fmla="*/ 98875 h 268547"/>
              <a:gd name="connsiteX22" fmla="*/ 159916 w 407052"/>
              <a:gd name="connsiteY22" fmla="*/ 100163 h 268547"/>
              <a:gd name="connsiteX23" fmla="*/ 193497 w 407052"/>
              <a:gd name="connsiteY23" fmla="*/ 14082 h 268547"/>
              <a:gd name="connsiteX24" fmla="*/ 192055 w 407052"/>
              <a:gd name="connsiteY24" fmla="*/ -127 h 268547"/>
              <a:gd name="connsiteX25" fmla="*/ 163658 w 407052"/>
              <a:gd name="connsiteY25" fmla="*/ 8018 h 268547"/>
              <a:gd name="connsiteX26" fmla="*/ 157186 w 407052"/>
              <a:gd name="connsiteY26" fmla="*/ 13653 h 268547"/>
              <a:gd name="connsiteX27" fmla="*/ 119082 w 407052"/>
              <a:gd name="connsiteY27" fmla="*/ 106107 h 268547"/>
              <a:gd name="connsiteX28" fmla="*/ 69839 w 407052"/>
              <a:gd name="connsiteY28" fmla="*/ 115869 h 268547"/>
              <a:gd name="connsiteX29" fmla="*/ 109583 w 407052"/>
              <a:gd name="connsiteY29" fmla="*/ 15931 h 268547"/>
              <a:gd name="connsiteX30" fmla="*/ 92490 w 407052"/>
              <a:gd name="connsiteY30" fmla="*/ 14654 h 268547"/>
              <a:gd name="connsiteX31" fmla="*/ 50247 w 407052"/>
              <a:gd name="connsiteY31" fmla="*/ 120481 h 268547"/>
              <a:gd name="connsiteX32" fmla="*/ 9017 w 407052"/>
              <a:gd name="connsiteY32" fmla="*/ 131487 h 268547"/>
              <a:gd name="connsiteX33" fmla="*/ 2622 w 407052"/>
              <a:gd name="connsiteY33" fmla="*/ 143594 h 268547"/>
              <a:gd name="connsiteX34" fmla="*/ 12660 w 407052"/>
              <a:gd name="connsiteY34" fmla="*/ 149241 h 268547"/>
              <a:gd name="connsiteX35" fmla="*/ 33430 w 407052"/>
              <a:gd name="connsiteY35" fmla="*/ 164650 h 268547"/>
              <a:gd name="connsiteX36" fmla="*/ 5055 w 407052"/>
              <a:gd name="connsiteY36" fmla="*/ 243521 h 268547"/>
              <a:gd name="connsiteX37" fmla="*/ 21388 w 407052"/>
              <a:gd name="connsiteY37" fmla="*/ 245899 h 268547"/>
              <a:gd name="connsiteX38" fmla="*/ 52108 w 407052"/>
              <a:gd name="connsiteY38" fmla="*/ 162052 h 268547"/>
              <a:gd name="connsiteX39" fmla="*/ 102088 w 407052"/>
              <a:gd name="connsiteY39" fmla="*/ 151112 h 268547"/>
              <a:gd name="connsiteX40" fmla="*/ 72194 w 407052"/>
              <a:gd name="connsiteY40" fmla="*/ 242575 h 268547"/>
              <a:gd name="connsiteX41" fmla="*/ 73295 w 407052"/>
              <a:gd name="connsiteY41" fmla="*/ 248562 h 268547"/>
              <a:gd name="connsiteX42" fmla="*/ 90421 w 407052"/>
              <a:gd name="connsiteY42" fmla="*/ 266095 h 268547"/>
              <a:gd name="connsiteX43" fmla="*/ 100558 w 407052"/>
              <a:gd name="connsiteY43" fmla="*/ 263707 h 268547"/>
              <a:gd name="connsiteX44" fmla="*/ 143934 w 407052"/>
              <a:gd name="connsiteY44" fmla="*/ 141789 h 268547"/>
              <a:gd name="connsiteX45" fmla="*/ 166553 w 407052"/>
              <a:gd name="connsiteY45" fmla="*/ 128472 h 268547"/>
              <a:gd name="connsiteX46" fmla="*/ 177262 w 407052"/>
              <a:gd name="connsiteY46" fmla="*/ 195467 h 268547"/>
              <a:gd name="connsiteX47" fmla="*/ 174081 w 407052"/>
              <a:gd name="connsiteY47" fmla="*/ 198406 h 268547"/>
              <a:gd name="connsiteX48" fmla="*/ 170493 w 407052"/>
              <a:gd name="connsiteY48" fmla="*/ 187202 h 268547"/>
              <a:gd name="connsiteX49" fmla="*/ 179970 w 407052"/>
              <a:gd name="connsiteY49" fmla="*/ 174533 h 268547"/>
              <a:gd name="connsiteX50" fmla="*/ 158639 w 407052"/>
              <a:gd name="connsiteY50" fmla="*/ 157704 h 268547"/>
              <a:gd name="connsiteX51" fmla="*/ 156119 w 407052"/>
              <a:gd name="connsiteY51" fmla="*/ 175458 h 268547"/>
              <a:gd name="connsiteX52" fmla="*/ 158122 w 407052"/>
              <a:gd name="connsiteY52" fmla="*/ 182249 h 268547"/>
              <a:gd name="connsiteX53" fmla="*/ 147368 w 407052"/>
              <a:gd name="connsiteY53" fmla="*/ 194048 h 268547"/>
              <a:gd name="connsiteX54" fmla="*/ 151243 w 407052"/>
              <a:gd name="connsiteY54" fmla="*/ 227848 h 268547"/>
              <a:gd name="connsiteX55" fmla="*/ 171352 w 407052"/>
              <a:gd name="connsiteY55" fmla="*/ 221564 h 268547"/>
              <a:gd name="connsiteX56" fmla="*/ 172210 w 407052"/>
              <a:gd name="connsiteY56" fmla="*/ 223765 h 268547"/>
              <a:gd name="connsiteX57" fmla="*/ 181400 w 407052"/>
              <a:gd name="connsiteY57" fmla="*/ 219737 h 268547"/>
              <a:gd name="connsiteX58" fmla="*/ 179034 w 407052"/>
              <a:gd name="connsiteY58" fmla="*/ 213265 h 268547"/>
              <a:gd name="connsiteX59" fmla="*/ 184240 w 407052"/>
              <a:gd name="connsiteY59" fmla="*/ 206089 h 268547"/>
              <a:gd name="connsiteX60" fmla="*/ 177262 w 407052"/>
              <a:gd name="connsiteY60" fmla="*/ 195489 h 268547"/>
              <a:gd name="connsiteX61" fmla="*/ 161732 w 407052"/>
              <a:gd name="connsiteY61" fmla="*/ 209082 h 268547"/>
              <a:gd name="connsiteX62" fmla="*/ 159740 w 407052"/>
              <a:gd name="connsiteY62" fmla="*/ 200739 h 268547"/>
              <a:gd name="connsiteX63" fmla="*/ 162777 w 407052"/>
              <a:gd name="connsiteY63" fmla="*/ 196733 h 268547"/>
              <a:gd name="connsiteX64" fmla="*/ 165881 w 407052"/>
              <a:gd name="connsiteY64" fmla="*/ 206056 h 268547"/>
              <a:gd name="connsiteX65" fmla="*/ 161732 w 407052"/>
              <a:gd name="connsiteY65" fmla="*/ 209104 h 268547"/>
              <a:gd name="connsiteX66" fmla="*/ 166476 w 407052"/>
              <a:gd name="connsiteY66" fmla="*/ 173862 h 268547"/>
              <a:gd name="connsiteX67" fmla="*/ 165793 w 407052"/>
              <a:gd name="connsiteY67" fmla="*/ 171374 h 268547"/>
              <a:gd name="connsiteX68" fmla="*/ 169623 w 407052"/>
              <a:gd name="connsiteY68" fmla="*/ 170461 h 268547"/>
              <a:gd name="connsiteX69" fmla="*/ 166476 w 407052"/>
              <a:gd name="connsiteY69" fmla="*/ 173917 h 26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07052" h="268547">
                <a:moveTo>
                  <a:pt x="381465" y="6301"/>
                </a:moveTo>
                <a:cubicBezTo>
                  <a:pt x="374663" y="9327"/>
                  <a:pt x="369358" y="6168"/>
                  <a:pt x="361103" y="23195"/>
                </a:cubicBezTo>
                <a:cubicBezTo>
                  <a:pt x="335029" y="76719"/>
                  <a:pt x="314777" y="120162"/>
                  <a:pt x="290662" y="182678"/>
                </a:cubicBezTo>
                <a:cubicBezTo>
                  <a:pt x="291355" y="131344"/>
                  <a:pt x="300567" y="90488"/>
                  <a:pt x="306016" y="40486"/>
                </a:cubicBezTo>
                <a:cubicBezTo>
                  <a:pt x="307028" y="31274"/>
                  <a:pt x="308448" y="18584"/>
                  <a:pt x="308217" y="9008"/>
                </a:cubicBezTo>
                <a:cubicBezTo>
                  <a:pt x="308052" y="1656"/>
                  <a:pt x="300721" y="687"/>
                  <a:pt x="285951" y="7963"/>
                </a:cubicBezTo>
                <a:cubicBezTo>
                  <a:pt x="277740" y="12013"/>
                  <a:pt x="267856" y="11683"/>
                  <a:pt x="264081" y="21445"/>
                </a:cubicBezTo>
                <a:cubicBezTo>
                  <a:pt x="248034" y="63016"/>
                  <a:pt x="210953" y="178628"/>
                  <a:pt x="193739" y="243995"/>
                </a:cubicBezTo>
                <a:cubicBezTo>
                  <a:pt x="189600" y="259701"/>
                  <a:pt x="205152" y="262331"/>
                  <a:pt x="209841" y="246196"/>
                </a:cubicBezTo>
                <a:cubicBezTo>
                  <a:pt x="221167" y="207244"/>
                  <a:pt x="247021" y="121031"/>
                  <a:pt x="262430" y="76631"/>
                </a:cubicBezTo>
                <a:cubicBezTo>
                  <a:pt x="260878" y="117278"/>
                  <a:pt x="249795" y="181533"/>
                  <a:pt x="254979" y="215235"/>
                </a:cubicBezTo>
                <a:cubicBezTo>
                  <a:pt x="256608" y="225845"/>
                  <a:pt x="266491" y="230424"/>
                  <a:pt x="271587" y="239394"/>
                </a:cubicBezTo>
                <a:cubicBezTo>
                  <a:pt x="275208" y="245778"/>
                  <a:pt x="281020" y="246416"/>
                  <a:pt x="284223" y="237688"/>
                </a:cubicBezTo>
                <a:cubicBezTo>
                  <a:pt x="299269" y="196568"/>
                  <a:pt x="328557" y="124069"/>
                  <a:pt x="356909" y="66076"/>
                </a:cubicBezTo>
                <a:cubicBezTo>
                  <a:pt x="351406" y="91600"/>
                  <a:pt x="330076" y="199947"/>
                  <a:pt x="324165" y="243125"/>
                </a:cubicBezTo>
                <a:cubicBezTo>
                  <a:pt x="322976" y="251798"/>
                  <a:pt x="333598" y="252007"/>
                  <a:pt x="343030" y="265050"/>
                </a:cubicBezTo>
                <a:cubicBezTo>
                  <a:pt x="345155" y="267978"/>
                  <a:pt x="353288" y="271158"/>
                  <a:pt x="354752" y="263663"/>
                </a:cubicBezTo>
                <a:cubicBezTo>
                  <a:pt x="359782" y="237765"/>
                  <a:pt x="392636" y="69554"/>
                  <a:pt x="405503" y="16118"/>
                </a:cubicBezTo>
                <a:cubicBezTo>
                  <a:pt x="408970" y="1722"/>
                  <a:pt x="407968" y="-5520"/>
                  <a:pt x="381465" y="6301"/>
                </a:cubicBezTo>
                <a:close/>
                <a:moveTo>
                  <a:pt x="166553" y="128472"/>
                </a:moveTo>
                <a:cubicBezTo>
                  <a:pt x="177878" y="111588"/>
                  <a:pt x="181147" y="115011"/>
                  <a:pt x="183855" y="109882"/>
                </a:cubicBezTo>
                <a:cubicBezTo>
                  <a:pt x="187267" y="103443"/>
                  <a:pt x="185011" y="97389"/>
                  <a:pt x="172914" y="98875"/>
                </a:cubicBezTo>
                <a:cubicBezTo>
                  <a:pt x="172914" y="98875"/>
                  <a:pt x="168336" y="99206"/>
                  <a:pt x="159916" y="100163"/>
                </a:cubicBezTo>
                <a:cubicBezTo>
                  <a:pt x="173322" y="65636"/>
                  <a:pt x="185044" y="36326"/>
                  <a:pt x="193497" y="14082"/>
                </a:cubicBezTo>
                <a:cubicBezTo>
                  <a:pt x="196358" y="6532"/>
                  <a:pt x="196743" y="995"/>
                  <a:pt x="192055" y="-127"/>
                </a:cubicBezTo>
                <a:cubicBezTo>
                  <a:pt x="187047" y="-1338"/>
                  <a:pt x="172562" y="6477"/>
                  <a:pt x="163658" y="8018"/>
                </a:cubicBezTo>
                <a:cubicBezTo>
                  <a:pt x="160829" y="8502"/>
                  <a:pt x="158155" y="11518"/>
                  <a:pt x="157186" y="13653"/>
                </a:cubicBezTo>
                <a:cubicBezTo>
                  <a:pt x="142878" y="46397"/>
                  <a:pt x="130165" y="77622"/>
                  <a:pt x="119082" y="106107"/>
                </a:cubicBezTo>
                <a:cubicBezTo>
                  <a:pt x="104928" y="108528"/>
                  <a:pt x="88352" y="111709"/>
                  <a:pt x="69839" y="115869"/>
                </a:cubicBezTo>
                <a:cubicBezTo>
                  <a:pt x="83047" y="81826"/>
                  <a:pt x="96497" y="48257"/>
                  <a:pt x="109583" y="15931"/>
                </a:cubicBezTo>
                <a:cubicBezTo>
                  <a:pt x="116022" y="38"/>
                  <a:pt x="99072" y="-1470"/>
                  <a:pt x="92490" y="14654"/>
                </a:cubicBezTo>
                <a:cubicBezTo>
                  <a:pt x="83960" y="35567"/>
                  <a:pt x="67957" y="74782"/>
                  <a:pt x="50247" y="120481"/>
                </a:cubicBezTo>
                <a:cubicBezTo>
                  <a:pt x="37227" y="123673"/>
                  <a:pt x="23447" y="127316"/>
                  <a:pt x="9017" y="131487"/>
                </a:cubicBezTo>
                <a:cubicBezTo>
                  <a:pt x="-1461" y="134514"/>
                  <a:pt x="-1923" y="137299"/>
                  <a:pt x="2622" y="143594"/>
                </a:cubicBezTo>
                <a:cubicBezTo>
                  <a:pt x="5143" y="147094"/>
                  <a:pt x="10327" y="146742"/>
                  <a:pt x="12660" y="149241"/>
                </a:cubicBezTo>
                <a:cubicBezTo>
                  <a:pt x="18780" y="155701"/>
                  <a:pt x="22478" y="163439"/>
                  <a:pt x="33430" y="164650"/>
                </a:cubicBezTo>
                <a:cubicBezTo>
                  <a:pt x="23678" y="190680"/>
                  <a:pt x="13893" y="217623"/>
                  <a:pt x="5055" y="243521"/>
                </a:cubicBezTo>
                <a:cubicBezTo>
                  <a:pt x="-448" y="259789"/>
                  <a:pt x="15324" y="263113"/>
                  <a:pt x="21388" y="245899"/>
                </a:cubicBezTo>
                <a:cubicBezTo>
                  <a:pt x="31184" y="218152"/>
                  <a:pt x="41519" y="190063"/>
                  <a:pt x="52108" y="162052"/>
                </a:cubicBezTo>
                <a:cubicBezTo>
                  <a:pt x="60913" y="160005"/>
                  <a:pt x="82320" y="155448"/>
                  <a:pt x="102088" y="151112"/>
                </a:cubicBezTo>
                <a:cubicBezTo>
                  <a:pt x="86404" y="194037"/>
                  <a:pt x="76080" y="226693"/>
                  <a:pt x="72194" y="242575"/>
                </a:cubicBezTo>
                <a:cubicBezTo>
                  <a:pt x="71688" y="244636"/>
                  <a:pt x="72089" y="246816"/>
                  <a:pt x="73295" y="248562"/>
                </a:cubicBezTo>
                <a:cubicBezTo>
                  <a:pt x="78578" y="256267"/>
                  <a:pt x="83608" y="256575"/>
                  <a:pt x="90421" y="266095"/>
                </a:cubicBezTo>
                <a:cubicBezTo>
                  <a:pt x="92270" y="268693"/>
                  <a:pt x="98445" y="270091"/>
                  <a:pt x="100558" y="263707"/>
                </a:cubicBezTo>
                <a:cubicBezTo>
                  <a:pt x="115064" y="219836"/>
                  <a:pt x="130000" y="178683"/>
                  <a:pt x="143934" y="141789"/>
                </a:cubicBezTo>
                <a:cubicBezTo>
                  <a:pt x="149757" y="140513"/>
                  <a:pt x="160158" y="138003"/>
                  <a:pt x="166553" y="128472"/>
                </a:cubicBezTo>
                <a:close/>
                <a:moveTo>
                  <a:pt x="177262" y="195467"/>
                </a:moveTo>
                <a:cubicBezTo>
                  <a:pt x="176238" y="196359"/>
                  <a:pt x="175171" y="197361"/>
                  <a:pt x="174081" y="198406"/>
                </a:cubicBezTo>
                <a:cubicBezTo>
                  <a:pt x="172859" y="194642"/>
                  <a:pt x="171627" y="190812"/>
                  <a:pt x="170493" y="187202"/>
                </a:cubicBezTo>
                <a:cubicBezTo>
                  <a:pt x="173887" y="183160"/>
                  <a:pt x="177052" y="178931"/>
                  <a:pt x="179970" y="174533"/>
                </a:cubicBezTo>
                <a:cubicBezTo>
                  <a:pt x="191625" y="156384"/>
                  <a:pt x="168578" y="145917"/>
                  <a:pt x="158639" y="157704"/>
                </a:cubicBezTo>
                <a:cubicBezTo>
                  <a:pt x="153345" y="163989"/>
                  <a:pt x="154666" y="170164"/>
                  <a:pt x="156119" y="175458"/>
                </a:cubicBezTo>
                <a:cubicBezTo>
                  <a:pt x="156581" y="177098"/>
                  <a:pt x="157274" y="179453"/>
                  <a:pt x="158122" y="182249"/>
                </a:cubicBezTo>
                <a:cubicBezTo>
                  <a:pt x="155282" y="185154"/>
                  <a:pt x="151892" y="188798"/>
                  <a:pt x="147368" y="194048"/>
                </a:cubicBezTo>
                <a:cubicBezTo>
                  <a:pt x="136120" y="207123"/>
                  <a:pt x="139180" y="224095"/>
                  <a:pt x="151243" y="227848"/>
                </a:cubicBezTo>
                <a:cubicBezTo>
                  <a:pt x="158562" y="230127"/>
                  <a:pt x="165419" y="226814"/>
                  <a:pt x="171352" y="221564"/>
                </a:cubicBezTo>
                <a:cubicBezTo>
                  <a:pt x="171649" y="222334"/>
                  <a:pt x="171935" y="223071"/>
                  <a:pt x="172210" y="223765"/>
                </a:cubicBezTo>
                <a:cubicBezTo>
                  <a:pt x="175358" y="231645"/>
                  <a:pt x="185110" y="229268"/>
                  <a:pt x="181400" y="219737"/>
                </a:cubicBezTo>
                <a:cubicBezTo>
                  <a:pt x="180751" y="218086"/>
                  <a:pt x="179937" y="215862"/>
                  <a:pt x="179034" y="213265"/>
                </a:cubicBezTo>
                <a:cubicBezTo>
                  <a:pt x="180949" y="210843"/>
                  <a:pt x="182688" y="208378"/>
                  <a:pt x="184240" y="206089"/>
                </a:cubicBezTo>
                <a:cubicBezTo>
                  <a:pt x="191471" y="195445"/>
                  <a:pt x="184526" y="189194"/>
                  <a:pt x="177262" y="195489"/>
                </a:cubicBezTo>
                <a:close/>
                <a:moveTo>
                  <a:pt x="161732" y="209082"/>
                </a:moveTo>
                <a:cubicBezTo>
                  <a:pt x="157329" y="211779"/>
                  <a:pt x="153818" y="208884"/>
                  <a:pt x="159740" y="200739"/>
                </a:cubicBezTo>
                <a:cubicBezTo>
                  <a:pt x="160741" y="199375"/>
                  <a:pt x="161754" y="198054"/>
                  <a:pt x="162777" y="196733"/>
                </a:cubicBezTo>
                <a:cubicBezTo>
                  <a:pt x="163779" y="199815"/>
                  <a:pt x="164825" y="202974"/>
                  <a:pt x="165881" y="206056"/>
                </a:cubicBezTo>
                <a:cubicBezTo>
                  <a:pt x="164574" y="207171"/>
                  <a:pt x="163187" y="208190"/>
                  <a:pt x="161732" y="209104"/>
                </a:cubicBezTo>
                <a:close/>
                <a:moveTo>
                  <a:pt x="166476" y="173862"/>
                </a:moveTo>
                <a:cubicBezTo>
                  <a:pt x="166211" y="172937"/>
                  <a:pt x="165980" y="172090"/>
                  <a:pt x="165793" y="171374"/>
                </a:cubicBezTo>
                <a:cubicBezTo>
                  <a:pt x="162491" y="158706"/>
                  <a:pt x="176965" y="162173"/>
                  <a:pt x="169623" y="170461"/>
                </a:cubicBezTo>
                <a:cubicBezTo>
                  <a:pt x="168523" y="171749"/>
                  <a:pt x="167488" y="172860"/>
                  <a:pt x="166476" y="173917"/>
                </a:cubicBezTo>
                <a:close/>
              </a:path>
            </a:pathLst>
          </a:custGeom>
          <a:solidFill>
            <a:schemeClr val="tx1"/>
          </a:solidFill>
          <a:ln w="1081" cap="flat">
            <a:noFill/>
            <a:prstDash val="solid"/>
            <a:miter/>
          </a:ln>
        </p:spPr>
        <p:txBody>
          <a:bodyPr rtlCol="0" anchor="ctr"/>
          <a:lstStyle/>
          <a:p>
            <a:endParaRPr lang="en-GB"/>
          </a:p>
        </p:txBody>
      </p:sp>
      <p:sp>
        <p:nvSpPr>
          <p:cNvPr id="9" name="Text Placeholder 10">
            <a:extLst>
              <a:ext uri="{FF2B5EF4-FFF2-40B4-BE49-F238E27FC236}">
                <a16:creationId xmlns:a16="http://schemas.microsoft.com/office/drawing/2014/main" id="{FF7E2C56-CE90-78A6-46CC-462CB8AD876E}"/>
              </a:ext>
            </a:extLst>
          </p:cNvPr>
          <p:cNvSpPr>
            <a:spLocks noGrp="1"/>
          </p:cNvSpPr>
          <p:nvPr>
            <p:ph type="body" sz="quarter" idx="13" hasCustomPrompt="1"/>
          </p:nvPr>
        </p:nvSpPr>
        <p:spPr>
          <a:xfrm>
            <a:off x="6502400" y="288925"/>
            <a:ext cx="5270500" cy="273286"/>
          </a:xfrm>
        </p:spPr>
        <p:txBody>
          <a:bodyPr/>
          <a:lstStyle>
            <a:lvl1pPr marL="0" indent="0">
              <a:buNone/>
              <a:defRPr sz="1100"/>
            </a:lvl1pPr>
          </a:lstStyle>
          <a:p>
            <a:pPr lvl="0"/>
            <a:r>
              <a:rPr lang="en-GB"/>
              <a:t>Heading</a:t>
            </a:r>
          </a:p>
        </p:txBody>
      </p:sp>
      <p:sp>
        <p:nvSpPr>
          <p:cNvPr id="6" name="Picture Placeholder 2">
            <a:extLst>
              <a:ext uri="{FF2B5EF4-FFF2-40B4-BE49-F238E27FC236}">
                <a16:creationId xmlns:a16="http://schemas.microsoft.com/office/drawing/2014/main" id="{9559895D-3742-E8CC-4C33-3ED484ECD903}"/>
              </a:ext>
            </a:extLst>
          </p:cNvPr>
          <p:cNvSpPr>
            <a:spLocks noGrp="1"/>
          </p:cNvSpPr>
          <p:nvPr>
            <p:ph type="pic" idx="1" hasCustomPrompt="1"/>
          </p:nvPr>
        </p:nvSpPr>
        <p:spPr>
          <a:xfrm>
            <a:off x="0" y="0"/>
            <a:ext cx="6096000" cy="6856352"/>
          </a:xfrm>
          <a:solidFill>
            <a:schemeClr val="bg1">
              <a:lumMod val="95000"/>
            </a:schemeClr>
          </a:solidFill>
        </p:spPr>
        <p:txBody>
          <a:bodyPr/>
          <a:lstStyle>
            <a:lvl1pPr marL="0" indent="0" algn="l">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To insert a picture, click on the surface and go to Insert&gt;Picture</a:t>
            </a:r>
          </a:p>
        </p:txBody>
      </p:sp>
    </p:spTree>
    <p:extLst>
      <p:ext uri="{BB962C8B-B14F-4D97-AF65-F5344CB8AC3E}">
        <p14:creationId xmlns:p14="http://schemas.microsoft.com/office/powerpoint/2010/main" val="21400584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Header Right and Copy Left">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3BF8CB2-2830-2959-6B69-6F3805351F40}"/>
              </a:ext>
            </a:extLst>
          </p:cNvPr>
          <p:cNvSpPr/>
          <p:nvPr userDrawn="1"/>
        </p:nvSpPr>
        <p:spPr>
          <a:xfrm>
            <a:off x="609600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 name="Title 1">
            <a:extLst>
              <a:ext uri="{FF2B5EF4-FFF2-40B4-BE49-F238E27FC236}">
                <a16:creationId xmlns:a16="http://schemas.microsoft.com/office/drawing/2014/main" id="{011D665D-C67D-434A-B580-5AE8DC224D7E}"/>
              </a:ext>
            </a:extLst>
          </p:cNvPr>
          <p:cNvSpPr>
            <a:spLocks noGrp="1"/>
          </p:cNvSpPr>
          <p:nvPr>
            <p:ph type="title" hasCustomPrompt="1"/>
          </p:nvPr>
        </p:nvSpPr>
        <p:spPr>
          <a:xfrm>
            <a:off x="406400" y="2628076"/>
            <a:ext cx="5270500" cy="1600200"/>
          </a:xfrm>
        </p:spPr>
        <p:txBody>
          <a:bodyPr anchor="ctr"/>
          <a:lstStyle>
            <a:lvl1pPr>
              <a:defRPr sz="4500"/>
            </a:lvl1pPr>
          </a:lstStyle>
          <a:p>
            <a:r>
              <a:rPr lang="en-GB"/>
              <a:t>Headline</a:t>
            </a:r>
          </a:p>
        </p:txBody>
      </p:sp>
      <p:sp>
        <p:nvSpPr>
          <p:cNvPr id="11" name="Graphic 6">
            <a:extLst>
              <a:ext uri="{FF2B5EF4-FFF2-40B4-BE49-F238E27FC236}">
                <a16:creationId xmlns:a16="http://schemas.microsoft.com/office/drawing/2014/main" id="{4B82025B-6D0B-FCB8-AC6E-1A369A13CDCD}"/>
              </a:ext>
            </a:extLst>
          </p:cNvPr>
          <p:cNvSpPr/>
          <p:nvPr userDrawn="1"/>
        </p:nvSpPr>
        <p:spPr>
          <a:xfrm>
            <a:off x="2838124" y="6294141"/>
            <a:ext cx="407052" cy="268547"/>
          </a:xfrm>
          <a:custGeom>
            <a:avLst/>
            <a:gdLst>
              <a:gd name="connsiteX0" fmla="*/ 381465 w 407052"/>
              <a:gd name="connsiteY0" fmla="*/ 6301 h 268547"/>
              <a:gd name="connsiteX1" fmla="*/ 361103 w 407052"/>
              <a:gd name="connsiteY1" fmla="*/ 23195 h 268547"/>
              <a:gd name="connsiteX2" fmla="*/ 290662 w 407052"/>
              <a:gd name="connsiteY2" fmla="*/ 182678 h 268547"/>
              <a:gd name="connsiteX3" fmla="*/ 306016 w 407052"/>
              <a:gd name="connsiteY3" fmla="*/ 40486 h 268547"/>
              <a:gd name="connsiteX4" fmla="*/ 308217 w 407052"/>
              <a:gd name="connsiteY4" fmla="*/ 9008 h 268547"/>
              <a:gd name="connsiteX5" fmla="*/ 285951 w 407052"/>
              <a:gd name="connsiteY5" fmla="*/ 7963 h 268547"/>
              <a:gd name="connsiteX6" fmla="*/ 264081 w 407052"/>
              <a:gd name="connsiteY6" fmla="*/ 21445 h 268547"/>
              <a:gd name="connsiteX7" fmla="*/ 193739 w 407052"/>
              <a:gd name="connsiteY7" fmla="*/ 243995 h 268547"/>
              <a:gd name="connsiteX8" fmla="*/ 209841 w 407052"/>
              <a:gd name="connsiteY8" fmla="*/ 246196 h 268547"/>
              <a:gd name="connsiteX9" fmla="*/ 262430 w 407052"/>
              <a:gd name="connsiteY9" fmla="*/ 76631 h 268547"/>
              <a:gd name="connsiteX10" fmla="*/ 254979 w 407052"/>
              <a:gd name="connsiteY10" fmla="*/ 215235 h 268547"/>
              <a:gd name="connsiteX11" fmla="*/ 271587 w 407052"/>
              <a:gd name="connsiteY11" fmla="*/ 239394 h 268547"/>
              <a:gd name="connsiteX12" fmla="*/ 284223 w 407052"/>
              <a:gd name="connsiteY12" fmla="*/ 237688 h 268547"/>
              <a:gd name="connsiteX13" fmla="*/ 356909 w 407052"/>
              <a:gd name="connsiteY13" fmla="*/ 66076 h 268547"/>
              <a:gd name="connsiteX14" fmla="*/ 324165 w 407052"/>
              <a:gd name="connsiteY14" fmla="*/ 243125 h 268547"/>
              <a:gd name="connsiteX15" fmla="*/ 343030 w 407052"/>
              <a:gd name="connsiteY15" fmla="*/ 265050 h 268547"/>
              <a:gd name="connsiteX16" fmla="*/ 354752 w 407052"/>
              <a:gd name="connsiteY16" fmla="*/ 263663 h 268547"/>
              <a:gd name="connsiteX17" fmla="*/ 405503 w 407052"/>
              <a:gd name="connsiteY17" fmla="*/ 16118 h 268547"/>
              <a:gd name="connsiteX18" fmla="*/ 381465 w 407052"/>
              <a:gd name="connsiteY18" fmla="*/ 6301 h 268547"/>
              <a:gd name="connsiteX19" fmla="*/ 166553 w 407052"/>
              <a:gd name="connsiteY19" fmla="*/ 128472 h 268547"/>
              <a:gd name="connsiteX20" fmla="*/ 183855 w 407052"/>
              <a:gd name="connsiteY20" fmla="*/ 109882 h 268547"/>
              <a:gd name="connsiteX21" fmla="*/ 172914 w 407052"/>
              <a:gd name="connsiteY21" fmla="*/ 98875 h 268547"/>
              <a:gd name="connsiteX22" fmla="*/ 159916 w 407052"/>
              <a:gd name="connsiteY22" fmla="*/ 100163 h 268547"/>
              <a:gd name="connsiteX23" fmla="*/ 193497 w 407052"/>
              <a:gd name="connsiteY23" fmla="*/ 14082 h 268547"/>
              <a:gd name="connsiteX24" fmla="*/ 192055 w 407052"/>
              <a:gd name="connsiteY24" fmla="*/ -127 h 268547"/>
              <a:gd name="connsiteX25" fmla="*/ 163658 w 407052"/>
              <a:gd name="connsiteY25" fmla="*/ 8018 h 268547"/>
              <a:gd name="connsiteX26" fmla="*/ 157186 w 407052"/>
              <a:gd name="connsiteY26" fmla="*/ 13653 h 268547"/>
              <a:gd name="connsiteX27" fmla="*/ 119082 w 407052"/>
              <a:gd name="connsiteY27" fmla="*/ 106107 h 268547"/>
              <a:gd name="connsiteX28" fmla="*/ 69839 w 407052"/>
              <a:gd name="connsiteY28" fmla="*/ 115869 h 268547"/>
              <a:gd name="connsiteX29" fmla="*/ 109583 w 407052"/>
              <a:gd name="connsiteY29" fmla="*/ 15931 h 268547"/>
              <a:gd name="connsiteX30" fmla="*/ 92490 w 407052"/>
              <a:gd name="connsiteY30" fmla="*/ 14654 h 268547"/>
              <a:gd name="connsiteX31" fmla="*/ 50247 w 407052"/>
              <a:gd name="connsiteY31" fmla="*/ 120481 h 268547"/>
              <a:gd name="connsiteX32" fmla="*/ 9017 w 407052"/>
              <a:gd name="connsiteY32" fmla="*/ 131487 h 268547"/>
              <a:gd name="connsiteX33" fmla="*/ 2622 w 407052"/>
              <a:gd name="connsiteY33" fmla="*/ 143594 h 268547"/>
              <a:gd name="connsiteX34" fmla="*/ 12660 w 407052"/>
              <a:gd name="connsiteY34" fmla="*/ 149241 h 268547"/>
              <a:gd name="connsiteX35" fmla="*/ 33430 w 407052"/>
              <a:gd name="connsiteY35" fmla="*/ 164650 h 268547"/>
              <a:gd name="connsiteX36" fmla="*/ 5055 w 407052"/>
              <a:gd name="connsiteY36" fmla="*/ 243521 h 268547"/>
              <a:gd name="connsiteX37" fmla="*/ 21388 w 407052"/>
              <a:gd name="connsiteY37" fmla="*/ 245899 h 268547"/>
              <a:gd name="connsiteX38" fmla="*/ 52108 w 407052"/>
              <a:gd name="connsiteY38" fmla="*/ 162052 h 268547"/>
              <a:gd name="connsiteX39" fmla="*/ 102088 w 407052"/>
              <a:gd name="connsiteY39" fmla="*/ 151112 h 268547"/>
              <a:gd name="connsiteX40" fmla="*/ 72194 w 407052"/>
              <a:gd name="connsiteY40" fmla="*/ 242575 h 268547"/>
              <a:gd name="connsiteX41" fmla="*/ 73295 w 407052"/>
              <a:gd name="connsiteY41" fmla="*/ 248562 h 268547"/>
              <a:gd name="connsiteX42" fmla="*/ 90421 w 407052"/>
              <a:gd name="connsiteY42" fmla="*/ 266095 h 268547"/>
              <a:gd name="connsiteX43" fmla="*/ 100558 w 407052"/>
              <a:gd name="connsiteY43" fmla="*/ 263707 h 268547"/>
              <a:gd name="connsiteX44" fmla="*/ 143934 w 407052"/>
              <a:gd name="connsiteY44" fmla="*/ 141789 h 268547"/>
              <a:gd name="connsiteX45" fmla="*/ 166553 w 407052"/>
              <a:gd name="connsiteY45" fmla="*/ 128472 h 268547"/>
              <a:gd name="connsiteX46" fmla="*/ 177262 w 407052"/>
              <a:gd name="connsiteY46" fmla="*/ 195467 h 268547"/>
              <a:gd name="connsiteX47" fmla="*/ 174081 w 407052"/>
              <a:gd name="connsiteY47" fmla="*/ 198406 h 268547"/>
              <a:gd name="connsiteX48" fmla="*/ 170493 w 407052"/>
              <a:gd name="connsiteY48" fmla="*/ 187202 h 268547"/>
              <a:gd name="connsiteX49" fmla="*/ 179970 w 407052"/>
              <a:gd name="connsiteY49" fmla="*/ 174533 h 268547"/>
              <a:gd name="connsiteX50" fmla="*/ 158639 w 407052"/>
              <a:gd name="connsiteY50" fmla="*/ 157704 h 268547"/>
              <a:gd name="connsiteX51" fmla="*/ 156119 w 407052"/>
              <a:gd name="connsiteY51" fmla="*/ 175458 h 268547"/>
              <a:gd name="connsiteX52" fmla="*/ 158122 w 407052"/>
              <a:gd name="connsiteY52" fmla="*/ 182249 h 268547"/>
              <a:gd name="connsiteX53" fmla="*/ 147368 w 407052"/>
              <a:gd name="connsiteY53" fmla="*/ 194048 h 268547"/>
              <a:gd name="connsiteX54" fmla="*/ 151243 w 407052"/>
              <a:gd name="connsiteY54" fmla="*/ 227848 h 268547"/>
              <a:gd name="connsiteX55" fmla="*/ 171352 w 407052"/>
              <a:gd name="connsiteY55" fmla="*/ 221564 h 268547"/>
              <a:gd name="connsiteX56" fmla="*/ 172210 w 407052"/>
              <a:gd name="connsiteY56" fmla="*/ 223765 h 268547"/>
              <a:gd name="connsiteX57" fmla="*/ 181400 w 407052"/>
              <a:gd name="connsiteY57" fmla="*/ 219737 h 268547"/>
              <a:gd name="connsiteX58" fmla="*/ 179034 w 407052"/>
              <a:gd name="connsiteY58" fmla="*/ 213265 h 268547"/>
              <a:gd name="connsiteX59" fmla="*/ 184240 w 407052"/>
              <a:gd name="connsiteY59" fmla="*/ 206089 h 268547"/>
              <a:gd name="connsiteX60" fmla="*/ 177262 w 407052"/>
              <a:gd name="connsiteY60" fmla="*/ 195489 h 268547"/>
              <a:gd name="connsiteX61" fmla="*/ 161732 w 407052"/>
              <a:gd name="connsiteY61" fmla="*/ 209082 h 268547"/>
              <a:gd name="connsiteX62" fmla="*/ 159740 w 407052"/>
              <a:gd name="connsiteY62" fmla="*/ 200739 h 268547"/>
              <a:gd name="connsiteX63" fmla="*/ 162777 w 407052"/>
              <a:gd name="connsiteY63" fmla="*/ 196733 h 268547"/>
              <a:gd name="connsiteX64" fmla="*/ 165881 w 407052"/>
              <a:gd name="connsiteY64" fmla="*/ 206056 h 268547"/>
              <a:gd name="connsiteX65" fmla="*/ 161732 w 407052"/>
              <a:gd name="connsiteY65" fmla="*/ 209104 h 268547"/>
              <a:gd name="connsiteX66" fmla="*/ 166476 w 407052"/>
              <a:gd name="connsiteY66" fmla="*/ 173862 h 268547"/>
              <a:gd name="connsiteX67" fmla="*/ 165793 w 407052"/>
              <a:gd name="connsiteY67" fmla="*/ 171374 h 268547"/>
              <a:gd name="connsiteX68" fmla="*/ 169623 w 407052"/>
              <a:gd name="connsiteY68" fmla="*/ 170461 h 268547"/>
              <a:gd name="connsiteX69" fmla="*/ 166476 w 407052"/>
              <a:gd name="connsiteY69" fmla="*/ 173917 h 26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07052" h="268547">
                <a:moveTo>
                  <a:pt x="381465" y="6301"/>
                </a:moveTo>
                <a:cubicBezTo>
                  <a:pt x="374663" y="9327"/>
                  <a:pt x="369358" y="6168"/>
                  <a:pt x="361103" y="23195"/>
                </a:cubicBezTo>
                <a:cubicBezTo>
                  <a:pt x="335029" y="76719"/>
                  <a:pt x="314777" y="120162"/>
                  <a:pt x="290662" y="182678"/>
                </a:cubicBezTo>
                <a:cubicBezTo>
                  <a:pt x="291355" y="131344"/>
                  <a:pt x="300567" y="90488"/>
                  <a:pt x="306016" y="40486"/>
                </a:cubicBezTo>
                <a:cubicBezTo>
                  <a:pt x="307028" y="31274"/>
                  <a:pt x="308448" y="18584"/>
                  <a:pt x="308217" y="9008"/>
                </a:cubicBezTo>
                <a:cubicBezTo>
                  <a:pt x="308052" y="1656"/>
                  <a:pt x="300721" y="687"/>
                  <a:pt x="285951" y="7963"/>
                </a:cubicBezTo>
                <a:cubicBezTo>
                  <a:pt x="277740" y="12013"/>
                  <a:pt x="267856" y="11683"/>
                  <a:pt x="264081" y="21445"/>
                </a:cubicBezTo>
                <a:cubicBezTo>
                  <a:pt x="248034" y="63016"/>
                  <a:pt x="210953" y="178628"/>
                  <a:pt x="193739" y="243995"/>
                </a:cubicBezTo>
                <a:cubicBezTo>
                  <a:pt x="189600" y="259701"/>
                  <a:pt x="205152" y="262331"/>
                  <a:pt x="209841" y="246196"/>
                </a:cubicBezTo>
                <a:cubicBezTo>
                  <a:pt x="221167" y="207244"/>
                  <a:pt x="247021" y="121031"/>
                  <a:pt x="262430" y="76631"/>
                </a:cubicBezTo>
                <a:cubicBezTo>
                  <a:pt x="260878" y="117278"/>
                  <a:pt x="249795" y="181533"/>
                  <a:pt x="254979" y="215235"/>
                </a:cubicBezTo>
                <a:cubicBezTo>
                  <a:pt x="256608" y="225845"/>
                  <a:pt x="266491" y="230424"/>
                  <a:pt x="271587" y="239394"/>
                </a:cubicBezTo>
                <a:cubicBezTo>
                  <a:pt x="275208" y="245778"/>
                  <a:pt x="281020" y="246416"/>
                  <a:pt x="284223" y="237688"/>
                </a:cubicBezTo>
                <a:cubicBezTo>
                  <a:pt x="299269" y="196568"/>
                  <a:pt x="328557" y="124069"/>
                  <a:pt x="356909" y="66076"/>
                </a:cubicBezTo>
                <a:cubicBezTo>
                  <a:pt x="351406" y="91600"/>
                  <a:pt x="330076" y="199947"/>
                  <a:pt x="324165" y="243125"/>
                </a:cubicBezTo>
                <a:cubicBezTo>
                  <a:pt x="322976" y="251798"/>
                  <a:pt x="333598" y="252007"/>
                  <a:pt x="343030" y="265050"/>
                </a:cubicBezTo>
                <a:cubicBezTo>
                  <a:pt x="345155" y="267978"/>
                  <a:pt x="353288" y="271158"/>
                  <a:pt x="354752" y="263663"/>
                </a:cubicBezTo>
                <a:cubicBezTo>
                  <a:pt x="359782" y="237765"/>
                  <a:pt x="392636" y="69554"/>
                  <a:pt x="405503" y="16118"/>
                </a:cubicBezTo>
                <a:cubicBezTo>
                  <a:pt x="408970" y="1722"/>
                  <a:pt x="407968" y="-5520"/>
                  <a:pt x="381465" y="6301"/>
                </a:cubicBezTo>
                <a:close/>
                <a:moveTo>
                  <a:pt x="166553" y="128472"/>
                </a:moveTo>
                <a:cubicBezTo>
                  <a:pt x="177878" y="111588"/>
                  <a:pt x="181147" y="115011"/>
                  <a:pt x="183855" y="109882"/>
                </a:cubicBezTo>
                <a:cubicBezTo>
                  <a:pt x="187267" y="103443"/>
                  <a:pt x="185011" y="97389"/>
                  <a:pt x="172914" y="98875"/>
                </a:cubicBezTo>
                <a:cubicBezTo>
                  <a:pt x="172914" y="98875"/>
                  <a:pt x="168336" y="99206"/>
                  <a:pt x="159916" y="100163"/>
                </a:cubicBezTo>
                <a:cubicBezTo>
                  <a:pt x="173322" y="65636"/>
                  <a:pt x="185044" y="36326"/>
                  <a:pt x="193497" y="14082"/>
                </a:cubicBezTo>
                <a:cubicBezTo>
                  <a:pt x="196358" y="6532"/>
                  <a:pt x="196743" y="995"/>
                  <a:pt x="192055" y="-127"/>
                </a:cubicBezTo>
                <a:cubicBezTo>
                  <a:pt x="187047" y="-1338"/>
                  <a:pt x="172562" y="6477"/>
                  <a:pt x="163658" y="8018"/>
                </a:cubicBezTo>
                <a:cubicBezTo>
                  <a:pt x="160829" y="8502"/>
                  <a:pt x="158155" y="11518"/>
                  <a:pt x="157186" y="13653"/>
                </a:cubicBezTo>
                <a:cubicBezTo>
                  <a:pt x="142878" y="46397"/>
                  <a:pt x="130165" y="77622"/>
                  <a:pt x="119082" y="106107"/>
                </a:cubicBezTo>
                <a:cubicBezTo>
                  <a:pt x="104928" y="108528"/>
                  <a:pt x="88352" y="111709"/>
                  <a:pt x="69839" y="115869"/>
                </a:cubicBezTo>
                <a:cubicBezTo>
                  <a:pt x="83047" y="81826"/>
                  <a:pt x="96497" y="48257"/>
                  <a:pt x="109583" y="15931"/>
                </a:cubicBezTo>
                <a:cubicBezTo>
                  <a:pt x="116022" y="38"/>
                  <a:pt x="99072" y="-1470"/>
                  <a:pt x="92490" y="14654"/>
                </a:cubicBezTo>
                <a:cubicBezTo>
                  <a:pt x="83960" y="35567"/>
                  <a:pt x="67957" y="74782"/>
                  <a:pt x="50247" y="120481"/>
                </a:cubicBezTo>
                <a:cubicBezTo>
                  <a:pt x="37227" y="123673"/>
                  <a:pt x="23447" y="127316"/>
                  <a:pt x="9017" y="131487"/>
                </a:cubicBezTo>
                <a:cubicBezTo>
                  <a:pt x="-1461" y="134514"/>
                  <a:pt x="-1923" y="137299"/>
                  <a:pt x="2622" y="143594"/>
                </a:cubicBezTo>
                <a:cubicBezTo>
                  <a:pt x="5143" y="147094"/>
                  <a:pt x="10327" y="146742"/>
                  <a:pt x="12660" y="149241"/>
                </a:cubicBezTo>
                <a:cubicBezTo>
                  <a:pt x="18780" y="155701"/>
                  <a:pt x="22478" y="163439"/>
                  <a:pt x="33430" y="164650"/>
                </a:cubicBezTo>
                <a:cubicBezTo>
                  <a:pt x="23678" y="190680"/>
                  <a:pt x="13893" y="217623"/>
                  <a:pt x="5055" y="243521"/>
                </a:cubicBezTo>
                <a:cubicBezTo>
                  <a:pt x="-448" y="259789"/>
                  <a:pt x="15324" y="263113"/>
                  <a:pt x="21388" y="245899"/>
                </a:cubicBezTo>
                <a:cubicBezTo>
                  <a:pt x="31184" y="218152"/>
                  <a:pt x="41519" y="190063"/>
                  <a:pt x="52108" y="162052"/>
                </a:cubicBezTo>
                <a:cubicBezTo>
                  <a:pt x="60913" y="160005"/>
                  <a:pt x="82320" y="155448"/>
                  <a:pt x="102088" y="151112"/>
                </a:cubicBezTo>
                <a:cubicBezTo>
                  <a:pt x="86404" y="194037"/>
                  <a:pt x="76080" y="226693"/>
                  <a:pt x="72194" y="242575"/>
                </a:cubicBezTo>
                <a:cubicBezTo>
                  <a:pt x="71688" y="244636"/>
                  <a:pt x="72089" y="246816"/>
                  <a:pt x="73295" y="248562"/>
                </a:cubicBezTo>
                <a:cubicBezTo>
                  <a:pt x="78578" y="256267"/>
                  <a:pt x="83608" y="256575"/>
                  <a:pt x="90421" y="266095"/>
                </a:cubicBezTo>
                <a:cubicBezTo>
                  <a:pt x="92270" y="268693"/>
                  <a:pt x="98445" y="270091"/>
                  <a:pt x="100558" y="263707"/>
                </a:cubicBezTo>
                <a:cubicBezTo>
                  <a:pt x="115064" y="219836"/>
                  <a:pt x="130000" y="178683"/>
                  <a:pt x="143934" y="141789"/>
                </a:cubicBezTo>
                <a:cubicBezTo>
                  <a:pt x="149757" y="140513"/>
                  <a:pt x="160158" y="138003"/>
                  <a:pt x="166553" y="128472"/>
                </a:cubicBezTo>
                <a:close/>
                <a:moveTo>
                  <a:pt x="177262" y="195467"/>
                </a:moveTo>
                <a:cubicBezTo>
                  <a:pt x="176238" y="196359"/>
                  <a:pt x="175171" y="197361"/>
                  <a:pt x="174081" y="198406"/>
                </a:cubicBezTo>
                <a:cubicBezTo>
                  <a:pt x="172859" y="194642"/>
                  <a:pt x="171627" y="190812"/>
                  <a:pt x="170493" y="187202"/>
                </a:cubicBezTo>
                <a:cubicBezTo>
                  <a:pt x="173887" y="183160"/>
                  <a:pt x="177052" y="178931"/>
                  <a:pt x="179970" y="174533"/>
                </a:cubicBezTo>
                <a:cubicBezTo>
                  <a:pt x="191625" y="156384"/>
                  <a:pt x="168578" y="145917"/>
                  <a:pt x="158639" y="157704"/>
                </a:cubicBezTo>
                <a:cubicBezTo>
                  <a:pt x="153345" y="163989"/>
                  <a:pt x="154666" y="170164"/>
                  <a:pt x="156119" y="175458"/>
                </a:cubicBezTo>
                <a:cubicBezTo>
                  <a:pt x="156581" y="177098"/>
                  <a:pt x="157274" y="179453"/>
                  <a:pt x="158122" y="182249"/>
                </a:cubicBezTo>
                <a:cubicBezTo>
                  <a:pt x="155282" y="185154"/>
                  <a:pt x="151892" y="188798"/>
                  <a:pt x="147368" y="194048"/>
                </a:cubicBezTo>
                <a:cubicBezTo>
                  <a:pt x="136120" y="207123"/>
                  <a:pt x="139180" y="224095"/>
                  <a:pt x="151243" y="227848"/>
                </a:cubicBezTo>
                <a:cubicBezTo>
                  <a:pt x="158562" y="230127"/>
                  <a:pt x="165419" y="226814"/>
                  <a:pt x="171352" y="221564"/>
                </a:cubicBezTo>
                <a:cubicBezTo>
                  <a:pt x="171649" y="222334"/>
                  <a:pt x="171935" y="223071"/>
                  <a:pt x="172210" y="223765"/>
                </a:cubicBezTo>
                <a:cubicBezTo>
                  <a:pt x="175358" y="231645"/>
                  <a:pt x="185110" y="229268"/>
                  <a:pt x="181400" y="219737"/>
                </a:cubicBezTo>
                <a:cubicBezTo>
                  <a:pt x="180751" y="218086"/>
                  <a:pt x="179937" y="215862"/>
                  <a:pt x="179034" y="213265"/>
                </a:cubicBezTo>
                <a:cubicBezTo>
                  <a:pt x="180949" y="210843"/>
                  <a:pt x="182688" y="208378"/>
                  <a:pt x="184240" y="206089"/>
                </a:cubicBezTo>
                <a:cubicBezTo>
                  <a:pt x="191471" y="195445"/>
                  <a:pt x="184526" y="189194"/>
                  <a:pt x="177262" y="195489"/>
                </a:cubicBezTo>
                <a:close/>
                <a:moveTo>
                  <a:pt x="161732" y="209082"/>
                </a:moveTo>
                <a:cubicBezTo>
                  <a:pt x="157329" y="211779"/>
                  <a:pt x="153818" y="208884"/>
                  <a:pt x="159740" y="200739"/>
                </a:cubicBezTo>
                <a:cubicBezTo>
                  <a:pt x="160741" y="199375"/>
                  <a:pt x="161754" y="198054"/>
                  <a:pt x="162777" y="196733"/>
                </a:cubicBezTo>
                <a:cubicBezTo>
                  <a:pt x="163779" y="199815"/>
                  <a:pt x="164825" y="202974"/>
                  <a:pt x="165881" y="206056"/>
                </a:cubicBezTo>
                <a:cubicBezTo>
                  <a:pt x="164574" y="207171"/>
                  <a:pt x="163187" y="208190"/>
                  <a:pt x="161732" y="209104"/>
                </a:cubicBezTo>
                <a:close/>
                <a:moveTo>
                  <a:pt x="166476" y="173862"/>
                </a:moveTo>
                <a:cubicBezTo>
                  <a:pt x="166211" y="172937"/>
                  <a:pt x="165980" y="172090"/>
                  <a:pt x="165793" y="171374"/>
                </a:cubicBezTo>
                <a:cubicBezTo>
                  <a:pt x="162491" y="158706"/>
                  <a:pt x="176965" y="162173"/>
                  <a:pt x="169623" y="170461"/>
                </a:cubicBezTo>
                <a:cubicBezTo>
                  <a:pt x="168523" y="171749"/>
                  <a:pt x="167488" y="172860"/>
                  <a:pt x="166476" y="173917"/>
                </a:cubicBezTo>
                <a:close/>
              </a:path>
            </a:pathLst>
          </a:custGeom>
          <a:solidFill>
            <a:schemeClr val="tx1"/>
          </a:solidFill>
          <a:ln w="1081" cap="flat">
            <a:noFill/>
            <a:prstDash val="solid"/>
            <a:miter/>
          </a:ln>
        </p:spPr>
        <p:txBody>
          <a:bodyPr rtlCol="0" anchor="ctr"/>
          <a:lstStyle/>
          <a:p>
            <a:endParaRPr lang="en-GB"/>
          </a:p>
        </p:txBody>
      </p:sp>
      <p:sp>
        <p:nvSpPr>
          <p:cNvPr id="12" name="Text Placeholder 10">
            <a:extLst>
              <a:ext uri="{FF2B5EF4-FFF2-40B4-BE49-F238E27FC236}">
                <a16:creationId xmlns:a16="http://schemas.microsoft.com/office/drawing/2014/main" id="{0320FE12-7EC3-08FD-ED9A-6E08549CA6AF}"/>
              </a:ext>
            </a:extLst>
          </p:cNvPr>
          <p:cNvSpPr>
            <a:spLocks noGrp="1"/>
          </p:cNvSpPr>
          <p:nvPr>
            <p:ph type="body" sz="quarter" idx="13" hasCustomPrompt="1"/>
          </p:nvPr>
        </p:nvSpPr>
        <p:spPr>
          <a:xfrm>
            <a:off x="406401" y="288925"/>
            <a:ext cx="5270500" cy="273286"/>
          </a:xfrm>
        </p:spPr>
        <p:txBody>
          <a:bodyPr/>
          <a:lstStyle>
            <a:lvl1pPr marL="0" indent="0">
              <a:buNone/>
              <a:defRPr sz="1100"/>
            </a:lvl1pPr>
          </a:lstStyle>
          <a:p>
            <a:pPr lvl="0"/>
            <a:r>
              <a:rPr lang="en-GB"/>
              <a:t>Heading</a:t>
            </a:r>
          </a:p>
        </p:txBody>
      </p:sp>
      <p:sp>
        <p:nvSpPr>
          <p:cNvPr id="10" name="Text Placeholder 9">
            <a:extLst>
              <a:ext uri="{FF2B5EF4-FFF2-40B4-BE49-F238E27FC236}">
                <a16:creationId xmlns:a16="http://schemas.microsoft.com/office/drawing/2014/main" id="{B850E4E5-E254-DCF4-70B8-694DC6020446}"/>
              </a:ext>
            </a:extLst>
          </p:cNvPr>
          <p:cNvSpPr>
            <a:spLocks noGrp="1"/>
          </p:cNvSpPr>
          <p:nvPr>
            <p:ph type="body" sz="quarter" idx="14" hasCustomPrompt="1"/>
          </p:nvPr>
        </p:nvSpPr>
        <p:spPr>
          <a:xfrm>
            <a:off x="6502400" y="2374900"/>
            <a:ext cx="5270500" cy="2146300"/>
          </a:xfrm>
        </p:spPr>
        <p:txBody>
          <a:bodyPr/>
          <a:lstStyle>
            <a:lvl1pPr marL="180975" indent="-180975" algn="l">
              <a:buFont typeface="HM Serif" panose="02050504070506020304" pitchFamily="18" charset="0"/>
              <a:buChar char="-"/>
              <a:defRPr sz="1800"/>
            </a:lvl1pPr>
          </a:lstStyle>
          <a:p>
            <a:pPr lvl="0"/>
            <a:r>
              <a:rPr lang="en-GB"/>
              <a:t>Write your text</a:t>
            </a:r>
          </a:p>
        </p:txBody>
      </p:sp>
      <p:sp>
        <p:nvSpPr>
          <p:cNvPr id="7" name="textruta 5">
            <a:extLst>
              <a:ext uri="{FF2B5EF4-FFF2-40B4-BE49-F238E27FC236}">
                <a16:creationId xmlns:a16="http://schemas.microsoft.com/office/drawing/2014/main" id="{8AC35833-EA8E-B44A-0020-BFF730A8C421}"/>
              </a:ext>
            </a:extLst>
          </p:cNvPr>
          <p:cNvSpPr txBox="1"/>
          <p:nvPr userDrawn="1"/>
        </p:nvSpPr>
        <p:spPr>
          <a:xfrm>
            <a:off x="0" y="-363264"/>
            <a:ext cx="12192000" cy="246221"/>
          </a:xfrm>
          <a:prstGeom prst="rect">
            <a:avLst/>
          </a:prstGeom>
          <a:solidFill>
            <a:schemeClr val="bg1"/>
          </a:solidFill>
          <a:effectLst>
            <a:outerShdw blurRad="50800" dist="38100" dir="2700000" algn="tl" rotWithShape="0">
              <a:prstClr val="black">
                <a:alpha val="40000"/>
              </a:prstClr>
            </a:outerShdw>
          </a:effectLst>
        </p:spPr>
        <p:txBody>
          <a:bodyPr wrap="square" rtlCol="0" anchor="b" anchorCtr="0">
            <a:spAutoFit/>
          </a:bodyPr>
          <a:lstStyle/>
          <a:p>
            <a:r>
              <a:rPr lang="en-GB" sz="1000">
                <a:solidFill>
                  <a:schemeClr val="tx1"/>
                </a:solidFill>
                <a:latin typeface="+mn-lt"/>
              </a:rPr>
              <a:t>To change background </a:t>
            </a:r>
            <a:r>
              <a:rPr lang="en-GB" sz="1000" baseline="0">
                <a:solidFill>
                  <a:schemeClr val="tx1"/>
                </a:solidFill>
                <a:latin typeface="+mn-lt"/>
              </a:rPr>
              <a:t>– </a:t>
            </a:r>
            <a:r>
              <a:rPr lang="en-GB" sz="1000">
                <a:solidFill>
                  <a:schemeClr val="tx1"/>
                </a:solidFill>
                <a:latin typeface="+mn-lt"/>
              </a:rPr>
              <a:t>Right click on empty space. Select Format Background / Solid fill for background colour and choose desired colour from the colour palette.</a:t>
            </a:r>
          </a:p>
        </p:txBody>
      </p:sp>
    </p:spTree>
    <p:extLst>
      <p:ext uri="{BB962C8B-B14F-4D97-AF65-F5344CB8AC3E}">
        <p14:creationId xmlns:p14="http://schemas.microsoft.com/office/powerpoint/2010/main" val="30717466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Clean">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41204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MASTER SLIDE">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CF0F5F86-A9D7-439C-AF98-218998497869}"/>
              </a:ext>
            </a:extLst>
          </p:cNvPr>
          <p:cNvGraphicFramePr>
            <a:graphicFrameLocks noChangeAspect="1"/>
          </p:cNvGraphicFramePr>
          <p:nvPr userDrawn="1">
            <p:custDataLst>
              <p:tags r:id="rId1"/>
            </p:custDataLst>
            <p:extLst>
              <p:ext uri="{D42A27DB-BD31-4B8C-83A1-F6EECF244321}">
                <p14:modId xmlns:p14="http://schemas.microsoft.com/office/powerpoint/2010/main" val="3615020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6" name="Object 5" hidden="1">
                        <a:extLst>
                          <a:ext uri="{FF2B5EF4-FFF2-40B4-BE49-F238E27FC236}">
                            <a16:creationId xmlns:a16="http://schemas.microsoft.com/office/drawing/2014/main" id="{CF0F5F86-A9D7-439C-AF98-21899849786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1">
            <a:extLst>
              <a:ext uri="{FF2B5EF4-FFF2-40B4-BE49-F238E27FC236}">
                <a16:creationId xmlns:a16="http://schemas.microsoft.com/office/drawing/2014/main" id="{9EAD9AED-9987-4CE9-B39D-B256B46200E0}"/>
              </a:ext>
            </a:extLst>
          </p:cNvPr>
          <p:cNvSpPr>
            <a:spLocks noGrp="1"/>
          </p:cNvSpPr>
          <p:nvPr>
            <p:ph type="title" hasCustomPrompt="1"/>
          </p:nvPr>
        </p:nvSpPr>
        <p:spPr>
          <a:xfrm>
            <a:off x="381000" y="381000"/>
            <a:ext cx="11430000" cy="744379"/>
          </a:xfrm>
        </p:spPr>
        <p:txBody>
          <a:bodyPr vert="horz" anchor="b"/>
          <a:lstStyle>
            <a:lvl1pPr>
              <a:defRPr sz="2800"/>
            </a:lvl1pPr>
          </a:lstStyle>
          <a:p>
            <a:r>
              <a:rPr lang="en-GB"/>
              <a:t>Place headline here (36pt, min 30pt)</a:t>
            </a:r>
            <a:endParaRPr lang="en-US"/>
          </a:p>
        </p:txBody>
      </p:sp>
      <p:sp>
        <p:nvSpPr>
          <p:cNvPr id="5" name="Content Placeholder 3">
            <a:extLst>
              <a:ext uri="{FF2B5EF4-FFF2-40B4-BE49-F238E27FC236}">
                <a16:creationId xmlns:a16="http://schemas.microsoft.com/office/drawing/2014/main" id="{F8092B8E-319D-47BB-A016-E954F39BA3DF}"/>
              </a:ext>
            </a:extLst>
          </p:cNvPr>
          <p:cNvSpPr>
            <a:spLocks noGrp="1"/>
          </p:cNvSpPr>
          <p:nvPr>
            <p:ph sz="quarter" idx="10" hasCustomPrompt="1"/>
          </p:nvPr>
        </p:nvSpPr>
        <p:spPr>
          <a:xfrm>
            <a:off x="381000" y="1125379"/>
            <a:ext cx="11430000" cy="246221"/>
          </a:xfrm>
        </p:spPr>
        <p:txBody>
          <a:bodyPr wrap="square">
            <a:spAutoFit/>
          </a:bodyPr>
          <a:lstStyle>
            <a:lvl1pPr marL="0" indent="0">
              <a:buNone/>
              <a:defRPr sz="1600" b="0"/>
            </a:lvl1pPr>
          </a:lstStyle>
          <a:p>
            <a:pPr lvl="0"/>
            <a:r>
              <a:rPr lang="en-US"/>
              <a:t>Click to edit Master text styles</a:t>
            </a:r>
          </a:p>
        </p:txBody>
      </p:sp>
    </p:spTree>
    <p:extLst>
      <p:ext uri="{BB962C8B-B14F-4D97-AF65-F5344CB8AC3E}">
        <p14:creationId xmlns:p14="http://schemas.microsoft.com/office/powerpoint/2010/main" val="11885676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1.a Greetings Slide - Logo">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B376DA1-AA24-87D2-9D18-FCCFD9E2BCE2}"/>
              </a:ext>
            </a:extLst>
          </p:cNvPr>
          <p:cNvGraphicFramePr>
            <a:graphicFrameLocks noChangeAspect="1"/>
          </p:cNvGraphicFramePr>
          <p:nvPr userDrawn="1">
            <p:custDataLst>
              <p:tags r:id="rId1"/>
            </p:custDataLst>
            <p:extLst>
              <p:ext uri="{D42A27DB-BD31-4B8C-83A1-F6EECF244321}">
                <p14:modId xmlns:p14="http://schemas.microsoft.com/office/powerpoint/2010/main" val="20142481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1B376DA1-AA24-87D2-9D18-FCCFD9E2BCE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vert="horz" anchor="ctr"/>
          <a:lstStyle>
            <a:lvl1pPr algn="ctr" rtl="0">
              <a:defRPr sz="8800">
                <a:solidFill>
                  <a:schemeClr val="tx1"/>
                </a:solidFill>
              </a:defRPr>
            </a:lvl1pPr>
          </a:lstStyle>
          <a:p>
            <a:r>
              <a:rPr lang="en-US" dirty="0"/>
              <a:t>Welcome</a:t>
            </a:r>
          </a:p>
        </p:txBody>
      </p:sp>
      <p:pic>
        <p:nvPicPr>
          <p:cNvPr id="3" name="Graphic 5">
            <a:extLst>
              <a:ext uri="{FF2B5EF4-FFF2-40B4-BE49-F238E27FC236}">
                <a16:creationId xmlns:a16="http://schemas.microsoft.com/office/drawing/2014/main" id="{6B12DB67-2F55-4F91-ABD8-4E1201FECE7E}"/>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5153884" y="5376231"/>
            <a:ext cx="1884233" cy="498015"/>
          </a:xfrm>
          <a:prstGeom prst="rect">
            <a:avLst/>
          </a:prstGeom>
        </p:spPr>
      </p:pic>
    </p:spTree>
    <p:extLst>
      <p:ext uri="{BB962C8B-B14F-4D97-AF65-F5344CB8AC3E}">
        <p14:creationId xmlns:p14="http://schemas.microsoft.com/office/powerpoint/2010/main" val="2464252018"/>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b Greetings + Greater Than L">
    <p:bg>
      <p:bgPr>
        <a:solidFill>
          <a:schemeClr val="accent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50EB2BA-FA15-F210-88D2-E3FF7F0AD6B6}"/>
              </a:ext>
            </a:extLst>
          </p:cNvPr>
          <p:cNvGraphicFramePr>
            <a:graphicFrameLocks noChangeAspect="1"/>
          </p:cNvGraphicFramePr>
          <p:nvPr userDrawn="1">
            <p:custDataLst>
              <p:tags r:id="rId1"/>
            </p:custDataLst>
            <p:extLst>
              <p:ext uri="{D42A27DB-BD31-4B8C-83A1-F6EECF244321}">
                <p14:modId xmlns:p14="http://schemas.microsoft.com/office/powerpoint/2010/main" val="23100961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850EB2BA-FA15-F210-88D2-E3FF7F0AD6B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FC7882D0-879F-974F-B35F-EE91948B7FED}"/>
              </a:ext>
            </a:extLst>
          </p:cNvPr>
          <p:cNvPicPr>
            <a:picLocks noChangeAspect="1"/>
          </p:cNvPicPr>
          <p:nvPr userDrawn="1"/>
        </p:nvPicPr>
        <p:blipFill>
          <a:blip r:embed="rId5">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vert="horz" anchor="ctr"/>
          <a:lstStyle>
            <a:lvl1pPr algn="l" rtl="0">
              <a:defRPr sz="7200">
                <a:solidFill>
                  <a:schemeClr val="tx1"/>
                </a:solidFill>
              </a:defRPr>
            </a:lvl1pPr>
          </a:lstStyle>
          <a:p>
            <a:r>
              <a:rPr lang="en-US"/>
              <a:t>Welcome</a:t>
            </a:r>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rtl="0">
              <a:spcAft>
                <a:spcPts val="1200"/>
              </a:spcAft>
            </a:pPr>
            <a:endParaRPr lang="en-US" noProof="0"/>
          </a:p>
        </p:txBody>
      </p:sp>
    </p:spTree>
    <p:extLst>
      <p:ext uri="{BB962C8B-B14F-4D97-AF65-F5344CB8AC3E}">
        <p14:creationId xmlns:p14="http://schemas.microsoft.com/office/powerpoint/2010/main" val="2013246007"/>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c Greetings + Greater Than S">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AD10365-538A-CCCE-332D-C1BFD64553C1}"/>
              </a:ext>
            </a:extLst>
          </p:cNvPr>
          <p:cNvGraphicFramePr>
            <a:graphicFrameLocks noChangeAspect="1"/>
          </p:cNvGraphicFramePr>
          <p:nvPr userDrawn="1">
            <p:custDataLst>
              <p:tags r:id="rId1"/>
            </p:custDataLst>
            <p:extLst>
              <p:ext uri="{D42A27DB-BD31-4B8C-83A1-F6EECF244321}">
                <p14:modId xmlns:p14="http://schemas.microsoft.com/office/powerpoint/2010/main" val="9960651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1AD10365-538A-CCCE-332D-C1BFD64553C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9" name="Picture 8" descr="A person smelling a flower&#10;&#10;Description automatically generated">
            <a:extLst>
              <a:ext uri="{FF2B5EF4-FFF2-40B4-BE49-F238E27FC236}">
                <a16:creationId xmlns:a16="http://schemas.microsoft.com/office/drawing/2014/main" id="{541EC849-B501-6C44-9E8A-B6330ECCB577}"/>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flipH="1">
            <a:off x="0" y="0"/>
            <a:ext cx="12192000" cy="6858000"/>
          </a:xfrm>
          <a:prstGeom prst="rect">
            <a:avLst/>
          </a:prstGeom>
        </p:spPr>
      </p:pic>
      <p:sp>
        <p:nvSpPr>
          <p:cNvPr id="11" name="Rectangle 10">
            <a:extLst>
              <a:ext uri="{FF2B5EF4-FFF2-40B4-BE49-F238E27FC236}">
                <a16:creationId xmlns:a16="http://schemas.microsoft.com/office/drawing/2014/main" id="{3774BE83-350E-49EE-8CA8-2310EA25C04E}"/>
              </a:ext>
            </a:extLst>
          </p:cNvPr>
          <p:cNvSpPr/>
          <p:nvPr userDrawn="1"/>
        </p:nvSpPr>
        <p:spPr>
          <a:xfrm>
            <a:off x="0" y="0"/>
            <a:ext cx="5975498" cy="6858000"/>
          </a:xfrm>
          <a:prstGeom prst="rect">
            <a:avLst/>
          </a:prstGeom>
          <a:gradFill flip="none" rotWithShape="1">
            <a:gsLst>
              <a:gs pos="0">
                <a:schemeClr val="bg1">
                  <a:alpha val="80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vert="horz" anchor="ctr"/>
          <a:lstStyle>
            <a:lvl1pPr algn="l" rtl="0">
              <a:defRPr sz="7200">
                <a:solidFill>
                  <a:schemeClr val="tx1"/>
                </a:solidFill>
              </a:defRPr>
            </a:lvl1pPr>
          </a:lstStyle>
          <a:p>
            <a:r>
              <a:rPr lang="en-US" dirty="0"/>
              <a:t>Welcome</a:t>
            </a:r>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rtl="0">
              <a:spcAft>
                <a:spcPts val="1200"/>
              </a:spcAft>
            </a:pPr>
            <a:endParaRPr lang="en-US" noProof="0" dirty="0"/>
          </a:p>
        </p:txBody>
      </p:sp>
      <p:sp>
        <p:nvSpPr>
          <p:cNvPr id="6" name="TextBox 5">
            <a:extLst>
              <a:ext uri="{FF2B5EF4-FFF2-40B4-BE49-F238E27FC236}">
                <a16:creationId xmlns:a16="http://schemas.microsoft.com/office/drawing/2014/main" id="{6FA1302B-6794-45FA-A428-AB50D28EF9A2}"/>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rtl="0"/>
            <a:r>
              <a:rPr lang="en-US" noProof="0" dirty="0"/>
              <a:t>Format Background… &gt; Picture or texture fill &gt; Set to one of the dark or mid gradient options</a:t>
            </a:r>
          </a:p>
        </p:txBody>
      </p:sp>
      <p:grpSp>
        <p:nvGrpSpPr>
          <p:cNvPr id="8" name="Group 7">
            <a:extLst>
              <a:ext uri="{FF2B5EF4-FFF2-40B4-BE49-F238E27FC236}">
                <a16:creationId xmlns:a16="http://schemas.microsoft.com/office/drawing/2014/main" id="{B516B0BB-A7E3-416E-A415-2A2F3DECF33D}"/>
              </a:ext>
            </a:extLst>
          </p:cNvPr>
          <p:cNvGrpSpPr/>
          <p:nvPr userDrawn="1"/>
        </p:nvGrpSpPr>
        <p:grpSpPr>
          <a:xfrm>
            <a:off x="381002" y="481263"/>
            <a:ext cx="2910258" cy="465221"/>
            <a:chOff x="381002" y="481263"/>
            <a:chExt cx="2910258" cy="465221"/>
          </a:xfrm>
        </p:grpSpPr>
        <p:pic>
          <p:nvPicPr>
            <p:cNvPr id="10" name="Graphic 5">
              <a:extLst>
                <a:ext uri="{FF2B5EF4-FFF2-40B4-BE49-F238E27FC236}">
                  <a16:creationId xmlns:a16="http://schemas.microsoft.com/office/drawing/2014/main" id="{61B289CB-4F92-4131-B81D-01EC34759A67}"/>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12" name="Picture 11" descr="A picture containing text, clipart&#10;&#10;Description automatically generated">
              <a:extLst>
                <a:ext uri="{FF2B5EF4-FFF2-40B4-BE49-F238E27FC236}">
                  <a16:creationId xmlns:a16="http://schemas.microsoft.com/office/drawing/2014/main" id="{8EE36612-08E7-472B-8FE9-9E7AA2FCA56F}"/>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2078685" y="695131"/>
              <a:ext cx="1212575" cy="232914"/>
            </a:xfrm>
            <a:prstGeom prst="rect">
              <a:avLst/>
            </a:prstGeom>
          </p:spPr>
        </p:pic>
        <p:cxnSp>
          <p:nvCxnSpPr>
            <p:cNvPr id="13" name="Straight Connector 12">
              <a:extLst>
                <a:ext uri="{FF2B5EF4-FFF2-40B4-BE49-F238E27FC236}">
                  <a16:creationId xmlns:a16="http://schemas.microsoft.com/office/drawing/2014/main" id="{DE820710-F898-4259-A0CA-2ED72F573AEB}"/>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83049956"/>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2.1 Cover Image - Left-aligned, Logo">
    <p:bg>
      <p:bgPr>
        <a:solidFill>
          <a:schemeClr val="accent3"/>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C968C06-97E7-D3F2-3C4C-375F6DB009EF}"/>
              </a:ext>
            </a:extLst>
          </p:cNvPr>
          <p:cNvGraphicFramePr>
            <a:graphicFrameLocks noChangeAspect="1"/>
          </p:cNvGraphicFramePr>
          <p:nvPr userDrawn="1">
            <p:custDataLst>
              <p:tags r:id="rId1"/>
            </p:custDataLst>
            <p:extLst>
              <p:ext uri="{D42A27DB-BD31-4B8C-83A1-F6EECF244321}">
                <p14:modId xmlns:p14="http://schemas.microsoft.com/office/powerpoint/2010/main" val="25948928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BC968C06-97E7-D3F2-3C4C-375F6DB009E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0B1A5A25-79DF-F24E-A517-B4F31E353A1F}"/>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rot="16200000">
            <a:off x="2664226" y="-2664226"/>
            <a:ext cx="6863549" cy="12192000"/>
          </a:xfrm>
          <a:prstGeom prst="rect">
            <a:avLst/>
          </a:prstGeom>
        </p:spPr>
      </p:pic>
      <p:grpSp>
        <p:nvGrpSpPr>
          <p:cNvPr id="3" name="Group 2">
            <a:extLst>
              <a:ext uri="{FF2B5EF4-FFF2-40B4-BE49-F238E27FC236}">
                <a16:creationId xmlns:a16="http://schemas.microsoft.com/office/drawing/2014/main" id="{9E852B9F-13E8-EC47-A6D5-E71D2EC12D88}"/>
              </a:ext>
            </a:extLst>
          </p:cNvPr>
          <p:cNvGrpSpPr/>
          <p:nvPr userDrawn="1"/>
        </p:nvGrpSpPr>
        <p:grpSpPr>
          <a:xfrm>
            <a:off x="381002" y="481263"/>
            <a:ext cx="2910258" cy="465221"/>
            <a:chOff x="381002" y="481263"/>
            <a:chExt cx="2910258" cy="465221"/>
          </a:xfrm>
        </p:grpSpPr>
        <p:pic>
          <p:nvPicPr>
            <p:cNvPr id="14" name="Graphic 5">
              <a:extLst>
                <a:ext uri="{FF2B5EF4-FFF2-40B4-BE49-F238E27FC236}">
                  <a16:creationId xmlns:a16="http://schemas.microsoft.com/office/drawing/2014/main" id="{50150944-BFA1-414B-A4D1-AEF3706C46B2}"/>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15" name="Picture 14" descr="A picture containing text, clipart&#10;&#10;Description automatically generated">
              <a:extLst>
                <a:ext uri="{FF2B5EF4-FFF2-40B4-BE49-F238E27FC236}">
                  <a16:creationId xmlns:a16="http://schemas.microsoft.com/office/drawing/2014/main" id="{4E8C47E1-A413-AE40-91A0-0537097BBE59}"/>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2078685" y="695131"/>
              <a:ext cx="1212575" cy="232914"/>
            </a:xfrm>
            <a:prstGeom prst="rect">
              <a:avLst/>
            </a:prstGeom>
          </p:spPr>
        </p:pic>
        <p:cxnSp>
          <p:nvCxnSpPr>
            <p:cNvPr id="4" name="Straight Connector 3">
              <a:extLst>
                <a:ext uri="{FF2B5EF4-FFF2-40B4-BE49-F238E27FC236}">
                  <a16:creationId xmlns:a16="http://schemas.microsoft.com/office/drawing/2014/main" id="{40E0D057-F351-7041-834E-4DDDD7275492}"/>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Title 1">
            <a:extLst>
              <a:ext uri="{FF2B5EF4-FFF2-40B4-BE49-F238E27FC236}">
                <a16:creationId xmlns:a16="http://schemas.microsoft.com/office/drawing/2014/main" id="{6A18022E-2D10-42CA-B869-505E8738A33A}"/>
              </a:ext>
            </a:extLst>
          </p:cNvPr>
          <p:cNvSpPr>
            <a:spLocks noGrp="1"/>
          </p:cNvSpPr>
          <p:nvPr>
            <p:ph type="ctrTitle" hasCustomPrompt="1"/>
          </p:nvPr>
        </p:nvSpPr>
        <p:spPr>
          <a:xfrm>
            <a:off x="381001" y="1139544"/>
            <a:ext cx="6019799"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16" name="Date Placeholder 10">
            <a:extLst>
              <a:ext uri="{FF2B5EF4-FFF2-40B4-BE49-F238E27FC236}">
                <a16:creationId xmlns:a16="http://schemas.microsoft.com/office/drawing/2014/main" id="{1A6EC578-FF43-4F90-964B-4183622815D6}"/>
              </a:ext>
            </a:extLst>
          </p:cNvPr>
          <p:cNvSpPr>
            <a:spLocks noGrp="1"/>
          </p:cNvSpPr>
          <p:nvPr>
            <p:ph type="dt" sz="half" idx="2"/>
          </p:nvPr>
        </p:nvSpPr>
        <p:spPr>
          <a:xfrm>
            <a:off x="381001" y="4949211"/>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17" name="Text Placeholder 16">
            <a:extLst>
              <a:ext uri="{FF2B5EF4-FFF2-40B4-BE49-F238E27FC236}">
                <a16:creationId xmlns:a16="http://schemas.microsoft.com/office/drawing/2014/main" id="{853C34A1-4709-4465-B978-129F513DD76F}"/>
              </a:ext>
            </a:extLst>
          </p:cNvPr>
          <p:cNvSpPr>
            <a:spLocks noGrp="1"/>
          </p:cNvSpPr>
          <p:nvPr>
            <p:ph type="body" sz="quarter" idx="12" hasCustomPrompt="1"/>
          </p:nvPr>
        </p:nvSpPr>
        <p:spPr>
          <a:xfrm>
            <a:off x="381001" y="5194488"/>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18" name="Subtitle 2">
            <a:extLst>
              <a:ext uri="{FF2B5EF4-FFF2-40B4-BE49-F238E27FC236}">
                <a16:creationId xmlns:a16="http://schemas.microsoft.com/office/drawing/2014/main" id="{035A898F-CC6A-4E19-A8F4-EF377C6C53D3}"/>
              </a:ext>
            </a:extLst>
          </p:cNvPr>
          <p:cNvSpPr>
            <a:spLocks noGrp="1"/>
          </p:cNvSpPr>
          <p:nvPr>
            <p:ph type="subTitle" idx="1" hasCustomPrompt="1"/>
          </p:nvPr>
        </p:nvSpPr>
        <p:spPr>
          <a:xfrm>
            <a:off x="381001" y="3856366"/>
            <a:ext cx="4229099"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spTree>
    <p:extLst>
      <p:ext uri="{BB962C8B-B14F-4D97-AF65-F5344CB8AC3E}">
        <p14:creationId xmlns:p14="http://schemas.microsoft.com/office/powerpoint/2010/main" val="33942989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2.b Cover Image - Left-aligned, Logo">
    <p:bg>
      <p:bgPr>
        <a:solidFill>
          <a:schemeClr val="accent3"/>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E07776F-FE57-EE6C-C91B-C6A967B60F94}"/>
              </a:ext>
            </a:extLst>
          </p:cNvPr>
          <p:cNvGraphicFramePr>
            <a:graphicFrameLocks noChangeAspect="1"/>
          </p:cNvGraphicFramePr>
          <p:nvPr userDrawn="1">
            <p:custDataLst>
              <p:tags r:id="rId1"/>
            </p:custDataLst>
            <p:extLst>
              <p:ext uri="{D42A27DB-BD31-4B8C-83A1-F6EECF244321}">
                <p14:modId xmlns:p14="http://schemas.microsoft.com/office/powerpoint/2010/main" val="30851524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CE07776F-FE57-EE6C-C91B-C6A967B60F9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3" name="Picture 12">
            <a:extLst>
              <a:ext uri="{FF2B5EF4-FFF2-40B4-BE49-F238E27FC236}">
                <a16:creationId xmlns:a16="http://schemas.microsoft.com/office/drawing/2014/main" id="{6DD92594-9C28-4FE6-BC8A-55B2F3DEF1F4}"/>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rot="10800000" flipH="1">
            <a:off x="0" y="0"/>
            <a:ext cx="12192000" cy="6858000"/>
          </a:xfrm>
          <a:prstGeom prst="rect">
            <a:avLst/>
          </a:prstGeom>
        </p:spPr>
      </p:pic>
      <p:grpSp>
        <p:nvGrpSpPr>
          <p:cNvPr id="3" name="Group 2">
            <a:extLst>
              <a:ext uri="{FF2B5EF4-FFF2-40B4-BE49-F238E27FC236}">
                <a16:creationId xmlns:a16="http://schemas.microsoft.com/office/drawing/2014/main" id="{9E852B9F-13E8-EC47-A6D5-E71D2EC12D88}"/>
              </a:ext>
            </a:extLst>
          </p:cNvPr>
          <p:cNvGrpSpPr/>
          <p:nvPr userDrawn="1"/>
        </p:nvGrpSpPr>
        <p:grpSpPr>
          <a:xfrm>
            <a:off x="381002" y="481263"/>
            <a:ext cx="2910258" cy="465221"/>
            <a:chOff x="381002" y="481263"/>
            <a:chExt cx="2910258" cy="465221"/>
          </a:xfrm>
        </p:grpSpPr>
        <p:pic>
          <p:nvPicPr>
            <p:cNvPr id="14" name="Graphic 5">
              <a:extLst>
                <a:ext uri="{FF2B5EF4-FFF2-40B4-BE49-F238E27FC236}">
                  <a16:creationId xmlns:a16="http://schemas.microsoft.com/office/drawing/2014/main" id="{50150944-BFA1-414B-A4D1-AEF3706C46B2}"/>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15" name="Picture 14" descr="A picture containing text, clipart&#10;&#10;Description automatically generated">
              <a:extLst>
                <a:ext uri="{FF2B5EF4-FFF2-40B4-BE49-F238E27FC236}">
                  <a16:creationId xmlns:a16="http://schemas.microsoft.com/office/drawing/2014/main" id="{4E8C47E1-A413-AE40-91A0-0537097BBE59}"/>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2078685" y="695131"/>
              <a:ext cx="1212575" cy="232914"/>
            </a:xfrm>
            <a:prstGeom prst="rect">
              <a:avLst/>
            </a:prstGeom>
          </p:spPr>
        </p:pic>
        <p:cxnSp>
          <p:nvCxnSpPr>
            <p:cNvPr id="4" name="Straight Connector 3">
              <a:extLst>
                <a:ext uri="{FF2B5EF4-FFF2-40B4-BE49-F238E27FC236}">
                  <a16:creationId xmlns:a16="http://schemas.microsoft.com/office/drawing/2014/main" id="{40E0D057-F351-7041-834E-4DDDD7275492}"/>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Title 1">
            <a:extLst>
              <a:ext uri="{FF2B5EF4-FFF2-40B4-BE49-F238E27FC236}">
                <a16:creationId xmlns:a16="http://schemas.microsoft.com/office/drawing/2014/main" id="{6A18022E-2D10-42CA-B869-505E8738A33A}"/>
              </a:ext>
            </a:extLst>
          </p:cNvPr>
          <p:cNvSpPr>
            <a:spLocks noGrp="1"/>
          </p:cNvSpPr>
          <p:nvPr>
            <p:ph type="ctrTitle" hasCustomPrompt="1"/>
          </p:nvPr>
        </p:nvSpPr>
        <p:spPr>
          <a:xfrm>
            <a:off x="381001" y="1139544"/>
            <a:ext cx="6104859"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16" name="Date Placeholder 10">
            <a:extLst>
              <a:ext uri="{FF2B5EF4-FFF2-40B4-BE49-F238E27FC236}">
                <a16:creationId xmlns:a16="http://schemas.microsoft.com/office/drawing/2014/main" id="{1A6EC578-FF43-4F90-964B-4183622815D6}"/>
              </a:ext>
            </a:extLst>
          </p:cNvPr>
          <p:cNvSpPr>
            <a:spLocks noGrp="1"/>
          </p:cNvSpPr>
          <p:nvPr>
            <p:ph type="dt" sz="half" idx="2"/>
          </p:nvPr>
        </p:nvSpPr>
        <p:spPr>
          <a:xfrm>
            <a:off x="381001" y="4949211"/>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17" name="Text Placeholder 16">
            <a:extLst>
              <a:ext uri="{FF2B5EF4-FFF2-40B4-BE49-F238E27FC236}">
                <a16:creationId xmlns:a16="http://schemas.microsoft.com/office/drawing/2014/main" id="{853C34A1-4709-4465-B978-129F513DD76F}"/>
              </a:ext>
            </a:extLst>
          </p:cNvPr>
          <p:cNvSpPr>
            <a:spLocks noGrp="1"/>
          </p:cNvSpPr>
          <p:nvPr>
            <p:ph type="body" sz="quarter" idx="12" hasCustomPrompt="1"/>
          </p:nvPr>
        </p:nvSpPr>
        <p:spPr>
          <a:xfrm>
            <a:off x="381001" y="5194488"/>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18" name="Subtitle 2">
            <a:extLst>
              <a:ext uri="{FF2B5EF4-FFF2-40B4-BE49-F238E27FC236}">
                <a16:creationId xmlns:a16="http://schemas.microsoft.com/office/drawing/2014/main" id="{035A898F-CC6A-4E19-A8F4-EF377C6C53D3}"/>
              </a:ext>
            </a:extLst>
          </p:cNvPr>
          <p:cNvSpPr>
            <a:spLocks noGrp="1"/>
          </p:cNvSpPr>
          <p:nvPr>
            <p:ph type="subTitle" idx="1" hasCustomPrompt="1"/>
          </p:nvPr>
        </p:nvSpPr>
        <p:spPr>
          <a:xfrm>
            <a:off x="381001" y="3856366"/>
            <a:ext cx="4229099"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spTree>
    <p:extLst>
      <p:ext uri="{BB962C8B-B14F-4D97-AF65-F5344CB8AC3E}">
        <p14:creationId xmlns:p14="http://schemas.microsoft.com/office/powerpoint/2010/main" val="20283580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2.c Cover Image - Left-aligned, Logo">
    <p:bg>
      <p:bgPr>
        <a:solidFill>
          <a:schemeClr val="accent3"/>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E0EDCBF-120D-DDEE-2C6F-67DF10592232}"/>
              </a:ext>
            </a:extLst>
          </p:cNvPr>
          <p:cNvGraphicFramePr>
            <a:graphicFrameLocks noChangeAspect="1"/>
          </p:cNvGraphicFramePr>
          <p:nvPr userDrawn="1">
            <p:custDataLst>
              <p:tags r:id="rId1"/>
            </p:custDataLst>
            <p:extLst>
              <p:ext uri="{D42A27DB-BD31-4B8C-83A1-F6EECF244321}">
                <p14:modId xmlns:p14="http://schemas.microsoft.com/office/powerpoint/2010/main" val="33573454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8E0EDCBF-120D-DDEE-2C6F-67DF1059223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3911ACE7-AB1D-4E5E-8190-EDC9C713E9BE}"/>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rot="16200000">
            <a:off x="2666999" y="-2667000"/>
            <a:ext cx="6858001" cy="12192001"/>
          </a:xfrm>
          <a:prstGeom prst="rect">
            <a:avLst/>
          </a:prstGeom>
        </p:spPr>
      </p:pic>
      <p:grpSp>
        <p:nvGrpSpPr>
          <p:cNvPr id="3" name="Group 2">
            <a:extLst>
              <a:ext uri="{FF2B5EF4-FFF2-40B4-BE49-F238E27FC236}">
                <a16:creationId xmlns:a16="http://schemas.microsoft.com/office/drawing/2014/main" id="{9E852B9F-13E8-EC47-A6D5-E71D2EC12D88}"/>
              </a:ext>
            </a:extLst>
          </p:cNvPr>
          <p:cNvGrpSpPr/>
          <p:nvPr userDrawn="1"/>
        </p:nvGrpSpPr>
        <p:grpSpPr>
          <a:xfrm>
            <a:off x="381002" y="481263"/>
            <a:ext cx="2910258" cy="465221"/>
            <a:chOff x="381002" y="481263"/>
            <a:chExt cx="2910258" cy="465221"/>
          </a:xfrm>
        </p:grpSpPr>
        <p:pic>
          <p:nvPicPr>
            <p:cNvPr id="14" name="Graphic 5">
              <a:extLst>
                <a:ext uri="{FF2B5EF4-FFF2-40B4-BE49-F238E27FC236}">
                  <a16:creationId xmlns:a16="http://schemas.microsoft.com/office/drawing/2014/main" id="{50150944-BFA1-414B-A4D1-AEF3706C46B2}"/>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15" name="Picture 14" descr="A picture containing text, clipart&#10;&#10;Description automatically generated">
              <a:extLst>
                <a:ext uri="{FF2B5EF4-FFF2-40B4-BE49-F238E27FC236}">
                  <a16:creationId xmlns:a16="http://schemas.microsoft.com/office/drawing/2014/main" id="{4E8C47E1-A413-AE40-91A0-0537097BBE59}"/>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2078685" y="695131"/>
              <a:ext cx="1212575" cy="232914"/>
            </a:xfrm>
            <a:prstGeom prst="rect">
              <a:avLst/>
            </a:prstGeom>
          </p:spPr>
        </p:pic>
        <p:cxnSp>
          <p:nvCxnSpPr>
            <p:cNvPr id="4" name="Straight Connector 3">
              <a:extLst>
                <a:ext uri="{FF2B5EF4-FFF2-40B4-BE49-F238E27FC236}">
                  <a16:creationId xmlns:a16="http://schemas.microsoft.com/office/drawing/2014/main" id="{40E0D057-F351-7041-834E-4DDDD7275492}"/>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Title 1">
            <a:extLst>
              <a:ext uri="{FF2B5EF4-FFF2-40B4-BE49-F238E27FC236}">
                <a16:creationId xmlns:a16="http://schemas.microsoft.com/office/drawing/2014/main" id="{6A18022E-2D10-42CA-B869-505E8738A33A}"/>
              </a:ext>
            </a:extLst>
          </p:cNvPr>
          <p:cNvSpPr>
            <a:spLocks noGrp="1"/>
          </p:cNvSpPr>
          <p:nvPr>
            <p:ph type="ctrTitle" hasCustomPrompt="1"/>
          </p:nvPr>
        </p:nvSpPr>
        <p:spPr>
          <a:xfrm>
            <a:off x="381001" y="1139544"/>
            <a:ext cx="6062325"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16" name="Date Placeholder 10">
            <a:extLst>
              <a:ext uri="{FF2B5EF4-FFF2-40B4-BE49-F238E27FC236}">
                <a16:creationId xmlns:a16="http://schemas.microsoft.com/office/drawing/2014/main" id="{1A6EC578-FF43-4F90-964B-4183622815D6}"/>
              </a:ext>
            </a:extLst>
          </p:cNvPr>
          <p:cNvSpPr>
            <a:spLocks noGrp="1"/>
          </p:cNvSpPr>
          <p:nvPr>
            <p:ph type="dt" sz="half" idx="2"/>
          </p:nvPr>
        </p:nvSpPr>
        <p:spPr>
          <a:xfrm>
            <a:off x="381001" y="4949211"/>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17" name="Text Placeholder 16">
            <a:extLst>
              <a:ext uri="{FF2B5EF4-FFF2-40B4-BE49-F238E27FC236}">
                <a16:creationId xmlns:a16="http://schemas.microsoft.com/office/drawing/2014/main" id="{853C34A1-4709-4465-B978-129F513DD76F}"/>
              </a:ext>
            </a:extLst>
          </p:cNvPr>
          <p:cNvSpPr>
            <a:spLocks noGrp="1"/>
          </p:cNvSpPr>
          <p:nvPr>
            <p:ph type="body" sz="quarter" idx="12" hasCustomPrompt="1"/>
          </p:nvPr>
        </p:nvSpPr>
        <p:spPr>
          <a:xfrm>
            <a:off x="381001" y="5194488"/>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18" name="Subtitle 2">
            <a:extLst>
              <a:ext uri="{FF2B5EF4-FFF2-40B4-BE49-F238E27FC236}">
                <a16:creationId xmlns:a16="http://schemas.microsoft.com/office/drawing/2014/main" id="{035A898F-CC6A-4E19-A8F4-EF377C6C53D3}"/>
              </a:ext>
            </a:extLst>
          </p:cNvPr>
          <p:cNvSpPr>
            <a:spLocks noGrp="1"/>
          </p:cNvSpPr>
          <p:nvPr>
            <p:ph type="subTitle" idx="1" hasCustomPrompt="1"/>
          </p:nvPr>
        </p:nvSpPr>
        <p:spPr>
          <a:xfrm>
            <a:off x="381001" y="3856366"/>
            <a:ext cx="4229099"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spTree>
    <p:extLst>
      <p:ext uri="{BB962C8B-B14F-4D97-AF65-F5344CB8AC3E}">
        <p14:creationId xmlns:p14="http://schemas.microsoft.com/office/powerpoint/2010/main" val="418981675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a Cover Image - Left-aligned, Logo, image">
    <p:bg>
      <p:bgPr>
        <a:solidFill>
          <a:schemeClr val="accent3"/>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6C99ED43-5E8D-F04E-F11A-24F70D0D1A4F}"/>
              </a:ext>
            </a:extLst>
          </p:cNvPr>
          <p:cNvGraphicFramePr>
            <a:graphicFrameLocks noChangeAspect="1"/>
          </p:cNvGraphicFramePr>
          <p:nvPr userDrawn="1">
            <p:custDataLst>
              <p:tags r:id="rId1"/>
            </p:custDataLst>
            <p:extLst>
              <p:ext uri="{D42A27DB-BD31-4B8C-83A1-F6EECF244321}">
                <p14:modId xmlns:p14="http://schemas.microsoft.com/office/powerpoint/2010/main" val="20294695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6C99ED43-5E8D-F04E-F11A-24F70D0D1A4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3" name="Picture 2" descr="Two women sitting on a window sill&#10;&#10;Description automatically generated with medium confidence">
            <a:extLst>
              <a:ext uri="{FF2B5EF4-FFF2-40B4-BE49-F238E27FC236}">
                <a16:creationId xmlns:a16="http://schemas.microsoft.com/office/drawing/2014/main" id="{A8E520ED-D4DA-C0AA-958C-EDEF807ECA29}"/>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20574"/>
            <a:ext cx="12192000" cy="6816852"/>
          </a:xfrm>
          <a:prstGeom prst="rect">
            <a:avLst/>
          </a:prstGeom>
        </p:spPr>
      </p:pic>
      <p:sp>
        <p:nvSpPr>
          <p:cNvPr id="14" name="Rectangle 13">
            <a:extLst>
              <a:ext uri="{FF2B5EF4-FFF2-40B4-BE49-F238E27FC236}">
                <a16:creationId xmlns:a16="http://schemas.microsoft.com/office/drawing/2014/main" id="{A19527F9-733E-41FC-B222-D2614B1DFA63}"/>
              </a:ext>
            </a:extLst>
          </p:cNvPr>
          <p:cNvSpPr/>
          <p:nvPr userDrawn="1"/>
        </p:nvSpPr>
        <p:spPr>
          <a:xfrm>
            <a:off x="0" y="0"/>
            <a:ext cx="8144540" cy="6858000"/>
          </a:xfrm>
          <a:prstGeom prst="rect">
            <a:avLst/>
          </a:prstGeom>
          <a:gradFill flip="none" rotWithShape="1">
            <a:gsLst>
              <a:gs pos="0">
                <a:schemeClr val="bg1">
                  <a:alpha val="80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0" name="Title 1">
            <a:extLst>
              <a:ext uri="{FF2B5EF4-FFF2-40B4-BE49-F238E27FC236}">
                <a16:creationId xmlns:a16="http://schemas.microsoft.com/office/drawing/2014/main" id="{A42152A1-14C1-4148-997A-5E1AFC97B6FA}"/>
              </a:ext>
            </a:extLst>
          </p:cNvPr>
          <p:cNvSpPr>
            <a:spLocks noGrp="1"/>
          </p:cNvSpPr>
          <p:nvPr>
            <p:ph type="ctrTitle" hasCustomPrompt="1"/>
          </p:nvPr>
        </p:nvSpPr>
        <p:spPr>
          <a:xfrm>
            <a:off x="381001" y="1139544"/>
            <a:ext cx="5796512"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12" name="Date Placeholder 10">
            <a:extLst>
              <a:ext uri="{FF2B5EF4-FFF2-40B4-BE49-F238E27FC236}">
                <a16:creationId xmlns:a16="http://schemas.microsoft.com/office/drawing/2014/main" id="{0EE3D888-7260-4448-89CB-0DD9DA94D80C}"/>
              </a:ext>
            </a:extLst>
          </p:cNvPr>
          <p:cNvSpPr>
            <a:spLocks noGrp="1"/>
          </p:cNvSpPr>
          <p:nvPr>
            <p:ph type="dt" sz="half" idx="2"/>
          </p:nvPr>
        </p:nvSpPr>
        <p:spPr>
          <a:xfrm>
            <a:off x="381001" y="4949211"/>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15" name="Text Placeholder 16">
            <a:extLst>
              <a:ext uri="{FF2B5EF4-FFF2-40B4-BE49-F238E27FC236}">
                <a16:creationId xmlns:a16="http://schemas.microsoft.com/office/drawing/2014/main" id="{5940F489-2069-4D1A-8A73-1CF50F04F639}"/>
              </a:ext>
            </a:extLst>
          </p:cNvPr>
          <p:cNvSpPr>
            <a:spLocks noGrp="1"/>
          </p:cNvSpPr>
          <p:nvPr>
            <p:ph type="body" sz="quarter" idx="12" hasCustomPrompt="1"/>
          </p:nvPr>
        </p:nvSpPr>
        <p:spPr>
          <a:xfrm>
            <a:off x="381001" y="5194488"/>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17" name="Subtitle 2">
            <a:extLst>
              <a:ext uri="{FF2B5EF4-FFF2-40B4-BE49-F238E27FC236}">
                <a16:creationId xmlns:a16="http://schemas.microsoft.com/office/drawing/2014/main" id="{F07F062E-EB0A-4BF3-AD8A-861249E75C63}"/>
              </a:ext>
            </a:extLst>
          </p:cNvPr>
          <p:cNvSpPr>
            <a:spLocks noGrp="1"/>
          </p:cNvSpPr>
          <p:nvPr>
            <p:ph type="subTitle" idx="1" hasCustomPrompt="1"/>
          </p:nvPr>
        </p:nvSpPr>
        <p:spPr>
          <a:xfrm>
            <a:off x="381001" y="3856366"/>
            <a:ext cx="4229099"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grpSp>
        <p:nvGrpSpPr>
          <p:cNvPr id="16" name="Group 15">
            <a:extLst>
              <a:ext uri="{FF2B5EF4-FFF2-40B4-BE49-F238E27FC236}">
                <a16:creationId xmlns:a16="http://schemas.microsoft.com/office/drawing/2014/main" id="{CCF32982-E421-493C-8505-E355E60399FE}"/>
              </a:ext>
            </a:extLst>
          </p:cNvPr>
          <p:cNvGrpSpPr/>
          <p:nvPr userDrawn="1"/>
        </p:nvGrpSpPr>
        <p:grpSpPr>
          <a:xfrm>
            <a:off x="381002" y="481263"/>
            <a:ext cx="2910258" cy="465221"/>
            <a:chOff x="381002" y="481263"/>
            <a:chExt cx="2910258" cy="465221"/>
          </a:xfrm>
        </p:grpSpPr>
        <p:pic>
          <p:nvPicPr>
            <p:cNvPr id="18" name="Graphic 5">
              <a:extLst>
                <a:ext uri="{FF2B5EF4-FFF2-40B4-BE49-F238E27FC236}">
                  <a16:creationId xmlns:a16="http://schemas.microsoft.com/office/drawing/2014/main" id="{DD977F31-AF8B-4B1B-8CF7-9FD5A1421035}"/>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19" name="Picture 18" descr="A picture containing text, clipart&#10;&#10;Description automatically generated">
              <a:extLst>
                <a:ext uri="{FF2B5EF4-FFF2-40B4-BE49-F238E27FC236}">
                  <a16:creationId xmlns:a16="http://schemas.microsoft.com/office/drawing/2014/main" id="{7F22E43D-D51A-4E40-A135-44384914C562}"/>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2078685" y="695131"/>
              <a:ext cx="1212575" cy="232914"/>
            </a:xfrm>
            <a:prstGeom prst="rect">
              <a:avLst/>
            </a:prstGeom>
          </p:spPr>
        </p:pic>
        <p:cxnSp>
          <p:nvCxnSpPr>
            <p:cNvPr id="20" name="Straight Connector 19">
              <a:extLst>
                <a:ext uri="{FF2B5EF4-FFF2-40B4-BE49-F238E27FC236}">
                  <a16:creationId xmlns:a16="http://schemas.microsoft.com/office/drawing/2014/main" id="{01E49097-647A-4B59-8756-86C6E9F4376B}"/>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5719732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3.b Cover Image - Left-aligned, Logo, image">
    <p:bg>
      <p:bgPr>
        <a:solidFill>
          <a:schemeClr val="accent3"/>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58150BF-2801-02DA-86DB-FC87EB3202FF}"/>
              </a:ext>
            </a:extLst>
          </p:cNvPr>
          <p:cNvGraphicFramePr>
            <a:graphicFrameLocks noChangeAspect="1"/>
          </p:cNvGraphicFramePr>
          <p:nvPr userDrawn="1">
            <p:custDataLst>
              <p:tags r:id="rId1"/>
            </p:custDataLst>
            <p:extLst>
              <p:ext uri="{D42A27DB-BD31-4B8C-83A1-F6EECF244321}">
                <p14:modId xmlns:p14="http://schemas.microsoft.com/office/powerpoint/2010/main" val="11972925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think-cell data - do not delete" hidden="1">
                        <a:extLst>
                          <a:ext uri="{FF2B5EF4-FFF2-40B4-BE49-F238E27FC236}">
                            <a16:creationId xmlns:a16="http://schemas.microsoft.com/office/drawing/2014/main" id="{E58150BF-2801-02DA-86DB-FC87EB3202F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1" name="Picture 20">
            <a:extLst>
              <a:ext uri="{FF2B5EF4-FFF2-40B4-BE49-F238E27FC236}">
                <a16:creationId xmlns:a16="http://schemas.microsoft.com/office/drawing/2014/main" id="{D3F60908-1D40-4E00-B8A6-5531AABF0E05}"/>
              </a:ext>
            </a:extLst>
          </p:cNvPr>
          <p:cNvPicPr>
            <a:picLocks noChangeAspect="1"/>
          </p:cNvPicPr>
          <p:nvPr userDrawn="1"/>
        </p:nvPicPr>
        <p:blipFill>
          <a:blip r:embed="rId5">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4" name="Rectangle 13">
            <a:extLst>
              <a:ext uri="{FF2B5EF4-FFF2-40B4-BE49-F238E27FC236}">
                <a16:creationId xmlns:a16="http://schemas.microsoft.com/office/drawing/2014/main" id="{A19527F9-733E-41FC-B222-D2614B1DFA63}"/>
              </a:ext>
            </a:extLst>
          </p:cNvPr>
          <p:cNvSpPr/>
          <p:nvPr userDrawn="1"/>
        </p:nvSpPr>
        <p:spPr>
          <a:xfrm>
            <a:off x="0" y="0"/>
            <a:ext cx="8144540" cy="6858000"/>
          </a:xfrm>
          <a:prstGeom prst="rect">
            <a:avLst/>
          </a:prstGeom>
          <a:gradFill flip="none" rotWithShape="1">
            <a:gsLst>
              <a:gs pos="0">
                <a:schemeClr val="bg1">
                  <a:alpha val="80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0" name="Title 1">
            <a:extLst>
              <a:ext uri="{FF2B5EF4-FFF2-40B4-BE49-F238E27FC236}">
                <a16:creationId xmlns:a16="http://schemas.microsoft.com/office/drawing/2014/main" id="{A42152A1-14C1-4148-997A-5E1AFC97B6FA}"/>
              </a:ext>
            </a:extLst>
          </p:cNvPr>
          <p:cNvSpPr>
            <a:spLocks noGrp="1"/>
          </p:cNvSpPr>
          <p:nvPr>
            <p:ph type="ctrTitle" hasCustomPrompt="1"/>
          </p:nvPr>
        </p:nvSpPr>
        <p:spPr>
          <a:xfrm>
            <a:off x="381001" y="1139544"/>
            <a:ext cx="5796512"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12" name="Date Placeholder 10">
            <a:extLst>
              <a:ext uri="{FF2B5EF4-FFF2-40B4-BE49-F238E27FC236}">
                <a16:creationId xmlns:a16="http://schemas.microsoft.com/office/drawing/2014/main" id="{0EE3D888-7260-4448-89CB-0DD9DA94D80C}"/>
              </a:ext>
            </a:extLst>
          </p:cNvPr>
          <p:cNvSpPr>
            <a:spLocks noGrp="1"/>
          </p:cNvSpPr>
          <p:nvPr>
            <p:ph type="dt" sz="half" idx="2"/>
          </p:nvPr>
        </p:nvSpPr>
        <p:spPr>
          <a:xfrm>
            <a:off x="381001" y="4949211"/>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15" name="Text Placeholder 16">
            <a:extLst>
              <a:ext uri="{FF2B5EF4-FFF2-40B4-BE49-F238E27FC236}">
                <a16:creationId xmlns:a16="http://schemas.microsoft.com/office/drawing/2014/main" id="{5940F489-2069-4D1A-8A73-1CF50F04F639}"/>
              </a:ext>
            </a:extLst>
          </p:cNvPr>
          <p:cNvSpPr>
            <a:spLocks noGrp="1"/>
          </p:cNvSpPr>
          <p:nvPr>
            <p:ph type="body" sz="quarter" idx="12" hasCustomPrompt="1"/>
          </p:nvPr>
        </p:nvSpPr>
        <p:spPr>
          <a:xfrm>
            <a:off x="381001" y="5194488"/>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17" name="Subtitle 2">
            <a:extLst>
              <a:ext uri="{FF2B5EF4-FFF2-40B4-BE49-F238E27FC236}">
                <a16:creationId xmlns:a16="http://schemas.microsoft.com/office/drawing/2014/main" id="{F07F062E-EB0A-4BF3-AD8A-861249E75C63}"/>
              </a:ext>
            </a:extLst>
          </p:cNvPr>
          <p:cNvSpPr>
            <a:spLocks noGrp="1"/>
          </p:cNvSpPr>
          <p:nvPr>
            <p:ph type="subTitle" idx="1" hasCustomPrompt="1"/>
          </p:nvPr>
        </p:nvSpPr>
        <p:spPr>
          <a:xfrm>
            <a:off x="381001" y="3856366"/>
            <a:ext cx="4229099"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grpSp>
        <p:nvGrpSpPr>
          <p:cNvPr id="16" name="Group 15">
            <a:extLst>
              <a:ext uri="{FF2B5EF4-FFF2-40B4-BE49-F238E27FC236}">
                <a16:creationId xmlns:a16="http://schemas.microsoft.com/office/drawing/2014/main" id="{CCF32982-E421-493C-8505-E355E60399FE}"/>
              </a:ext>
            </a:extLst>
          </p:cNvPr>
          <p:cNvGrpSpPr/>
          <p:nvPr userDrawn="1"/>
        </p:nvGrpSpPr>
        <p:grpSpPr>
          <a:xfrm>
            <a:off x="381002" y="481263"/>
            <a:ext cx="2910258" cy="465221"/>
            <a:chOff x="381002" y="481263"/>
            <a:chExt cx="2910258" cy="465221"/>
          </a:xfrm>
        </p:grpSpPr>
        <p:pic>
          <p:nvPicPr>
            <p:cNvPr id="18" name="Graphic 5">
              <a:extLst>
                <a:ext uri="{FF2B5EF4-FFF2-40B4-BE49-F238E27FC236}">
                  <a16:creationId xmlns:a16="http://schemas.microsoft.com/office/drawing/2014/main" id="{DD977F31-AF8B-4B1B-8CF7-9FD5A1421035}"/>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19" name="Picture 18" descr="A picture containing text, clipart&#10;&#10;Description automatically generated">
              <a:extLst>
                <a:ext uri="{FF2B5EF4-FFF2-40B4-BE49-F238E27FC236}">
                  <a16:creationId xmlns:a16="http://schemas.microsoft.com/office/drawing/2014/main" id="{7F22E43D-D51A-4E40-A135-44384914C562}"/>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2078685" y="695131"/>
              <a:ext cx="1212575" cy="232914"/>
            </a:xfrm>
            <a:prstGeom prst="rect">
              <a:avLst/>
            </a:prstGeom>
          </p:spPr>
        </p:pic>
        <p:cxnSp>
          <p:nvCxnSpPr>
            <p:cNvPr id="20" name="Straight Connector 19">
              <a:extLst>
                <a:ext uri="{FF2B5EF4-FFF2-40B4-BE49-F238E27FC236}">
                  <a16:creationId xmlns:a16="http://schemas.microsoft.com/office/drawing/2014/main" id="{01E49097-647A-4B59-8756-86C6E9F4376B}"/>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Text Placeholder 7">
            <a:extLst>
              <a:ext uri="{FF2B5EF4-FFF2-40B4-BE49-F238E27FC236}">
                <a16:creationId xmlns:a16="http://schemas.microsoft.com/office/drawing/2014/main" id="{4681E8F6-1D0A-4D04-8C51-301B019C0999}"/>
              </a:ext>
            </a:extLst>
          </p:cNvPr>
          <p:cNvSpPr txBox="1">
            <a:spLocks/>
          </p:cNvSpPr>
          <p:nvPr userDrawn="1"/>
        </p:nvSpPr>
        <p:spPr>
          <a:xfrm>
            <a:off x="9282223" y="6315616"/>
            <a:ext cx="2454341" cy="276999"/>
          </a:xfrm>
          <a:prstGeom prst="rect">
            <a:avLst/>
          </a:prstGeom>
        </p:spPr>
        <p:txBody>
          <a:bodyPr vert="horz" wrap="square" lIns="0" tIns="0" rIns="0" bIns="0" rtlCol="0" anchor="t">
            <a:spAutoFit/>
          </a:bodyPr>
          <a:lstStyle>
            <a:lvl1pPr marL="0" indent="0" algn="r" defTabSz="609493" rtl="0" eaLnBrk="1" latinLnBrk="0" hangingPunct="1">
              <a:spcBef>
                <a:spcPct val="20000"/>
              </a:spcBef>
              <a:buFont typeface="Arial"/>
              <a:buNone/>
              <a:defRPr sz="1800" b="1" i="0" kern="1200">
                <a:solidFill>
                  <a:srgbClr val="FFFFFF"/>
                </a:solidFill>
                <a:effectLst>
                  <a:outerShdw blurRad="88900" sx="103000" sy="103000" algn="ctr" rotWithShape="0">
                    <a:prstClr val="black">
                      <a:alpha val="50000"/>
                    </a:prstClr>
                  </a:outerShdw>
                </a:effectLst>
                <a:latin typeface="Graphik Semibold" panose="020B0503030202060203" pitchFamily="34" charset="77"/>
                <a:ea typeface="+mn-ea"/>
                <a:cs typeface="+mn-cs"/>
              </a:defRPr>
            </a:lvl1pPr>
            <a:lvl2pPr marL="990427" indent="-380933"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2pPr>
            <a:lvl3pPr marL="1523733"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3pPr>
            <a:lvl4pPr marL="2133227"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4pPr>
            <a:lvl5pPr marL="2742720"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pPr rtl="0"/>
            <a:r>
              <a:rPr lang="en-US" dirty="0">
                <a:effectLst>
                  <a:outerShdw blurRad="127000" algn="ctr" rotWithShape="0">
                    <a:prstClr val="black">
                      <a:alpha val="70000"/>
                    </a:prstClr>
                  </a:outerShdw>
                </a:effectLst>
                <a:latin typeface="Graphik Bold" panose="020B0803030202060203" pitchFamily="34" charset="0"/>
              </a:rPr>
              <a:t>Let there be change</a:t>
            </a:r>
          </a:p>
        </p:txBody>
      </p:sp>
    </p:spTree>
    <p:extLst>
      <p:ext uri="{BB962C8B-B14F-4D97-AF65-F5344CB8AC3E}">
        <p14:creationId xmlns:p14="http://schemas.microsoft.com/office/powerpoint/2010/main" val="419380714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3.c Cover Image - Left-aligned, Logo, image">
    <p:bg>
      <p:bgPr>
        <a:solidFill>
          <a:schemeClr val="accent3"/>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3C9CE7-89DB-1CE1-4498-CD5E26EA0E66}"/>
              </a:ext>
            </a:extLst>
          </p:cNvPr>
          <p:cNvGraphicFramePr>
            <a:graphicFrameLocks noChangeAspect="1"/>
          </p:cNvGraphicFramePr>
          <p:nvPr userDrawn="1">
            <p:custDataLst>
              <p:tags r:id="rId1"/>
            </p:custDataLst>
            <p:extLst>
              <p:ext uri="{D42A27DB-BD31-4B8C-83A1-F6EECF244321}">
                <p14:modId xmlns:p14="http://schemas.microsoft.com/office/powerpoint/2010/main" val="18915169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think-cell data - do not delete" hidden="1">
                        <a:extLst>
                          <a:ext uri="{FF2B5EF4-FFF2-40B4-BE49-F238E27FC236}">
                            <a16:creationId xmlns:a16="http://schemas.microsoft.com/office/drawing/2014/main" id="{1C3C9CE7-89DB-1CE1-4498-CD5E26EA0E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8" name="Picture 17">
            <a:extLst>
              <a:ext uri="{FF2B5EF4-FFF2-40B4-BE49-F238E27FC236}">
                <a16:creationId xmlns:a16="http://schemas.microsoft.com/office/drawing/2014/main" id="{814BE647-2784-4CBA-BF72-9BFDA593BD37}"/>
              </a:ext>
            </a:extLst>
          </p:cNvPr>
          <p:cNvPicPr>
            <a:picLocks noChangeAspect="1"/>
          </p:cNvPicPr>
          <p:nvPr userDrawn="1"/>
        </p:nvPicPr>
        <p:blipFill>
          <a:blip r:embed="rId5">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7" name="Rectangle 16">
            <a:extLst>
              <a:ext uri="{FF2B5EF4-FFF2-40B4-BE49-F238E27FC236}">
                <a16:creationId xmlns:a16="http://schemas.microsoft.com/office/drawing/2014/main" id="{91D0E233-963B-447F-8D70-E6A66B1718B2}"/>
              </a:ext>
            </a:extLst>
          </p:cNvPr>
          <p:cNvSpPr/>
          <p:nvPr userDrawn="1"/>
        </p:nvSpPr>
        <p:spPr>
          <a:xfrm>
            <a:off x="0" y="0"/>
            <a:ext cx="8144540" cy="6858000"/>
          </a:xfrm>
          <a:prstGeom prst="rect">
            <a:avLst/>
          </a:prstGeom>
          <a:gradFill flip="none" rotWithShape="1">
            <a:gsLst>
              <a:gs pos="0">
                <a:schemeClr val="bg1">
                  <a:alpha val="80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4" name="Title 1">
            <a:extLst>
              <a:ext uri="{FF2B5EF4-FFF2-40B4-BE49-F238E27FC236}">
                <a16:creationId xmlns:a16="http://schemas.microsoft.com/office/drawing/2014/main" id="{79D73A37-2447-48FC-BBCB-6DB83E3BC297}"/>
              </a:ext>
            </a:extLst>
          </p:cNvPr>
          <p:cNvSpPr>
            <a:spLocks noGrp="1"/>
          </p:cNvSpPr>
          <p:nvPr>
            <p:ph type="ctrTitle" hasCustomPrompt="1"/>
          </p:nvPr>
        </p:nvSpPr>
        <p:spPr>
          <a:xfrm>
            <a:off x="381001" y="1139544"/>
            <a:ext cx="5902837"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5" name="Date Placeholder 10">
            <a:extLst>
              <a:ext uri="{FF2B5EF4-FFF2-40B4-BE49-F238E27FC236}">
                <a16:creationId xmlns:a16="http://schemas.microsoft.com/office/drawing/2014/main" id="{FDE10068-3F87-4328-AB89-00975411A3CD}"/>
              </a:ext>
            </a:extLst>
          </p:cNvPr>
          <p:cNvSpPr>
            <a:spLocks noGrp="1"/>
          </p:cNvSpPr>
          <p:nvPr>
            <p:ph type="dt" sz="half" idx="2"/>
          </p:nvPr>
        </p:nvSpPr>
        <p:spPr>
          <a:xfrm>
            <a:off x="381001" y="4949211"/>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7" name="Text Placeholder 16">
            <a:extLst>
              <a:ext uri="{FF2B5EF4-FFF2-40B4-BE49-F238E27FC236}">
                <a16:creationId xmlns:a16="http://schemas.microsoft.com/office/drawing/2014/main" id="{23182474-9930-41F0-9874-B53729985771}"/>
              </a:ext>
            </a:extLst>
          </p:cNvPr>
          <p:cNvSpPr>
            <a:spLocks noGrp="1"/>
          </p:cNvSpPr>
          <p:nvPr>
            <p:ph type="body" sz="quarter" idx="12" hasCustomPrompt="1"/>
          </p:nvPr>
        </p:nvSpPr>
        <p:spPr>
          <a:xfrm>
            <a:off x="381001" y="5194488"/>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9" name="Subtitle 2">
            <a:extLst>
              <a:ext uri="{FF2B5EF4-FFF2-40B4-BE49-F238E27FC236}">
                <a16:creationId xmlns:a16="http://schemas.microsoft.com/office/drawing/2014/main" id="{03227C61-3ED5-4E9B-B208-F8C9142D8E84}"/>
              </a:ext>
            </a:extLst>
          </p:cNvPr>
          <p:cNvSpPr>
            <a:spLocks noGrp="1"/>
          </p:cNvSpPr>
          <p:nvPr>
            <p:ph type="subTitle" idx="1" hasCustomPrompt="1"/>
          </p:nvPr>
        </p:nvSpPr>
        <p:spPr>
          <a:xfrm>
            <a:off x="381001" y="3856366"/>
            <a:ext cx="4229099"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grpSp>
        <p:nvGrpSpPr>
          <p:cNvPr id="11" name="Group 10">
            <a:extLst>
              <a:ext uri="{FF2B5EF4-FFF2-40B4-BE49-F238E27FC236}">
                <a16:creationId xmlns:a16="http://schemas.microsoft.com/office/drawing/2014/main" id="{7CBDD4BF-582D-406C-B114-EFE968409F2B}"/>
              </a:ext>
            </a:extLst>
          </p:cNvPr>
          <p:cNvGrpSpPr/>
          <p:nvPr userDrawn="1"/>
        </p:nvGrpSpPr>
        <p:grpSpPr>
          <a:xfrm>
            <a:off x="381002" y="481263"/>
            <a:ext cx="2910258" cy="465221"/>
            <a:chOff x="381002" y="481263"/>
            <a:chExt cx="2910258" cy="465221"/>
          </a:xfrm>
        </p:grpSpPr>
        <p:pic>
          <p:nvPicPr>
            <p:cNvPr id="14" name="Graphic 5">
              <a:extLst>
                <a:ext uri="{FF2B5EF4-FFF2-40B4-BE49-F238E27FC236}">
                  <a16:creationId xmlns:a16="http://schemas.microsoft.com/office/drawing/2014/main" id="{849358FD-37B6-4B82-B485-8A2D2639C26F}"/>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15" name="Picture 14" descr="A picture containing text, clipart&#10;&#10;Description automatically generated">
              <a:extLst>
                <a:ext uri="{FF2B5EF4-FFF2-40B4-BE49-F238E27FC236}">
                  <a16:creationId xmlns:a16="http://schemas.microsoft.com/office/drawing/2014/main" id="{151DCF59-C4C6-4347-83E7-1C81EE62BB75}"/>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2078685" y="695131"/>
              <a:ext cx="1212575" cy="232914"/>
            </a:xfrm>
            <a:prstGeom prst="rect">
              <a:avLst/>
            </a:prstGeom>
          </p:spPr>
        </p:pic>
        <p:cxnSp>
          <p:nvCxnSpPr>
            <p:cNvPr id="16" name="Straight Connector 15">
              <a:extLst>
                <a:ext uri="{FF2B5EF4-FFF2-40B4-BE49-F238E27FC236}">
                  <a16:creationId xmlns:a16="http://schemas.microsoft.com/office/drawing/2014/main" id="{1BE2ED88-8986-4926-A4CA-8BF4900E4449}"/>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Text Placeholder 7">
            <a:extLst>
              <a:ext uri="{FF2B5EF4-FFF2-40B4-BE49-F238E27FC236}">
                <a16:creationId xmlns:a16="http://schemas.microsoft.com/office/drawing/2014/main" id="{130AC002-F6EF-4B39-AD98-B0528CD53578}"/>
              </a:ext>
            </a:extLst>
          </p:cNvPr>
          <p:cNvSpPr txBox="1">
            <a:spLocks/>
          </p:cNvSpPr>
          <p:nvPr userDrawn="1"/>
        </p:nvSpPr>
        <p:spPr>
          <a:xfrm>
            <a:off x="9282223" y="6315616"/>
            <a:ext cx="2454341" cy="276999"/>
          </a:xfrm>
          <a:prstGeom prst="rect">
            <a:avLst/>
          </a:prstGeom>
        </p:spPr>
        <p:txBody>
          <a:bodyPr vert="horz" wrap="square" lIns="0" tIns="0" rIns="0" bIns="0" rtlCol="0" anchor="t">
            <a:spAutoFit/>
          </a:bodyPr>
          <a:lstStyle>
            <a:lvl1pPr marL="0" indent="0" algn="r" defTabSz="609493" rtl="0" eaLnBrk="1" latinLnBrk="0" hangingPunct="1">
              <a:spcBef>
                <a:spcPct val="20000"/>
              </a:spcBef>
              <a:buFont typeface="Arial"/>
              <a:buNone/>
              <a:defRPr sz="1800" b="1" i="0" kern="1200">
                <a:solidFill>
                  <a:srgbClr val="FFFFFF"/>
                </a:solidFill>
                <a:effectLst>
                  <a:outerShdw blurRad="88900" sx="103000" sy="103000" algn="ctr" rotWithShape="0">
                    <a:prstClr val="black">
                      <a:alpha val="50000"/>
                    </a:prstClr>
                  </a:outerShdw>
                </a:effectLst>
                <a:latin typeface="Graphik Semibold" panose="020B0503030202060203" pitchFamily="34" charset="77"/>
                <a:ea typeface="+mn-ea"/>
                <a:cs typeface="+mn-cs"/>
              </a:defRPr>
            </a:lvl1pPr>
            <a:lvl2pPr marL="990427" indent="-380933"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2pPr>
            <a:lvl3pPr marL="1523733"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3pPr>
            <a:lvl4pPr marL="2133227"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4pPr>
            <a:lvl5pPr marL="2742720"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pPr rtl="0"/>
            <a:r>
              <a:rPr lang="en-US" dirty="0">
                <a:effectLst>
                  <a:outerShdw blurRad="127000" algn="ctr" rotWithShape="0">
                    <a:prstClr val="black">
                      <a:alpha val="70000"/>
                    </a:prstClr>
                  </a:outerShdw>
                </a:effectLst>
                <a:latin typeface="Graphik Bold" panose="020B0803030202060203" pitchFamily="34" charset="0"/>
              </a:rPr>
              <a:t>Let there be change</a:t>
            </a:r>
          </a:p>
        </p:txBody>
      </p:sp>
    </p:spTree>
    <p:extLst>
      <p:ext uri="{BB962C8B-B14F-4D97-AF65-F5344CB8AC3E}">
        <p14:creationId xmlns:p14="http://schemas.microsoft.com/office/powerpoint/2010/main" val="31301763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d Cover Image - Left-aligned, Logo, image">
    <p:bg>
      <p:bgPr>
        <a:solidFill>
          <a:schemeClr val="accent3"/>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FF83EF4-3DF4-670D-A813-08B6EEC256F4}"/>
              </a:ext>
            </a:extLst>
          </p:cNvPr>
          <p:cNvGraphicFramePr>
            <a:graphicFrameLocks noChangeAspect="1"/>
          </p:cNvGraphicFramePr>
          <p:nvPr userDrawn="1">
            <p:custDataLst>
              <p:tags r:id="rId1"/>
            </p:custDataLst>
            <p:extLst>
              <p:ext uri="{D42A27DB-BD31-4B8C-83A1-F6EECF244321}">
                <p14:modId xmlns:p14="http://schemas.microsoft.com/office/powerpoint/2010/main" val="36920570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think-cell data - do not delete" hidden="1">
                        <a:extLst>
                          <a:ext uri="{FF2B5EF4-FFF2-40B4-BE49-F238E27FC236}">
                            <a16:creationId xmlns:a16="http://schemas.microsoft.com/office/drawing/2014/main" id="{AFF83EF4-3DF4-670D-A813-08B6EEC256F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1" name="Picture 20">
            <a:extLst>
              <a:ext uri="{FF2B5EF4-FFF2-40B4-BE49-F238E27FC236}">
                <a16:creationId xmlns:a16="http://schemas.microsoft.com/office/drawing/2014/main" id="{8CE91638-EEBB-4563-AD4E-630D76A6487B}"/>
              </a:ext>
            </a:extLst>
          </p:cNvPr>
          <p:cNvPicPr>
            <a:picLocks noChangeAspect="1"/>
          </p:cNvPicPr>
          <p:nvPr userDrawn="1"/>
        </p:nvPicPr>
        <p:blipFill>
          <a:blip r:embed="rId5">
            <a:extLst>
              <a:ext uri="{28A0092B-C50C-407E-A947-70E740481C1C}">
                <a14:useLocalDpi xmlns:a14="http://schemas.microsoft.com/office/drawing/2010/main"/>
              </a:ext>
            </a:extLst>
          </a:blip>
          <a:srcRect/>
          <a:stretch/>
        </p:blipFill>
        <p:spPr>
          <a:xfrm>
            <a:off x="-9525" y="892"/>
            <a:ext cx="12201525" cy="6856215"/>
          </a:xfrm>
          <a:prstGeom prst="rect">
            <a:avLst/>
          </a:prstGeom>
        </p:spPr>
      </p:pic>
      <p:sp>
        <p:nvSpPr>
          <p:cNvPr id="14" name="Rectangle 13">
            <a:extLst>
              <a:ext uri="{FF2B5EF4-FFF2-40B4-BE49-F238E27FC236}">
                <a16:creationId xmlns:a16="http://schemas.microsoft.com/office/drawing/2014/main" id="{A19527F9-733E-41FC-B222-D2614B1DFA63}"/>
              </a:ext>
            </a:extLst>
          </p:cNvPr>
          <p:cNvSpPr/>
          <p:nvPr userDrawn="1"/>
        </p:nvSpPr>
        <p:spPr>
          <a:xfrm>
            <a:off x="0" y="0"/>
            <a:ext cx="6411433" cy="6858000"/>
          </a:xfrm>
          <a:prstGeom prst="rect">
            <a:avLst/>
          </a:prstGeom>
          <a:gradFill flip="none" rotWithShape="1">
            <a:gsLst>
              <a:gs pos="0">
                <a:schemeClr val="bg1">
                  <a:alpha val="80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0" name="Title 1">
            <a:extLst>
              <a:ext uri="{FF2B5EF4-FFF2-40B4-BE49-F238E27FC236}">
                <a16:creationId xmlns:a16="http://schemas.microsoft.com/office/drawing/2014/main" id="{6B0C8CC8-908C-4E2C-B145-B54276DEE845}"/>
              </a:ext>
            </a:extLst>
          </p:cNvPr>
          <p:cNvSpPr>
            <a:spLocks noGrp="1"/>
          </p:cNvSpPr>
          <p:nvPr>
            <p:ph type="ctrTitle" hasCustomPrompt="1"/>
          </p:nvPr>
        </p:nvSpPr>
        <p:spPr>
          <a:xfrm>
            <a:off x="381001" y="1139544"/>
            <a:ext cx="5796515"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12" name="Date Placeholder 10">
            <a:extLst>
              <a:ext uri="{FF2B5EF4-FFF2-40B4-BE49-F238E27FC236}">
                <a16:creationId xmlns:a16="http://schemas.microsoft.com/office/drawing/2014/main" id="{65F36AA1-229F-47EC-AD88-C7658DA1067A}"/>
              </a:ext>
            </a:extLst>
          </p:cNvPr>
          <p:cNvSpPr>
            <a:spLocks noGrp="1"/>
          </p:cNvSpPr>
          <p:nvPr>
            <p:ph type="dt" sz="half" idx="2"/>
          </p:nvPr>
        </p:nvSpPr>
        <p:spPr>
          <a:xfrm>
            <a:off x="381001" y="4949211"/>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15" name="Text Placeholder 16">
            <a:extLst>
              <a:ext uri="{FF2B5EF4-FFF2-40B4-BE49-F238E27FC236}">
                <a16:creationId xmlns:a16="http://schemas.microsoft.com/office/drawing/2014/main" id="{03F4E76B-AD53-44E1-9714-DBFCB20E33E8}"/>
              </a:ext>
            </a:extLst>
          </p:cNvPr>
          <p:cNvSpPr>
            <a:spLocks noGrp="1"/>
          </p:cNvSpPr>
          <p:nvPr>
            <p:ph type="body" sz="quarter" idx="12" hasCustomPrompt="1"/>
          </p:nvPr>
        </p:nvSpPr>
        <p:spPr>
          <a:xfrm>
            <a:off x="381001" y="5194488"/>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17" name="Subtitle 2">
            <a:extLst>
              <a:ext uri="{FF2B5EF4-FFF2-40B4-BE49-F238E27FC236}">
                <a16:creationId xmlns:a16="http://schemas.microsoft.com/office/drawing/2014/main" id="{7381C2EC-39D3-40AA-AB1A-8E4E5974C283}"/>
              </a:ext>
            </a:extLst>
          </p:cNvPr>
          <p:cNvSpPr>
            <a:spLocks noGrp="1"/>
          </p:cNvSpPr>
          <p:nvPr>
            <p:ph type="subTitle" idx="1" hasCustomPrompt="1"/>
          </p:nvPr>
        </p:nvSpPr>
        <p:spPr>
          <a:xfrm>
            <a:off x="381001" y="3856366"/>
            <a:ext cx="4229099"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grpSp>
        <p:nvGrpSpPr>
          <p:cNvPr id="16" name="Group 15">
            <a:extLst>
              <a:ext uri="{FF2B5EF4-FFF2-40B4-BE49-F238E27FC236}">
                <a16:creationId xmlns:a16="http://schemas.microsoft.com/office/drawing/2014/main" id="{FD375D6E-189F-41AC-B146-3A4F1AAB1F93}"/>
              </a:ext>
            </a:extLst>
          </p:cNvPr>
          <p:cNvGrpSpPr/>
          <p:nvPr userDrawn="1"/>
        </p:nvGrpSpPr>
        <p:grpSpPr>
          <a:xfrm>
            <a:off x="381002" y="481263"/>
            <a:ext cx="2910258" cy="465221"/>
            <a:chOff x="381002" y="481263"/>
            <a:chExt cx="2910258" cy="465221"/>
          </a:xfrm>
        </p:grpSpPr>
        <p:pic>
          <p:nvPicPr>
            <p:cNvPr id="18" name="Graphic 5">
              <a:extLst>
                <a:ext uri="{FF2B5EF4-FFF2-40B4-BE49-F238E27FC236}">
                  <a16:creationId xmlns:a16="http://schemas.microsoft.com/office/drawing/2014/main" id="{7973187A-CFE3-45A0-8A5B-5F1D7AF3FDB1}"/>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19" name="Picture 18" descr="A picture containing text, clipart&#10;&#10;Description automatically generated">
              <a:extLst>
                <a:ext uri="{FF2B5EF4-FFF2-40B4-BE49-F238E27FC236}">
                  <a16:creationId xmlns:a16="http://schemas.microsoft.com/office/drawing/2014/main" id="{6FF39949-8D32-4271-B480-E05683381AE4}"/>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2078685" y="695131"/>
              <a:ext cx="1212575" cy="232914"/>
            </a:xfrm>
            <a:prstGeom prst="rect">
              <a:avLst/>
            </a:prstGeom>
          </p:spPr>
        </p:pic>
        <p:cxnSp>
          <p:nvCxnSpPr>
            <p:cNvPr id="20" name="Straight Connector 19">
              <a:extLst>
                <a:ext uri="{FF2B5EF4-FFF2-40B4-BE49-F238E27FC236}">
                  <a16:creationId xmlns:a16="http://schemas.microsoft.com/office/drawing/2014/main" id="{A368C6C8-87A8-45D7-B366-72B2AA0952CD}"/>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Text Placeholder 7">
            <a:extLst>
              <a:ext uri="{FF2B5EF4-FFF2-40B4-BE49-F238E27FC236}">
                <a16:creationId xmlns:a16="http://schemas.microsoft.com/office/drawing/2014/main" id="{27253011-EC24-4FAF-A71A-DE87784BE51E}"/>
              </a:ext>
            </a:extLst>
          </p:cNvPr>
          <p:cNvSpPr txBox="1">
            <a:spLocks/>
          </p:cNvSpPr>
          <p:nvPr userDrawn="1"/>
        </p:nvSpPr>
        <p:spPr>
          <a:xfrm>
            <a:off x="9282223" y="6315616"/>
            <a:ext cx="2454341" cy="276999"/>
          </a:xfrm>
          <a:prstGeom prst="rect">
            <a:avLst/>
          </a:prstGeom>
        </p:spPr>
        <p:txBody>
          <a:bodyPr vert="horz" wrap="square" lIns="0" tIns="0" rIns="0" bIns="0" rtlCol="0" anchor="t">
            <a:spAutoFit/>
          </a:bodyPr>
          <a:lstStyle>
            <a:lvl1pPr marL="0" indent="0" algn="r" defTabSz="609493" rtl="0" eaLnBrk="1" latinLnBrk="0" hangingPunct="1">
              <a:spcBef>
                <a:spcPct val="20000"/>
              </a:spcBef>
              <a:buFont typeface="Arial"/>
              <a:buNone/>
              <a:defRPr sz="1800" b="1" i="0" kern="1200">
                <a:solidFill>
                  <a:srgbClr val="FFFFFF"/>
                </a:solidFill>
                <a:effectLst>
                  <a:outerShdw blurRad="88900" sx="103000" sy="103000" algn="ctr" rotWithShape="0">
                    <a:prstClr val="black">
                      <a:alpha val="50000"/>
                    </a:prstClr>
                  </a:outerShdw>
                </a:effectLst>
                <a:latin typeface="Graphik Semibold" panose="020B0503030202060203" pitchFamily="34" charset="77"/>
                <a:ea typeface="+mn-ea"/>
                <a:cs typeface="+mn-cs"/>
              </a:defRPr>
            </a:lvl1pPr>
            <a:lvl2pPr marL="990427" indent="-380933"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2pPr>
            <a:lvl3pPr marL="1523733"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3pPr>
            <a:lvl4pPr marL="2133227"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4pPr>
            <a:lvl5pPr marL="2742720"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pPr rtl="0"/>
            <a:r>
              <a:rPr lang="en-US" dirty="0">
                <a:effectLst>
                  <a:outerShdw blurRad="127000" algn="ctr" rotWithShape="0">
                    <a:prstClr val="black">
                      <a:alpha val="70000"/>
                    </a:prstClr>
                  </a:outerShdw>
                </a:effectLst>
                <a:latin typeface="Graphik Bold" panose="020B0803030202060203" pitchFamily="34" charset="0"/>
              </a:rPr>
              <a:t>Let there be change</a:t>
            </a:r>
          </a:p>
        </p:txBody>
      </p:sp>
    </p:spTree>
    <p:extLst>
      <p:ext uri="{BB962C8B-B14F-4D97-AF65-F5344CB8AC3E}">
        <p14:creationId xmlns:p14="http://schemas.microsoft.com/office/powerpoint/2010/main" val="346458454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3.f Cover Image - Left-aligned, Logo, image">
    <p:bg>
      <p:bgPr>
        <a:solidFill>
          <a:schemeClr val="accent3"/>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4717778-7AC3-D8EF-1D25-EC1A699AA975}"/>
              </a:ext>
            </a:extLst>
          </p:cNvPr>
          <p:cNvGraphicFramePr>
            <a:graphicFrameLocks noChangeAspect="1"/>
          </p:cNvGraphicFramePr>
          <p:nvPr userDrawn="1">
            <p:custDataLst>
              <p:tags r:id="rId1"/>
            </p:custDataLst>
            <p:extLst>
              <p:ext uri="{D42A27DB-BD31-4B8C-83A1-F6EECF244321}">
                <p14:modId xmlns:p14="http://schemas.microsoft.com/office/powerpoint/2010/main" val="9239089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think-cell data - do not delete" hidden="1">
                        <a:extLst>
                          <a:ext uri="{FF2B5EF4-FFF2-40B4-BE49-F238E27FC236}">
                            <a16:creationId xmlns:a16="http://schemas.microsoft.com/office/drawing/2014/main" id="{34717778-7AC3-D8EF-1D25-EC1A699AA97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9" name="Picture 8">
            <a:extLst>
              <a:ext uri="{FF2B5EF4-FFF2-40B4-BE49-F238E27FC236}">
                <a16:creationId xmlns:a16="http://schemas.microsoft.com/office/drawing/2014/main" id="{B9CB459A-EB8D-4675-9C6B-F6E7DE8FD2F0}"/>
              </a:ext>
            </a:extLst>
          </p:cNvPr>
          <p:cNvPicPr>
            <a:picLocks noChangeAspect="1"/>
          </p:cNvPicPr>
          <p:nvPr userDrawn="1"/>
        </p:nvPicPr>
        <p:blipFill>
          <a:blip r:embed="rId5">
            <a:extLst>
              <a:ext uri="{28A0092B-C50C-407E-A947-70E740481C1C}">
                <a14:useLocalDpi xmlns:a14="http://schemas.microsoft.com/office/drawing/2010/main"/>
              </a:ext>
            </a:extLst>
          </a:blip>
          <a:srcRect/>
          <a:stretch/>
        </p:blipFill>
        <p:spPr>
          <a:xfrm>
            <a:off x="7877" y="0"/>
            <a:ext cx="12177445" cy="6849813"/>
          </a:xfrm>
          <a:prstGeom prst="rect">
            <a:avLst/>
          </a:prstGeom>
        </p:spPr>
      </p:pic>
      <p:sp>
        <p:nvSpPr>
          <p:cNvPr id="12" name="Rectangle 11">
            <a:extLst>
              <a:ext uri="{FF2B5EF4-FFF2-40B4-BE49-F238E27FC236}">
                <a16:creationId xmlns:a16="http://schemas.microsoft.com/office/drawing/2014/main" id="{4AE66FEC-E91D-4D63-BC1A-F3505B9FCEC2}"/>
              </a:ext>
            </a:extLst>
          </p:cNvPr>
          <p:cNvSpPr/>
          <p:nvPr userDrawn="1"/>
        </p:nvSpPr>
        <p:spPr>
          <a:xfrm>
            <a:off x="-1" y="-8187"/>
            <a:ext cx="6096001" cy="6858000"/>
          </a:xfrm>
          <a:prstGeom prst="rect">
            <a:avLst/>
          </a:prstGeom>
          <a:gradFill flip="none" rotWithShape="1">
            <a:gsLst>
              <a:gs pos="0">
                <a:schemeClr val="bg1">
                  <a:alpha val="80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Title 1">
            <a:extLst>
              <a:ext uri="{FF2B5EF4-FFF2-40B4-BE49-F238E27FC236}">
                <a16:creationId xmlns:a16="http://schemas.microsoft.com/office/drawing/2014/main" id="{DAFCBE6E-0EF7-49C4-BCB6-6BBFE4B221B0}"/>
              </a:ext>
            </a:extLst>
          </p:cNvPr>
          <p:cNvSpPr>
            <a:spLocks noGrp="1"/>
          </p:cNvSpPr>
          <p:nvPr>
            <p:ph type="ctrTitle" hasCustomPrompt="1"/>
          </p:nvPr>
        </p:nvSpPr>
        <p:spPr>
          <a:xfrm>
            <a:off x="381001" y="1139544"/>
            <a:ext cx="6030429"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16" name="Date Placeholder 10">
            <a:extLst>
              <a:ext uri="{FF2B5EF4-FFF2-40B4-BE49-F238E27FC236}">
                <a16:creationId xmlns:a16="http://schemas.microsoft.com/office/drawing/2014/main" id="{5AAD5176-E723-472D-B3C9-64D586FAF323}"/>
              </a:ext>
            </a:extLst>
          </p:cNvPr>
          <p:cNvSpPr>
            <a:spLocks noGrp="1"/>
          </p:cNvSpPr>
          <p:nvPr>
            <p:ph type="dt" sz="half" idx="2"/>
          </p:nvPr>
        </p:nvSpPr>
        <p:spPr>
          <a:xfrm>
            <a:off x="381001" y="4949211"/>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17" name="Text Placeholder 16">
            <a:extLst>
              <a:ext uri="{FF2B5EF4-FFF2-40B4-BE49-F238E27FC236}">
                <a16:creationId xmlns:a16="http://schemas.microsoft.com/office/drawing/2014/main" id="{5F72FFA1-6AB9-40F9-9E93-EB7D369D04CC}"/>
              </a:ext>
            </a:extLst>
          </p:cNvPr>
          <p:cNvSpPr>
            <a:spLocks noGrp="1"/>
          </p:cNvSpPr>
          <p:nvPr>
            <p:ph type="body" sz="quarter" idx="12" hasCustomPrompt="1"/>
          </p:nvPr>
        </p:nvSpPr>
        <p:spPr>
          <a:xfrm>
            <a:off x="381001" y="5194488"/>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19" name="Subtitle 2">
            <a:extLst>
              <a:ext uri="{FF2B5EF4-FFF2-40B4-BE49-F238E27FC236}">
                <a16:creationId xmlns:a16="http://schemas.microsoft.com/office/drawing/2014/main" id="{954CB195-0974-473C-A404-3969678A5C3C}"/>
              </a:ext>
            </a:extLst>
          </p:cNvPr>
          <p:cNvSpPr>
            <a:spLocks noGrp="1"/>
          </p:cNvSpPr>
          <p:nvPr>
            <p:ph type="subTitle" idx="1" hasCustomPrompt="1"/>
          </p:nvPr>
        </p:nvSpPr>
        <p:spPr>
          <a:xfrm>
            <a:off x="381001" y="3856366"/>
            <a:ext cx="4229099"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grpSp>
        <p:nvGrpSpPr>
          <p:cNvPr id="13" name="Group 12">
            <a:extLst>
              <a:ext uri="{FF2B5EF4-FFF2-40B4-BE49-F238E27FC236}">
                <a16:creationId xmlns:a16="http://schemas.microsoft.com/office/drawing/2014/main" id="{35F3442D-2A8E-4512-98F4-FA69D96F5A5F}"/>
              </a:ext>
            </a:extLst>
          </p:cNvPr>
          <p:cNvGrpSpPr/>
          <p:nvPr userDrawn="1"/>
        </p:nvGrpSpPr>
        <p:grpSpPr>
          <a:xfrm>
            <a:off x="381002" y="481263"/>
            <a:ext cx="2910258" cy="465221"/>
            <a:chOff x="381002" y="481263"/>
            <a:chExt cx="2910258" cy="465221"/>
          </a:xfrm>
        </p:grpSpPr>
        <p:pic>
          <p:nvPicPr>
            <p:cNvPr id="14" name="Graphic 5">
              <a:extLst>
                <a:ext uri="{FF2B5EF4-FFF2-40B4-BE49-F238E27FC236}">
                  <a16:creationId xmlns:a16="http://schemas.microsoft.com/office/drawing/2014/main" id="{9804908C-7C78-4614-A35E-1788A89401CD}"/>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18" name="Picture 17" descr="A picture containing text, clipart&#10;&#10;Description automatically generated">
              <a:extLst>
                <a:ext uri="{FF2B5EF4-FFF2-40B4-BE49-F238E27FC236}">
                  <a16:creationId xmlns:a16="http://schemas.microsoft.com/office/drawing/2014/main" id="{9036A783-217E-4B17-B7E0-A4733773AD0F}"/>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2078685" y="695131"/>
              <a:ext cx="1212575" cy="232914"/>
            </a:xfrm>
            <a:prstGeom prst="rect">
              <a:avLst/>
            </a:prstGeom>
          </p:spPr>
        </p:pic>
        <p:cxnSp>
          <p:nvCxnSpPr>
            <p:cNvPr id="20" name="Straight Connector 19">
              <a:extLst>
                <a:ext uri="{FF2B5EF4-FFF2-40B4-BE49-F238E27FC236}">
                  <a16:creationId xmlns:a16="http://schemas.microsoft.com/office/drawing/2014/main" id="{156C2E17-6477-4B27-8C05-3B228FAA1B5C}"/>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Text Placeholder 7">
            <a:extLst>
              <a:ext uri="{FF2B5EF4-FFF2-40B4-BE49-F238E27FC236}">
                <a16:creationId xmlns:a16="http://schemas.microsoft.com/office/drawing/2014/main" id="{832DA0DD-018E-4E9C-804D-45110EE601B3}"/>
              </a:ext>
            </a:extLst>
          </p:cNvPr>
          <p:cNvSpPr txBox="1">
            <a:spLocks/>
          </p:cNvSpPr>
          <p:nvPr userDrawn="1"/>
        </p:nvSpPr>
        <p:spPr>
          <a:xfrm>
            <a:off x="9282223" y="6315616"/>
            <a:ext cx="2454341" cy="276999"/>
          </a:xfrm>
          <a:prstGeom prst="rect">
            <a:avLst/>
          </a:prstGeom>
        </p:spPr>
        <p:txBody>
          <a:bodyPr vert="horz" wrap="square" lIns="0" tIns="0" rIns="0" bIns="0" rtlCol="0" anchor="t">
            <a:spAutoFit/>
          </a:bodyPr>
          <a:lstStyle>
            <a:lvl1pPr marL="0" indent="0" algn="r" defTabSz="609493" rtl="0" eaLnBrk="1" latinLnBrk="0" hangingPunct="1">
              <a:spcBef>
                <a:spcPct val="20000"/>
              </a:spcBef>
              <a:buFont typeface="Arial"/>
              <a:buNone/>
              <a:defRPr sz="1800" b="1" i="0" kern="1200">
                <a:solidFill>
                  <a:srgbClr val="FFFFFF"/>
                </a:solidFill>
                <a:effectLst>
                  <a:outerShdw blurRad="88900" sx="103000" sy="103000" algn="ctr" rotWithShape="0">
                    <a:prstClr val="black">
                      <a:alpha val="50000"/>
                    </a:prstClr>
                  </a:outerShdw>
                </a:effectLst>
                <a:latin typeface="Graphik Semibold" panose="020B0503030202060203" pitchFamily="34" charset="77"/>
                <a:ea typeface="+mn-ea"/>
                <a:cs typeface="+mn-cs"/>
              </a:defRPr>
            </a:lvl1pPr>
            <a:lvl2pPr marL="990427" indent="-380933"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2pPr>
            <a:lvl3pPr marL="1523733"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3pPr>
            <a:lvl4pPr marL="2133227"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4pPr>
            <a:lvl5pPr marL="2742720"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pPr rtl="0"/>
            <a:r>
              <a:rPr lang="en-US" dirty="0">
                <a:effectLst>
                  <a:outerShdw blurRad="127000" algn="ctr" rotWithShape="0">
                    <a:prstClr val="black">
                      <a:alpha val="70000"/>
                    </a:prstClr>
                  </a:outerShdw>
                </a:effectLst>
                <a:latin typeface="Graphik Bold" panose="020B0803030202060203" pitchFamily="34" charset="0"/>
              </a:rPr>
              <a:t>Let there be change</a:t>
            </a:r>
          </a:p>
        </p:txBody>
      </p:sp>
    </p:spTree>
    <p:extLst>
      <p:ext uri="{BB962C8B-B14F-4D97-AF65-F5344CB8AC3E}">
        <p14:creationId xmlns:p14="http://schemas.microsoft.com/office/powerpoint/2010/main" val="330387225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3.g Cover Image - Left-aligned, Logo, image">
    <p:bg>
      <p:bgPr>
        <a:solidFill>
          <a:schemeClr val="accent3"/>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18E96B6-45C1-F245-D924-BF8512CFA9E6}"/>
              </a:ext>
            </a:extLst>
          </p:cNvPr>
          <p:cNvGraphicFramePr>
            <a:graphicFrameLocks noChangeAspect="1"/>
          </p:cNvGraphicFramePr>
          <p:nvPr userDrawn="1">
            <p:custDataLst>
              <p:tags r:id="rId1"/>
            </p:custDataLst>
            <p:extLst>
              <p:ext uri="{D42A27DB-BD31-4B8C-83A1-F6EECF244321}">
                <p14:modId xmlns:p14="http://schemas.microsoft.com/office/powerpoint/2010/main" val="23711021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think-cell data - do not delete" hidden="1">
                        <a:extLst>
                          <a:ext uri="{FF2B5EF4-FFF2-40B4-BE49-F238E27FC236}">
                            <a16:creationId xmlns:a16="http://schemas.microsoft.com/office/drawing/2014/main" id="{B18E96B6-45C1-F245-D924-BF8512CFA9E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8" name="Picture 7">
            <a:extLst>
              <a:ext uri="{FF2B5EF4-FFF2-40B4-BE49-F238E27FC236}">
                <a16:creationId xmlns:a16="http://schemas.microsoft.com/office/drawing/2014/main" id="{D1C07E7B-6477-4B98-8E9D-D89151E7102F}"/>
              </a:ext>
            </a:extLst>
          </p:cNvPr>
          <p:cNvPicPr>
            <a:picLocks noChangeAspect="1"/>
          </p:cNvPicPr>
          <p:nvPr userDrawn="1"/>
        </p:nvPicPr>
        <p:blipFill>
          <a:blip r:embed="rId5">
            <a:extLst>
              <a:ext uri="{28A0092B-C50C-407E-A947-70E740481C1C}">
                <a14:useLocalDpi xmlns:a14="http://schemas.microsoft.com/office/drawing/2010/main"/>
              </a:ext>
            </a:extLst>
          </a:blip>
          <a:srcRect/>
          <a:stretch/>
        </p:blipFill>
        <p:spPr>
          <a:xfrm>
            <a:off x="0" y="-1"/>
            <a:ext cx="12192001" cy="6858000"/>
          </a:xfrm>
          <a:prstGeom prst="rect">
            <a:avLst/>
          </a:prstGeom>
        </p:spPr>
      </p:pic>
      <p:sp>
        <p:nvSpPr>
          <p:cNvPr id="14" name="Rectangle 13">
            <a:extLst>
              <a:ext uri="{FF2B5EF4-FFF2-40B4-BE49-F238E27FC236}">
                <a16:creationId xmlns:a16="http://schemas.microsoft.com/office/drawing/2014/main" id="{A19527F9-733E-41FC-B222-D2614B1DFA63}"/>
              </a:ext>
            </a:extLst>
          </p:cNvPr>
          <p:cNvSpPr/>
          <p:nvPr userDrawn="1"/>
        </p:nvSpPr>
        <p:spPr>
          <a:xfrm>
            <a:off x="0" y="0"/>
            <a:ext cx="6411433" cy="6858000"/>
          </a:xfrm>
          <a:prstGeom prst="rect">
            <a:avLst/>
          </a:prstGeom>
          <a:gradFill flip="none" rotWithShape="1">
            <a:gsLst>
              <a:gs pos="0">
                <a:schemeClr val="bg1">
                  <a:alpha val="80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0" name="Title 1">
            <a:extLst>
              <a:ext uri="{FF2B5EF4-FFF2-40B4-BE49-F238E27FC236}">
                <a16:creationId xmlns:a16="http://schemas.microsoft.com/office/drawing/2014/main" id="{6B0C8CC8-908C-4E2C-B145-B54276DEE845}"/>
              </a:ext>
            </a:extLst>
          </p:cNvPr>
          <p:cNvSpPr>
            <a:spLocks noGrp="1"/>
          </p:cNvSpPr>
          <p:nvPr>
            <p:ph type="ctrTitle" hasCustomPrompt="1"/>
          </p:nvPr>
        </p:nvSpPr>
        <p:spPr>
          <a:xfrm>
            <a:off x="381001" y="1139544"/>
            <a:ext cx="6030432"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12" name="Date Placeholder 10">
            <a:extLst>
              <a:ext uri="{FF2B5EF4-FFF2-40B4-BE49-F238E27FC236}">
                <a16:creationId xmlns:a16="http://schemas.microsoft.com/office/drawing/2014/main" id="{65F36AA1-229F-47EC-AD88-C7658DA1067A}"/>
              </a:ext>
            </a:extLst>
          </p:cNvPr>
          <p:cNvSpPr>
            <a:spLocks noGrp="1"/>
          </p:cNvSpPr>
          <p:nvPr>
            <p:ph type="dt" sz="half" idx="2"/>
          </p:nvPr>
        </p:nvSpPr>
        <p:spPr>
          <a:xfrm>
            <a:off x="381001" y="4949211"/>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15" name="Text Placeholder 16">
            <a:extLst>
              <a:ext uri="{FF2B5EF4-FFF2-40B4-BE49-F238E27FC236}">
                <a16:creationId xmlns:a16="http://schemas.microsoft.com/office/drawing/2014/main" id="{03F4E76B-AD53-44E1-9714-DBFCB20E33E8}"/>
              </a:ext>
            </a:extLst>
          </p:cNvPr>
          <p:cNvSpPr>
            <a:spLocks noGrp="1"/>
          </p:cNvSpPr>
          <p:nvPr>
            <p:ph type="body" sz="quarter" idx="12" hasCustomPrompt="1"/>
          </p:nvPr>
        </p:nvSpPr>
        <p:spPr>
          <a:xfrm>
            <a:off x="381001" y="5194488"/>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17" name="Subtitle 2">
            <a:extLst>
              <a:ext uri="{FF2B5EF4-FFF2-40B4-BE49-F238E27FC236}">
                <a16:creationId xmlns:a16="http://schemas.microsoft.com/office/drawing/2014/main" id="{7381C2EC-39D3-40AA-AB1A-8E4E5974C283}"/>
              </a:ext>
            </a:extLst>
          </p:cNvPr>
          <p:cNvSpPr>
            <a:spLocks noGrp="1"/>
          </p:cNvSpPr>
          <p:nvPr>
            <p:ph type="subTitle" idx="1" hasCustomPrompt="1"/>
          </p:nvPr>
        </p:nvSpPr>
        <p:spPr>
          <a:xfrm>
            <a:off x="381001" y="3856366"/>
            <a:ext cx="4229099"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grpSp>
        <p:nvGrpSpPr>
          <p:cNvPr id="11" name="Group 10">
            <a:extLst>
              <a:ext uri="{FF2B5EF4-FFF2-40B4-BE49-F238E27FC236}">
                <a16:creationId xmlns:a16="http://schemas.microsoft.com/office/drawing/2014/main" id="{6314D211-F721-4054-A2EA-0AE5F65CDE35}"/>
              </a:ext>
            </a:extLst>
          </p:cNvPr>
          <p:cNvGrpSpPr/>
          <p:nvPr userDrawn="1"/>
        </p:nvGrpSpPr>
        <p:grpSpPr>
          <a:xfrm>
            <a:off x="381002" y="481263"/>
            <a:ext cx="2910258" cy="465221"/>
            <a:chOff x="381002" y="481263"/>
            <a:chExt cx="2910258" cy="465221"/>
          </a:xfrm>
        </p:grpSpPr>
        <p:pic>
          <p:nvPicPr>
            <p:cNvPr id="13" name="Graphic 5">
              <a:extLst>
                <a:ext uri="{FF2B5EF4-FFF2-40B4-BE49-F238E27FC236}">
                  <a16:creationId xmlns:a16="http://schemas.microsoft.com/office/drawing/2014/main" id="{D5B9441C-D1FB-42EA-BAC5-328594A3202F}"/>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16" name="Picture 15" descr="A picture containing text, clipart&#10;&#10;Description automatically generated">
              <a:extLst>
                <a:ext uri="{FF2B5EF4-FFF2-40B4-BE49-F238E27FC236}">
                  <a16:creationId xmlns:a16="http://schemas.microsoft.com/office/drawing/2014/main" id="{E450CE99-337B-4D57-B6EC-D758E78011F6}"/>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2078685" y="695131"/>
              <a:ext cx="1212575" cy="232914"/>
            </a:xfrm>
            <a:prstGeom prst="rect">
              <a:avLst/>
            </a:prstGeom>
          </p:spPr>
        </p:pic>
        <p:cxnSp>
          <p:nvCxnSpPr>
            <p:cNvPr id="18" name="Straight Connector 17">
              <a:extLst>
                <a:ext uri="{FF2B5EF4-FFF2-40B4-BE49-F238E27FC236}">
                  <a16:creationId xmlns:a16="http://schemas.microsoft.com/office/drawing/2014/main" id="{950E651C-9D57-4771-A01F-80DD0D626018}"/>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Text Placeholder 7">
            <a:extLst>
              <a:ext uri="{FF2B5EF4-FFF2-40B4-BE49-F238E27FC236}">
                <a16:creationId xmlns:a16="http://schemas.microsoft.com/office/drawing/2014/main" id="{B59881B4-5A59-4DB2-9BB3-913D59472A44}"/>
              </a:ext>
            </a:extLst>
          </p:cNvPr>
          <p:cNvSpPr txBox="1">
            <a:spLocks/>
          </p:cNvSpPr>
          <p:nvPr userDrawn="1"/>
        </p:nvSpPr>
        <p:spPr>
          <a:xfrm>
            <a:off x="9282223" y="6315616"/>
            <a:ext cx="2454341" cy="276999"/>
          </a:xfrm>
          <a:prstGeom prst="rect">
            <a:avLst/>
          </a:prstGeom>
        </p:spPr>
        <p:txBody>
          <a:bodyPr vert="horz" wrap="square" lIns="0" tIns="0" rIns="0" bIns="0" rtlCol="0" anchor="t">
            <a:spAutoFit/>
          </a:bodyPr>
          <a:lstStyle>
            <a:lvl1pPr marL="0" indent="0" algn="r" defTabSz="609493" rtl="0" eaLnBrk="1" latinLnBrk="0" hangingPunct="1">
              <a:spcBef>
                <a:spcPct val="20000"/>
              </a:spcBef>
              <a:buFont typeface="Arial"/>
              <a:buNone/>
              <a:defRPr sz="1800" b="1" i="0" kern="1200">
                <a:solidFill>
                  <a:srgbClr val="FFFFFF"/>
                </a:solidFill>
                <a:effectLst>
                  <a:outerShdw blurRad="88900" sx="103000" sy="103000" algn="ctr" rotWithShape="0">
                    <a:prstClr val="black">
                      <a:alpha val="50000"/>
                    </a:prstClr>
                  </a:outerShdw>
                </a:effectLst>
                <a:latin typeface="Graphik Semibold" panose="020B0503030202060203" pitchFamily="34" charset="77"/>
                <a:ea typeface="+mn-ea"/>
                <a:cs typeface="+mn-cs"/>
              </a:defRPr>
            </a:lvl1pPr>
            <a:lvl2pPr marL="990427" indent="-380933"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2pPr>
            <a:lvl3pPr marL="1523733"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3pPr>
            <a:lvl4pPr marL="2133227"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4pPr>
            <a:lvl5pPr marL="2742720"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pPr rtl="0"/>
            <a:r>
              <a:rPr lang="en-US" dirty="0">
                <a:effectLst>
                  <a:outerShdw blurRad="127000" algn="ctr" rotWithShape="0">
                    <a:prstClr val="black">
                      <a:alpha val="70000"/>
                    </a:prstClr>
                  </a:outerShdw>
                </a:effectLst>
                <a:latin typeface="Graphik Bold" panose="020B0803030202060203" pitchFamily="34" charset="0"/>
              </a:rPr>
              <a:t>Let there be change</a:t>
            </a:r>
          </a:p>
        </p:txBody>
      </p:sp>
    </p:spTree>
    <p:extLst>
      <p:ext uri="{BB962C8B-B14F-4D97-AF65-F5344CB8AC3E}">
        <p14:creationId xmlns:p14="http://schemas.microsoft.com/office/powerpoint/2010/main" val="71765635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 Agenda">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8863A42-E75C-5D3D-D251-5BDCA9197633}"/>
              </a:ext>
            </a:extLst>
          </p:cNvPr>
          <p:cNvGraphicFramePr>
            <a:graphicFrameLocks noChangeAspect="1"/>
          </p:cNvGraphicFramePr>
          <p:nvPr userDrawn="1">
            <p:custDataLst>
              <p:tags r:id="rId1"/>
            </p:custDataLst>
            <p:extLst>
              <p:ext uri="{D42A27DB-BD31-4B8C-83A1-F6EECF244321}">
                <p14:modId xmlns:p14="http://schemas.microsoft.com/office/powerpoint/2010/main" val="12887137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A8863A42-E75C-5D3D-D251-5BDCA919763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869570"/>
          </a:xfrm>
        </p:spPr>
        <p:txBody>
          <a:bodyPr/>
          <a:lstStyle>
            <a:lvl1pPr marL="0" indent="0" rtl="0">
              <a:lnSpc>
                <a:spcPct val="90000"/>
              </a:lnSpc>
              <a:buNone/>
              <a:defRPr sz="2400">
                <a:solidFill>
                  <a:schemeClr val="accent1"/>
                </a:solidFill>
                <a:latin typeface="GT Sectra Fine" panose="00000500000000000000" pitchFamily="50" charset="0"/>
              </a:defRPr>
            </a:lvl1pPr>
            <a:lvl2pPr marL="0" indent="0">
              <a:buNone/>
              <a:defRPr sz="1800"/>
            </a:lvl2pPr>
            <a:lvl3pPr marL="228600">
              <a:buFont typeface="Arial" panose="020B0604020202020204" pitchFamily="34" charset="0"/>
              <a:buChar char="•"/>
              <a:defRPr sz="1800"/>
            </a:lvl3pPr>
            <a:lvl4pPr marL="457200">
              <a:buFont typeface="System Font"/>
              <a:buChar char="–"/>
              <a:defRPr sz="1600"/>
            </a:lvl4pPr>
            <a:lvl5pPr marL="685800">
              <a:buFont typeface="Arial" panose="020B0604020202020204" pitchFamily="34" charset="0"/>
              <a:buChar char="•"/>
              <a:defRPr sz="1600"/>
            </a:lvl5pPr>
          </a:lstStyle>
          <a:p>
            <a:pPr lvl="0"/>
            <a:r>
              <a:rPr lang="en-US" dirty="0"/>
              <a:t>Place agenda summary here in GT Sectra Fine</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vert="horz"/>
          <a:lstStyle>
            <a:lvl1pPr rtl="0">
              <a:defRPr/>
            </a:lvl1pPr>
          </a:lstStyle>
          <a:p>
            <a:r>
              <a:rPr lang="en-US" dirty="0"/>
              <a:t>Agenda</a:t>
            </a:r>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2953039" cy="485340"/>
          </a:xfrm>
        </p:spPr>
        <p:txBody>
          <a:bodyPr anchor="ctr"/>
          <a:lstStyle>
            <a:lvl1pPr rtl="0">
              <a:spcAft>
                <a:spcPts val="0"/>
              </a:spcAft>
              <a:defRPr sz="1600"/>
            </a:lvl1pPr>
          </a:lstStyle>
          <a:p>
            <a:pPr lvl="0"/>
            <a:r>
              <a:rPr lang="en-US" dirty="0"/>
              <a:t>Agenda item</a:t>
            </a:r>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2953039" cy="485340"/>
          </a:xfrm>
        </p:spPr>
        <p:txBody>
          <a:bodyPr anchor="ctr"/>
          <a:lstStyle>
            <a:lvl1pPr rtl="0">
              <a:spcAft>
                <a:spcPts val="0"/>
              </a:spcAft>
              <a:defRPr sz="1600"/>
            </a:lvl1pPr>
          </a:lstStyle>
          <a:p>
            <a:pPr lvl="0"/>
            <a:r>
              <a:rPr lang="en-US" dirty="0"/>
              <a:t>Agenda item</a:t>
            </a:r>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2953039" cy="485340"/>
          </a:xfrm>
        </p:spPr>
        <p:txBody>
          <a:bodyPr anchor="ctr"/>
          <a:lstStyle>
            <a:lvl1pPr rtl="0">
              <a:spcAft>
                <a:spcPts val="0"/>
              </a:spcAft>
              <a:defRPr sz="1600"/>
            </a:lvl1pPr>
          </a:lstStyle>
          <a:p>
            <a:pPr lvl="0"/>
            <a:r>
              <a:rPr lang="en-US" dirty="0"/>
              <a:t>Agenda item</a:t>
            </a:r>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2953039" cy="485340"/>
          </a:xfrm>
        </p:spPr>
        <p:txBody>
          <a:bodyPr anchor="ctr"/>
          <a:lstStyle>
            <a:lvl1pPr rtl="0">
              <a:spcAft>
                <a:spcPts val="0"/>
              </a:spcAft>
              <a:defRPr sz="1600"/>
            </a:lvl1pPr>
          </a:lstStyle>
          <a:p>
            <a:pPr lvl="0"/>
            <a:r>
              <a:rPr lang="en-US" dirty="0"/>
              <a:t>Agenda item</a:t>
            </a:r>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2953039" cy="485340"/>
          </a:xfrm>
        </p:spPr>
        <p:txBody>
          <a:bodyPr anchor="ctr"/>
          <a:lstStyle>
            <a:lvl1pPr rtl="0">
              <a:spcAft>
                <a:spcPts val="0"/>
              </a:spcAft>
              <a:defRPr sz="1600"/>
            </a:lvl1pPr>
          </a:lstStyle>
          <a:p>
            <a:pPr lvl="0"/>
            <a:r>
              <a:rPr lang="en-US" dirty="0"/>
              <a:t>Agenda item</a:t>
            </a:r>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2953039" cy="485340"/>
          </a:xfrm>
        </p:spPr>
        <p:txBody>
          <a:bodyPr anchor="ctr"/>
          <a:lstStyle>
            <a:lvl1pPr rtl="0">
              <a:spcAft>
                <a:spcPts val="0"/>
              </a:spcAft>
              <a:defRPr sz="1600"/>
            </a:lvl1pPr>
          </a:lstStyle>
          <a:p>
            <a:pPr lvl="0"/>
            <a:r>
              <a:rPr lang="en-US" dirty="0"/>
              <a:t>Agenda item</a:t>
            </a:r>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2953039" cy="485340"/>
          </a:xfrm>
        </p:spPr>
        <p:txBody>
          <a:bodyPr anchor="ctr"/>
          <a:lstStyle>
            <a:lvl1pPr rtl="0">
              <a:spcAft>
                <a:spcPts val="0"/>
              </a:spcAft>
              <a:defRPr sz="1600"/>
            </a:lvl1pPr>
          </a:lstStyle>
          <a:p>
            <a:pPr lvl="0"/>
            <a:r>
              <a:rPr lang="en-US" dirty="0"/>
              <a:t>Agenda item</a:t>
            </a:r>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2953039" cy="485340"/>
          </a:xfrm>
        </p:spPr>
        <p:txBody>
          <a:bodyPr anchor="ctr"/>
          <a:lstStyle>
            <a:lvl1pPr rtl="0">
              <a:spcAft>
                <a:spcPts val="0"/>
              </a:spcAft>
              <a:defRPr sz="1600"/>
            </a:lvl1pPr>
          </a:lstStyle>
          <a:p>
            <a:pPr lvl="0"/>
            <a:r>
              <a:rPr lang="en-US" dirty="0"/>
              <a:t>Agenda item</a:t>
            </a:r>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cxnSp>
        <p:nvCxnSpPr>
          <p:cNvPr id="4" name="Straight Connector 3">
            <a:extLst>
              <a:ext uri="{FF2B5EF4-FFF2-40B4-BE49-F238E27FC236}">
                <a16:creationId xmlns:a16="http://schemas.microsoft.com/office/drawing/2014/main" id="{D72EABDE-2DC7-B441-8D65-EC926DD10B85}"/>
              </a:ext>
            </a:extLst>
          </p:cNvPr>
          <p:cNvCxnSpPr/>
          <p:nvPr userDrawn="1"/>
        </p:nvCxnSpPr>
        <p:spPr>
          <a:xfrm>
            <a:off x="4045241" y="1371600"/>
            <a:ext cx="0" cy="4719487"/>
          </a:xfrm>
          <a:prstGeom prst="line">
            <a:avLst/>
          </a:prstGeom>
          <a:ln w="12700">
            <a:solidFill>
              <a:srgbClr val="A300FF"/>
            </a:solidFill>
          </a:ln>
        </p:spPr>
        <p:style>
          <a:lnRef idx="1">
            <a:schemeClr val="accent1"/>
          </a:lnRef>
          <a:fillRef idx="0">
            <a:schemeClr val="accent1"/>
          </a:fillRef>
          <a:effectRef idx="0">
            <a:schemeClr val="accent1"/>
          </a:effectRef>
          <a:fontRef idx="minor">
            <a:schemeClr val="tx1"/>
          </a:fontRef>
        </p:style>
      </p:cxn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9" cy="485340"/>
          </a:xfrm>
        </p:spPr>
        <p:txBody>
          <a:bodyPr anchor="ctr"/>
          <a:lstStyle>
            <a:lvl1pPr rtl="0">
              <a:spcAft>
                <a:spcPts val="0"/>
              </a:spcAft>
              <a:defRPr sz="1600"/>
            </a:lvl1pPr>
          </a:lstStyle>
          <a:p>
            <a:pPr lvl="0"/>
            <a:r>
              <a:rPr lang="en-US" dirty="0"/>
              <a:t>Agenda item</a:t>
            </a:r>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8"/>
            <a:ext cx="2953039" cy="485340"/>
          </a:xfrm>
        </p:spPr>
        <p:txBody>
          <a:bodyPr anchor="ctr"/>
          <a:lstStyle>
            <a:lvl1pPr rtl="0">
              <a:spcAft>
                <a:spcPts val="0"/>
              </a:spcAft>
              <a:defRPr sz="1600"/>
            </a:lvl1pPr>
          </a:lstStyle>
          <a:p>
            <a:pPr lvl="0"/>
            <a:r>
              <a:rPr lang="en-US" dirty="0"/>
              <a:t>Agenda item</a:t>
            </a:r>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9" cy="485340"/>
          </a:xfrm>
        </p:spPr>
        <p:txBody>
          <a:bodyPr anchor="ctr"/>
          <a:lstStyle>
            <a:lvl1pPr rtl="0">
              <a:spcAft>
                <a:spcPts val="0"/>
              </a:spcAft>
              <a:defRPr sz="1600"/>
            </a:lvl1pPr>
          </a:lstStyle>
          <a:p>
            <a:pPr lvl="0"/>
            <a:r>
              <a:rPr lang="en-US" dirty="0"/>
              <a:t>Agenda item</a:t>
            </a:r>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9" cy="485340"/>
          </a:xfrm>
        </p:spPr>
        <p:txBody>
          <a:bodyPr anchor="ctr"/>
          <a:lstStyle>
            <a:lvl1pPr rtl="0">
              <a:spcAft>
                <a:spcPts val="0"/>
              </a:spcAft>
              <a:defRPr sz="1600"/>
            </a:lvl1pPr>
          </a:lstStyle>
          <a:p>
            <a:pPr lvl="0"/>
            <a:r>
              <a:rPr lang="en-US" dirty="0"/>
              <a:t>Agenda item</a:t>
            </a:r>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2"/>
            <a:ext cx="2953039" cy="485340"/>
          </a:xfrm>
        </p:spPr>
        <p:txBody>
          <a:bodyPr anchor="ctr"/>
          <a:lstStyle>
            <a:lvl1pPr rtl="0">
              <a:spcAft>
                <a:spcPts val="0"/>
              </a:spcAft>
              <a:defRPr sz="1600"/>
            </a:lvl1pPr>
          </a:lstStyle>
          <a:p>
            <a:pPr lvl="0"/>
            <a:r>
              <a:rPr lang="en-US" dirty="0"/>
              <a:t>Agenda item</a:t>
            </a:r>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9" cy="485340"/>
          </a:xfrm>
        </p:spPr>
        <p:txBody>
          <a:bodyPr anchor="ctr"/>
          <a:lstStyle>
            <a:lvl1pPr rtl="0">
              <a:spcAft>
                <a:spcPts val="0"/>
              </a:spcAft>
              <a:defRPr sz="1600"/>
            </a:lvl1pPr>
          </a:lstStyle>
          <a:p>
            <a:pPr lvl="0"/>
            <a:r>
              <a:rPr lang="en-US" dirty="0"/>
              <a:t>Agenda item</a:t>
            </a:r>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9" cy="485340"/>
          </a:xfrm>
        </p:spPr>
        <p:txBody>
          <a:bodyPr anchor="ctr"/>
          <a:lstStyle>
            <a:lvl1pPr rtl="0">
              <a:spcAft>
                <a:spcPts val="0"/>
              </a:spcAft>
              <a:defRPr sz="1600"/>
            </a:lvl1pPr>
          </a:lstStyle>
          <a:p>
            <a:pPr lvl="0"/>
            <a:r>
              <a:rPr lang="en-US" dirty="0"/>
              <a:t>Agenda item</a:t>
            </a:r>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9" cy="485340"/>
          </a:xfrm>
        </p:spPr>
        <p:txBody>
          <a:bodyPr anchor="ctr"/>
          <a:lstStyle>
            <a:lvl1pPr rtl="0">
              <a:spcAft>
                <a:spcPts val="0"/>
              </a:spcAft>
              <a:defRPr sz="1600"/>
            </a:lvl1pPr>
          </a:lstStyle>
          <a:p>
            <a:pPr lvl="0"/>
            <a:r>
              <a:rPr lang="en-US" dirty="0"/>
              <a:t>Agenda item</a:t>
            </a:r>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0"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0"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0"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0"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0"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0"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0"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0"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t>
            </a:r>
          </a:p>
        </p:txBody>
      </p:sp>
      <p:sp>
        <p:nvSpPr>
          <p:cNvPr id="3" name="TextBox 2">
            <a:extLst>
              <a:ext uri="{FF2B5EF4-FFF2-40B4-BE49-F238E27FC236}">
                <a16:creationId xmlns:a16="http://schemas.microsoft.com/office/drawing/2014/main" id="{FDFC4F5B-DE83-214A-95EA-68339F579CF1}"/>
              </a:ext>
            </a:extLst>
          </p:cNvPr>
          <p:cNvSpPr txBox="1"/>
          <p:nvPr userDrawn="1"/>
        </p:nvSpPr>
        <p:spPr>
          <a:xfrm>
            <a:off x="9290304" y="6601968"/>
            <a:ext cx="0" cy="0"/>
          </a:xfrm>
          <a:prstGeom prst="rect">
            <a:avLst/>
          </a:prstGeom>
          <a:noFill/>
        </p:spPr>
        <p:txBody>
          <a:bodyPr wrap="none" lIns="0" tIns="0" rIns="0" bIns="0" rtlCol="0">
            <a:noAutofit/>
          </a:bodyPr>
          <a:lstStyle/>
          <a:p>
            <a:pPr algn="l" defTabSz="228600" rtl="0">
              <a:spcAft>
                <a:spcPts val="1200"/>
              </a:spcAft>
            </a:pPr>
            <a:endParaRPr lang="en-US" noProof="0" dirty="0"/>
          </a:p>
        </p:txBody>
      </p:sp>
    </p:spTree>
    <p:extLst>
      <p:ext uri="{BB962C8B-B14F-4D97-AF65-F5344CB8AC3E}">
        <p14:creationId xmlns:p14="http://schemas.microsoft.com/office/powerpoint/2010/main" val="1289297411"/>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5.a Section Divider with Image - Gradient Dark">
    <p:bg>
      <p:bgPr>
        <a:solidFill>
          <a:schemeClr val="accent3"/>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D90F893-F472-DDD9-FCA2-F2E2E7FFB278}"/>
              </a:ext>
            </a:extLst>
          </p:cNvPr>
          <p:cNvGraphicFramePr>
            <a:graphicFrameLocks noChangeAspect="1"/>
          </p:cNvGraphicFramePr>
          <p:nvPr userDrawn="1">
            <p:custDataLst>
              <p:tags r:id="rId1"/>
            </p:custDataLst>
            <p:extLst>
              <p:ext uri="{D42A27DB-BD31-4B8C-83A1-F6EECF244321}">
                <p14:modId xmlns:p14="http://schemas.microsoft.com/office/powerpoint/2010/main" val="10251841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7D90F893-F472-DDD9-FCA2-F2E2E7FFB27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8" name="Picture 7">
            <a:extLst>
              <a:ext uri="{FF2B5EF4-FFF2-40B4-BE49-F238E27FC236}">
                <a16:creationId xmlns:a16="http://schemas.microsoft.com/office/drawing/2014/main" id="{6455D6A4-50FC-844D-853D-DBE28E121A09}"/>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rot="16200000">
            <a:off x="2664226" y="-2664226"/>
            <a:ext cx="6863549" cy="12192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rtl="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US" dirty="0"/>
              <a:t>Place subtitle here in GT Sectra Fine 24pt</a:t>
            </a:r>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rtl="0">
              <a:buNone/>
              <a:defRPr sz="1400" b="0">
                <a:solidFill>
                  <a:schemeClr val="tx1"/>
                </a:solidFill>
              </a:defRPr>
            </a:lvl1pPr>
          </a:lstStyle>
          <a:p>
            <a:r>
              <a:rPr lang="en-US" dirty="0"/>
              <a:t>Add image, then ‘Send to Back’</a:t>
            </a:r>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vert="horz" anchor="b"/>
          <a:lstStyle>
            <a:lvl1pPr rtl="0">
              <a:defRPr sz="5400">
                <a:solidFill>
                  <a:schemeClr val="tx1"/>
                </a:solidFill>
              </a:defRPr>
            </a:lvl1pPr>
          </a:lstStyle>
          <a:p>
            <a:r>
              <a:rPr lang="en-US" dirty="0"/>
              <a:t>Section title 54pt</a:t>
            </a:r>
          </a:p>
        </p:txBody>
      </p:sp>
      <p:sp>
        <p:nvSpPr>
          <p:cNvPr id="7" name="TextBox 6">
            <a:extLst>
              <a:ext uri="{FF2B5EF4-FFF2-40B4-BE49-F238E27FC236}">
                <a16:creationId xmlns:a16="http://schemas.microsoft.com/office/drawing/2014/main" id="{65BB85E4-FADD-4019-B75F-48AAA1B24BF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3" name="TextBox 12">
            <a:extLst>
              <a:ext uri="{FF2B5EF4-FFF2-40B4-BE49-F238E27FC236}">
                <a16:creationId xmlns:a16="http://schemas.microsoft.com/office/drawing/2014/main" id="{0AA9DA53-B254-449D-A9A7-919CCDC199D9}"/>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dirty="0">
                <a:solidFill>
                  <a:schemeClr val="tx1">
                    <a:alpha val="75000"/>
                  </a:schemeClr>
                </a:solidFill>
              </a:rPr>
              <a:t>Copyright © 2021 Accenture. All rights reserved. Confidential – H&amp;M Group and Accenture.</a:t>
            </a:r>
            <a:endParaRPr lang="en-US" noProof="0" dirty="0">
              <a:solidFill>
                <a:schemeClr val="tx1">
                  <a:alpha val="75000"/>
                </a:schemeClr>
              </a:solidFill>
            </a:endParaRPr>
          </a:p>
        </p:txBody>
      </p:sp>
      <p:pic>
        <p:nvPicPr>
          <p:cNvPr id="10" name="Picture 9">
            <a:extLst>
              <a:ext uri="{FF2B5EF4-FFF2-40B4-BE49-F238E27FC236}">
                <a16:creationId xmlns:a16="http://schemas.microsoft.com/office/drawing/2014/main" id="{7A8FA6D4-CF09-4207-9977-955F83BBDBA5}"/>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20260916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5.b Section Divider with Image - Gradient Dark">
    <p:bg>
      <p:bgPr>
        <a:solidFill>
          <a:schemeClr val="accent3"/>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CF80465-7781-CB44-2662-DB9E11E911DF}"/>
              </a:ext>
            </a:extLst>
          </p:cNvPr>
          <p:cNvGraphicFramePr>
            <a:graphicFrameLocks noChangeAspect="1"/>
          </p:cNvGraphicFramePr>
          <p:nvPr userDrawn="1">
            <p:custDataLst>
              <p:tags r:id="rId1"/>
            </p:custDataLst>
            <p:extLst>
              <p:ext uri="{D42A27DB-BD31-4B8C-83A1-F6EECF244321}">
                <p14:modId xmlns:p14="http://schemas.microsoft.com/office/powerpoint/2010/main" val="9254925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4CF80465-7781-CB44-2662-DB9E11E911D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FD731BCB-3A34-1F49-BC94-92D65258367B}"/>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rot="10800000" flipH="1">
            <a:off x="0" y="0"/>
            <a:ext cx="12192000" cy="6858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rtl="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US" dirty="0"/>
              <a:t>Place subtitle here in GT Sectra Fine 24pt</a:t>
            </a:r>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rtl="0">
              <a:buNone/>
              <a:defRPr sz="1400" b="0">
                <a:solidFill>
                  <a:schemeClr val="tx1"/>
                </a:solidFill>
              </a:defRPr>
            </a:lvl1pPr>
          </a:lstStyle>
          <a:p>
            <a:r>
              <a:rPr lang="en-US" dirty="0"/>
              <a:t>Add image, then ‘Send to Back’</a:t>
            </a:r>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vert="horz" anchor="b"/>
          <a:lstStyle>
            <a:lvl1pPr rtl="0">
              <a:defRPr sz="5400">
                <a:solidFill>
                  <a:schemeClr val="tx1"/>
                </a:solidFill>
              </a:defRPr>
            </a:lvl1pPr>
          </a:lstStyle>
          <a:p>
            <a:r>
              <a:rPr lang="en-US" dirty="0"/>
              <a:t>Section title 54pt</a:t>
            </a:r>
          </a:p>
        </p:txBody>
      </p:sp>
      <p:sp>
        <p:nvSpPr>
          <p:cNvPr id="7" name="TextBox 6">
            <a:extLst>
              <a:ext uri="{FF2B5EF4-FFF2-40B4-BE49-F238E27FC236}">
                <a16:creationId xmlns:a16="http://schemas.microsoft.com/office/drawing/2014/main" id="{65BB85E4-FADD-4019-B75F-48AAA1B24BF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8" name="TextBox 7">
            <a:extLst>
              <a:ext uri="{FF2B5EF4-FFF2-40B4-BE49-F238E27FC236}">
                <a16:creationId xmlns:a16="http://schemas.microsoft.com/office/drawing/2014/main" id="{4E654F6B-C434-4994-9DA5-37F7D7282F2D}"/>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dirty="0">
                <a:solidFill>
                  <a:schemeClr val="tx1">
                    <a:alpha val="75000"/>
                  </a:schemeClr>
                </a:solidFill>
              </a:rPr>
              <a:t>Copyright © 2021 Accenture. All rights reserved. Confidential – H&amp;M Group and Accenture.</a:t>
            </a:r>
            <a:endParaRPr lang="en-US" noProof="0" dirty="0">
              <a:solidFill>
                <a:schemeClr val="tx1">
                  <a:alpha val="75000"/>
                </a:schemeClr>
              </a:solidFill>
            </a:endParaRPr>
          </a:p>
        </p:txBody>
      </p:sp>
      <p:pic>
        <p:nvPicPr>
          <p:cNvPr id="11" name="Picture 10">
            <a:extLst>
              <a:ext uri="{FF2B5EF4-FFF2-40B4-BE49-F238E27FC236}">
                <a16:creationId xmlns:a16="http://schemas.microsoft.com/office/drawing/2014/main" id="{FFE13CBB-24E1-4A2A-95AC-4860BE35FE7A}"/>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214060061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5.c Section Divider with Image - Gradient Dark">
    <p:bg>
      <p:bgPr>
        <a:solidFill>
          <a:schemeClr val="accent3"/>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C97D32B-1894-2FBE-6331-114A15F3A9A9}"/>
              </a:ext>
            </a:extLst>
          </p:cNvPr>
          <p:cNvGraphicFramePr>
            <a:graphicFrameLocks noChangeAspect="1"/>
          </p:cNvGraphicFramePr>
          <p:nvPr userDrawn="1">
            <p:custDataLst>
              <p:tags r:id="rId1"/>
            </p:custDataLst>
            <p:extLst>
              <p:ext uri="{D42A27DB-BD31-4B8C-83A1-F6EECF244321}">
                <p14:modId xmlns:p14="http://schemas.microsoft.com/office/powerpoint/2010/main" val="38831398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EC97D32B-1894-2FBE-6331-114A15F3A9A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0CA59D4B-8CB8-474C-A44A-6870F9FD66E8}"/>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rot="16200000">
            <a:off x="2666999" y="-2667000"/>
            <a:ext cx="6858001" cy="12192001"/>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rtl="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US" dirty="0"/>
              <a:t>Place subtitle here in GT Sectra Fine 24pt</a:t>
            </a:r>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rtl="0">
              <a:buNone/>
              <a:defRPr sz="1400" b="0">
                <a:solidFill>
                  <a:schemeClr val="tx1"/>
                </a:solidFill>
              </a:defRPr>
            </a:lvl1pPr>
          </a:lstStyle>
          <a:p>
            <a:r>
              <a:rPr lang="en-US" dirty="0"/>
              <a:t>Add image, then ‘Send to Back’</a:t>
            </a:r>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vert="horz" anchor="b"/>
          <a:lstStyle>
            <a:lvl1pPr rtl="0">
              <a:defRPr sz="5400">
                <a:solidFill>
                  <a:schemeClr val="tx1"/>
                </a:solidFill>
              </a:defRPr>
            </a:lvl1pPr>
          </a:lstStyle>
          <a:p>
            <a:r>
              <a:rPr lang="en-US" dirty="0"/>
              <a:t>Section title 54pt</a:t>
            </a:r>
          </a:p>
        </p:txBody>
      </p:sp>
      <p:sp>
        <p:nvSpPr>
          <p:cNvPr id="7" name="TextBox 6">
            <a:extLst>
              <a:ext uri="{FF2B5EF4-FFF2-40B4-BE49-F238E27FC236}">
                <a16:creationId xmlns:a16="http://schemas.microsoft.com/office/drawing/2014/main" id="{65BB85E4-FADD-4019-B75F-48AAA1B24BF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3" name="TextBox 12">
            <a:extLst>
              <a:ext uri="{FF2B5EF4-FFF2-40B4-BE49-F238E27FC236}">
                <a16:creationId xmlns:a16="http://schemas.microsoft.com/office/drawing/2014/main" id="{CE304979-6330-40A7-B6E1-890705C9628F}"/>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dirty="0">
                <a:solidFill>
                  <a:schemeClr val="tx1">
                    <a:alpha val="75000"/>
                  </a:schemeClr>
                </a:solidFill>
              </a:rPr>
              <a:t>Copyright © 2021 Accenture. All rights reserved. Confidential – H&amp;M Group and Accenture.</a:t>
            </a:r>
            <a:endParaRPr lang="en-US" noProof="0" dirty="0">
              <a:solidFill>
                <a:schemeClr val="tx1">
                  <a:alpha val="75000"/>
                </a:schemeClr>
              </a:solidFill>
            </a:endParaRPr>
          </a:p>
        </p:txBody>
      </p:sp>
      <p:pic>
        <p:nvPicPr>
          <p:cNvPr id="8" name="Picture 7">
            <a:extLst>
              <a:ext uri="{FF2B5EF4-FFF2-40B4-BE49-F238E27FC236}">
                <a16:creationId xmlns:a16="http://schemas.microsoft.com/office/drawing/2014/main" id="{A7884897-4526-491A-A73C-BB35AF9319B9}"/>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401818170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6.a Title and Content - Dark">
    <p:bg>
      <p:bgPr>
        <a:solidFill>
          <a:schemeClr val="accent3"/>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19204F1-BD1B-62F3-C56A-0AD089188CBA}"/>
              </a:ext>
            </a:extLst>
          </p:cNvPr>
          <p:cNvGraphicFramePr>
            <a:graphicFrameLocks noChangeAspect="1"/>
          </p:cNvGraphicFramePr>
          <p:nvPr userDrawn="1">
            <p:custDataLst>
              <p:tags r:id="rId1"/>
            </p:custDataLst>
            <p:extLst>
              <p:ext uri="{D42A27DB-BD31-4B8C-83A1-F6EECF244321}">
                <p14:modId xmlns:p14="http://schemas.microsoft.com/office/powerpoint/2010/main" val="40232565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think-cell data - do not delete" hidden="1">
                        <a:extLst>
                          <a:ext uri="{FF2B5EF4-FFF2-40B4-BE49-F238E27FC236}">
                            <a16:creationId xmlns:a16="http://schemas.microsoft.com/office/drawing/2014/main" id="{119204F1-BD1B-62F3-C56A-0AD089188CB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1">
            <a:extLst>
              <a:ext uri="{FF2B5EF4-FFF2-40B4-BE49-F238E27FC236}">
                <a16:creationId xmlns:a16="http://schemas.microsoft.com/office/drawing/2014/main" id="{86D4EA4B-84F0-4EB3-B6B4-6EAB903D2C21}"/>
              </a:ext>
            </a:extLst>
          </p:cNvPr>
          <p:cNvSpPr>
            <a:spLocks noGrp="1"/>
          </p:cNvSpPr>
          <p:nvPr>
            <p:ph type="title" hasCustomPrompt="1"/>
          </p:nvPr>
        </p:nvSpPr>
        <p:spPr>
          <a:xfrm>
            <a:off x="381000" y="381000"/>
            <a:ext cx="11430000" cy="990600"/>
          </a:xfrm>
        </p:spPr>
        <p:txBody>
          <a:bodyPr vert="horz"/>
          <a:lstStyle>
            <a:lvl1pPr rtl="0">
              <a:defRPr sz="3600"/>
            </a:lvl1pPr>
          </a:lstStyle>
          <a:p>
            <a:r>
              <a:rPr lang="en-US" dirty="0"/>
              <a:t>Place headline here (36pt, min 30pt)</a:t>
            </a:r>
          </a:p>
        </p:txBody>
      </p:sp>
      <p:sp>
        <p:nvSpPr>
          <p:cNvPr id="5" name="Content Placeholder 7">
            <a:extLst>
              <a:ext uri="{FF2B5EF4-FFF2-40B4-BE49-F238E27FC236}">
                <a16:creationId xmlns:a16="http://schemas.microsoft.com/office/drawing/2014/main" id="{6DFCE48E-1DF3-48D6-BD43-BA3B9CE95A05}"/>
              </a:ext>
            </a:extLst>
          </p:cNvPr>
          <p:cNvSpPr>
            <a:spLocks noGrp="1"/>
          </p:cNvSpPr>
          <p:nvPr>
            <p:ph sz="quarter" idx="10" hasCustomPrompt="1"/>
          </p:nvPr>
        </p:nvSpPr>
        <p:spPr>
          <a:xfrm>
            <a:off x="381001" y="1371601"/>
            <a:ext cx="11430000" cy="4940300"/>
          </a:xfrm>
        </p:spPr>
        <p:txBody>
          <a:bodyPr/>
          <a:lstStyle>
            <a:lvl1pPr rtl="0">
              <a:defRPr/>
            </a:lvl1pPr>
            <a:lvl2pPr rtl="0">
              <a:defRPr/>
            </a:lvl2pPr>
            <a:lvl3pPr rtl="0">
              <a:defRPr/>
            </a:lvl3pPr>
            <a:lvl4pPr rtl="0">
              <a:defRPr/>
            </a:lvl4pPr>
            <a:lvl5pPr rtl="0">
              <a:defRPr/>
            </a:lvl5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a:extLst>
              <a:ext uri="{FF2B5EF4-FFF2-40B4-BE49-F238E27FC236}">
                <a16:creationId xmlns:a16="http://schemas.microsoft.com/office/drawing/2014/main" id="{22122DB9-946D-4FF1-AC88-14F597202F0B}"/>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85542369"/>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Master Layou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5FB1F8B-8A52-146E-5049-F7BC82012592}"/>
              </a:ext>
            </a:extLst>
          </p:cNvPr>
          <p:cNvGraphicFramePr>
            <a:graphicFrameLocks noChangeAspect="1"/>
          </p:cNvGraphicFramePr>
          <p:nvPr userDrawn="1">
            <p:custDataLst>
              <p:tags r:id="rId1"/>
            </p:custDataLst>
            <p:extLst>
              <p:ext uri="{D42A27DB-BD31-4B8C-83A1-F6EECF244321}">
                <p14:modId xmlns:p14="http://schemas.microsoft.com/office/powerpoint/2010/main" val="3008355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9" imgH="499" progId="TCLayout.ActiveDocument.1">
                  <p:embed/>
                </p:oleObj>
              </mc:Choice>
              <mc:Fallback>
                <p:oleObj name="think-cell Slide" r:id="rId3" imgW="499" imgH="499" progId="TCLayout.ActiveDocument.1">
                  <p:embed/>
                  <p:pic>
                    <p:nvPicPr>
                      <p:cNvPr id="5" name="think-cell data - do not delete" hidden="1">
                        <a:extLst>
                          <a:ext uri="{FF2B5EF4-FFF2-40B4-BE49-F238E27FC236}">
                            <a16:creationId xmlns:a16="http://schemas.microsoft.com/office/drawing/2014/main" id="{25FB1F8B-8A52-146E-5049-F7BC8201259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1">
            <a:extLst>
              <a:ext uri="{FF2B5EF4-FFF2-40B4-BE49-F238E27FC236}">
                <a16:creationId xmlns:a16="http://schemas.microsoft.com/office/drawing/2014/main" id="{9EAD9AED-9987-4CE9-B39D-B256B46200E0}"/>
              </a:ext>
            </a:extLst>
          </p:cNvPr>
          <p:cNvSpPr>
            <a:spLocks noGrp="1"/>
          </p:cNvSpPr>
          <p:nvPr>
            <p:ph type="title" hasCustomPrompt="1"/>
          </p:nvPr>
        </p:nvSpPr>
        <p:spPr>
          <a:xfrm>
            <a:off x="381000" y="381000"/>
            <a:ext cx="11430000" cy="882312"/>
          </a:xfrm>
        </p:spPr>
        <p:txBody>
          <a:bodyPr vert="horz"/>
          <a:lstStyle>
            <a:lvl1pPr rtl="0">
              <a:defRPr sz="3200"/>
            </a:lvl1pPr>
          </a:lstStyle>
          <a:p>
            <a:r>
              <a:rPr lang="en-US" dirty="0"/>
              <a:t>Place headline here (36pt, min 30pt)</a:t>
            </a:r>
          </a:p>
        </p:txBody>
      </p:sp>
      <p:sp>
        <p:nvSpPr>
          <p:cNvPr id="4" name="Text Placeholder 3">
            <a:extLst>
              <a:ext uri="{FF2B5EF4-FFF2-40B4-BE49-F238E27FC236}">
                <a16:creationId xmlns:a16="http://schemas.microsoft.com/office/drawing/2014/main" id="{10B59D74-4DC0-40E2-B20A-FB7DC1FBBC8F}"/>
              </a:ext>
            </a:extLst>
          </p:cNvPr>
          <p:cNvSpPr>
            <a:spLocks noGrp="1"/>
          </p:cNvSpPr>
          <p:nvPr>
            <p:ph type="body" sz="quarter" idx="10" hasCustomPrompt="1"/>
          </p:nvPr>
        </p:nvSpPr>
        <p:spPr>
          <a:xfrm>
            <a:off x="381000" y="1263312"/>
            <a:ext cx="11430000" cy="345233"/>
          </a:xfrm>
        </p:spPr>
        <p:txBody>
          <a:bodyPr/>
          <a:lstStyle>
            <a:lvl1pPr rtl="0">
              <a:defRPr>
                <a:solidFill>
                  <a:schemeClr val="accent1"/>
                </a:solidFill>
                <a:latin typeface="GT Sectra Fine"/>
              </a:defRPr>
            </a:lvl1pPr>
            <a:lvl2pPr marL="0" indent="0">
              <a:buNone/>
              <a:defRPr/>
            </a:lvl2pPr>
          </a:lstStyle>
          <a:p>
            <a:pPr lvl="0"/>
            <a:r>
              <a:rPr lang="en-US" dirty="0"/>
              <a:t>Place subtitle here</a:t>
            </a:r>
          </a:p>
        </p:txBody>
      </p:sp>
      <p:sp>
        <p:nvSpPr>
          <p:cNvPr id="18" name="TextBox 17">
            <a:extLst>
              <a:ext uri="{FF2B5EF4-FFF2-40B4-BE49-F238E27FC236}">
                <a16:creationId xmlns:a16="http://schemas.microsoft.com/office/drawing/2014/main" id="{05E67978-A09C-38CC-9BFA-61FD43131B3E}"/>
              </a:ext>
            </a:extLst>
          </p:cNvPr>
          <p:cNvSpPr txBox="1"/>
          <p:nvPr userDrawn="1"/>
        </p:nvSpPr>
        <p:spPr>
          <a:xfrm rot="2128872">
            <a:off x="10433098" y="920718"/>
            <a:ext cx="1761278" cy="842816"/>
          </a:xfrm>
          <a:prstGeom prst="rect">
            <a:avLst/>
          </a:prstGeom>
          <a:noFill/>
        </p:spPr>
        <p:txBody>
          <a:bodyPr wrap="square" lIns="0" tIns="0" rIns="0" bIns="0" rtlCol="0">
            <a:noAutofit/>
          </a:bodyPr>
          <a:lstStyle/>
          <a:p>
            <a:pPr algn="ctr" defTabSz="228600">
              <a:spcAft>
                <a:spcPts val="1200"/>
              </a:spcAft>
            </a:pPr>
            <a:r>
              <a:rPr lang="en-US" sz="1600" noProof="0" dirty="0">
                <a:solidFill>
                  <a:schemeClr val="accent4"/>
                </a:solidFill>
              </a:rPr>
              <a:t>INTIAL BACKGROUND</a:t>
            </a:r>
          </a:p>
        </p:txBody>
      </p:sp>
    </p:spTree>
    <p:extLst>
      <p:ext uri="{BB962C8B-B14F-4D97-AF65-F5344CB8AC3E}">
        <p14:creationId xmlns:p14="http://schemas.microsoft.com/office/powerpoint/2010/main" val="359849139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6.b Title and Content - Light">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6058D3B-0C76-16F6-B8C2-7108967FEFEF}"/>
              </a:ext>
            </a:extLst>
          </p:cNvPr>
          <p:cNvGraphicFramePr>
            <a:graphicFrameLocks noChangeAspect="1"/>
          </p:cNvGraphicFramePr>
          <p:nvPr userDrawn="1">
            <p:custDataLst>
              <p:tags r:id="rId1"/>
            </p:custDataLst>
            <p:extLst>
              <p:ext uri="{D42A27DB-BD31-4B8C-83A1-F6EECF244321}">
                <p14:modId xmlns:p14="http://schemas.microsoft.com/office/powerpoint/2010/main" val="33807083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86058D3B-0C76-16F6-B8C2-7108967FEFE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90600"/>
          </a:xfrm>
        </p:spPr>
        <p:txBody>
          <a:bodyPr vert="horz"/>
          <a:lstStyle>
            <a:lvl1pPr rtl="0">
              <a:defRPr sz="3600"/>
            </a:lvl1pPr>
          </a:lstStyle>
          <a:p>
            <a:r>
              <a:rPr lang="en-US" dirty="0"/>
              <a:t>Place headline here (36pt, min 30pt)</a:t>
            </a:r>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371601"/>
            <a:ext cx="11430000" cy="4940300"/>
          </a:xfrm>
        </p:spPr>
        <p:txBody>
          <a:bodyPr/>
          <a:lstStyle>
            <a:lvl1pPr rtl="0">
              <a:defRPr/>
            </a:lvl1pPr>
            <a:lvl2pPr rtl="0">
              <a:defRPr/>
            </a:lvl2pPr>
            <a:lvl3pPr rtl="0">
              <a:defRPr/>
            </a:lvl3pPr>
            <a:lvl4pPr rtl="0">
              <a:defRPr/>
            </a:lvl4pPr>
            <a:lvl5pPr rtl="0">
              <a:defRPr/>
            </a:lvl5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83385989"/>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6.c Title only - Light">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1905584-FC98-8DF7-1FDD-01F2249D7FB0}"/>
              </a:ext>
            </a:extLst>
          </p:cNvPr>
          <p:cNvGraphicFramePr>
            <a:graphicFrameLocks noChangeAspect="1"/>
          </p:cNvGraphicFramePr>
          <p:nvPr userDrawn="1">
            <p:custDataLst>
              <p:tags r:id="rId1"/>
            </p:custDataLst>
            <p:extLst>
              <p:ext uri="{D42A27DB-BD31-4B8C-83A1-F6EECF244321}">
                <p14:modId xmlns:p14="http://schemas.microsoft.com/office/powerpoint/2010/main" val="30203752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81905584-FC98-8DF7-1FDD-01F2249D7FB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1">
            <a:extLst>
              <a:ext uri="{FF2B5EF4-FFF2-40B4-BE49-F238E27FC236}">
                <a16:creationId xmlns:a16="http://schemas.microsoft.com/office/drawing/2014/main" id="{9EAD9AED-9987-4CE9-B39D-B256B46200E0}"/>
              </a:ext>
            </a:extLst>
          </p:cNvPr>
          <p:cNvSpPr>
            <a:spLocks noGrp="1"/>
          </p:cNvSpPr>
          <p:nvPr>
            <p:ph type="title" hasCustomPrompt="1"/>
          </p:nvPr>
        </p:nvSpPr>
        <p:spPr>
          <a:xfrm>
            <a:off x="381000" y="381000"/>
            <a:ext cx="11430000" cy="990600"/>
          </a:xfrm>
        </p:spPr>
        <p:txBody>
          <a:bodyPr vert="horz"/>
          <a:lstStyle>
            <a:lvl1pPr rtl="0">
              <a:defRPr sz="3600"/>
            </a:lvl1pPr>
          </a:lstStyle>
          <a:p>
            <a:r>
              <a:rPr lang="en-US" dirty="0"/>
              <a:t>Place headline here (36pt, min 30pt)</a:t>
            </a:r>
          </a:p>
        </p:txBody>
      </p:sp>
    </p:spTree>
    <p:extLst>
      <p:ext uri="{BB962C8B-B14F-4D97-AF65-F5344CB8AC3E}">
        <p14:creationId xmlns:p14="http://schemas.microsoft.com/office/powerpoint/2010/main" val="381511147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6.d Blank ">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525918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6.e Columns 2 - Headline + GT Sectr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0CEFB71-B3D9-3A83-4612-DDAA722F0A1E}"/>
              </a:ext>
            </a:extLst>
          </p:cNvPr>
          <p:cNvGraphicFramePr>
            <a:graphicFrameLocks noChangeAspect="1"/>
          </p:cNvGraphicFramePr>
          <p:nvPr userDrawn="1">
            <p:custDataLst>
              <p:tags r:id="rId1"/>
            </p:custDataLst>
            <p:extLst>
              <p:ext uri="{D42A27DB-BD31-4B8C-83A1-F6EECF244321}">
                <p14:modId xmlns:p14="http://schemas.microsoft.com/office/powerpoint/2010/main" val="37722318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F0CEFB71-B3D9-3A83-4612-DDAA722F0A1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0" y="3004457"/>
            <a:ext cx="5524500" cy="2869570"/>
          </a:xfrm>
        </p:spPr>
        <p:txBody>
          <a:bodyPr/>
          <a:lstStyle>
            <a:lvl1pPr marL="0" indent="0" rtl="0">
              <a:lnSpc>
                <a:spcPct val="90000"/>
              </a:lnSpc>
              <a:buNone/>
              <a:defRPr sz="2400">
                <a:solidFill>
                  <a:schemeClr val="accent1"/>
                </a:solidFill>
                <a:latin typeface="GT Sectra Fine" panose="00000500000000000000" pitchFamily="50" charset="0"/>
              </a:defRPr>
            </a:lvl1pPr>
            <a:lvl2pPr marL="0" indent="0" rtl="0">
              <a:buNone/>
              <a:defRPr sz="1800"/>
            </a:lvl2pPr>
            <a:lvl3pPr marL="228600" rtl="0">
              <a:buFont typeface="Arial" panose="020B0604020202020204" pitchFamily="34" charset="0"/>
              <a:buChar char="•"/>
              <a:defRPr sz="1800"/>
            </a:lvl3pPr>
            <a:lvl4pPr marL="457200" rtl="0">
              <a:buFont typeface="System Font"/>
              <a:buChar char="–"/>
              <a:defRPr sz="1600"/>
            </a:lvl4pPr>
            <a:lvl5pPr marL="685800" rtl="0">
              <a:buFont typeface="Arial" panose="020B0604020202020204" pitchFamily="34" charset="0"/>
              <a:buChar char="•"/>
              <a:defRPr sz="1600"/>
            </a:lvl5pPr>
          </a:lstStyle>
          <a:p>
            <a:pPr lvl="0"/>
            <a:r>
              <a:rPr lang="en-US" dirty="0"/>
              <a:t>Place sub-headline here in GT Sectra Fine, indent for other levels</a:t>
            </a:r>
          </a:p>
          <a:p>
            <a:pPr lvl="1"/>
            <a:r>
              <a:rPr lang="en-US" dirty="0"/>
              <a:t>Second level (text 18pt)</a:t>
            </a:r>
          </a:p>
          <a:p>
            <a:pPr lvl="2"/>
            <a:r>
              <a:rPr lang="en-US" dirty="0"/>
              <a:t>Third level bullet (bullet 18pt)</a:t>
            </a:r>
          </a:p>
          <a:p>
            <a:pPr lvl="3"/>
            <a:r>
              <a:rPr lang="en-US" dirty="0"/>
              <a:t>Fourth level bullet (bullet 16pt)</a:t>
            </a:r>
          </a:p>
          <a:p>
            <a:pPr lvl="4"/>
            <a:r>
              <a:rPr lang="en-US" dirty="0"/>
              <a:t>Fifth level bullet (bullet 16pt)</a:t>
            </a:r>
          </a:p>
        </p:txBody>
      </p:sp>
      <p:sp>
        <p:nvSpPr>
          <p:cNvPr id="6" name="Content Placeholder 7">
            <a:extLst>
              <a:ext uri="{FF2B5EF4-FFF2-40B4-BE49-F238E27FC236}">
                <a16:creationId xmlns:a16="http://schemas.microsoft.com/office/drawing/2014/main" id="{CC1513EB-EC9B-9B42-BA12-BC659505A768}"/>
              </a:ext>
            </a:extLst>
          </p:cNvPr>
          <p:cNvSpPr>
            <a:spLocks noGrp="1"/>
          </p:cNvSpPr>
          <p:nvPr>
            <p:ph sz="quarter" idx="10" hasCustomPrompt="1"/>
          </p:nvPr>
        </p:nvSpPr>
        <p:spPr>
          <a:xfrm>
            <a:off x="6286499" y="1371601"/>
            <a:ext cx="5524500" cy="4502426"/>
          </a:xfrm>
        </p:spPr>
        <p:txBody>
          <a:bodyPr/>
          <a:lstStyle>
            <a:lvl1pPr rtl="0">
              <a:defRPr/>
            </a:lvl1pPr>
            <a:lvl2pPr rtl="0">
              <a:defRPr/>
            </a:lvl2pPr>
            <a:lvl3pPr rtl="0">
              <a:defRPr/>
            </a:lvl3pPr>
            <a:lvl4pPr rtl="0">
              <a:defRPr/>
            </a:lvl4pPr>
            <a:lvl5pPr rtl="0">
              <a:defRPr/>
            </a:lvl5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1371601"/>
            <a:ext cx="5524499" cy="1632856"/>
          </a:xfrm>
        </p:spPr>
        <p:txBody>
          <a:bodyPr vert="horz"/>
          <a:lstStyle>
            <a:lvl1pPr rtl="0">
              <a:defRPr/>
            </a:lvl1pPr>
          </a:lstStyle>
          <a:p>
            <a:r>
              <a:rPr lang="en-US" dirty="0"/>
              <a:t>Place headline here (36pt, min 30pt)</a:t>
            </a:r>
          </a:p>
        </p:txBody>
      </p:sp>
    </p:spTree>
    <p:extLst>
      <p:ext uri="{BB962C8B-B14F-4D97-AF65-F5344CB8AC3E}">
        <p14:creationId xmlns:p14="http://schemas.microsoft.com/office/powerpoint/2010/main" val="391352167"/>
      </p:ext>
    </p:extLst>
  </p:cSld>
  <p:clrMapOvr>
    <a:masterClrMapping/>
  </p:clrMapOvr>
  <p:extLst>
    <p:ext uri="{DCECCB84-F9BA-43D5-87BE-67443E8EF086}">
      <p15:sldGuideLst xmlns:p15="http://schemas.microsoft.com/office/powerpoint/2012/main">
        <p15:guide id="1" orient="horz" pos="864">
          <p15:clr>
            <a:srgbClr val="5ACBF0"/>
          </p15:clr>
        </p15:guide>
        <p15:guide id="2" pos="3720">
          <p15:clr>
            <a:srgbClr val="5ACBF0"/>
          </p15:clr>
        </p15:guide>
        <p15:guide id="3" pos="3960">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6.f Columns 2 - Headline + Conten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BB7D0A1-F310-6E21-6534-6A0261D5DFE5}"/>
              </a:ext>
            </a:extLst>
          </p:cNvPr>
          <p:cNvGraphicFramePr>
            <a:graphicFrameLocks noChangeAspect="1"/>
          </p:cNvGraphicFramePr>
          <p:nvPr userDrawn="1">
            <p:custDataLst>
              <p:tags r:id="rId1"/>
            </p:custDataLst>
            <p:extLst>
              <p:ext uri="{D42A27DB-BD31-4B8C-83A1-F6EECF244321}">
                <p14:modId xmlns:p14="http://schemas.microsoft.com/office/powerpoint/2010/main" val="30139887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2BB7D0A1-F310-6E21-6534-6A0261D5DF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p:spPr>
        <p:txBody>
          <a:bodyPr vert="horz"/>
          <a:lstStyle>
            <a:lvl1pPr rtl="0">
              <a:defRPr/>
            </a:lvl1pPr>
          </a:lstStyle>
          <a:p>
            <a:r>
              <a:rPr lang="en-US" dirty="0"/>
              <a:t>Place headline here (36pt, min 30pt)</a:t>
            </a:r>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1371601"/>
            <a:ext cx="552450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 24pt</a:t>
            </a:r>
          </a:p>
        </p:txBody>
      </p:sp>
      <p:sp>
        <p:nvSpPr>
          <p:cNvPr id="13" name="Text Placeholder 2">
            <a:extLst>
              <a:ext uri="{FF2B5EF4-FFF2-40B4-BE49-F238E27FC236}">
                <a16:creationId xmlns:a16="http://schemas.microsoft.com/office/drawing/2014/main" id="{EDE1E44A-D007-46D2-9E20-283025607FF2}"/>
              </a:ext>
            </a:extLst>
          </p:cNvPr>
          <p:cNvSpPr>
            <a:spLocks noGrp="1"/>
          </p:cNvSpPr>
          <p:nvPr>
            <p:ph type="body" idx="14" hasCustomPrompt="1"/>
          </p:nvPr>
        </p:nvSpPr>
        <p:spPr>
          <a:xfrm>
            <a:off x="6286499" y="1371601"/>
            <a:ext cx="552450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 24pt</a:t>
            </a:r>
          </a:p>
        </p:txBody>
      </p:sp>
      <p:sp>
        <p:nvSpPr>
          <p:cNvPr id="18" name="Text Placeholder 2">
            <a:extLst>
              <a:ext uri="{FF2B5EF4-FFF2-40B4-BE49-F238E27FC236}">
                <a16:creationId xmlns:a16="http://schemas.microsoft.com/office/drawing/2014/main" id="{6B6533C5-6F53-46C1-904B-4A15BC734E7D}"/>
              </a:ext>
            </a:extLst>
          </p:cNvPr>
          <p:cNvSpPr>
            <a:spLocks noGrp="1"/>
          </p:cNvSpPr>
          <p:nvPr>
            <p:ph type="body" idx="16" hasCustomPrompt="1"/>
          </p:nvPr>
        </p:nvSpPr>
        <p:spPr>
          <a:xfrm>
            <a:off x="381000" y="5874026"/>
            <a:ext cx="5524500" cy="437873"/>
          </a:xfrm>
        </p:spPr>
        <p:txBody>
          <a:bodyPr anchor="t"/>
          <a:lstStyle>
            <a:lvl1pPr marL="0" indent="0" defTabSz="228600" rtl="0">
              <a:lnSpc>
                <a:spcPct val="90000"/>
              </a:lnSpc>
              <a:spcAft>
                <a:spcPts val="0"/>
              </a:spcAft>
              <a:buFont typeface="Arial" panose="020B0604020202020204" pitchFamily="34" charset="0"/>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more info here 12pt</a:t>
            </a:r>
          </a:p>
        </p:txBody>
      </p:sp>
      <p:sp>
        <p:nvSpPr>
          <p:cNvPr id="21" name="Text Placeholder 2">
            <a:extLst>
              <a:ext uri="{FF2B5EF4-FFF2-40B4-BE49-F238E27FC236}">
                <a16:creationId xmlns:a16="http://schemas.microsoft.com/office/drawing/2014/main" id="{842901BF-D744-42DD-805A-32CB37B9D8BC}"/>
              </a:ext>
            </a:extLst>
          </p:cNvPr>
          <p:cNvSpPr>
            <a:spLocks noGrp="1"/>
          </p:cNvSpPr>
          <p:nvPr>
            <p:ph type="body" idx="17" hasCustomPrompt="1"/>
          </p:nvPr>
        </p:nvSpPr>
        <p:spPr>
          <a:xfrm>
            <a:off x="6286499" y="5874026"/>
            <a:ext cx="5524500" cy="437873"/>
          </a:xfrm>
        </p:spPr>
        <p:txBody>
          <a:bodyPr vert="horz" lIns="0" tIns="0" rIns="0" bIns="0" rtlCol="0" anchor="t">
            <a:noAutofit/>
          </a:bodyPr>
          <a:lstStyle>
            <a:lvl1pPr marL="0" indent="0" defTabSz="228600" rtl="0">
              <a:buNone/>
              <a:defRPr lang="en-US" sz="1200" dirty="0"/>
            </a:lvl1pPr>
          </a:lstStyle>
          <a:p>
            <a:pPr lvl="0"/>
            <a:r>
              <a:rPr lang="en-US" dirty="0"/>
              <a:t>Place more info here 12pt</a:t>
            </a:r>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2194561"/>
            <a:ext cx="5524499" cy="3679465"/>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2194561"/>
            <a:ext cx="5524499" cy="3679465"/>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Tree>
    <p:extLst>
      <p:ext uri="{BB962C8B-B14F-4D97-AF65-F5344CB8AC3E}">
        <p14:creationId xmlns:p14="http://schemas.microsoft.com/office/powerpoint/2010/main" val="735805276"/>
      </p:ext>
    </p:extLst>
  </p:cSld>
  <p:clrMapOvr>
    <a:masterClrMapping/>
  </p:clrMapOvr>
  <p:extLst>
    <p:ext uri="{DCECCB84-F9BA-43D5-87BE-67443E8EF086}">
      <p15:sldGuideLst xmlns:p15="http://schemas.microsoft.com/office/powerpoint/2012/main">
        <p15:guide id="1" orient="horz" pos="864">
          <p15:clr>
            <a:srgbClr val="5ACBF0"/>
          </p15:clr>
        </p15:guide>
        <p15:guide id="2" pos="3720">
          <p15:clr>
            <a:srgbClr val="5ACBF0"/>
          </p15:clr>
        </p15:guide>
        <p15:guide id="3" pos="3960">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6.g Columns 3 - Lis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0A0BDA7-A971-67D8-2D79-5E8EBAF5F2E7}"/>
              </a:ext>
            </a:extLst>
          </p:cNvPr>
          <p:cNvGraphicFramePr>
            <a:graphicFrameLocks noChangeAspect="1"/>
          </p:cNvGraphicFramePr>
          <p:nvPr userDrawn="1">
            <p:custDataLst>
              <p:tags r:id="rId1"/>
            </p:custDataLst>
            <p:extLst>
              <p:ext uri="{D42A27DB-BD31-4B8C-83A1-F6EECF244321}">
                <p14:modId xmlns:p14="http://schemas.microsoft.com/office/powerpoint/2010/main" val="30249753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20A0BDA7-A971-67D8-2D79-5E8EBAF5F2E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p:spPr>
        <p:txBody>
          <a:bodyPr vert="horz"/>
          <a:lstStyle>
            <a:lvl1pPr rtl="0">
              <a:defRPr/>
            </a:lvl1pPr>
          </a:lstStyle>
          <a:p>
            <a:r>
              <a:rPr lang="en-US" dirty="0"/>
              <a:t>Place headline here (36pt, min 30pt)</a:t>
            </a:r>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355600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4" name="Content Placeholder 3">
            <a:extLst>
              <a:ext uri="{FF2B5EF4-FFF2-40B4-BE49-F238E27FC236}">
                <a16:creationId xmlns:a16="http://schemas.microsoft.com/office/drawing/2014/main" id="{02BA4C27-1C65-4465-A8B1-ACE92701B4D0}"/>
              </a:ext>
            </a:extLst>
          </p:cNvPr>
          <p:cNvSpPr>
            <a:spLocks noGrp="1"/>
          </p:cNvSpPr>
          <p:nvPr>
            <p:ph sz="half" idx="2" hasCustomPrompt="1"/>
          </p:nvPr>
        </p:nvSpPr>
        <p:spPr>
          <a:xfrm>
            <a:off x="381000" y="3108960"/>
            <a:ext cx="3556000"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3556000"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318000" y="2286000"/>
            <a:ext cx="355600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23" name="Content Placeholder 3">
            <a:extLst>
              <a:ext uri="{FF2B5EF4-FFF2-40B4-BE49-F238E27FC236}">
                <a16:creationId xmlns:a16="http://schemas.microsoft.com/office/drawing/2014/main" id="{DB26F5FE-8482-4C00-99C1-3FC3BEEE82C8}"/>
              </a:ext>
            </a:extLst>
          </p:cNvPr>
          <p:cNvSpPr>
            <a:spLocks noGrp="1"/>
          </p:cNvSpPr>
          <p:nvPr>
            <p:ph sz="half" idx="20" hasCustomPrompt="1"/>
          </p:nvPr>
        </p:nvSpPr>
        <p:spPr>
          <a:xfrm>
            <a:off x="4318000" y="3108960"/>
            <a:ext cx="3556000"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lang="en-US" sz="1200" kern="1200" dirty="0">
                <a:solidFill>
                  <a:schemeClr val="tx1"/>
                </a:solidFill>
                <a:latin typeface="+mn-lt"/>
                <a:ea typeface="+mn-ea"/>
                <a:cs typeface="+mn-cs"/>
              </a:defRPr>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dirty="0"/>
              <a:t>Sixth level</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318000" y="1828800"/>
            <a:ext cx="3556000"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286000"/>
            <a:ext cx="355600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26" name="Content Placeholder 3">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08960"/>
            <a:ext cx="3556000"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lang="en-US" sz="1200" kern="1200" dirty="0">
                <a:solidFill>
                  <a:schemeClr val="tx1"/>
                </a:solidFill>
                <a:latin typeface="+mn-lt"/>
                <a:ea typeface="+mn-ea"/>
                <a:cs typeface="+mn-cs"/>
              </a:defRPr>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dirty="0"/>
              <a:t>Sixth level</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28800"/>
            <a:ext cx="3556000"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Tree>
    <p:extLst>
      <p:ext uri="{BB962C8B-B14F-4D97-AF65-F5344CB8AC3E}">
        <p14:creationId xmlns:p14="http://schemas.microsoft.com/office/powerpoint/2010/main" val="4289665257"/>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6.h Columns 4 - Lis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232F55C-AD07-A6FB-DE6E-C5C05E1D4778}"/>
              </a:ext>
            </a:extLst>
          </p:cNvPr>
          <p:cNvGraphicFramePr>
            <a:graphicFrameLocks noChangeAspect="1"/>
          </p:cNvGraphicFramePr>
          <p:nvPr userDrawn="1">
            <p:custDataLst>
              <p:tags r:id="rId1"/>
            </p:custDataLst>
            <p:extLst>
              <p:ext uri="{D42A27DB-BD31-4B8C-83A1-F6EECF244321}">
                <p14:modId xmlns:p14="http://schemas.microsoft.com/office/powerpoint/2010/main" val="25741103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D232F55C-AD07-A6FB-DE6E-C5C05E1D477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p:spPr>
        <p:txBody>
          <a:bodyPr vert="horz"/>
          <a:lstStyle>
            <a:lvl1pPr rtl="0">
              <a:defRPr/>
            </a:lvl1pPr>
          </a:lstStyle>
          <a:p>
            <a:r>
              <a:rPr lang="en-US" dirty="0"/>
              <a:t>Place headline here (36pt, min 30pt)</a:t>
            </a:r>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2571749"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2571749"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3333750" y="2286000"/>
            <a:ext cx="257175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3333750" y="1828800"/>
            <a:ext cx="2571750"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6286500" y="2286000"/>
            <a:ext cx="257175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6286500" y="1828800"/>
            <a:ext cx="2571750"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18" name="Text Placeholder 2">
            <a:extLst>
              <a:ext uri="{FF2B5EF4-FFF2-40B4-BE49-F238E27FC236}">
                <a16:creationId xmlns:a16="http://schemas.microsoft.com/office/drawing/2014/main" id="{6973701C-90E3-449B-A44A-0C66B0945601}"/>
              </a:ext>
            </a:extLst>
          </p:cNvPr>
          <p:cNvSpPr>
            <a:spLocks noGrp="1"/>
          </p:cNvSpPr>
          <p:nvPr>
            <p:ph type="body" idx="25" hasCustomPrompt="1"/>
          </p:nvPr>
        </p:nvSpPr>
        <p:spPr>
          <a:xfrm>
            <a:off x="9239250" y="2286000"/>
            <a:ext cx="257175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21" name="Text Placeholder 2">
            <a:extLst>
              <a:ext uri="{FF2B5EF4-FFF2-40B4-BE49-F238E27FC236}">
                <a16:creationId xmlns:a16="http://schemas.microsoft.com/office/drawing/2014/main" id="{D6CB018D-34A3-4417-AE76-9BB3793F0332}"/>
              </a:ext>
            </a:extLst>
          </p:cNvPr>
          <p:cNvSpPr>
            <a:spLocks noGrp="1"/>
          </p:cNvSpPr>
          <p:nvPr>
            <p:ph type="body" idx="27" hasCustomPrompt="1"/>
          </p:nvPr>
        </p:nvSpPr>
        <p:spPr>
          <a:xfrm>
            <a:off x="9239250" y="1828800"/>
            <a:ext cx="2571750"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16" name="Content Placeholder 3">
            <a:extLst>
              <a:ext uri="{FF2B5EF4-FFF2-40B4-BE49-F238E27FC236}">
                <a16:creationId xmlns:a16="http://schemas.microsoft.com/office/drawing/2014/main" id="{3BDC2B1A-D3A0-C04B-AEDB-0389C637EF1A}"/>
              </a:ext>
            </a:extLst>
          </p:cNvPr>
          <p:cNvSpPr>
            <a:spLocks noGrp="1"/>
          </p:cNvSpPr>
          <p:nvPr>
            <p:ph sz="half" idx="28" hasCustomPrompt="1"/>
          </p:nvPr>
        </p:nvSpPr>
        <p:spPr>
          <a:xfrm>
            <a:off x="381000" y="3108960"/>
            <a:ext cx="2571749"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7" name="Content Placeholder 3">
            <a:extLst>
              <a:ext uri="{FF2B5EF4-FFF2-40B4-BE49-F238E27FC236}">
                <a16:creationId xmlns:a16="http://schemas.microsoft.com/office/drawing/2014/main" id="{40F6CE73-9C88-264F-A7F2-A3D2B2D1938B}"/>
              </a:ext>
            </a:extLst>
          </p:cNvPr>
          <p:cNvSpPr>
            <a:spLocks noGrp="1"/>
          </p:cNvSpPr>
          <p:nvPr>
            <p:ph sz="half" idx="29" hasCustomPrompt="1"/>
          </p:nvPr>
        </p:nvSpPr>
        <p:spPr>
          <a:xfrm>
            <a:off x="3333751" y="3108960"/>
            <a:ext cx="2571749"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8" name="Content Placeholder 3">
            <a:extLst>
              <a:ext uri="{FF2B5EF4-FFF2-40B4-BE49-F238E27FC236}">
                <a16:creationId xmlns:a16="http://schemas.microsoft.com/office/drawing/2014/main" id="{5F289FE6-F2A2-784D-9D31-047C10F04CDF}"/>
              </a:ext>
            </a:extLst>
          </p:cNvPr>
          <p:cNvSpPr>
            <a:spLocks noGrp="1"/>
          </p:cNvSpPr>
          <p:nvPr>
            <p:ph sz="half" idx="30" hasCustomPrompt="1"/>
          </p:nvPr>
        </p:nvSpPr>
        <p:spPr>
          <a:xfrm>
            <a:off x="6286501" y="3108960"/>
            <a:ext cx="2571749"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9" name="Content Placeholder 3">
            <a:extLst>
              <a:ext uri="{FF2B5EF4-FFF2-40B4-BE49-F238E27FC236}">
                <a16:creationId xmlns:a16="http://schemas.microsoft.com/office/drawing/2014/main" id="{A079B5C1-1D0F-8F40-A376-4AE3B49D1B5A}"/>
              </a:ext>
            </a:extLst>
          </p:cNvPr>
          <p:cNvSpPr>
            <a:spLocks noGrp="1"/>
          </p:cNvSpPr>
          <p:nvPr>
            <p:ph sz="half" idx="31" hasCustomPrompt="1"/>
          </p:nvPr>
        </p:nvSpPr>
        <p:spPr>
          <a:xfrm>
            <a:off x="9239251" y="3108960"/>
            <a:ext cx="2571749"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Tree>
    <p:extLst>
      <p:ext uri="{BB962C8B-B14F-4D97-AF65-F5344CB8AC3E}">
        <p14:creationId xmlns:p14="http://schemas.microsoft.com/office/powerpoint/2010/main" val="2546762722"/>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6.i Icons 5">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7DC12558-3027-9218-7D3C-FB5F08C08C5F}"/>
              </a:ext>
            </a:extLst>
          </p:cNvPr>
          <p:cNvGraphicFramePr>
            <a:graphicFrameLocks noChangeAspect="1"/>
          </p:cNvGraphicFramePr>
          <p:nvPr userDrawn="1">
            <p:custDataLst>
              <p:tags r:id="rId1"/>
            </p:custDataLst>
            <p:extLst>
              <p:ext uri="{D42A27DB-BD31-4B8C-83A1-F6EECF244321}">
                <p14:modId xmlns:p14="http://schemas.microsoft.com/office/powerpoint/2010/main" val="30755004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7DC12558-3027-9218-7D3C-FB5F08C08C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vert="horz"/>
          <a:lstStyle>
            <a:lvl1pPr rtl="0">
              <a:defRPr sz="3600"/>
            </a:lvl1pPr>
          </a:lstStyle>
          <a:p>
            <a:r>
              <a:rPr lang="en-US" dirty="0"/>
              <a:t>Place headline here (36pt, min 30pt)</a:t>
            </a:r>
          </a:p>
        </p:txBody>
      </p:sp>
      <p:sp>
        <p:nvSpPr>
          <p:cNvPr id="15" name="Picture Placeholder 13">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713771" y="2098874"/>
            <a:ext cx="1312792" cy="1312792"/>
          </a:xfrm>
          <a:noFill/>
        </p:spPr>
        <p:txBody>
          <a:bodyPr/>
          <a:lstStyle>
            <a:lvl1pPr marL="0" indent="0" algn="ctr" rtl="0">
              <a:buFont typeface="Arial" panose="020B0604020202020204" pitchFamily="34" charset="0"/>
              <a:buNone/>
              <a:defRPr sz="1800" b="0"/>
            </a:lvl1pPr>
          </a:lstStyle>
          <a:p>
            <a:r>
              <a:rPr lang="en-US" dirty="0"/>
              <a:t>Add icon</a:t>
            </a:r>
          </a:p>
        </p:txBody>
      </p:sp>
      <p:sp>
        <p:nvSpPr>
          <p:cNvPr id="22" name="Text Placeholder 21">
            <a:extLst>
              <a:ext uri="{FF2B5EF4-FFF2-40B4-BE49-F238E27FC236}">
                <a16:creationId xmlns:a16="http://schemas.microsoft.com/office/drawing/2014/main" id="{4C854DFB-B17D-45CF-98C3-3882DBE2C32C}"/>
              </a:ext>
            </a:extLst>
          </p:cNvPr>
          <p:cNvSpPr>
            <a:spLocks noGrp="1"/>
          </p:cNvSpPr>
          <p:nvPr>
            <p:ph type="body" sz="quarter" idx="19" hasCustomPrompt="1"/>
          </p:nvPr>
        </p:nvSpPr>
        <p:spPr>
          <a:xfrm>
            <a:off x="377415" y="3898900"/>
            <a:ext cx="1985504" cy="1677926"/>
          </a:xfrm>
        </p:spPr>
        <p:txBody>
          <a:bodyPr/>
          <a:lstStyle>
            <a:lvl1pPr marL="0" indent="0" algn="ctr" rtl="0">
              <a:lnSpc>
                <a:spcPct val="90000"/>
              </a:lnSpc>
              <a:spcAft>
                <a:spcPts val="600"/>
              </a:spcAft>
              <a:buFont typeface="Arial" panose="020B0604020202020204" pitchFamily="34" charset="0"/>
              <a:buNone/>
              <a:defRPr sz="2000" b="1"/>
            </a:lvl1pPr>
            <a:lvl2pPr marL="0" indent="0" algn="ctr" rtl="0">
              <a:spcAft>
                <a:spcPts val="600"/>
              </a:spcAft>
              <a:buNone/>
              <a:defRPr sz="1600"/>
            </a:lvl2pPr>
            <a:lvl3pPr marL="0" indent="0" algn="ctr" rtl="0">
              <a:spcAft>
                <a:spcPts val="600"/>
              </a:spcAft>
              <a:buNone/>
              <a:defRPr sz="1200"/>
            </a:lvl3pPr>
            <a:lvl4pPr marL="182880" indent="-182880" algn="ctr" rtl="0">
              <a:spcAft>
                <a:spcPts val="600"/>
              </a:spcAft>
              <a:buFont typeface="Arial" panose="020B0604020202020204" pitchFamily="34" charset="0"/>
              <a:buChar char="•"/>
              <a:defRPr sz="1200"/>
            </a:lvl4pPr>
            <a:lvl5pPr>
              <a:spcAft>
                <a:spcPts val="600"/>
              </a:spcAft>
              <a:defRPr sz="1600"/>
            </a:lvl5pPr>
          </a:lstStyle>
          <a:p>
            <a:pPr lvl="0"/>
            <a:r>
              <a:rPr lang="en-US" dirty="0"/>
              <a:t>Headline</a:t>
            </a:r>
          </a:p>
          <a:p>
            <a:pPr lvl="1"/>
            <a:r>
              <a:rPr lang="en-US" dirty="0"/>
              <a:t>Details</a:t>
            </a:r>
          </a:p>
          <a:p>
            <a:pPr lvl="2"/>
            <a:r>
              <a:rPr lang="en-US" dirty="0"/>
              <a:t>More details</a:t>
            </a:r>
          </a:p>
          <a:p>
            <a:pPr lvl="3"/>
            <a:r>
              <a:rPr lang="en-US" dirty="0"/>
              <a:t>Bullet point</a:t>
            </a:r>
          </a:p>
        </p:txBody>
      </p:sp>
      <p:sp>
        <p:nvSpPr>
          <p:cNvPr id="16" name="Text Placeholder 21">
            <a:extLst>
              <a:ext uri="{FF2B5EF4-FFF2-40B4-BE49-F238E27FC236}">
                <a16:creationId xmlns:a16="http://schemas.microsoft.com/office/drawing/2014/main" id="{C5D125FD-0D25-4E65-82F5-4E18FE84E47C}"/>
              </a:ext>
            </a:extLst>
          </p:cNvPr>
          <p:cNvSpPr>
            <a:spLocks noGrp="1"/>
          </p:cNvSpPr>
          <p:nvPr>
            <p:ph type="body" sz="quarter" idx="20" hasCustomPrompt="1"/>
          </p:nvPr>
        </p:nvSpPr>
        <p:spPr>
          <a:xfrm>
            <a:off x="2739435" y="3898900"/>
            <a:ext cx="1985504" cy="1677926"/>
          </a:xfrm>
        </p:spPr>
        <p:txBody>
          <a:bodyPr/>
          <a:lstStyle>
            <a:lvl1pPr marL="0" indent="0" algn="ctr" rtl="0">
              <a:lnSpc>
                <a:spcPct val="90000"/>
              </a:lnSpc>
              <a:spcAft>
                <a:spcPts val="600"/>
              </a:spcAft>
              <a:buFont typeface="Arial" panose="020B0604020202020204" pitchFamily="34" charset="0"/>
              <a:buNone/>
              <a:defRPr sz="2000" b="1"/>
            </a:lvl1pPr>
            <a:lvl2pPr marL="0" indent="0" algn="ctr" rtl="0">
              <a:spcAft>
                <a:spcPts val="600"/>
              </a:spcAft>
              <a:buNone/>
              <a:defRPr sz="1600"/>
            </a:lvl2pPr>
            <a:lvl3pPr marL="0" indent="0" algn="ctr" rtl="0">
              <a:spcAft>
                <a:spcPts val="600"/>
              </a:spcAft>
              <a:buNone/>
              <a:defRPr sz="1200"/>
            </a:lvl3pPr>
            <a:lvl4pPr marL="182880" indent="-182880" algn="ctr" rtl="0">
              <a:spcAft>
                <a:spcPts val="600"/>
              </a:spcAft>
              <a:buFont typeface="Arial" panose="020B0604020202020204" pitchFamily="34" charset="0"/>
              <a:buChar char="•"/>
              <a:defRPr sz="1200"/>
            </a:lvl4pPr>
            <a:lvl5pPr>
              <a:spcAft>
                <a:spcPts val="600"/>
              </a:spcAft>
              <a:defRPr sz="1600"/>
            </a:lvl5pPr>
          </a:lstStyle>
          <a:p>
            <a:pPr lvl="0"/>
            <a:r>
              <a:rPr lang="en-US" dirty="0"/>
              <a:t>Headline</a:t>
            </a:r>
          </a:p>
          <a:p>
            <a:pPr lvl="1"/>
            <a:r>
              <a:rPr lang="en-US" dirty="0"/>
              <a:t>Details</a:t>
            </a:r>
          </a:p>
          <a:p>
            <a:pPr lvl="2"/>
            <a:r>
              <a:rPr lang="en-US" dirty="0"/>
              <a:t>More details</a:t>
            </a:r>
          </a:p>
          <a:p>
            <a:pPr lvl="3"/>
            <a:r>
              <a:rPr lang="en-US" dirty="0"/>
              <a:t>Bullet point</a:t>
            </a:r>
          </a:p>
        </p:txBody>
      </p:sp>
      <p:sp>
        <p:nvSpPr>
          <p:cNvPr id="21" name="Text Placeholder 21">
            <a:extLst>
              <a:ext uri="{FF2B5EF4-FFF2-40B4-BE49-F238E27FC236}">
                <a16:creationId xmlns:a16="http://schemas.microsoft.com/office/drawing/2014/main" id="{5B124AA5-6419-4552-97B5-242DA08BE730}"/>
              </a:ext>
            </a:extLst>
          </p:cNvPr>
          <p:cNvSpPr>
            <a:spLocks noGrp="1"/>
          </p:cNvSpPr>
          <p:nvPr>
            <p:ph type="body" sz="quarter" idx="21" hasCustomPrompt="1"/>
          </p:nvPr>
        </p:nvSpPr>
        <p:spPr>
          <a:xfrm>
            <a:off x="5101455" y="3898900"/>
            <a:ext cx="1985504" cy="1677926"/>
          </a:xfrm>
        </p:spPr>
        <p:txBody>
          <a:bodyPr/>
          <a:lstStyle>
            <a:lvl1pPr marL="0" indent="0" algn="ctr" rtl="0">
              <a:lnSpc>
                <a:spcPct val="90000"/>
              </a:lnSpc>
              <a:spcAft>
                <a:spcPts val="600"/>
              </a:spcAft>
              <a:buFont typeface="Arial" panose="020B0604020202020204" pitchFamily="34" charset="0"/>
              <a:buNone/>
              <a:defRPr sz="2000" b="1"/>
            </a:lvl1pPr>
            <a:lvl2pPr marL="0" indent="0" algn="ctr" rtl="0">
              <a:spcAft>
                <a:spcPts val="600"/>
              </a:spcAft>
              <a:buNone/>
              <a:defRPr sz="1600"/>
            </a:lvl2pPr>
            <a:lvl3pPr marL="0" indent="0" algn="ctr" rtl="0">
              <a:spcAft>
                <a:spcPts val="600"/>
              </a:spcAft>
              <a:buNone/>
              <a:defRPr sz="1200"/>
            </a:lvl3pPr>
            <a:lvl4pPr marL="182880" indent="-182880" algn="ctr" rtl="0">
              <a:spcAft>
                <a:spcPts val="600"/>
              </a:spcAft>
              <a:buFont typeface="Arial" panose="020B0604020202020204" pitchFamily="34" charset="0"/>
              <a:buChar char="•"/>
              <a:defRPr sz="1200"/>
            </a:lvl4pPr>
            <a:lvl5pPr>
              <a:spcAft>
                <a:spcPts val="600"/>
              </a:spcAft>
              <a:defRPr sz="1600"/>
            </a:lvl5pPr>
          </a:lstStyle>
          <a:p>
            <a:pPr lvl="0"/>
            <a:r>
              <a:rPr lang="en-US" dirty="0"/>
              <a:t>Headline</a:t>
            </a:r>
          </a:p>
          <a:p>
            <a:pPr lvl="1"/>
            <a:r>
              <a:rPr lang="en-US" dirty="0"/>
              <a:t>Details</a:t>
            </a:r>
          </a:p>
          <a:p>
            <a:pPr lvl="2"/>
            <a:r>
              <a:rPr lang="en-US" dirty="0"/>
              <a:t>More details</a:t>
            </a:r>
          </a:p>
          <a:p>
            <a:pPr lvl="3"/>
            <a:r>
              <a:rPr lang="en-US" dirty="0"/>
              <a:t>Bullet point</a:t>
            </a:r>
          </a:p>
        </p:txBody>
      </p:sp>
      <p:sp>
        <p:nvSpPr>
          <p:cNvPr id="23" name="Text Placeholder 21">
            <a:extLst>
              <a:ext uri="{FF2B5EF4-FFF2-40B4-BE49-F238E27FC236}">
                <a16:creationId xmlns:a16="http://schemas.microsoft.com/office/drawing/2014/main" id="{A378CD97-B880-4BCB-AD71-A7C1C1C84891}"/>
              </a:ext>
            </a:extLst>
          </p:cNvPr>
          <p:cNvSpPr>
            <a:spLocks noGrp="1"/>
          </p:cNvSpPr>
          <p:nvPr>
            <p:ph type="body" sz="quarter" idx="22" hasCustomPrompt="1"/>
          </p:nvPr>
        </p:nvSpPr>
        <p:spPr>
          <a:xfrm>
            <a:off x="7463475" y="3898900"/>
            <a:ext cx="1985504" cy="1677926"/>
          </a:xfrm>
        </p:spPr>
        <p:txBody>
          <a:bodyPr/>
          <a:lstStyle>
            <a:lvl1pPr marL="0" indent="0" algn="ctr" rtl="0">
              <a:lnSpc>
                <a:spcPct val="90000"/>
              </a:lnSpc>
              <a:spcAft>
                <a:spcPts val="600"/>
              </a:spcAft>
              <a:buFont typeface="Arial" panose="020B0604020202020204" pitchFamily="34" charset="0"/>
              <a:buNone/>
              <a:defRPr sz="2000" b="1"/>
            </a:lvl1pPr>
            <a:lvl2pPr marL="0" indent="0" algn="ctr" rtl="0">
              <a:spcAft>
                <a:spcPts val="600"/>
              </a:spcAft>
              <a:buNone/>
              <a:defRPr sz="1600"/>
            </a:lvl2pPr>
            <a:lvl3pPr marL="0" indent="0" algn="ctr" rtl="0">
              <a:spcAft>
                <a:spcPts val="600"/>
              </a:spcAft>
              <a:buNone/>
              <a:defRPr sz="1200"/>
            </a:lvl3pPr>
            <a:lvl4pPr marL="182880" indent="-182880" algn="ctr" rtl="0">
              <a:spcAft>
                <a:spcPts val="600"/>
              </a:spcAft>
              <a:buFont typeface="Arial" panose="020B0604020202020204" pitchFamily="34" charset="0"/>
              <a:buChar char="•"/>
              <a:defRPr sz="1200"/>
            </a:lvl4pPr>
            <a:lvl5pPr>
              <a:spcAft>
                <a:spcPts val="600"/>
              </a:spcAft>
              <a:defRPr sz="1600"/>
            </a:lvl5pPr>
          </a:lstStyle>
          <a:p>
            <a:pPr lvl="0"/>
            <a:r>
              <a:rPr lang="en-US" dirty="0"/>
              <a:t>Headline</a:t>
            </a:r>
          </a:p>
          <a:p>
            <a:pPr lvl="1"/>
            <a:r>
              <a:rPr lang="en-US" dirty="0"/>
              <a:t>Details</a:t>
            </a:r>
          </a:p>
          <a:p>
            <a:pPr lvl="2"/>
            <a:r>
              <a:rPr lang="en-US" dirty="0"/>
              <a:t>More details</a:t>
            </a:r>
          </a:p>
          <a:p>
            <a:pPr lvl="3"/>
            <a:r>
              <a:rPr lang="en-US" dirty="0"/>
              <a:t>Bullet point</a:t>
            </a:r>
          </a:p>
        </p:txBody>
      </p:sp>
      <p:sp>
        <p:nvSpPr>
          <p:cNvPr id="24" name="Text Placeholder 21">
            <a:extLst>
              <a:ext uri="{FF2B5EF4-FFF2-40B4-BE49-F238E27FC236}">
                <a16:creationId xmlns:a16="http://schemas.microsoft.com/office/drawing/2014/main" id="{82CB6C29-05E0-4B43-A2EB-22FEB969E562}"/>
              </a:ext>
            </a:extLst>
          </p:cNvPr>
          <p:cNvSpPr>
            <a:spLocks noGrp="1"/>
          </p:cNvSpPr>
          <p:nvPr>
            <p:ph type="body" sz="quarter" idx="23" hasCustomPrompt="1"/>
          </p:nvPr>
        </p:nvSpPr>
        <p:spPr>
          <a:xfrm>
            <a:off x="9825496" y="3898900"/>
            <a:ext cx="1985504" cy="1677926"/>
          </a:xfrm>
        </p:spPr>
        <p:txBody>
          <a:bodyPr/>
          <a:lstStyle>
            <a:lvl1pPr marL="0" indent="0" algn="ctr" rtl="0">
              <a:lnSpc>
                <a:spcPct val="90000"/>
              </a:lnSpc>
              <a:spcAft>
                <a:spcPts val="600"/>
              </a:spcAft>
              <a:buFont typeface="Arial" panose="020B0604020202020204" pitchFamily="34" charset="0"/>
              <a:buNone/>
              <a:defRPr sz="2000" b="1"/>
            </a:lvl1pPr>
            <a:lvl2pPr marL="0" indent="0" algn="ctr" rtl="0">
              <a:spcAft>
                <a:spcPts val="600"/>
              </a:spcAft>
              <a:buNone/>
              <a:defRPr sz="1600"/>
            </a:lvl2pPr>
            <a:lvl3pPr marL="0" indent="0" algn="ctr" rtl="0">
              <a:spcAft>
                <a:spcPts val="600"/>
              </a:spcAft>
              <a:buNone/>
              <a:defRPr sz="1200"/>
            </a:lvl3pPr>
            <a:lvl4pPr marL="182880" indent="-182880" algn="ctr" rtl="0">
              <a:spcAft>
                <a:spcPts val="600"/>
              </a:spcAft>
              <a:buFont typeface="Arial" panose="020B0604020202020204" pitchFamily="34" charset="0"/>
              <a:buChar char="•"/>
              <a:defRPr sz="1200"/>
            </a:lvl4pPr>
            <a:lvl5pPr>
              <a:spcAft>
                <a:spcPts val="600"/>
              </a:spcAft>
              <a:defRPr sz="1600"/>
            </a:lvl5pPr>
          </a:lstStyle>
          <a:p>
            <a:pPr lvl="0"/>
            <a:r>
              <a:rPr lang="en-US" dirty="0"/>
              <a:t>Headline</a:t>
            </a:r>
          </a:p>
          <a:p>
            <a:pPr lvl="1"/>
            <a:r>
              <a:rPr lang="en-US" dirty="0"/>
              <a:t>Details</a:t>
            </a:r>
          </a:p>
          <a:p>
            <a:pPr lvl="2"/>
            <a:r>
              <a:rPr lang="en-US" dirty="0"/>
              <a:t>More details</a:t>
            </a:r>
          </a:p>
          <a:p>
            <a:pPr lvl="3"/>
            <a:r>
              <a:rPr lang="en-US" dirty="0"/>
              <a:t>Bullet point</a:t>
            </a:r>
          </a:p>
        </p:txBody>
      </p:sp>
      <p:cxnSp>
        <p:nvCxnSpPr>
          <p:cNvPr id="4" name="Straight Connector 3">
            <a:extLst>
              <a:ext uri="{FF2B5EF4-FFF2-40B4-BE49-F238E27FC236}">
                <a16:creationId xmlns:a16="http://schemas.microsoft.com/office/drawing/2014/main" id="{B13EDE11-CE40-4943-AE63-A3B14CB3C037}"/>
              </a:ext>
            </a:extLst>
          </p:cNvPr>
          <p:cNvCxnSpPr>
            <a:cxnSpLocks/>
          </p:cNvCxnSpPr>
          <p:nvPr userDrawn="1"/>
        </p:nvCxnSpPr>
        <p:spPr>
          <a:xfrm>
            <a:off x="114156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D40C-58DA-45F1-8E80-6A74976C6E1E}"/>
              </a:ext>
            </a:extLst>
          </p:cNvPr>
          <p:cNvCxnSpPr/>
          <p:nvPr userDrawn="1"/>
        </p:nvCxnSpPr>
        <p:spPr>
          <a:xfrm>
            <a:off x="350358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91A22B2-C08A-41DA-ACB1-5B59B4CDA8DE}"/>
              </a:ext>
            </a:extLst>
          </p:cNvPr>
          <p:cNvCxnSpPr/>
          <p:nvPr userDrawn="1"/>
        </p:nvCxnSpPr>
        <p:spPr>
          <a:xfrm>
            <a:off x="586560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7D3E374-86AB-4A80-81AD-B09F07C51B80}"/>
              </a:ext>
            </a:extLst>
          </p:cNvPr>
          <p:cNvCxnSpPr/>
          <p:nvPr userDrawn="1"/>
        </p:nvCxnSpPr>
        <p:spPr>
          <a:xfrm>
            <a:off x="822762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A5244A-D0CA-43CB-A0DB-296A219EDC9D}"/>
              </a:ext>
            </a:extLst>
          </p:cNvPr>
          <p:cNvCxnSpPr>
            <a:cxnSpLocks/>
          </p:cNvCxnSpPr>
          <p:nvPr userDrawn="1"/>
        </p:nvCxnSpPr>
        <p:spPr>
          <a:xfrm>
            <a:off x="10589648"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Picture Placeholder 13">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3075791" y="2098874"/>
            <a:ext cx="1312792" cy="1312792"/>
          </a:xfrm>
          <a:noFill/>
        </p:spPr>
        <p:txBody>
          <a:bodyPr/>
          <a:lstStyle>
            <a:lvl1pPr marL="0" indent="0" algn="ctr" rtl="0">
              <a:buFont typeface="Arial" panose="020B0604020202020204" pitchFamily="34" charset="0"/>
              <a:buNone/>
              <a:defRPr sz="1800" b="0"/>
            </a:lvl1pPr>
          </a:lstStyle>
          <a:p>
            <a:r>
              <a:rPr lang="en-US" dirty="0"/>
              <a:t>Add icon</a:t>
            </a:r>
          </a:p>
        </p:txBody>
      </p:sp>
      <p:sp>
        <p:nvSpPr>
          <p:cNvPr id="30" name="Picture Placeholder 13">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437811" y="2098874"/>
            <a:ext cx="1312792" cy="1312792"/>
          </a:xfrm>
          <a:noFill/>
        </p:spPr>
        <p:txBody>
          <a:bodyPr/>
          <a:lstStyle>
            <a:lvl1pPr marL="0" indent="0" algn="ctr" rtl="0">
              <a:buFont typeface="Arial" panose="020B0604020202020204" pitchFamily="34" charset="0"/>
              <a:buNone/>
              <a:defRPr sz="1800" b="0"/>
            </a:lvl1pPr>
          </a:lstStyle>
          <a:p>
            <a:r>
              <a:rPr lang="en-US" dirty="0"/>
              <a:t>Add icon</a:t>
            </a:r>
          </a:p>
        </p:txBody>
      </p:sp>
      <p:sp>
        <p:nvSpPr>
          <p:cNvPr id="31" name="Picture Placeholder 13">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799831" y="2098874"/>
            <a:ext cx="1312792" cy="1312792"/>
          </a:xfrm>
          <a:noFill/>
        </p:spPr>
        <p:txBody>
          <a:bodyPr/>
          <a:lstStyle>
            <a:lvl1pPr marL="0" indent="0" algn="ctr" rtl="0">
              <a:buFont typeface="Arial" panose="020B0604020202020204" pitchFamily="34" charset="0"/>
              <a:buNone/>
              <a:defRPr sz="1800" b="0"/>
            </a:lvl1pPr>
          </a:lstStyle>
          <a:p>
            <a:r>
              <a:rPr lang="en-US" dirty="0"/>
              <a:t>Add icon</a:t>
            </a:r>
          </a:p>
        </p:txBody>
      </p:sp>
      <p:sp>
        <p:nvSpPr>
          <p:cNvPr id="32" name="Picture Placeholder 13">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161852" y="2098874"/>
            <a:ext cx="1312792" cy="1312792"/>
          </a:xfrm>
          <a:noFill/>
        </p:spPr>
        <p:txBody>
          <a:bodyPr/>
          <a:lstStyle>
            <a:lvl1pPr marL="0" indent="0" algn="ctr" rtl="0">
              <a:buFont typeface="Arial" panose="020B0604020202020204" pitchFamily="34" charset="0"/>
              <a:buNone/>
              <a:defRPr sz="1800" b="0"/>
            </a:lvl1pPr>
          </a:lstStyle>
          <a:p>
            <a:r>
              <a:rPr lang="en-US" dirty="0"/>
              <a:t>Add icon</a:t>
            </a:r>
          </a:p>
        </p:txBody>
      </p:sp>
    </p:spTree>
    <p:extLst>
      <p:ext uri="{BB962C8B-B14F-4D97-AF65-F5344CB8AC3E}">
        <p14:creationId xmlns:p14="http://schemas.microsoft.com/office/powerpoint/2010/main" val="1509155528"/>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7.a Team 4 - Box Shadow">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CF81154-AA23-B040-E1D8-890BCBE0F329}"/>
              </a:ext>
            </a:extLst>
          </p:cNvPr>
          <p:cNvGraphicFramePr>
            <a:graphicFrameLocks noChangeAspect="1"/>
          </p:cNvGraphicFramePr>
          <p:nvPr userDrawn="1">
            <p:custDataLst>
              <p:tags r:id="rId1"/>
            </p:custDataLst>
            <p:extLst>
              <p:ext uri="{D42A27DB-BD31-4B8C-83A1-F6EECF244321}">
                <p14:modId xmlns:p14="http://schemas.microsoft.com/office/powerpoint/2010/main" val="11788547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2CF81154-AA23-B040-E1D8-890BCBE0F32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vert="horz"/>
          <a:lstStyle>
            <a:lvl1pPr rtl="0">
              <a:defRPr sz="3600"/>
            </a:lvl1pPr>
          </a:lstStyle>
          <a:p>
            <a:r>
              <a:rPr lang="en-US" dirty="0"/>
              <a:t>Place headline here (36pt, min 30pt)</a:t>
            </a:r>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1154653" y="3914042"/>
            <a:ext cx="2047984" cy="2172433"/>
          </a:xfrm>
        </p:spPr>
        <p:txBody>
          <a:bodyPr/>
          <a:lstStyle>
            <a:lvl1pPr marL="0" indent="0" rtl="0">
              <a:lnSpc>
                <a:spcPct val="80000"/>
              </a:lnSpc>
              <a:spcAft>
                <a:spcPts val="600"/>
              </a:spcAft>
              <a:buFont typeface="Arial" panose="020B0604020202020204" pitchFamily="34" charset="0"/>
              <a:buNone/>
              <a:defRPr sz="2400" b="0" i="0">
                <a:solidFill>
                  <a:schemeClr val="accent2"/>
                </a:solidFill>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Full Name</a:t>
            </a:r>
          </a:p>
          <a:p>
            <a:pPr lvl="1"/>
            <a:r>
              <a:rPr lang="en-US" dirty="0"/>
              <a:t>Role</a:t>
            </a:r>
          </a:p>
          <a:p>
            <a:pPr lvl="2"/>
            <a:r>
              <a:rPr lang="en-US" dirty="0"/>
              <a:t>Short bio</a:t>
            </a:r>
          </a:p>
          <a:p>
            <a:pPr lvl="3"/>
            <a:r>
              <a:rPr lang="en-US" dirty="0"/>
              <a:t>Bullet point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3817350" y="3914042"/>
            <a:ext cx="2047984" cy="2172433"/>
          </a:xfrm>
        </p:spPr>
        <p:txBody>
          <a:bodyPr/>
          <a:lstStyle>
            <a:lvl1pPr marL="0" indent="0" rtl="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dirty="0"/>
              <a:t>Full Name</a:t>
            </a:r>
          </a:p>
          <a:p>
            <a:pPr lvl="1"/>
            <a:r>
              <a:rPr lang="en-US" dirty="0"/>
              <a:t>Role</a:t>
            </a:r>
          </a:p>
          <a:p>
            <a:pPr lvl="2"/>
            <a:r>
              <a:rPr lang="en-US" dirty="0"/>
              <a:t>Short bio</a:t>
            </a:r>
          </a:p>
          <a:p>
            <a:pPr lvl="3"/>
            <a:r>
              <a:rPr lang="en-US" dirty="0"/>
              <a:t>Bullet point</a:t>
            </a:r>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6480047" y="3914042"/>
            <a:ext cx="2047984" cy="2172433"/>
          </a:xfrm>
        </p:spPr>
        <p:txBody>
          <a:bodyPr/>
          <a:lstStyle>
            <a:lvl1pPr marL="0" indent="0" rtl="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dirty="0"/>
              <a:t>Full Name</a:t>
            </a:r>
          </a:p>
          <a:p>
            <a:pPr lvl="1"/>
            <a:r>
              <a:rPr lang="en-US" dirty="0"/>
              <a:t>Role</a:t>
            </a:r>
          </a:p>
          <a:p>
            <a:pPr lvl="2"/>
            <a:r>
              <a:rPr lang="en-US" dirty="0"/>
              <a:t>Short bio</a:t>
            </a:r>
          </a:p>
          <a:p>
            <a:pPr lvl="3"/>
            <a:r>
              <a:rPr lang="en-US" dirty="0"/>
              <a:t>Bullet point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9142742" y="3914042"/>
            <a:ext cx="2047984" cy="2172433"/>
          </a:xfrm>
        </p:spPr>
        <p:txBody>
          <a:bodyPr/>
          <a:lstStyle>
            <a:lvl1pPr marL="0" indent="0" rtl="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dirty="0"/>
              <a:t>Full Name</a:t>
            </a:r>
          </a:p>
          <a:p>
            <a:pPr lvl="1"/>
            <a:r>
              <a:rPr lang="en-US" dirty="0"/>
              <a:t>Role</a:t>
            </a:r>
          </a:p>
          <a:p>
            <a:pPr lvl="2"/>
            <a:r>
              <a:rPr lang="en-US" dirty="0"/>
              <a:t>Short bio</a:t>
            </a:r>
          </a:p>
          <a:p>
            <a:pPr lvl="3"/>
            <a:r>
              <a:rPr lang="en-US" dirty="0"/>
              <a:t>Bullet point</a:t>
            </a:r>
          </a:p>
        </p:txBody>
      </p:sp>
      <p:pic>
        <p:nvPicPr>
          <p:cNvPr id="12" name="Picture 11" descr="Background pattern&#10;&#10;Description automatically generated">
            <a:extLst>
              <a:ext uri="{FF2B5EF4-FFF2-40B4-BE49-F238E27FC236}">
                <a16:creationId xmlns:a16="http://schemas.microsoft.com/office/drawing/2014/main" id="{3AF64615-80F7-4E46-9C12-1B7F74D4AE81}"/>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rot="16200000">
            <a:off x="1283927" y="1699844"/>
            <a:ext cx="1906689" cy="1916624"/>
          </a:xfrm>
          <a:prstGeom prst="rect">
            <a:avLst/>
          </a:prstGeom>
        </p:spPr>
      </p:pic>
      <p:sp>
        <p:nvSpPr>
          <p:cNvPr id="13" name="Picture Placeholder 13">
            <a:extLst>
              <a:ext uri="{FF2B5EF4-FFF2-40B4-BE49-F238E27FC236}">
                <a16:creationId xmlns:a16="http://schemas.microsoft.com/office/drawing/2014/main" id="{28AD3D2D-F7AA-45E7-9A6F-1C0CBBE1FF97}"/>
              </a:ext>
            </a:extLst>
          </p:cNvPr>
          <p:cNvSpPr>
            <a:spLocks noGrp="1"/>
          </p:cNvSpPr>
          <p:nvPr>
            <p:ph type="pic" sz="quarter" idx="15" hasCustomPrompt="1"/>
          </p:nvPr>
        </p:nvSpPr>
        <p:spPr>
          <a:xfrm>
            <a:off x="1154655" y="1560513"/>
            <a:ext cx="1894600" cy="1894600"/>
          </a:xfrm>
          <a:solidFill>
            <a:schemeClr val="tx2">
              <a:lumMod val="20000"/>
              <a:lumOff val="80000"/>
            </a:schemeClr>
          </a:solidFill>
          <a:effectLst/>
        </p:spPr>
        <p:txBody>
          <a:bodyPr vert="horz" lIns="0" tIns="0" rIns="0" bIns="0" rtlCol="0">
            <a:noAutofit/>
          </a:bodyPr>
          <a:lstStyle>
            <a:lvl1pPr marL="0" indent="0" rtl="0">
              <a:buFont typeface="Arial" panose="020B0604020202020204" pitchFamily="34" charset="0"/>
              <a:buNone/>
              <a:defRPr lang="en-US" sz="1800" b="0" dirty="0"/>
            </a:lvl1pPr>
          </a:lstStyle>
          <a:p>
            <a:pPr lvl="0"/>
            <a:r>
              <a:rPr lang="en-US" dirty="0"/>
              <a:t>Add profile photo</a:t>
            </a:r>
          </a:p>
        </p:txBody>
      </p:sp>
      <p:pic>
        <p:nvPicPr>
          <p:cNvPr id="14" name="Picture 13" descr="Background pattern&#10;&#10;Description automatically generated">
            <a:extLst>
              <a:ext uri="{FF2B5EF4-FFF2-40B4-BE49-F238E27FC236}">
                <a16:creationId xmlns:a16="http://schemas.microsoft.com/office/drawing/2014/main" id="{27F7C2B9-4307-4A5C-9154-77BF19162E62}"/>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rot="16200000">
            <a:off x="3953677" y="1673731"/>
            <a:ext cx="1906689" cy="1916624"/>
          </a:xfrm>
          <a:prstGeom prst="rect">
            <a:avLst/>
          </a:prstGeom>
        </p:spPr>
      </p:pic>
      <p:sp>
        <p:nvSpPr>
          <p:cNvPr id="15" name="Picture Placeholder 13">
            <a:extLst>
              <a:ext uri="{FF2B5EF4-FFF2-40B4-BE49-F238E27FC236}">
                <a16:creationId xmlns:a16="http://schemas.microsoft.com/office/drawing/2014/main" id="{88B191A8-BEEF-4DF7-9E6B-B87CEBBA5A14}"/>
              </a:ext>
            </a:extLst>
          </p:cNvPr>
          <p:cNvSpPr>
            <a:spLocks noGrp="1"/>
          </p:cNvSpPr>
          <p:nvPr>
            <p:ph type="pic" sz="quarter" idx="27" hasCustomPrompt="1"/>
          </p:nvPr>
        </p:nvSpPr>
        <p:spPr>
          <a:xfrm>
            <a:off x="3824405" y="1534400"/>
            <a:ext cx="1894600" cy="1894600"/>
          </a:xfrm>
          <a:solidFill>
            <a:schemeClr val="tx2">
              <a:lumMod val="20000"/>
              <a:lumOff val="80000"/>
            </a:schemeClr>
          </a:solidFill>
          <a:effectLst/>
        </p:spPr>
        <p:txBody>
          <a:bodyPr vert="horz" lIns="0" tIns="0" rIns="0" bIns="0" rtlCol="0">
            <a:noAutofit/>
          </a:bodyPr>
          <a:lstStyle>
            <a:lvl1pPr marL="0" indent="0" rtl="0">
              <a:buFont typeface="Arial" panose="020B0604020202020204" pitchFamily="34" charset="0"/>
              <a:buNone/>
              <a:defRPr lang="en-US" sz="1800" b="0" dirty="0"/>
            </a:lvl1pPr>
          </a:lstStyle>
          <a:p>
            <a:pPr lvl="0"/>
            <a:r>
              <a:rPr lang="en-US" dirty="0"/>
              <a:t>Add profile photo</a:t>
            </a:r>
          </a:p>
        </p:txBody>
      </p:sp>
      <p:pic>
        <p:nvPicPr>
          <p:cNvPr id="16" name="Picture 15" descr="Background pattern&#10;&#10;Description automatically generated">
            <a:extLst>
              <a:ext uri="{FF2B5EF4-FFF2-40B4-BE49-F238E27FC236}">
                <a16:creationId xmlns:a16="http://schemas.microsoft.com/office/drawing/2014/main" id="{3F63B67E-17B9-4753-81FA-12C841347BDC}"/>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rot="16200000">
            <a:off x="6623427" y="1699844"/>
            <a:ext cx="1906689" cy="1916624"/>
          </a:xfrm>
          <a:prstGeom prst="rect">
            <a:avLst/>
          </a:prstGeom>
        </p:spPr>
      </p:pic>
      <p:sp>
        <p:nvSpPr>
          <p:cNvPr id="17" name="Picture Placeholder 13">
            <a:extLst>
              <a:ext uri="{FF2B5EF4-FFF2-40B4-BE49-F238E27FC236}">
                <a16:creationId xmlns:a16="http://schemas.microsoft.com/office/drawing/2014/main" id="{174A8714-50C4-4464-AD1D-0F8E9EE66CF1}"/>
              </a:ext>
            </a:extLst>
          </p:cNvPr>
          <p:cNvSpPr>
            <a:spLocks noGrp="1"/>
          </p:cNvSpPr>
          <p:nvPr>
            <p:ph type="pic" sz="quarter" idx="28" hasCustomPrompt="1"/>
          </p:nvPr>
        </p:nvSpPr>
        <p:spPr>
          <a:xfrm>
            <a:off x="6494155" y="1560513"/>
            <a:ext cx="1894600" cy="1894600"/>
          </a:xfrm>
          <a:solidFill>
            <a:schemeClr val="tx2">
              <a:lumMod val="20000"/>
              <a:lumOff val="80000"/>
            </a:schemeClr>
          </a:solidFill>
          <a:effectLst/>
        </p:spPr>
        <p:txBody>
          <a:bodyPr vert="horz" lIns="0" tIns="0" rIns="0" bIns="0" rtlCol="0">
            <a:noAutofit/>
          </a:bodyPr>
          <a:lstStyle>
            <a:lvl1pPr marL="0" indent="0" rtl="0">
              <a:buFont typeface="Arial" panose="020B0604020202020204" pitchFamily="34" charset="0"/>
              <a:buNone/>
              <a:defRPr lang="en-US" sz="1800" b="0" dirty="0"/>
            </a:lvl1pPr>
          </a:lstStyle>
          <a:p>
            <a:pPr lvl="0"/>
            <a:r>
              <a:rPr lang="en-US" dirty="0"/>
              <a:t>Add profile photo</a:t>
            </a:r>
          </a:p>
        </p:txBody>
      </p:sp>
      <p:pic>
        <p:nvPicPr>
          <p:cNvPr id="18" name="Picture 17" descr="Background pattern&#10;&#10;Description automatically generated">
            <a:extLst>
              <a:ext uri="{FF2B5EF4-FFF2-40B4-BE49-F238E27FC236}">
                <a16:creationId xmlns:a16="http://schemas.microsoft.com/office/drawing/2014/main" id="{A123F9E4-6636-4205-A143-CB0E2967EC58}"/>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rot="16200000">
            <a:off x="9271152" y="1673731"/>
            <a:ext cx="1906689" cy="1916624"/>
          </a:xfrm>
          <a:prstGeom prst="rect">
            <a:avLst/>
          </a:prstGeom>
        </p:spPr>
      </p:pic>
      <p:sp>
        <p:nvSpPr>
          <p:cNvPr id="19" name="Picture Placeholder 13">
            <a:extLst>
              <a:ext uri="{FF2B5EF4-FFF2-40B4-BE49-F238E27FC236}">
                <a16:creationId xmlns:a16="http://schemas.microsoft.com/office/drawing/2014/main" id="{8495B0C0-274C-4F75-93E3-182807985EF4}"/>
              </a:ext>
            </a:extLst>
          </p:cNvPr>
          <p:cNvSpPr>
            <a:spLocks noGrp="1"/>
          </p:cNvSpPr>
          <p:nvPr>
            <p:ph type="pic" sz="quarter" idx="29" hasCustomPrompt="1"/>
          </p:nvPr>
        </p:nvSpPr>
        <p:spPr>
          <a:xfrm>
            <a:off x="9141880" y="1534400"/>
            <a:ext cx="1894600" cy="1894600"/>
          </a:xfrm>
          <a:solidFill>
            <a:schemeClr val="tx2">
              <a:lumMod val="20000"/>
              <a:lumOff val="80000"/>
            </a:schemeClr>
          </a:solidFill>
          <a:effectLst/>
        </p:spPr>
        <p:txBody>
          <a:bodyPr vert="horz" lIns="0" tIns="0" rIns="0" bIns="0" rtlCol="0">
            <a:noAutofit/>
          </a:bodyPr>
          <a:lstStyle>
            <a:lvl1pPr marL="0" indent="0" rtl="0">
              <a:buFont typeface="Arial" panose="020B0604020202020204" pitchFamily="34" charset="0"/>
              <a:buNone/>
              <a:defRPr lang="en-US" sz="1800" b="0" dirty="0"/>
            </a:lvl1pPr>
          </a:lstStyle>
          <a:p>
            <a:pPr lvl="0"/>
            <a:r>
              <a:rPr lang="en-US" dirty="0"/>
              <a:t>Add profile photo</a:t>
            </a:r>
          </a:p>
        </p:txBody>
      </p:sp>
    </p:spTree>
    <p:extLst>
      <p:ext uri="{BB962C8B-B14F-4D97-AF65-F5344CB8AC3E}">
        <p14:creationId xmlns:p14="http://schemas.microsoft.com/office/powerpoint/2010/main" val="2505180201"/>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7.b Team 6 - Light">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9E8E05B-9C20-900A-5309-2FFE473A9E77}"/>
              </a:ext>
            </a:extLst>
          </p:cNvPr>
          <p:cNvGraphicFramePr>
            <a:graphicFrameLocks noChangeAspect="1"/>
          </p:cNvGraphicFramePr>
          <p:nvPr userDrawn="1">
            <p:custDataLst>
              <p:tags r:id="rId1"/>
            </p:custDataLst>
            <p:extLst>
              <p:ext uri="{D42A27DB-BD31-4B8C-83A1-F6EECF244321}">
                <p14:modId xmlns:p14="http://schemas.microsoft.com/office/powerpoint/2010/main" val="23540860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79E8E05B-9C20-900A-5309-2FFE473A9E7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vert="horz"/>
          <a:lstStyle>
            <a:lvl1pPr rtl="0">
              <a:defRPr sz="3600"/>
            </a:lvl1pPr>
          </a:lstStyle>
          <a:p>
            <a:r>
              <a:rPr lang="en-US" dirty="0"/>
              <a:t>Place headline here (36pt, min 30pt)</a:t>
            </a:r>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2">
              <a:lumMod val="20000"/>
              <a:lumOff val="80000"/>
            </a:schemeClr>
          </a:solidFill>
        </p:spPr>
        <p:txBody>
          <a:bodyPr/>
          <a:lstStyle>
            <a:lvl1pPr marL="0" indent="0" rtl="0">
              <a:buNone/>
              <a:defRPr sz="1800" b="0"/>
            </a:lvl1pPr>
          </a:lstStyle>
          <a:p>
            <a:r>
              <a:rPr lang="en-US" dirty="0"/>
              <a:t>Add profile photo</a:t>
            </a:r>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dirty="0"/>
              <a:t>Add profile photo</a:t>
            </a:r>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dirty="0"/>
              <a:t>Add profile photo</a:t>
            </a:r>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dirty="0"/>
              <a:t>Add profile photo</a:t>
            </a:r>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dirty="0"/>
              <a:t>Add profile photo</a:t>
            </a:r>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dirty="0"/>
              <a:t>Add profile photo</a:t>
            </a:r>
          </a:p>
        </p:txBody>
      </p:sp>
      <p:cxnSp>
        <p:nvCxnSpPr>
          <p:cNvPr id="33" name="Straight Connector 32">
            <a:extLst>
              <a:ext uri="{FF2B5EF4-FFF2-40B4-BE49-F238E27FC236}">
                <a16:creationId xmlns:a16="http://schemas.microsoft.com/office/drawing/2014/main" id="{AA02BDBD-12C4-A940-8556-B3E5BDD10714}"/>
              </a:ext>
            </a:extLst>
          </p:cNvPr>
          <p:cNvCxnSpPr>
            <a:cxnSpLocks/>
          </p:cNvCxnSpPr>
          <p:nvPr userDrawn="1"/>
        </p:nvCxnSpPr>
        <p:spPr>
          <a:xfrm>
            <a:off x="377415"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FEA9EDE-6235-5149-A941-CF6FEAE2E6FF}"/>
              </a:ext>
            </a:extLst>
          </p:cNvPr>
          <p:cNvCxnSpPr>
            <a:cxnSpLocks/>
          </p:cNvCxnSpPr>
          <p:nvPr userDrawn="1"/>
        </p:nvCxnSpPr>
        <p:spPr>
          <a:xfrm>
            <a:off x="2353236"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BE3B3A9-F650-CD4D-ABE8-60A0F5E115AE}"/>
              </a:ext>
            </a:extLst>
          </p:cNvPr>
          <p:cNvCxnSpPr>
            <a:cxnSpLocks/>
          </p:cNvCxnSpPr>
          <p:nvPr userDrawn="1"/>
        </p:nvCxnSpPr>
        <p:spPr>
          <a:xfrm>
            <a:off x="4329057"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0EADFA0-1672-B34A-99B7-19C51FEE8983}"/>
              </a:ext>
            </a:extLst>
          </p:cNvPr>
          <p:cNvCxnSpPr>
            <a:cxnSpLocks/>
          </p:cNvCxnSpPr>
          <p:nvPr userDrawn="1"/>
        </p:nvCxnSpPr>
        <p:spPr>
          <a:xfrm>
            <a:off x="6304878"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C298F82-C3A0-2A4F-8530-36C08463C5C0}"/>
              </a:ext>
            </a:extLst>
          </p:cNvPr>
          <p:cNvCxnSpPr>
            <a:cxnSpLocks/>
          </p:cNvCxnSpPr>
          <p:nvPr userDrawn="1"/>
        </p:nvCxnSpPr>
        <p:spPr>
          <a:xfrm>
            <a:off x="8280699"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35C1307-45DE-104B-82C7-0AF770E496DE}"/>
              </a:ext>
            </a:extLst>
          </p:cNvPr>
          <p:cNvCxnSpPr>
            <a:cxnSpLocks/>
          </p:cNvCxnSpPr>
          <p:nvPr userDrawn="1"/>
        </p:nvCxnSpPr>
        <p:spPr>
          <a:xfrm>
            <a:off x="10256520"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Text Placeholder 21">
            <a:extLst>
              <a:ext uri="{FF2B5EF4-FFF2-40B4-BE49-F238E27FC236}">
                <a16:creationId xmlns:a16="http://schemas.microsoft.com/office/drawing/2014/main" id="{6BEB5A56-DED2-134F-B0DE-11936982FFF4}"/>
              </a:ext>
            </a:extLst>
          </p:cNvPr>
          <p:cNvSpPr>
            <a:spLocks noGrp="1"/>
          </p:cNvSpPr>
          <p:nvPr>
            <p:ph type="body" sz="quarter" idx="19" hasCustomPrompt="1"/>
          </p:nvPr>
        </p:nvSpPr>
        <p:spPr>
          <a:xfrm>
            <a:off x="377415"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28" name="Text Placeholder 21">
            <a:extLst>
              <a:ext uri="{FF2B5EF4-FFF2-40B4-BE49-F238E27FC236}">
                <a16:creationId xmlns:a16="http://schemas.microsoft.com/office/drawing/2014/main" id="{923321BD-6745-7944-910F-B8C8E4AC31DD}"/>
              </a:ext>
            </a:extLst>
          </p:cNvPr>
          <p:cNvSpPr>
            <a:spLocks noGrp="1"/>
          </p:cNvSpPr>
          <p:nvPr>
            <p:ph type="body" sz="quarter" idx="20" hasCustomPrompt="1"/>
          </p:nvPr>
        </p:nvSpPr>
        <p:spPr>
          <a:xfrm>
            <a:off x="2353236"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29" name="Text Placeholder 21">
            <a:extLst>
              <a:ext uri="{FF2B5EF4-FFF2-40B4-BE49-F238E27FC236}">
                <a16:creationId xmlns:a16="http://schemas.microsoft.com/office/drawing/2014/main" id="{2A6C4DC7-1806-A74D-B434-61FF385F82AB}"/>
              </a:ext>
            </a:extLst>
          </p:cNvPr>
          <p:cNvSpPr>
            <a:spLocks noGrp="1"/>
          </p:cNvSpPr>
          <p:nvPr>
            <p:ph type="body" sz="quarter" idx="25" hasCustomPrompt="1"/>
          </p:nvPr>
        </p:nvSpPr>
        <p:spPr>
          <a:xfrm>
            <a:off x="4329057"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30" name="Text Placeholder 21">
            <a:extLst>
              <a:ext uri="{FF2B5EF4-FFF2-40B4-BE49-F238E27FC236}">
                <a16:creationId xmlns:a16="http://schemas.microsoft.com/office/drawing/2014/main" id="{053D7F26-6DC1-034C-B572-B4BFE718C797}"/>
              </a:ext>
            </a:extLst>
          </p:cNvPr>
          <p:cNvSpPr>
            <a:spLocks noGrp="1"/>
          </p:cNvSpPr>
          <p:nvPr>
            <p:ph type="body" sz="quarter" idx="26" hasCustomPrompt="1"/>
          </p:nvPr>
        </p:nvSpPr>
        <p:spPr>
          <a:xfrm>
            <a:off x="6304878"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32" name="Text Placeholder 21">
            <a:extLst>
              <a:ext uri="{FF2B5EF4-FFF2-40B4-BE49-F238E27FC236}">
                <a16:creationId xmlns:a16="http://schemas.microsoft.com/office/drawing/2014/main" id="{E075A489-B7B7-CE40-B061-D8A36AFCC817}"/>
              </a:ext>
            </a:extLst>
          </p:cNvPr>
          <p:cNvSpPr>
            <a:spLocks noGrp="1"/>
          </p:cNvSpPr>
          <p:nvPr>
            <p:ph type="body" sz="quarter" idx="27" hasCustomPrompt="1"/>
          </p:nvPr>
        </p:nvSpPr>
        <p:spPr>
          <a:xfrm>
            <a:off x="8280699"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35" name="Text Placeholder 21">
            <a:extLst>
              <a:ext uri="{FF2B5EF4-FFF2-40B4-BE49-F238E27FC236}">
                <a16:creationId xmlns:a16="http://schemas.microsoft.com/office/drawing/2014/main" id="{FF2BF483-5EDC-9242-AD58-57E84F538C81}"/>
              </a:ext>
            </a:extLst>
          </p:cNvPr>
          <p:cNvSpPr>
            <a:spLocks noGrp="1"/>
          </p:cNvSpPr>
          <p:nvPr>
            <p:ph type="body" sz="quarter" idx="28" hasCustomPrompt="1"/>
          </p:nvPr>
        </p:nvSpPr>
        <p:spPr>
          <a:xfrm>
            <a:off x="10256520"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Tree>
    <p:extLst>
      <p:ext uri="{BB962C8B-B14F-4D97-AF65-F5344CB8AC3E}">
        <p14:creationId xmlns:p14="http://schemas.microsoft.com/office/powerpoint/2010/main" val="2415211466"/>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7.c Team 8 + Tex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0F36EE5-6616-13CD-B1E3-509BDFF99D38}"/>
              </a:ext>
            </a:extLst>
          </p:cNvPr>
          <p:cNvGraphicFramePr>
            <a:graphicFrameLocks noChangeAspect="1"/>
          </p:cNvGraphicFramePr>
          <p:nvPr userDrawn="1">
            <p:custDataLst>
              <p:tags r:id="rId1"/>
            </p:custDataLst>
            <p:extLst>
              <p:ext uri="{D42A27DB-BD31-4B8C-83A1-F6EECF244321}">
                <p14:modId xmlns:p14="http://schemas.microsoft.com/office/powerpoint/2010/main" val="23105340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8" name="think-cell data - do not delete" hidden="1">
                        <a:extLst>
                          <a:ext uri="{FF2B5EF4-FFF2-40B4-BE49-F238E27FC236}">
                            <a16:creationId xmlns:a16="http://schemas.microsoft.com/office/drawing/2014/main" id="{A0F36EE5-6616-13CD-B1E3-509BDFF99D3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381000" y="1295233"/>
            <a:ext cx="3540355" cy="5016665"/>
          </a:xfrm>
        </p:spPr>
        <p:txBody>
          <a:bodyPr/>
          <a:lstStyle>
            <a:lvl1pPr rtl="0">
              <a:defRPr/>
            </a:lvl1pPr>
            <a:lvl2pPr rtl="0">
              <a:defRPr/>
            </a:lvl2pPr>
            <a:lvl3pPr rtl="0">
              <a:defRPr/>
            </a:lvl3pPr>
            <a:lvl4pPr rtl="0">
              <a:defRPr/>
            </a:lvl4pPr>
            <a:lvl5pPr rtl="0">
              <a:defRPr/>
            </a:lvl5pPr>
          </a:lstStyle>
          <a:p>
            <a:pPr lvl="0"/>
            <a:r>
              <a:rPr lang="en-US" dirty="0"/>
              <a:t>Place text here, use indent to access other levels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vert="horz"/>
          <a:lstStyle>
            <a:lvl1pPr rtl="0">
              <a:defRPr sz="3600"/>
            </a:lvl1pPr>
          </a:lstStyle>
          <a:p>
            <a:r>
              <a:rPr lang="en-US" dirty="0"/>
              <a:t>Place headline here (36pt, min 30pt)</a:t>
            </a:r>
          </a:p>
        </p:txBody>
      </p:sp>
      <p:sp>
        <p:nvSpPr>
          <p:cNvPr id="45" name="Picture Placeholder 13">
            <a:extLst>
              <a:ext uri="{FF2B5EF4-FFF2-40B4-BE49-F238E27FC236}">
                <a16:creationId xmlns:a16="http://schemas.microsoft.com/office/drawing/2014/main" id="{CD7EAAF9-7102-4351-9F35-C40B3F381975}"/>
              </a:ext>
            </a:extLst>
          </p:cNvPr>
          <p:cNvSpPr>
            <a:spLocks noGrp="1"/>
          </p:cNvSpPr>
          <p:nvPr>
            <p:ph type="pic" sz="quarter" idx="16" hasCustomPrompt="1"/>
          </p:nvPr>
        </p:nvSpPr>
        <p:spPr>
          <a:xfrm>
            <a:off x="4325822" y="1295233"/>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dirty="0"/>
              <a:t>Add profile photo</a:t>
            </a:r>
          </a:p>
        </p:txBody>
      </p:sp>
      <p:sp>
        <p:nvSpPr>
          <p:cNvPr id="46" name="Picture Placeholder 13">
            <a:extLst>
              <a:ext uri="{FF2B5EF4-FFF2-40B4-BE49-F238E27FC236}">
                <a16:creationId xmlns:a16="http://schemas.microsoft.com/office/drawing/2014/main" id="{CC40CB3D-DFEA-4056-B2DA-887E7C863243}"/>
              </a:ext>
            </a:extLst>
          </p:cNvPr>
          <p:cNvSpPr>
            <a:spLocks noGrp="1"/>
          </p:cNvSpPr>
          <p:nvPr>
            <p:ph type="pic" sz="quarter" idx="17" hasCustomPrompt="1"/>
          </p:nvPr>
        </p:nvSpPr>
        <p:spPr>
          <a:xfrm>
            <a:off x="6298233" y="1295233"/>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dirty="0"/>
              <a:t>Add profile photo</a:t>
            </a:r>
          </a:p>
        </p:txBody>
      </p:sp>
      <p:sp>
        <p:nvSpPr>
          <p:cNvPr id="47" name="Picture Placeholder 13">
            <a:extLst>
              <a:ext uri="{FF2B5EF4-FFF2-40B4-BE49-F238E27FC236}">
                <a16:creationId xmlns:a16="http://schemas.microsoft.com/office/drawing/2014/main" id="{F8BABECB-6F2D-4068-AEE6-A603DAA72EFF}"/>
              </a:ext>
            </a:extLst>
          </p:cNvPr>
          <p:cNvSpPr>
            <a:spLocks noGrp="1"/>
          </p:cNvSpPr>
          <p:nvPr>
            <p:ph type="pic" sz="quarter" idx="18" hasCustomPrompt="1"/>
          </p:nvPr>
        </p:nvSpPr>
        <p:spPr>
          <a:xfrm>
            <a:off x="10243055" y="1295233"/>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dirty="0"/>
              <a:t>Add profile photo</a:t>
            </a:r>
          </a:p>
        </p:txBody>
      </p:sp>
      <p:sp>
        <p:nvSpPr>
          <p:cNvPr id="48" name="Picture Placeholder 13">
            <a:extLst>
              <a:ext uri="{FF2B5EF4-FFF2-40B4-BE49-F238E27FC236}">
                <a16:creationId xmlns:a16="http://schemas.microsoft.com/office/drawing/2014/main" id="{914A31DD-59CB-48C9-9C28-954E6B85C623}"/>
              </a:ext>
            </a:extLst>
          </p:cNvPr>
          <p:cNvSpPr>
            <a:spLocks noGrp="1"/>
          </p:cNvSpPr>
          <p:nvPr>
            <p:ph type="pic" sz="quarter" idx="24" hasCustomPrompt="1"/>
          </p:nvPr>
        </p:nvSpPr>
        <p:spPr>
          <a:xfrm>
            <a:off x="8270644" y="1295233"/>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dirty="0"/>
              <a:t>Add profile photo</a:t>
            </a:r>
          </a:p>
        </p:txBody>
      </p:sp>
      <p:cxnSp>
        <p:nvCxnSpPr>
          <p:cNvPr id="49" name="Straight Connector 48">
            <a:extLst>
              <a:ext uri="{FF2B5EF4-FFF2-40B4-BE49-F238E27FC236}">
                <a16:creationId xmlns:a16="http://schemas.microsoft.com/office/drawing/2014/main" id="{F41646E1-19C3-4B9B-B997-D1E684346A58}"/>
              </a:ext>
            </a:extLst>
          </p:cNvPr>
          <p:cNvCxnSpPr>
            <a:cxnSpLocks/>
          </p:cNvCxnSpPr>
          <p:nvPr userDrawn="1"/>
        </p:nvCxnSpPr>
        <p:spPr>
          <a:xfrm>
            <a:off x="4325822"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573D48A-A495-4050-90E3-75258FCF3377}"/>
              </a:ext>
            </a:extLst>
          </p:cNvPr>
          <p:cNvCxnSpPr>
            <a:cxnSpLocks/>
          </p:cNvCxnSpPr>
          <p:nvPr userDrawn="1"/>
        </p:nvCxnSpPr>
        <p:spPr>
          <a:xfrm>
            <a:off x="6298233"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73483C0-79C0-4141-9CB1-0BA663E254D0}"/>
              </a:ext>
            </a:extLst>
          </p:cNvPr>
          <p:cNvCxnSpPr>
            <a:cxnSpLocks/>
          </p:cNvCxnSpPr>
          <p:nvPr userDrawn="1"/>
        </p:nvCxnSpPr>
        <p:spPr>
          <a:xfrm>
            <a:off x="8270644"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4A17C9C-D115-468F-86DD-CDE522721719}"/>
              </a:ext>
            </a:extLst>
          </p:cNvPr>
          <p:cNvCxnSpPr>
            <a:cxnSpLocks/>
          </p:cNvCxnSpPr>
          <p:nvPr userDrawn="1"/>
        </p:nvCxnSpPr>
        <p:spPr>
          <a:xfrm>
            <a:off x="10243055"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7" name="Text Placeholder 21">
            <a:extLst>
              <a:ext uri="{FF2B5EF4-FFF2-40B4-BE49-F238E27FC236}">
                <a16:creationId xmlns:a16="http://schemas.microsoft.com/office/drawing/2014/main" id="{224BCF40-5B7A-4471-B077-3EEE956ADC3D}"/>
              </a:ext>
            </a:extLst>
          </p:cNvPr>
          <p:cNvSpPr>
            <a:spLocks noGrp="1"/>
          </p:cNvSpPr>
          <p:nvPr>
            <p:ph type="body" sz="quarter" idx="25" hasCustomPrompt="1"/>
          </p:nvPr>
        </p:nvSpPr>
        <p:spPr>
          <a:xfrm>
            <a:off x="4325822" y="2786552"/>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58" name="Text Placeholder 21">
            <a:extLst>
              <a:ext uri="{FF2B5EF4-FFF2-40B4-BE49-F238E27FC236}">
                <a16:creationId xmlns:a16="http://schemas.microsoft.com/office/drawing/2014/main" id="{68E899C2-D12C-4214-88A5-B7A6E1BCDCEC}"/>
              </a:ext>
            </a:extLst>
          </p:cNvPr>
          <p:cNvSpPr>
            <a:spLocks noGrp="1"/>
          </p:cNvSpPr>
          <p:nvPr>
            <p:ph type="body" sz="quarter" idx="26" hasCustomPrompt="1"/>
          </p:nvPr>
        </p:nvSpPr>
        <p:spPr>
          <a:xfrm>
            <a:off x="6298233" y="2786552"/>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59" name="Text Placeholder 21">
            <a:extLst>
              <a:ext uri="{FF2B5EF4-FFF2-40B4-BE49-F238E27FC236}">
                <a16:creationId xmlns:a16="http://schemas.microsoft.com/office/drawing/2014/main" id="{66A0D763-27FE-421C-A5D9-19A08FC2D8D1}"/>
              </a:ext>
            </a:extLst>
          </p:cNvPr>
          <p:cNvSpPr>
            <a:spLocks noGrp="1"/>
          </p:cNvSpPr>
          <p:nvPr>
            <p:ph type="body" sz="quarter" idx="27" hasCustomPrompt="1"/>
          </p:nvPr>
        </p:nvSpPr>
        <p:spPr>
          <a:xfrm>
            <a:off x="8270644" y="2786552"/>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78" name="Text Placeholder 21">
            <a:extLst>
              <a:ext uri="{FF2B5EF4-FFF2-40B4-BE49-F238E27FC236}">
                <a16:creationId xmlns:a16="http://schemas.microsoft.com/office/drawing/2014/main" id="{43E52046-A5DE-47E3-A9A3-ADD4F6DB823B}"/>
              </a:ext>
            </a:extLst>
          </p:cNvPr>
          <p:cNvSpPr>
            <a:spLocks noGrp="1"/>
          </p:cNvSpPr>
          <p:nvPr>
            <p:ph type="body" sz="quarter" idx="28" hasCustomPrompt="1"/>
          </p:nvPr>
        </p:nvSpPr>
        <p:spPr>
          <a:xfrm>
            <a:off x="10243055" y="2786552"/>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32" name="Picture Placeholder 13">
            <a:extLst>
              <a:ext uri="{FF2B5EF4-FFF2-40B4-BE49-F238E27FC236}">
                <a16:creationId xmlns:a16="http://schemas.microsoft.com/office/drawing/2014/main" id="{BA696AEF-3D6B-2E4A-853E-8A8760E58D09}"/>
              </a:ext>
            </a:extLst>
          </p:cNvPr>
          <p:cNvSpPr>
            <a:spLocks noGrp="1"/>
          </p:cNvSpPr>
          <p:nvPr>
            <p:ph type="pic" sz="quarter" idx="43" hasCustomPrompt="1"/>
          </p:nvPr>
        </p:nvSpPr>
        <p:spPr>
          <a:xfrm>
            <a:off x="4325822" y="3842161"/>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dirty="0"/>
              <a:t>Add profile photo</a:t>
            </a:r>
          </a:p>
        </p:txBody>
      </p:sp>
      <p:sp>
        <p:nvSpPr>
          <p:cNvPr id="33" name="Picture Placeholder 13">
            <a:extLst>
              <a:ext uri="{FF2B5EF4-FFF2-40B4-BE49-F238E27FC236}">
                <a16:creationId xmlns:a16="http://schemas.microsoft.com/office/drawing/2014/main" id="{05B98E7F-7333-A04B-94D4-281325401EF4}"/>
              </a:ext>
            </a:extLst>
          </p:cNvPr>
          <p:cNvSpPr>
            <a:spLocks noGrp="1"/>
          </p:cNvSpPr>
          <p:nvPr>
            <p:ph type="pic" sz="quarter" idx="44" hasCustomPrompt="1"/>
          </p:nvPr>
        </p:nvSpPr>
        <p:spPr>
          <a:xfrm>
            <a:off x="6298233" y="3842161"/>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dirty="0"/>
              <a:t>Add profile photo</a:t>
            </a:r>
          </a:p>
        </p:txBody>
      </p:sp>
      <p:sp>
        <p:nvSpPr>
          <p:cNvPr id="34" name="Picture Placeholder 13">
            <a:extLst>
              <a:ext uri="{FF2B5EF4-FFF2-40B4-BE49-F238E27FC236}">
                <a16:creationId xmlns:a16="http://schemas.microsoft.com/office/drawing/2014/main" id="{B99C455B-37CC-4E44-8046-56AF81C16361}"/>
              </a:ext>
            </a:extLst>
          </p:cNvPr>
          <p:cNvSpPr>
            <a:spLocks noGrp="1"/>
          </p:cNvSpPr>
          <p:nvPr>
            <p:ph type="pic" sz="quarter" idx="45" hasCustomPrompt="1"/>
          </p:nvPr>
        </p:nvSpPr>
        <p:spPr>
          <a:xfrm>
            <a:off x="10243055" y="3842161"/>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dirty="0"/>
              <a:t>Add profile photo</a:t>
            </a:r>
          </a:p>
        </p:txBody>
      </p:sp>
      <p:sp>
        <p:nvSpPr>
          <p:cNvPr id="35" name="Picture Placeholder 13">
            <a:extLst>
              <a:ext uri="{FF2B5EF4-FFF2-40B4-BE49-F238E27FC236}">
                <a16:creationId xmlns:a16="http://schemas.microsoft.com/office/drawing/2014/main" id="{AAA6B0A5-6A50-1640-8F39-F8AC766655FE}"/>
              </a:ext>
            </a:extLst>
          </p:cNvPr>
          <p:cNvSpPr>
            <a:spLocks noGrp="1"/>
          </p:cNvSpPr>
          <p:nvPr>
            <p:ph type="pic" sz="quarter" idx="46" hasCustomPrompt="1"/>
          </p:nvPr>
        </p:nvSpPr>
        <p:spPr>
          <a:xfrm>
            <a:off x="8270644" y="3842161"/>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dirty="0"/>
              <a:t>Add profile photo</a:t>
            </a:r>
          </a:p>
        </p:txBody>
      </p:sp>
      <p:cxnSp>
        <p:nvCxnSpPr>
          <p:cNvPr id="36" name="Straight Connector 35">
            <a:extLst>
              <a:ext uri="{FF2B5EF4-FFF2-40B4-BE49-F238E27FC236}">
                <a16:creationId xmlns:a16="http://schemas.microsoft.com/office/drawing/2014/main" id="{4AEBC920-4A06-1844-A297-04C9B4995EA2}"/>
              </a:ext>
            </a:extLst>
          </p:cNvPr>
          <p:cNvCxnSpPr>
            <a:cxnSpLocks/>
          </p:cNvCxnSpPr>
          <p:nvPr userDrawn="1"/>
        </p:nvCxnSpPr>
        <p:spPr>
          <a:xfrm>
            <a:off x="4325822"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8D916B0-6C7A-FE46-ADE6-48744F6FD90A}"/>
              </a:ext>
            </a:extLst>
          </p:cNvPr>
          <p:cNvCxnSpPr>
            <a:cxnSpLocks/>
          </p:cNvCxnSpPr>
          <p:nvPr userDrawn="1"/>
        </p:nvCxnSpPr>
        <p:spPr>
          <a:xfrm>
            <a:off x="6298233"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A86475A-7CFD-8340-A566-4FB21E689F0A}"/>
              </a:ext>
            </a:extLst>
          </p:cNvPr>
          <p:cNvCxnSpPr>
            <a:cxnSpLocks/>
          </p:cNvCxnSpPr>
          <p:nvPr userDrawn="1"/>
        </p:nvCxnSpPr>
        <p:spPr>
          <a:xfrm>
            <a:off x="8270644"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79DFD2D-5360-2342-829B-32DDEB7EBEB1}"/>
              </a:ext>
            </a:extLst>
          </p:cNvPr>
          <p:cNvCxnSpPr>
            <a:cxnSpLocks/>
          </p:cNvCxnSpPr>
          <p:nvPr userDrawn="1"/>
        </p:nvCxnSpPr>
        <p:spPr>
          <a:xfrm>
            <a:off x="10243055"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Text Placeholder 21">
            <a:extLst>
              <a:ext uri="{FF2B5EF4-FFF2-40B4-BE49-F238E27FC236}">
                <a16:creationId xmlns:a16="http://schemas.microsoft.com/office/drawing/2014/main" id="{CDFBCAAC-9CA0-5A4E-8684-A49AAB0BA650}"/>
              </a:ext>
            </a:extLst>
          </p:cNvPr>
          <p:cNvSpPr>
            <a:spLocks noGrp="1"/>
          </p:cNvSpPr>
          <p:nvPr>
            <p:ph type="body" sz="quarter" idx="47" hasCustomPrompt="1"/>
          </p:nvPr>
        </p:nvSpPr>
        <p:spPr>
          <a:xfrm>
            <a:off x="4325822" y="5333480"/>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41" name="Text Placeholder 21">
            <a:extLst>
              <a:ext uri="{FF2B5EF4-FFF2-40B4-BE49-F238E27FC236}">
                <a16:creationId xmlns:a16="http://schemas.microsoft.com/office/drawing/2014/main" id="{0C025F6B-BD75-0A4C-87E1-147D69F7C5B9}"/>
              </a:ext>
            </a:extLst>
          </p:cNvPr>
          <p:cNvSpPr>
            <a:spLocks noGrp="1"/>
          </p:cNvSpPr>
          <p:nvPr>
            <p:ph type="body" sz="quarter" idx="48" hasCustomPrompt="1"/>
          </p:nvPr>
        </p:nvSpPr>
        <p:spPr>
          <a:xfrm>
            <a:off x="6298233" y="5333480"/>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42" name="Text Placeholder 21">
            <a:extLst>
              <a:ext uri="{FF2B5EF4-FFF2-40B4-BE49-F238E27FC236}">
                <a16:creationId xmlns:a16="http://schemas.microsoft.com/office/drawing/2014/main" id="{A9CB5A73-2496-3841-A61A-1965B0A6AD13}"/>
              </a:ext>
            </a:extLst>
          </p:cNvPr>
          <p:cNvSpPr>
            <a:spLocks noGrp="1"/>
          </p:cNvSpPr>
          <p:nvPr>
            <p:ph type="body" sz="quarter" idx="49" hasCustomPrompt="1"/>
          </p:nvPr>
        </p:nvSpPr>
        <p:spPr>
          <a:xfrm>
            <a:off x="8270644" y="5333480"/>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43" name="Text Placeholder 21">
            <a:extLst>
              <a:ext uri="{FF2B5EF4-FFF2-40B4-BE49-F238E27FC236}">
                <a16:creationId xmlns:a16="http://schemas.microsoft.com/office/drawing/2014/main" id="{886F547A-67CA-C749-B9EA-AA1142C31543}"/>
              </a:ext>
            </a:extLst>
          </p:cNvPr>
          <p:cNvSpPr>
            <a:spLocks noGrp="1"/>
          </p:cNvSpPr>
          <p:nvPr>
            <p:ph type="body" sz="quarter" idx="50" hasCustomPrompt="1"/>
          </p:nvPr>
        </p:nvSpPr>
        <p:spPr>
          <a:xfrm>
            <a:off x="10243055" y="5333480"/>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3" name="TextBox 2">
            <a:extLst>
              <a:ext uri="{FF2B5EF4-FFF2-40B4-BE49-F238E27FC236}">
                <a16:creationId xmlns:a16="http://schemas.microsoft.com/office/drawing/2014/main" id="{FC687A6A-0DE7-4742-9FEC-F4CAACF6BD01}"/>
              </a:ext>
            </a:extLst>
          </p:cNvPr>
          <p:cNvSpPr txBox="1"/>
          <p:nvPr userDrawn="1"/>
        </p:nvSpPr>
        <p:spPr>
          <a:xfrm>
            <a:off x="9363919" y="6620719"/>
            <a:ext cx="0" cy="0"/>
          </a:xfrm>
          <a:prstGeom prst="rect">
            <a:avLst/>
          </a:prstGeom>
          <a:noFill/>
        </p:spPr>
        <p:txBody>
          <a:bodyPr wrap="none" lIns="0" tIns="0" rIns="0" bIns="0" rtlCol="0">
            <a:noAutofit/>
          </a:bodyPr>
          <a:lstStyle/>
          <a:p>
            <a:pPr algn="l" defTabSz="228600" rtl="0">
              <a:spcAft>
                <a:spcPts val="1200"/>
              </a:spcAft>
            </a:pPr>
            <a:endParaRPr lang="en-US" noProof="0" dirty="0"/>
          </a:p>
        </p:txBody>
      </p:sp>
      <p:sp>
        <p:nvSpPr>
          <p:cNvPr id="5" name="TextBox 4">
            <a:extLst>
              <a:ext uri="{FF2B5EF4-FFF2-40B4-BE49-F238E27FC236}">
                <a16:creationId xmlns:a16="http://schemas.microsoft.com/office/drawing/2014/main" id="{AFC37153-4580-BB48-AD3A-E289DF242EE6}"/>
              </a:ext>
            </a:extLst>
          </p:cNvPr>
          <p:cNvSpPr txBox="1"/>
          <p:nvPr userDrawn="1"/>
        </p:nvSpPr>
        <p:spPr>
          <a:xfrm>
            <a:off x="9734309" y="6539696"/>
            <a:ext cx="0" cy="0"/>
          </a:xfrm>
          <a:prstGeom prst="rect">
            <a:avLst/>
          </a:prstGeom>
          <a:noFill/>
        </p:spPr>
        <p:txBody>
          <a:bodyPr wrap="none" lIns="0" tIns="0" rIns="0" bIns="0" rtlCol="0">
            <a:noAutofit/>
          </a:bodyPr>
          <a:lstStyle/>
          <a:p>
            <a:pPr algn="l" defTabSz="228600" rtl="0">
              <a:spcAft>
                <a:spcPts val="1200"/>
              </a:spcAft>
            </a:pPr>
            <a:endParaRPr lang="en-US" noProof="0" dirty="0"/>
          </a:p>
        </p:txBody>
      </p:sp>
      <p:sp>
        <p:nvSpPr>
          <p:cNvPr id="6" name="TextBox 5">
            <a:extLst>
              <a:ext uri="{FF2B5EF4-FFF2-40B4-BE49-F238E27FC236}">
                <a16:creationId xmlns:a16="http://schemas.microsoft.com/office/drawing/2014/main" id="{2E3869D1-469A-5B41-97BC-C47919F46F86}"/>
              </a:ext>
            </a:extLst>
          </p:cNvPr>
          <p:cNvSpPr txBox="1"/>
          <p:nvPr userDrawn="1"/>
        </p:nvSpPr>
        <p:spPr>
          <a:xfrm>
            <a:off x="10131552" y="6528816"/>
            <a:ext cx="0" cy="0"/>
          </a:xfrm>
          <a:prstGeom prst="rect">
            <a:avLst/>
          </a:prstGeom>
          <a:noFill/>
        </p:spPr>
        <p:txBody>
          <a:bodyPr wrap="none" lIns="0" tIns="0" rIns="0" bIns="0" rtlCol="0">
            <a:noAutofit/>
          </a:bodyPr>
          <a:lstStyle/>
          <a:p>
            <a:pPr algn="l" defTabSz="228600" rtl="0">
              <a:spcAft>
                <a:spcPts val="1200"/>
              </a:spcAft>
            </a:pPr>
            <a:endParaRPr lang="en-US" noProof="0" dirty="0"/>
          </a:p>
        </p:txBody>
      </p:sp>
    </p:spTree>
    <p:extLst>
      <p:ext uri="{BB962C8B-B14F-4D97-AF65-F5344CB8AC3E}">
        <p14:creationId xmlns:p14="http://schemas.microsoft.com/office/powerpoint/2010/main" val="591815864"/>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8.a Text and Image 1">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C4A4B59-10C6-2A72-8C63-3E18F6A80348}"/>
              </a:ext>
            </a:extLst>
          </p:cNvPr>
          <p:cNvGraphicFramePr>
            <a:graphicFrameLocks noChangeAspect="1"/>
          </p:cNvGraphicFramePr>
          <p:nvPr userDrawn="1">
            <p:custDataLst>
              <p:tags r:id="rId1"/>
            </p:custDataLst>
            <p:extLst>
              <p:ext uri="{D42A27DB-BD31-4B8C-83A1-F6EECF244321}">
                <p14:modId xmlns:p14="http://schemas.microsoft.com/office/powerpoint/2010/main" val="26600326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2C4A4B59-10C6-2A72-8C63-3E18F6A8034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5" name="Text Placeholder 14">
            <a:extLst>
              <a:ext uri="{FF2B5EF4-FFF2-40B4-BE49-F238E27FC236}">
                <a16:creationId xmlns:a16="http://schemas.microsoft.com/office/drawing/2014/main" id="{A27BE519-6A5B-4320-BE53-57885A779914}"/>
              </a:ext>
            </a:extLst>
          </p:cNvPr>
          <p:cNvSpPr>
            <a:spLocks noGrp="1"/>
          </p:cNvSpPr>
          <p:nvPr>
            <p:ph type="body" sz="quarter" idx="14" hasCustomPrompt="1"/>
          </p:nvPr>
        </p:nvSpPr>
        <p:spPr>
          <a:xfrm>
            <a:off x="381001" y="3267635"/>
            <a:ext cx="5334000" cy="2667000"/>
          </a:xfrm>
        </p:spPr>
        <p:txBody>
          <a:bodyPr/>
          <a:lstStyle>
            <a:lvl1pPr marL="0" indent="0" rtl="0">
              <a:buNone/>
              <a:defRPr sz="2400">
                <a:solidFill>
                  <a:schemeClr val="accent1"/>
                </a:solidFill>
                <a:latin typeface="GT Sectra Fine" panose="00000500000000000000" pitchFamily="50" charset="0"/>
              </a:defRPr>
            </a:lvl1pPr>
            <a:lvl2pPr marL="0" indent="0" rtl="0">
              <a:buNone/>
              <a:defRPr sz="1800"/>
            </a:lvl2pPr>
            <a:lvl3pPr marL="228600" rtl="0">
              <a:buFont typeface="Arial" panose="020B0604020202020204" pitchFamily="34" charset="0"/>
              <a:buChar char="•"/>
              <a:defRPr sz="1800"/>
            </a:lvl3pPr>
            <a:lvl4pPr marL="457200" rtl="0">
              <a:buFont typeface="System Font"/>
              <a:buChar char="–"/>
              <a:defRPr sz="1600"/>
            </a:lvl4pPr>
            <a:lvl5pPr marL="685800" rtl="0">
              <a:buFont typeface="Arial" panose="020B0604020202020204" pitchFamily="34" charset="0"/>
              <a:buChar char="•"/>
              <a:defRPr sz="1600"/>
            </a:lvl5pPr>
          </a:lstStyle>
          <a:p>
            <a:pPr lvl="0"/>
            <a:r>
              <a:rPr lang="en-US" dirty="0"/>
              <a:t>Place sub-headline here in GT Sectra Fine, indent for other levels</a:t>
            </a:r>
          </a:p>
          <a:p>
            <a:pPr lvl="1"/>
            <a:r>
              <a:rPr lang="en-US" dirty="0"/>
              <a:t>Second level (text 18pt)</a:t>
            </a:r>
          </a:p>
          <a:p>
            <a:pPr lvl="2"/>
            <a:r>
              <a:rPr lang="en-US" dirty="0"/>
              <a:t>Third level bullet (bullet 18pt)</a:t>
            </a:r>
          </a:p>
          <a:p>
            <a:pPr lvl="3"/>
            <a:r>
              <a:rPr lang="en-US" dirty="0"/>
              <a:t>Fourth level bullet (bullet 16pt)</a:t>
            </a:r>
          </a:p>
          <a:p>
            <a:pPr lvl="4"/>
            <a:r>
              <a:rPr lang="en-US" dirty="0"/>
              <a:t>Fifth level bullet (bullet 16pt)</a:t>
            </a:r>
          </a:p>
        </p:txBody>
      </p:sp>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196769"/>
            <a:ext cx="6096000" cy="6857999"/>
          </a:xfrm>
        </p:spPr>
        <p:txBody>
          <a:bodyPr anchor="ctr"/>
          <a:lstStyle>
            <a:lvl1pPr marL="0" indent="0" algn="ctr" defTabSz="914400" rtl="0" eaLnBrk="1" latinLnBrk="0" hangingPunct="1">
              <a:lnSpc>
                <a:spcPct val="100000"/>
              </a:lnSpc>
              <a:spcBef>
                <a:spcPts val="0"/>
              </a:spcBef>
              <a:spcAft>
                <a:spcPts val="1200"/>
              </a:spcAft>
              <a:buFont typeface="Arial" panose="020B0604020202020204" pitchFamily="34" charset="0"/>
              <a:buNone/>
              <a:defRPr lang="en-US" sz="1400" b="0" kern="1200" dirty="0">
                <a:solidFill>
                  <a:schemeClr val="tx1"/>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Add image, then ‘Send to Back’</a:t>
            </a:r>
          </a:p>
        </p:txBody>
      </p:sp>
      <p:sp>
        <p:nvSpPr>
          <p:cNvPr id="5" name="Title 1">
            <a:extLst>
              <a:ext uri="{FF2B5EF4-FFF2-40B4-BE49-F238E27FC236}">
                <a16:creationId xmlns:a16="http://schemas.microsoft.com/office/drawing/2014/main" id="{1BB929FF-38D9-4792-A56F-C1810627FF9B}"/>
              </a:ext>
            </a:extLst>
          </p:cNvPr>
          <p:cNvSpPr>
            <a:spLocks noGrp="1"/>
          </p:cNvSpPr>
          <p:nvPr>
            <p:ph type="title" hasCustomPrompt="1"/>
          </p:nvPr>
        </p:nvSpPr>
        <p:spPr>
          <a:xfrm>
            <a:off x="381000" y="381000"/>
            <a:ext cx="5334000" cy="2667000"/>
          </a:xfrm>
        </p:spPr>
        <p:txBody>
          <a:bodyPr vert="horz" anchor="b"/>
          <a:lstStyle>
            <a:lvl1pPr rtl="0">
              <a:defRPr sz="3600"/>
            </a:lvl1pPr>
          </a:lstStyle>
          <a:p>
            <a:r>
              <a:rPr lang="en-US" dirty="0"/>
              <a:t>Place headline here (36pt, min 30pt)</a:t>
            </a:r>
          </a:p>
        </p:txBody>
      </p:sp>
      <p:sp>
        <p:nvSpPr>
          <p:cNvPr id="7" name="Slide Number Placeholder 6">
            <a:extLst>
              <a:ext uri="{FF2B5EF4-FFF2-40B4-BE49-F238E27FC236}">
                <a16:creationId xmlns:a16="http://schemas.microsoft.com/office/drawing/2014/main" id="{471ECD14-894C-4210-BC23-98D893AA2320}"/>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lvl1pPr rtl="0">
              <a:defRPr lang="en-US" sz="800" smtClean="0">
                <a:solidFill>
                  <a:schemeClr val="tx1">
                    <a:alpha val="75000"/>
                  </a:schemeClr>
                </a:solidFill>
              </a:defRPr>
            </a:lvl1pPr>
          </a:lstStyle>
          <a:p>
            <a:pPr algn="r" defTabSz="228600">
              <a:spcAft>
                <a:spcPts val="1200"/>
              </a:spcAft>
            </a:pPr>
            <a:fld id="{CC9E6EB9-168E-4914-8CC7-2E853AFB4F1B}" type="slidenum">
              <a:rPr lang="en-US" smtClean="0"/>
              <a:pPr algn="r" defTabSz="228600">
                <a:spcAft>
                  <a:spcPts val="1200"/>
                </a:spcAft>
              </a:pPr>
              <a:t>‹#›</a:t>
            </a:fld>
            <a:endParaRPr lang="en-US" dirty="0"/>
          </a:p>
        </p:txBody>
      </p:sp>
      <p:pic>
        <p:nvPicPr>
          <p:cNvPr id="2" name="Picture 1">
            <a:extLst>
              <a:ext uri="{FF2B5EF4-FFF2-40B4-BE49-F238E27FC236}">
                <a16:creationId xmlns:a16="http://schemas.microsoft.com/office/drawing/2014/main" id="{296067A3-9F0D-44FB-B267-D94DE708562D}"/>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9" name="TextBox 8">
            <a:extLst>
              <a:ext uri="{FF2B5EF4-FFF2-40B4-BE49-F238E27FC236}">
                <a16:creationId xmlns:a16="http://schemas.microsoft.com/office/drawing/2014/main" id="{47FE1202-7F22-41C4-A352-FCD324AFF6A3}"/>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lang="en-US" sz="800" dirty="0">
                <a:solidFill>
                  <a:schemeClr val="tx1">
                    <a:alpha val="75000"/>
                  </a:schemeClr>
                </a:solidFill>
              </a:rPr>
              <a:t>Copyright © 2021 Accenture. All rights reserved. Confidential – H&amp;M Group and Accenture.</a:t>
            </a:r>
            <a:endParaRPr lang="en-US" noProof="0" dirty="0">
              <a:solidFill>
                <a:schemeClr val="tx1">
                  <a:alpha val="75000"/>
                </a:schemeClr>
              </a:solidFill>
            </a:endParaRPr>
          </a:p>
        </p:txBody>
      </p:sp>
    </p:spTree>
    <p:extLst>
      <p:ext uri="{BB962C8B-B14F-4D97-AF65-F5344CB8AC3E}">
        <p14:creationId xmlns:p14="http://schemas.microsoft.com/office/powerpoint/2010/main" val="379404578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8.b Text and Image 2">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0C696FC-C4D5-DD17-8153-D9EDBA817AFA}"/>
              </a:ext>
            </a:extLst>
          </p:cNvPr>
          <p:cNvGraphicFramePr>
            <a:graphicFrameLocks noChangeAspect="1"/>
          </p:cNvGraphicFramePr>
          <p:nvPr userDrawn="1">
            <p:custDataLst>
              <p:tags r:id="rId1"/>
            </p:custDataLst>
            <p:extLst>
              <p:ext uri="{D42A27DB-BD31-4B8C-83A1-F6EECF244321}">
                <p14:modId xmlns:p14="http://schemas.microsoft.com/office/powerpoint/2010/main" val="15878298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F0C696FC-C4D5-DD17-8153-D9EDBA817AF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1"/>
            <a:ext cx="6096024" cy="6309361"/>
          </a:xfrm>
          <a:noFill/>
        </p:spPr>
        <p:txBody>
          <a:bodyPr anchor="ctr"/>
          <a:lstStyle>
            <a:lvl1pPr marL="0" indent="0" algn="ctr" rtl="0">
              <a:buNone/>
              <a:defRPr sz="1400" b="0">
                <a:solidFill>
                  <a:schemeClr val="tx1"/>
                </a:solidFill>
              </a:defRPr>
            </a:lvl1pPr>
          </a:lstStyle>
          <a:p>
            <a:r>
              <a:rPr lang="en-US" dirty="0"/>
              <a:t>Add image here</a:t>
            </a:r>
          </a:p>
        </p:txBody>
      </p:sp>
      <p:sp>
        <p:nvSpPr>
          <p:cNvPr id="10" name="Rectangle 9">
            <a:extLst>
              <a:ext uri="{FF2B5EF4-FFF2-40B4-BE49-F238E27FC236}">
                <a16:creationId xmlns:a16="http://schemas.microsoft.com/office/drawing/2014/main" id="{7F8DBAF1-DC97-4CAB-B174-0AAA55CCB2E8}"/>
              </a:ext>
            </a:extLst>
          </p:cNvPr>
          <p:cNvSpPr/>
          <p:nvPr userDrawn="1"/>
        </p:nvSpPr>
        <p:spPr>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p:spPr>
        <p:txBody>
          <a:bodyPr vert="horz" anchor="b"/>
          <a:lstStyle>
            <a:lvl1pPr rtl="0">
              <a:defRPr sz="3600"/>
            </a:lvl1pPr>
          </a:lstStyle>
          <a:p>
            <a:r>
              <a:rPr lang="en-US" dirty="0"/>
              <a:t>Place headline here (36pt, min 30pt)</a:t>
            </a:r>
          </a:p>
        </p:txBody>
      </p:sp>
      <p:pic>
        <p:nvPicPr>
          <p:cNvPr id="2" name="Picture 1">
            <a:extLst>
              <a:ext uri="{FF2B5EF4-FFF2-40B4-BE49-F238E27FC236}">
                <a16:creationId xmlns:a16="http://schemas.microsoft.com/office/drawing/2014/main" id="{A9656D06-A8CE-4A1F-9876-6AFBEE60C207}"/>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14" name="TextBox 13">
            <a:extLst>
              <a:ext uri="{FF2B5EF4-FFF2-40B4-BE49-F238E27FC236}">
                <a16:creationId xmlns:a16="http://schemas.microsoft.com/office/drawing/2014/main" id="{A10195CB-D424-4B71-9300-2867217A049D}"/>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2" name="Text Placeholder 14">
            <a:extLst>
              <a:ext uri="{FF2B5EF4-FFF2-40B4-BE49-F238E27FC236}">
                <a16:creationId xmlns:a16="http://schemas.microsoft.com/office/drawing/2014/main" id="{6EB7BC02-64C6-5A42-A5C4-F0D83DB51123}"/>
              </a:ext>
            </a:extLst>
          </p:cNvPr>
          <p:cNvSpPr>
            <a:spLocks noGrp="1"/>
          </p:cNvSpPr>
          <p:nvPr>
            <p:ph type="body" sz="quarter" idx="17" hasCustomPrompt="1"/>
          </p:nvPr>
        </p:nvSpPr>
        <p:spPr>
          <a:xfrm>
            <a:off x="6476999" y="3267635"/>
            <a:ext cx="5334000" cy="2667000"/>
          </a:xfrm>
        </p:spPr>
        <p:txBody>
          <a:bodyPr/>
          <a:lstStyle>
            <a:lvl1pPr marL="0" indent="0" rtl="0">
              <a:buNone/>
              <a:defRPr sz="2400">
                <a:solidFill>
                  <a:schemeClr val="tx1"/>
                </a:solidFill>
                <a:latin typeface="GT Sectra Fine" panose="00000500000000000000" pitchFamily="50" charset="0"/>
              </a:defRPr>
            </a:lvl1pPr>
            <a:lvl2pPr marL="0" indent="0" rtl="0">
              <a:buNone/>
              <a:defRPr sz="1800">
                <a:solidFill>
                  <a:schemeClr val="tx1"/>
                </a:solidFill>
              </a:defRPr>
            </a:lvl2pPr>
            <a:lvl3pPr marL="228600" rtl="0">
              <a:buFont typeface="Arial" panose="020B0604020202020204" pitchFamily="34" charset="0"/>
              <a:buChar char="•"/>
              <a:defRPr sz="1800">
                <a:solidFill>
                  <a:schemeClr val="tx1"/>
                </a:solidFill>
              </a:defRPr>
            </a:lvl3pPr>
            <a:lvl4pPr marL="457200" rtl="0">
              <a:buFont typeface="System Font"/>
              <a:buChar char="–"/>
              <a:defRPr sz="1600">
                <a:solidFill>
                  <a:schemeClr val="tx1"/>
                </a:solidFill>
              </a:defRPr>
            </a:lvl4pPr>
            <a:lvl5pPr marL="685800" rtl="0">
              <a:buFont typeface="Arial" panose="020B0604020202020204" pitchFamily="34" charset="0"/>
              <a:buChar char="•"/>
              <a:defRPr sz="1600">
                <a:solidFill>
                  <a:schemeClr val="tx1"/>
                </a:solidFill>
              </a:defRPr>
            </a:lvl5pPr>
          </a:lstStyle>
          <a:p>
            <a:pPr lvl="0"/>
            <a:r>
              <a:rPr lang="en-US" dirty="0"/>
              <a:t>Place sub-headline here in GT Sectra Fine, indent for other levels</a:t>
            </a:r>
          </a:p>
          <a:p>
            <a:pPr lvl="1"/>
            <a:r>
              <a:rPr lang="en-US" dirty="0"/>
              <a:t>Second level (text 18pt)</a:t>
            </a:r>
          </a:p>
          <a:p>
            <a:pPr lvl="2"/>
            <a:r>
              <a:rPr lang="en-US" dirty="0"/>
              <a:t>Third level bullet (bullet 18pt)</a:t>
            </a:r>
          </a:p>
          <a:p>
            <a:pPr lvl="3"/>
            <a:r>
              <a:rPr lang="en-US" dirty="0"/>
              <a:t>Fourth level bullet (bullet 16pt)</a:t>
            </a:r>
          </a:p>
          <a:p>
            <a:pPr lvl="4"/>
            <a:r>
              <a:rPr lang="en-US" dirty="0"/>
              <a:t>Fifth level bullet (bullet 16pt)</a:t>
            </a:r>
          </a:p>
        </p:txBody>
      </p:sp>
      <p:sp>
        <p:nvSpPr>
          <p:cNvPr id="11" name="TextBox 10">
            <a:extLst>
              <a:ext uri="{FF2B5EF4-FFF2-40B4-BE49-F238E27FC236}">
                <a16:creationId xmlns:a16="http://schemas.microsoft.com/office/drawing/2014/main" id="{F3A0C964-9D80-444F-9297-B5BEFDC8DA26}"/>
              </a:ext>
            </a:extLst>
          </p:cNvPr>
          <p:cNvSpPr txBox="1"/>
          <p:nvPr userDrawn="1"/>
        </p:nvSpPr>
        <p:spPr>
          <a:xfrm>
            <a:off x="6929876" y="6482079"/>
            <a:ext cx="4585188" cy="203203"/>
          </a:xfrm>
          <a:prstGeom prst="rect">
            <a:avLst/>
          </a:prstGeom>
          <a:noFill/>
        </p:spPr>
        <p:txBody>
          <a:bodyPr wrap="square" lIns="0" tIns="0" rIns="0" bIns="0" rtlCol="0" anchor="ctr">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lang="en-US" sz="800" dirty="0">
                <a:solidFill>
                  <a:schemeClr val="tx1">
                    <a:alpha val="75000"/>
                  </a:schemeClr>
                </a:solidFill>
              </a:rPr>
              <a:t>Copyright © 2021 Accenture. All rights reserved. Confidential – H&amp;M Group and Accenture.</a:t>
            </a:r>
            <a:endParaRPr lang="en-US" noProof="0" dirty="0">
              <a:solidFill>
                <a:schemeClr val="tx1">
                  <a:alpha val="75000"/>
                </a:schemeClr>
              </a:solidFill>
            </a:endParaRPr>
          </a:p>
        </p:txBody>
      </p:sp>
    </p:spTree>
    <p:extLst>
      <p:ext uri="{BB962C8B-B14F-4D97-AF65-F5344CB8AC3E}">
        <p14:creationId xmlns:p14="http://schemas.microsoft.com/office/powerpoint/2010/main" val="19849492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20">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9.a Quote + Portrait 1">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BF1CFFC-19DD-4821-BCF8-214381440B6C}"/>
              </a:ext>
            </a:extLst>
          </p:cNvPr>
          <p:cNvGraphicFramePr>
            <a:graphicFrameLocks noChangeAspect="1"/>
          </p:cNvGraphicFramePr>
          <p:nvPr userDrawn="1">
            <p:custDataLst>
              <p:tags r:id="rId1"/>
            </p:custDataLst>
            <p:extLst>
              <p:ext uri="{D42A27DB-BD31-4B8C-83A1-F6EECF244321}">
                <p14:modId xmlns:p14="http://schemas.microsoft.com/office/powerpoint/2010/main" val="26000554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Object 3" hidden="1">
                        <a:extLst>
                          <a:ext uri="{FF2B5EF4-FFF2-40B4-BE49-F238E27FC236}">
                            <a16:creationId xmlns:a16="http://schemas.microsoft.com/office/drawing/2014/main" id="{8BF1CFFC-19DD-4821-BCF8-214381440B6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5BB053C3-9BB0-E74B-A4C2-BC19514AF8C8}"/>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rot="5400000" flipH="1">
            <a:off x="771542" y="1442106"/>
            <a:ext cx="4970359" cy="4227444"/>
          </a:xfrm>
          <a:prstGeom prst="rect">
            <a:avLst/>
          </a:prstGeom>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1335566" y="744434"/>
            <a:ext cx="4190998" cy="4976446"/>
          </a:xfrm>
          <a:solidFill>
            <a:schemeClr val="bg1"/>
          </a:solidFill>
        </p:spPr>
        <p:txBody>
          <a:bodyPr tIns="274320" bIns="274320" anchor="ctr"/>
          <a:lstStyle>
            <a:lvl1pPr marL="0" indent="0" algn="ctr" rtl="0">
              <a:buNone/>
              <a:defRPr sz="1400" b="0">
                <a:solidFill>
                  <a:schemeClr val="tx1"/>
                </a:solidFill>
              </a:defRPr>
            </a:lvl1pPr>
          </a:lstStyle>
          <a:p>
            <a:r>
              <a:rPr lang="en-US" dirty="0"/>
              <a:t>Add image</a:t>
            </a:r>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6214621" y="1593669"/>
            <a:ext cx="4952999" cy="3277976"/>
          </a:xfrm>
        </p:spPr>
        <p:txBody>
          <a:bodyPr vert="horz" anchor="ctr"/>
          <a:lstStyle>
            <a:lvl1pPr rtl="0">
              <a:defRPr sz="5400" b="1" i="0">
                <a:solidFill>
                  <a:schemeClr val="tx1"/>
                </a:solidFill>
                <a:latin typeface="+mj-lt"/>
              </a:defRPr>
            </a:lvl1pPr>
          </a:lstStyle>
          <a:p>
            <a:r>
              <a:rPr lang="en-US" dirty="0"/>
              <a:t>Place quote or key message here</a:t>
            </a:r>
          </a:p>
        </p:txBody>
      </p:sp>
    </p:spTree>
    <p:extLst>
      <p:ext uri="{BB962C8B-B14F-4D97-AF65-F5344CB8AC3E}">
        <p14:creationId xmlns:p14="http://schemas.microsoft.com/office/powerpoint/2010/main" val="156047097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9.b Quote + Portrait 1">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6A48D217-002E-FF8E-A158-C97E0C50EE33}"/>
              </a:ext>
            </a:extLst>
          </p:cNvPr>
          <p:cNvGraphicFramePr>
            <a:graphicFrameLocks noChangeAspect="1"/>
          </p:cNvGraphicFramePr>
          <p:nvPr userDrawn="1">
            <p:custDataLst>
              <p:tags r:id="rId1"/>
            </p:custDataLst>
            <p:extLst>
              <p:ext uri="{D42A27DB-BD31-4B8C-83A1-F6EECF244321}">
                <p14:modId xmlns:p14="http://schemas.microsoft.com/office/powerpoint/2010/main" val="26632415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6A48D217-002E-FF8E-A158-C97E0C50EE3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3" name="Picture Placeholder 19">
            <a:extLst>
              <a:ext uri="{FF2B5EF4-FFF2-40B4-BE49-F238E27FC236}">
                <a16:creationId xmlns:a16="http://schemas.microsoft.com/office/drawing/2014/main" id="{9128CE8F-D41A-47B9-921B-C6C1790F8F27}"/>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7026839" y="943234"/>
            <a:ext cx="4191000" cy="4976812"/>
          </a:xfrm>
          <a:prstGeom prst="rect">
            <a:avLst/>
          </a:prstGeom>
          <a:solidFill>
            <a:schemeClr val="tx2">
              <a:lumMod val="20000"/>
              <a:lumOff val="80000"/>
            </a:schemeClr>
          </a:solidFill>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1" y="744434"/>
            <a:ext cx="4190998" cy="4976446"/>
          </a:xfrm>
          <a:solidFill>
            <a:schemeClr val="bg1"/>
          </a:solidFill>
        </p:spPr>
        <p:txBody>
          <a:bodyPr tIns="274320" bIns="274320" anchor="ctr"/>
          <a:lstStyle>
            <a:lvl1pPr marL="0" indent="0" algn="ctr" rtl="0">
              <a:buNone/>
              <a:defRPr sz="1400" b="0">
                <a:solidFill>
                  <a:schemeClr val="tx1"/>
                </a:solidFill>
              </a:defRPr>
            </a:lvl1pPr>
          </a:lstStyle>
          <a:p>
            <a:r>
              <a:rPr lang="en-US" dirty="0"/>
              <a:t>Add image</a:t>
            </a:r>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vert="horz" anchor="ctr"/>
          <a:lstStyle>
            <a:lvl1pPr rtl="0">
              <a:defRPr sz="5400">
                <a:solidFill>
                  <a:schemeClr val="tx1"/>
                </a:solidFill>
              </a:defRPr>
            </a:lvl1pPr>
          </a:lstStyle>
          <a:p>
            <a:r>
              <a:rPr lang="en-US" dirty="0"/>
              <a:t>Place quote or key message here</a:t>
            </a:r>
          </a:p>
        </p:txBody>
      </p:sp>
    </p:spTree>
    <p:extLst>
      <p:ext uri="{BB962C8B-B14F-4D97-AF65-F5344CB8AC3E}">
        <p14:creationId xmlns:p14="http://schemas.microsoft.com/office/powerpoint/2010/main" val="182414399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9.c Key Message Gradient Dark 1">
    <p:bg>
      <p:bgPr>
        <a:solidFill>
          <a:schemeClr val="accent3"/>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84F07AF-772F-8697-4EB9-EB1EE8469A94}"/>
              </a:ext>
            </a:extLst>
          </p:cNvPr>
          <p:cNvGraphicFramePr>
            <a:graphicFrameLocks noChangeAspect="1"/>
          </p:cNvGraphicFramePr>
          <p:nvPr userDrawn="1">
            <p:custDataLst>
              <p:tags r:id="rId1"/>
            </p:custDataLst>
            <p:extLst>
              <p:ext uri="{D42A27DB-BD31-4B8C-83A1-F6EECF244321}">
                <p14:modId xmlns:p14="http://schemas.microsoft.com/office/powerpoint/2010/main" val="27282025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B84F07AF-772F-8697-4EB9-EB1EE8469A9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EE3159CF-5262-5B41-91DC-A75F81B22BDF}"/>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rot="16200000">
            <a:off x="2664226" y="-2664226"/>
            <a:ext cx="6863549" cy="12192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vert="horz" anchor="ctr"/>
          <a:lstStyle>
            <a:lvl1pPr algn="ctr" rtl="0">
              <a:defRPr sz="5400">
                <a:solidFill>
                  <a:schemeClr val="tx1"/>
                </a:solidFill>
              </a:defRPr>
            </a:lvl1pPr>
          </a:lstStyle>
          <a:p>
            <a:r>
              <a:rPr lang="en-US" dirty="0"/>
              <a:t>Place key message here</a:t>
            </a:r>
          </a:p>
        </p:txBody>
      </p:sp>
      <p:sp>
        <p:nvSpPr>
          <p:cNvPr id="15" name="TextBox 14">
            <a:extLst>
              <a:ext uri="{FF2B5EF4-FFF2-40B4-BE49-F238E27FC236}">
                <a16:creationId xmlns:a16="http://schemas.microsoft.com/office/drawing/2014/main" id="{CF34DCA4-9B3F-424E-8478-0FB3BCA6E006}"/>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8" name="TextBox 7">
            <a:extLst>
              <a:ext uri="{FF2B5EF4-FFF2-40B4-BE49-F238E27FC236}">
                <a16:creationId xmlns:a16="http://schemas.microsoft.com/office/drawing/2014/main" id="{9A56DA94-E36A-9B42-A634-E4AD5BAA4190}"/>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dirty="0">
                <a:solidFill>
                  <a:schemeClr val="tx1">
                    <a:alpha val="75000"/>
                  </a:schemeClr>
                </a:solidFill>
              </a:rPr>
              <a:t>Copyright © 2021 Accenture. All rights reserved. Confidential – H&amp;M Group and Accenture.</a:t>
            </a:r>
            <a:endParaRPr lang="en-US" noProof="0" dirty="0">
              <a:solidFill>
                <a:schemeClr val="tx1">
                  <a:alpha val="75000"/>
                </a:schemeClr>
              </a:solidFill>
            </a:endParaRPr>
          </a:p>
        </p:txBody>
      </p:sp>
      <p:pic>
        <p:nvPicPr>
          <p:cNvPr id="7" name="Picture 6">
            <a:extLst>
              <a:ext uri="{FF2B5EF4-FFF2-40B4-BE49-F238E27FC236}">
                <a16:creationId xmlns:a16="http://schemas.microsoft.com/office/drawing/2014/main" id="{2960833E-F260-41F7-9838-0B77E5428CAA}"/>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1509793570"/>
      </p:ext>
    </p:extLst>
  </p:cSld>
  <p:clrMapOvr>
    <a:overrideClrMapping bg1="dk1" tx1="lt1" bg2="dk2" tx2="lt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9.d Key Message Gradient Dark 1">
    <p:bg>
      <p:bgPr>
        <a:solidFill>
          <a:schemeClr val="accent3"/>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8510C95-D4BF-6FB5-E4FF-2A2F179E5FF5}"/>
              </a:ext>
            </a:extLst>
          </p:cNvPr>
          <p:cNvGraphicFramePr>
            <a:graphicFrameLocks noChangeAspect="1"/>
          </p:cNvGraphicFramePr>
          <p:nvPr userDrawn="1">
            <p:custDataLst>
              <p:tags r:id="rId1"/>
            </p:custDataLst>
            <p:extLst>
              <p:ext uri="{D42A27DB-BD31-4B8C-83A1-F6EECF244321}">
                <p14:modId xmlns:p14="http://schemas.microsoft.com/office/powerpoint/2010/main" val="32061757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48510C95-D4BF-6FB5-E4FF-2A2F179E5FF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DA1F6716-19CE-DE46-B8BF-38F147937611}"/>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rot="10800000" flipH="1">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vert="horz" anchor="ctr"/>
          <a:lstStyle>
            <a:lvl1pPr algn="ctr" rtl="0">
              <a:defRPr sz="5400">
                <a:solidFill>
                  <a:schemeClr val="tx1"/>
                </a:solidFill>
              </a:defRPr>
            </a:lvl1pPr>
          </a:lstStyle>
          <a:p>
            <a:r>
              <a:rPr lang="en-US" dirty="0"/>
              <a:t>Place key message here</a:t>
            </a:r>
          </a:p>
        </p:txBody>
      </p:sp>
      <p:sp>
        <p:nvSpPr>
          <p:cNvPr id="15" name="TextBox 14">
            <a:extLst>
              <a:ext uri="{FF2B5EF4-FFF2-40B4-BE49-F238E27FC236}">
                <a16:creationId xmlns:a16="http://schemas.microsoft.com/office/drawing/2014/main" id="{CF34DCA4-9B3F-424E-8478-0FB3BCA6E006}"/>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8" name="TextBox 7">
            <a:extLst>
              <a:ext uri="{FF2B5EF4-FFF2-40B4-BE49-F238E27FC236}">
                <a16:creationId xmlns:a16="http://schemas.microsoft.com/office/drawing/2014/main" id="{9A56DA94-E36A-9B42-A634-E4AD5BAA4190}"/>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dirty="0">
                <a:solidFill>
                  <a:schemeClr val="tx1">
                    <a:alpha val="75000"/>
                  </a:schemeClr>
                </a:solidFill>
              </a:rPr>
              <a:t>Copyright © 2021 Accenture. All rights reserved. Confidential – H&amp;M Group and Accenture.</a:t>
            </a:r>
            <a:endParaRPr lang="en-US" noProof="0" dirty="0">
              <a:solidFill>
                <a:schemeClr val="tx1">
                  <a:alpha val="75000"/>
                </a:schemeClr>
              </a:solidFill>
            </a:endParaRPr>
          </a:p>
        </p:txBody>
      </p:sp>
      <p:pic>
        <p:nvPicPr>
          <p:cNvPr id="7" name="Picture 6">
            <a:extLst>
              <a:ext uri="{FF2B5EF4-FFF2-40B4-BE49-F238E27FC236}">
                <a16:creationId xmlns:a16="http://schemas.microsoft.com/office/drawing/2014/main" id="{81A2DF4D-51A6-457D-A928-F7EDC0E5D474}"/>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1242339995"/>
      </p:ext>
    </p:extLst>
  </p:cSld>
  <p:clrMapOvr>
    <a:overrideClrMapping bg1="dk1" tx1="lt1" bg2="dk2" tx2="lt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9.e Key Message Gradient Dark 1">
    <p:bg>
      <p:bgPr>
        <a:solidFill>
          <a:schemeClr val="accent3"/>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88D1904-5161-045F-04B4-BB8D2DBE5B99}"/>
              </a:ext>
            </a:extLst>
          </p:cNvPr>
          <p:cNvGraphicFramePr>
            <a:graphicFrameLocks noChangeAspect="1"/>
          </p:cNvGraphicFramePr>
          <p:nvPr userDrawn="1">
            <p:custDataLst>
              <p:tags r:id="rId1"/>
            </p:custDataLst>
            <p:extLst>
              <p:ext uri="{D42A27DB-BD31-4B8C-83A1-F6EECF244321}">
                <p14:modId xmlns:p14="http://schemas.microsoft.com/office/powerpoint/2010/main" val="32296539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B88D1904-5161-045F-04B4-BB8D2DBE5B9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D065AF7E-64D5-484B-8784-D1BC2369D1F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rot="16200000">
            <a:off x="2666999" y="-2667000"/>
            <a:ext cx="6858001" cy="12192001"/>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vert="horz" anchor="ctr"/>
          <a:lstStyle>
            <a:lvl1pPr algn="ctr" rtl="0">
              <a:defRPr sz="5400">
                <a:solidFill>
                  <a:schemeClr val="tx1"/>
                </a:solidFill>
              </a:defRPr>
            </a:lvl1pPr>
          </a:lstStyle>
          <a:p>
            <a:r>
              <a:rPr lang="en-US" dirty="0"/>
              <a:t>Place key message here</a:t>
            </a:r>
          </a:p>
        </p:txBody>
      </p:sp>
      <p:sp>
        <p:nvSpPr>
          <p:cNvPr id="15" name="TextBox 14">
            <a:extLst>
              <a:ext uri="{FF2B5EF4-FFF2-40B4-BE49-F238E27FC236}">
                <a16:creationId xmlns:a16="http://schemas.microsoft.com/office/drawing/2014/main" id="{CF34DCA4-9B3F-424E-8478-0FB3BCA6E006}"/>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8" name="TextBox 7">
            <a:extLst>
              <a:ext uri="{FF2B5EF4-FFF2-40B4-BE49-F238E27FC236}">
                <a16:creationId xmlns:a16="http://schemas.microsoft.com/office/drawing/2014/main" id="{9A56DA94-E36A-9B42-A634-E4AD5BAA4190}"/>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dirty="0">
                <a:solidFill>
                  <a:schemeClr val="tx1">
                    <a:alpha val="75000"/>
                  </a:schemeClr>
                </a:solidFill>
              </a:rPr>
              <a:t>Copyright © 2021 Accenture. All rights reserved. Confidential – H&amp;M Group and Accenture.</a:t>
            </a:r>
            <a:endParaRPr lang="en-US" noProof="0" dirty="0">
              <a:solidFill>
                <a:schemeClr val="tx1">
                  <a:alpha val="75000"/>
                </a:schemeClr>
              </a:solidFill>
            </a:endParaRPr>
          </a:p>
        </p:txBody>
      </p:sp>
      <p:pic>
        <p:nvPicPr>
          <p:cNvPr id="7" name="Picture 6">
            <a:extLst>
              <a:ext uri="{FF2B5EF4-FFF2-40B4-BE49-F238E27FC236}">
                <a16:creationId xmlns:a16="http://schemas.microsoft.com/office/drawing/2014/main" id="{491101A5-922A-4143-9E20-55863A29A41E}"/>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2995206128"/>
      </p:ext>
    </p:extLst>
  </p:cSld>
  <p:clrMapOvr>
    <a:overrideClrMapping bg1="dk1" tx1="lt1" bg2="dk2" tx2="lt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10.a Stat 1">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CD8C9A07-FB2B-19D2-0C66-2F735A740D58}"/>
              </a:ext>
            </a:extLst>
          </p:cNvPr>
          <p:cNvGraphicFramePr>
            <a:graphicFrameLocks noChangeAspect="1"/>
          </p:cNvGraphicFramePr>
          <p:nvPr userDrawn="1">
            <p:custDataLst>
              <p:tags r:id="rId1"/>
            </p:custDataLst>
            <p:extLst>
              <p:ext uri="{D42A27DB-BD31-4B8C-83A1-F6EECF244321}">
                <p14:modId xmlns:p14="http://schemas.microsoft.com/office/powerpoint/2010/main" val="41821571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2" name="think-cell data - do not delete" hidden="1">
                        <a:extLst>
                          <a:ext uri="{FF2B5EF4-FFF2-40B4-BE49-F238E27FC236}">
                            <a16:creationId xmlns:a16="http://schemas.microsoft.com/office/drawing/2014/main" id="{CD8C9A07-FB2B-19D2-0C66-2F735A740D5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Rectangle 17">
            <a:extLst>
              <a:ext uri="{FF2B5EF4-FFF2-40B4-BE49-F238E27FC236}">
                <a16:creationId xmlns:a16="http://schemas.microsoft.com/office/drawing/2014/main" id="{7FF1C6BE-E6FE-4BD6-8477-A09403EEE56E}"/>
              </a:ext>
            </a:extLst>
          </p:cNvPr>
          <p:cNvSpPr/>
          <p:nvPr userDrawn="1"/>
        </p:nvSpPr>
        <p:spPr>
          <a:xfrm>
            <a:off x="-10" y="-3"/>
            <a:ext cx="6096008" cy="6311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22" name="Text Placeholder 32">
            <a:extLst>
              <a:ext uri="{FF2B5EF4-FFF2-40B4-BE49-F238E27FC236}">
                <a16:creationId xmlns:a16="http://schemas.microsoft.com/office/drawing/2014/main" id="{AC315915-FC9E-0942-980E-6C0E99FEA8DD}"/>
              </a:ext>
            </a:extLst>
          </p:cNvPr>
          <p:cNvSpPr>
            <a:spLocks noGrp="1"/>
          </p:cNvSpPr>
          <p:nvPr>
            <p:ph type="body" sz="quarter" idx="18" hasCustomPrompt="1"/>
          </p:nvPr>
        </p:nvSpPr>
        <p:spPr>
          <a:xfrm>
            <a:off x="380986" y="1490072"/>
            <a:ext cx="2285996" cy="1284861"/>
          </a:xfrm>
        </p:spPr>
        <p:txBody>
          <a:bodyPr/>
          <a:lstStyle>
            <a:lvl1pPr marL="0" indent="0" rtl="0">
              <a:spcAft>
                <a:spcPts val="600"/>
              </a:spcAft>
              <a:buNone/>
              <a:defRPr lang="en-US" sz="2000" b="1" kern="1200" dirty="0" smtClean="0">
                <a:solidFill>
                  <a:schemeClr val="tx1"/>
                </a:solidFill>
                <a:latin typeface="+mn-lt"/>
                <a:ea typeface="+mn-ea"/>
                <a:cs typeface="+mn-cs"/>
              </a:defRPr>
            </a:lvl1pPr>
            <a:lvl2pPr marL="0" indent="0" rtl="0">
              <a:spcAft>
                <a:spcPts val="600"/>
              </a:spcAft>
              <a:buNone/>
              <a:defRPr lang="en-US" sz="1600" kern="1200" dirty="0">
                <a:solidFill>
                  <a:schemeClr val="tx1"/>
                </a:solidFill>
                <a:latin typeface="+mn-lt"/>
                <a:ea typeface="+mn-ea"/>
                <a:cs typeface="+mn-cs"/>
              </a:defRPr>
            </a:lvl2pPr>
            <a:lvl3pPr marL="285750" indent="-285750" rtl="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6095992" y="0"/>
            <a:ext cx="6096008" cy="6311900"/>
          </a:xfrm>
          <a:solidFill>
            <a:schemeClr val="bg2"/>
          </a:solidFill>
        </p:spPr>
        <p:txBody>
          <a:bodyPr anchor="ctr"/>
          <a:lstStyle>
            <a:lvl1pPr marL="0" indent="0" algn="ctr" rtl="0">
              <a:buNone/>
              <a:defRPr sz="1400" b="0">
                <a:solidFill>
                  <a:schemeClr val="tx1"/>
                </a:solidFill>
              </a:defRPr>
            </a:lvl1pPr>
          </a:lstStyle>
          <a:p>
            <a:r>
              <a:rPr lang="en-US" dirty="0"/>
              <a:t>Add image here</a:t>
            </a:r>
          </a:p>
        </p:txBody>
      </p:sp>
      <p:sp>
        <p:nvSpPr>
          <p:cNvPr id="27" name="Text Placeholder 26">
            <a:extLst>
              <a:ext uri="{FF2B5EF4-FFF2-40B4-BE49-F238E27FC236}">
                <a16:creationId xmlns:a16="http://schemas.microsoft.com/office/drawing/2014/main" id="{8D7539E0-EC97-4984-8CDD-85CC949BB7FB}"/>
              </a:ext>
            </a:extLst>
          </p:cNvPr>
          <p:cNvSpPr>
            <a:spLocks noGrp="1"/>
          </p:cNvSpPr>
          <p:nvPr>
            <p:ph type="body" sz="quarter" idx="13" hasCustomPrompt="1"/>
          </p:nvPr>
        </p:nvSpPr>
        <p:spPr>
          <a:xfrm>
            <a:off x="381001" y="380999"/>
            <a:ext cx="2285996" cy="912223"/>
          </a:xfrm>
        </p:spPr>
        <p:txBody>
          <a:bodyPr anchor="ctr"/>
          <a:lstStyle>
            <a:lvl1pPr marL="0" indent="0" rtl="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dirty="0"/>
              <a:t>00x</a:t>
            </a:r>
          </a:p>
        </p:txBody>
      </p:sp>
      <p:cxnSp>
        <p:nvCxnSpPr>
          <p:cNvPr id="42" name="Straight Connector 41">
            <a:extLst>
              <a:ext uri="{FF2B5EF4-FFF2-40B4-BE49-F238E27FC236}">
                <a16:creationId xmlns:a16="http://schemas.microsoft.com/office/drawing/2014/main" id="{149C8D0A-C37D-4D9A-9703-8A0AFB18570C}"/>
              </a:ext>
            </a:extLst>
          </p:cNvPr>
          <p:cNvCxnSpPr>
            <a:cxnSpLocks/>
          </p:cNvCxnSpPr>
          <p:nvPr userDrawn="1"/>
        </p:nvCxnSpPr>
        <p:spPr>
          <a:xfrm>
            <a:off x="0" y="3155950"/>
            <a:ext cx="6096008"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2" y="380999"/>
            <a:ext cx="2285996" cy="912223"/>
          </a:xfrm>
        </p:spPr>
        <p:txBody>
          <a:bodyPr anchor="ctr"/>
          <a:lstStyle>
            <a:lvl1pPr marL="0" indent="0" rtl="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dirty="0"/>
              <a:t>00x</a:t>
            </a:r>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81001" y="3536948"/>
            <a:ext cx="2285996" cy="912223"/>
          </a:xfrm>
        </p:spPr>
        <p:txBody>
          <a:bodyPr anchor="ctr"/>
          <a:lstStyle>
            <a:lvl1pPr marL="0" indent="0" rtl="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dirty="0"/>
              <a:t>00x</a:t>
            </a:r>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2" y="3536948"/>
            <a:ext cx="2285996" cy="912223"/>
          </a:xfrm>
        </p:spPr>
        <p:txBody>
          <a:bodyPr anchor="ctr"/>
          <a:lstStyle>
            <a:lvl1pPr marL="0" indent="0" rtl="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dirty="0"/>
              <a:t>00x</a:t>
            </a:r>
          </a:p>
        </p:txBody>
      </p:sp>
      <p:cxnSp>
        <p:nvCxnSpPr>
          <p:cNvPr id="53" name="Straight Connector 52">
            <a:extLst>
              <a:ext uri="{FF2B5EF4-FFF2-40B4-BE49-F238E27FC236}">
                <a16:creationId xmlns:a16="http://schemas.microsoft.com/office/drawing/2014/main" id="{1BE5BBCC-C957-48B6-99B6-EF1F3E80F622}"/>
              </a:ext>
            </a:extLst>
          </p:cNvPr>
          <p:cNvCxnSpPr>
            <a:cxnSpLocks/>
          </p:cNvCxnSpPr>
          <p:nvPr userDrawn="1"/>
        </p:nvCxnSpPr>
        <p:spPr>
          <a:xfrm>
            <a:off x="3047998" y="-2"/>
            <a:ext cx="0" cy="6311902"/>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94EF33C-E010-4503-AC38-BB48E62572E9}"/>
              </a:ext>
            </a:extLst>
          </p:cNvPr>
          <p:cNvSpPr/>
          <p:nvPr userDrawn="1"/>
        </p:nvSpPr>
        <p:spPr>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4" name="Graphic 4">
            <a:extLst>
              <a:ext uri="{FF2B5EF4-FFF2-40B4-BE49-F238E27FC236}">
                <a16:creationId xmlns:a16="http://schemas.microsoft.com/office/drawing/2014/main" id="{B5857967-07ED-4F5E-A053-B5E7B0047997}"/>
              </a:ext>
            </a:extLst>
          </p:cNvPr>
          <p:cNvSpPr>
            <a:spLocks noChangeAspect="1"/>
          </p:cNvSpPr>
          <p:nvPr userDrawn="1"/>
        </p:nvSpPr>
        <p:spPr>
          <a:xfrm>
            <a:off x="381000" y="6483349"/>
            <a:ext cx="192024" cy="203202"/>
          </a:xfrm>
          <a:custGeom>
            <a:avLst/>
            <a:gdLst>
              <a:gd name="connsiteX0" fmla="*/ 0 w 556260"/>
              <a:gd name="connsiteY0" fmla="*/ 415290 h 588644"/>
              <a:gd name="connsiteX1" fmla="*/ 324803 w 556260"/>
              <a:gd name="connsiteY1" fmla="*/ 295275 h 588644"/>
              <a:gd name="connsiteX2" fmla="*/ 0 w 556260"/>
              <a:gd name="connsiteY2" fmla="*/ 167640 h 588644"/>
              <a:gd name="connsiteX3" fmla="*/ 0 w 556260"/>
              <a:gd name="connsiteY3" fmla="*/ 0 h 588644"/>
              <a:gd name="connsiteX4" fmla="*/ 556260 w 556260"/>
              <a:gd name="connsiteY4" fmla="*/ 223838 h 588644"/>
              <a:gd name="connsiteX5" fmla="*/ 556260 w 556260"/>
              <a:gd name="connsiteY5" fmla="*/ 363855 h 588644"/>
              <a:gd name="connsiteX6" fmla="*/ 0 w 556260"/>
              <a:gd name="connsiteY6" fmla="*/ 588645 h 58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260" h="588644">
                <a:moveTo>
                  <a:pt x="0" y="415290"/>
                </a:moveTo>
                <a:lnTo>
                  <a:pt x="324803" y="295275"/>
                </a:lnTo>
                <a:lnTo>
                  <a:pt x="0" y="167640"/>
                </a:lnTo>
                <a:lnTo>
                  <a:pt x="0" y="0"/>
                </a:lnTo>
                <a:lnTo>
                  <a:pt x="556260" y="223838"/>
                </a:lnTo>
                <a:lnTo>
                  <a:pt x="556260" y="363855"/>
                </a:lnTo>
                <a:lnTo>
                  <a:pt x="0" y="588645"/>
                </a:lnTo>
                <a:close/>
              </a:path>
            </a:pathLst>
          </a:custGeom>
          <a:solidFill>
            <a:schemeClr val="bg1"/>
          </a:solidFill>
          <a:ln w="9525" cap="flat">
            <a:noFill/>
            <a:prstDash val="solid"/>
            <a:miter/>
          </a:ln>
        </p:spPr>
        <p:txBody>
          <a:bodyPr rtlCol="0" anchor="ctr"/>
          <a:lstStyle/>
          <a:p>
            <a:pPr rtl="0"/>
            <a:endParaRPr lang="en-US" dirty="0"/>
          </a:p>
        </p:txBody>
      </p:sp>
      <p:sp>
        <p:nvSpPr>
          <p:cNvPr id="6" name="TextBox 5">
            <a:extLst>
              <a:ext uri="{FF2B5EF4-FFF2-40B4-BE49-F238E27FC236}">
                <a16:creationId xmlns:a16="http://schemas.microsoft.com/office/drawing/2014/main" id="{AF44D4EC-5AC3-4E83-91F6-146FE9DE044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US" sz="800" smtClean="0">
                <a:solidFill>
                  <a:schemeClr val="bg1">
                    <a:alpha val="75000"/>
                  </a:schemeClr>
                </a:solidFill>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lang="en-US" noProof="0" dirty="0">
              <a:solidFill>
                <a:schemeClr val="bg1">
                  <a:alpha val="75000"/>
                </a:schemeClr>
              </a:solidFill>
            </a:endParaRPr>
          </a:p>
        </p:txBody>
      </p:sp>
      <p:sp>
        <p:nvSpPr>
          <p:cNvPr id="23" name="Text Placeholder 32">
            <a:extLst>
              <a:ext uri="{FF2B5EF4-FFF2-40B4-BE49-F238E27FC236}">
                <a16:creationId xmlns:a16="http://schemas.microsoft.com/office/drawing/2014/main" id="{15FC8104-48E6-B248-8FB6-974B5ABAE65B}"/>
              </a:ext>
            </a:extLst>
          </p:cNvPr>
          <p:cNvSpPr>
            <a:spLocks noGrp="1"/>
          </p:cNvSpPr>
          <p:nvPr>
            <p:ph type="body" sz="quarter" idx="22" hasCustomPrompt="1"/>
          </p:nvPr>
        </p:nvSpPr>
        <p:spPr>
          <a:xfrm>
            <a:off x="3428992" y="1490072"/>
            <a:ext cx="2285996" cy="1284861"/>
          </a:xfrm>
        </p:spPr>
        <p:txBody>
          <a:bodyPr/>
          <a:lstStyle>
            <a:lvl1pPr marL="0" indent="0" rtl="0">
              <a:spcAft>
                <a:spcPts val="600"/>
              </a:spcAft>
              <a:buNone/>
              <a:defRPr lang="en-US" sz="2000" b="1" kern="1200" dirty="0" smtClean="0">
                <a:solidFill>
                  <a:schemeClr val="tx1"/>
                </a:solidFill>
                <a:latin typeface="+mn-lt"/>
                <a:ea typeface="+mn-ea"/>
                <a:cs typeface="+mn-cs"/>
              </a:defRPr>
            </a:lvl1pPr>
            <a:lvl2pPr marL="0" indent="0" rtl="0">
              <a:spcAft>
                <a:spcPts val="600"/>
              </a:spcAft>
              <a:buNone/>
              <a:defRPr lang="en-US" sz="1600" kern="1200" dirty="0">
                <a:solidFill>
                  <a:schemeClr val="tx1"/>
                </a:solidFill>
                <a:latin typeface="+mn-lt"/>
                <a:ea typeface="+mn-ea"/>
                <a:cs typeface="+mn-cs"/>
              </a:defRPr>
            </a:lvl2pPr>
            <a:lvl3pPr marL="285750" indent="-285750" rtl="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24" name="Text Placeholder 32">
            <a:extLst>
              <a:ext uri="{FF2B5EF4-FFF2-40B4-BE49-F238E27FC236}">
                <a16:creationId xmlns:a16="http://schemas.microsoft.com/office/drawing/2014/main" id="{27C860B3-C7A0-E840-9D83-305F7392029A}"/>
              </a:ext>
            </a:extLst>
          </p:cNvPr>
          <p:cNvSpPr>
            <a:spLocks noGrp="1"/>
          </p:cNvSpPr>
          <p:nvPr>
            <p:ph type="body" sz="quarter" idx="23" hasCustomPrompt="1"/>
          </p:nvPr>
        </p:nvSpPr>
        <p:spPr>
          <a:xfrm>
            <a:off x="380986" y="4646021"/>
            <a:ext cx="2285996" cy="1284861"/>
          </a:xfrm>
        </p:spPr>
        <p:txBody>
          <a:bodyPr/>
          <a:lstStyle>
            <a:lvl1pPr marL="0" indent="0" rtl="0">
              <a:spcAft>
                <a:spcPts val="600"/>
              </a:spcAft>
              <a:buNone/>
              <a:defRPr lang="en-US" sz="2000" b="1" kern="1200" dirty="0" smtClean="0">
                <a:solidFill>
                  <a:schemeClr val="tx1"/>
                </a:solidFill>
                <a:latin typeface="+mn-lt"/>
                <a:ea typeface="+mn-ea"/>
                <a:cs typeface="+mn-cs"/>
              </a:defRPr>
            </a:lvl1pPr>
            <a:lvl2pPr marL="0" indent="0" rtl="0">
              <a:spcAft>
                <a:spcPts val="600"/>
              </a:spcAft>
              <a:buNone/>
              <a:defRPr lang="en-US" sz="1600" kern="1200" dirty="0">
                <a:solidFill>
                  <a:schemeClr val="tx1"/>
                </a:solidFill>
                <a:latin typeface="+mn-lt"/>
                <a:ea typeface="+mn-ea"/>
                <a:cs typeface="+mn-cs"/>
              </a:defRPr>
            </a:lvl2pPr>
            <a:lvl3pPr marL="285750" indent="-285750" rtl="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25" name="Text Placeholder 32">
            <a:extLst>
              <a:ext uri="{FF2B5EF4-FFF2-40B4-BE49-F238E27FC236}">
                <a16:creationId xmlns:a16="http://schemas.microsoft.com/office/drawing/2014/main" id="{0559DD1F-A98C-F14E-95DC-32EC947751EA}"/>
              </a:ext>
            </a:extLst>
          </p:cNvPr>
          <p:cNvSpPr>
            <a:spLocks noGrp="1"/>
          </p:cNvSpPr>
          <p:nvPr>
            <p:ph type="body" sz="quarter" idx="24" hasCustomPrompt="1"/>
          </p:nvPr>
        </p:nvSpPr>
        <p:spPr>
          <a:xfrm>
            <a:off x="3428992" y="4646021"/>
            <a:ext cx="2285996" cy="1284861"/>
          </a:xfrm>
        </p:spPr>
        <p:txBody>
          <a:bodyPr/>
          <a:lstStyle>
            <a:lvl1pPr marL="0" indent="0" rtl="0">
              <a:spcAft>
                <a:spcPts val="600"/>
              </a:spcAft>
              <a:buNone/>
              <a:defRPr lang="en-US" sz="2000" b="1" kern="1200" dirty="0" smtClean="0">
                <a:solidFill>
                  <a:schemeClr val="tx1"/>
                </a:solidFill>
                <a:latin typeface="+mn-lt"/>
                <a:ea typeface="+mn-ea"/>
                <a:cs typeface="+mn-cs"/>
              </a:defRPr>
            </a:lvl1pPr>
            <a:lvl2pPr marL="0" indent="0" rtl="0">
              <a:spcAft>
                <a:spcPts val="600"/>
              </a:spcAft>
              <a:buNone/>
              <a:defRPr lang="en-US" sz="1600" kern="1200" dirty="0">
                <a:solidFill>
                  <a:schemeClr val="tx1"/>
                </a:solidFill>
                <a:latin typeface="+mn-lt"/>
                <a:ea typeface="+mn-ea"/>
                <a:cs typeface="+mn-cs"/>
              </a:defRPr>
            </a:lvl2pPr>
            <a:lvl3pPr marL="285750" indent="-285750" rtl="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21" name="TextBox 20">
            <a:extLst>
              <a:ext uri="{FF2B5EF4-FFF2-40B4-BE49-F238E27FC236}">
                <a16:creationId xmlns:a16="http://schemas.microsoft.com/office/drawing/2014/main" id="{EFE5C034-231E-46D8-9D6E-AA535CA92BA7}"/>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dirty="0">
                <a:solidFill>
                  <a:schemeClr val="bg1">
                    <a:alpha val="75000"/>
                  </a:schemeClr>
                </a:solidFill>
              </a:rPr>
              <a:t>Copyright © 2021 Accenture. All rights reserved. Confidential – H&amp;M Group and Accenture.</a:t>
            </a:r>
            <a:endParaRPr lang="en-US" noProof="0" dirty="0">
              <a:solidFill>
                <a:schemeClr val="bg1">
                  <a:alpha val="75000"/>
                </a:schemeClr>
              </a:solidFill>
            </a:endParaRPr>
          </a:p>
        </p:txBody>
      </p:sp>
    </p:spTree>
    <p:extLst>
      <p:ext uri="{BB962C8B-B14F-4D97-AF65-F5344CB8AC3E}">
        <p14:creationId xmlns:p14="http://schemas.microsoft.com/office/powerpoint/2010/main" val="41729139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85">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0.b Stat 2">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E4D3AC8-A35A-B67C-CE60-13FDD729C423}"/>
              </a:ext>
            </a:extLst>
          </p:cNvPr>
          <p:cNvGraphicFramePr>
            <a:graphicFrameLocks noChangeAspect="1"/>
          </p:cNvGraphicFramePr>
          <p:nvPr userDrawn="1">
            <p:custDataLst>
              <p:tags r:id="rId1"/>
            </p:custDataLst>
            <p:extLst>
              <p:ext uri="{D42A27DB-BD31-4B8C-83A1-F6EECF244321}">
                <p14:modId xmlns:p14="http://schemas.microsoft.com/office/powerpoint/2010/main" val="2292034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2" name="think-cell data - do not delete" hidden="1">
                        <a:extLst>
                          <a:ext uri="{FF2B5EF4-FFF2-40B4-BE49-F238E27FC236}">
                            <a16:creationId xmlns:a16="http://schemas.microsoft.com/office/drawing/2014/main" id="{0E4D3AC8-A35A-B67C-CE60-13FDD729C42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Rectangle 9">
            <a:extLst>
              <a:ext uri="{FF2B5EF4-FFF2-40B4-BE49-F238E27FC236}">
                <a16:creationId xmlns:a16="http://schemas.microsoft.com/office/drawing/2014/main" id="{7F8DBAF1-DC97-4CAB-B174-0AAA55CCB2E8}"/>
              </a:ext>
            </a:extLst>
          </p:cNvPr>
          <p:cNvSpPr/>
          <p:nvPr userDrawn="1"/>
        </p:nvSpPr>
        <p:spPr>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9" name="Rectangle 28">
            <a:extLst>
              <a:ext uri="{FF2B5EF4-FFF2-40B4-BE49-F238E27FC236}">
                <a16:creationId xmlns:a16="http://schemas.microsoft.com/office/drawing/2014/main" id="{F2E53630-789F-425F-8AB1-96EFF4EA1E46}"/>
              </a:ext>
            </a:extLst>
          </p:cNvPr>
          <p:cNvSpPr/>
          <p:nvPr userDrawn="1"/>
        </p:nvSpPr>
        <p:spPr>
          <a:xfrm>
            <a:off x="9144056" y="3155948"/>
            <a:ext cx="3047944" cy="315595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8" name="Rectangle 7">
            <a:extLst>
              <a:ext uri="{FF2B5EF4-FFF2-40B4-BE49-F238E27FC236}">
                <a16:creationId xmlns:a16="http://schemas.microsoft.com/office/drawing/2014/main" id="{3D16F949-3472-4EBC-9DC1-05EC807C9FC0}"/>
              </a:ext>
            </a:extLst>
          </p:cNvPr>
          <p:cNvSpPr/>
          <p:nvPr userDrawn="1"/>
        </p:nvSpPr>
        <p:spPr>
          <a:xfrm>
            <a:off x="3048000" y="3155948"/>
            <a:ext cx="3047968" cy="3155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6095976" y="-1"/>
            <a:ext cx="3048024" cy="3151189"/>
          </a:xfrm>
          <a:solidFill>
            <a:schemeClr val="bg2"/>
          </a:solidFill>
        </p:spPr>
        <p:txBody>
          <a:bodyPr anchor="ctr"/>
          <a:lstStyle>
            <a:lvl1pPr marL="0" indent="0" algn="ctr" rtl="0">
              <a:buNone/>
              <a:defRPr sz="1400" b="0">
                <a:solidFill>
                  <a:schemeClr val="tx1"/>
                </a:solidFill>
              </a:defRPr>
            </a:lvl1pPr>
          </a:lstStyle>
          <a:p>
            <a:r>
              <a:rPr lang="en-US" dirty="0"/>
              <a:t>Add image here</a:t>
            </a:r>
          </a:p>
        </p:txBody>
      </p: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7" y="380999"/>
            <a:ext cx="2285996" cy="912223"/>
          </a:xfrm>
        </p:spPr>
        <p:txBody>
          <a:bodyPr anchor="ctr"/>
          <a:lstStyle>
            <a:lvl1pPr marL="0" indent="0" rtl="0">
              <a:buNone/>
              <a:defRPr lang="en-US" sz="4800" b="0" i="0" kern="1200" dirty="0">
                <a:solidFill>
                  <a:schemeClr val="accent1"/>
                </a:solidFill>
                <a:latin typeface="Graphik Light" panose="020B0403030202060203" pitchFamily="34" charset="77"/>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dirty="0"/>
              <a:t>00x</a:t>
            </a:r>
          </a:p>
        </p:txBody>
      </p:sp>
      <p:sp>
        <p:nvSpPr>
          <p:cNvPr id="47" name="Text Placeholder 32">
            <a:extLst>
              <a:ext uri="{FF2B5EF4-FFF2-40B4-BE49-F238E27FC236}">
                <a16:creationId xmlns:a16="http://schemas.microsoft.com/office/drawing/2014/main" id="{705CC01D-6D66-4B27-8D0E-E2205E002C2F}"/>
              </a:ext>
            </a:extLst>
          </p:cNvPr>
          <p:cNvSpPr>
            <a:spLocks noGrp="1"/>
          </p:cNvSpPr>
          <p:nvPr>
            <p:ph type="body" sz="quarter" idx="18" hasCustomPrompt="1"/>
          </p:nvPr>
        </p:nvSpPr>
        <p:spPr>
          <a:xfrm>
            <a:off x="9525005" y="1490072"/>
            <a:ext cx="2285995" cy="1284879"/>
          </a:xfrm>
        </p:spPr>
        <p:txBody>
          <a:bodyPr/>
          <a:lstStyle>
            <a:lvl1pPr marL="0" indent="0" rtl="0">
              <a:spcAft>
                <a:spcPts val="600"/>
              </a:spcAft>
              <a:buNone/>
              <a:defRPr lang="en-US" sz="1800" b="1" kern="1200" dirty="0" smtClean="0">
                <a:solidFill>
                  <a:schemeClr val="tx1"/>
                </a:solidFill>
                <a:latin typeface="+mn-lt"/>
                <a:ea typeface="+mn-ea"/>
                <a:cs typeface="+mn-cs"/>
              </a:defRPr>
            </a:lvl1pPr>
            <a:lvl2pPr marL="0" indent="0" rtl="0">
              <a:spcAft>
                <a:spcPts val="600"/>
              </a:spcAft>
              <a:buNone/>
              <a:defRPr lang="en-US" sz="1400" kern="1200" dirty="0">
                <a:solidFill>
                  <a:schemeClr val="tx1"/>
                </a:solidFill>
                <a:latin typeface="+mn-lt"/>
                <a:ea typeface="+mn-ea"/>
                <a:cs typeface="+mn-cs"/>
              </a:defRPr>
            </a:lvl2pPr>
            <a:lvl3pPr marL="285750" indent="-285750" rtl="0">
              <a:spcAft>
                <a:spcPts val="600"/>
              </a:spcAft>
              <a:defRPr lang="en-US" sz="14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8" y="3538763"/>
            <a:ext cx="2285996" cy="912223"/>
          </a:xfrm>
        </p:spPr>
        <p:txBody>
          <a:bodyPr anchor="ctr"/>
          <a:lstStyle>
            <a:lvl1pPr marL="0" indent="0" rtl="0">
              <a:buNone/>
              <a:defRPr lang="en-US" sz="4800" b="0" i="0" kern="1200" dirty="0">
                <a:solidFill>
                  <a:schemeClr val="bg1"/>
                </a:solidFill>
                <a:latin typeface="Graphik Light" panose="020B0403030202060203" pitchFamily="34" charset="77"/>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dirty="0"/>
              <a:t>00x</a:t>
            </a:r>
          </a:p>
        </p:txBody>
      </p:sp>
      <p:sp>
        <p:nvSpPr>
          <p:cNvPr id="49" name="Text Placeholder 32">
            <a:extLst>
              <a:ext uri="{FF2B5EF4-FFF2-40B4-BE49-F238E27FC236}">
                <a16:creationId xmlns:a16="http://schemas.microsoft.com/office/drawing/2014/main" id="{D36C84D9-D180-4ECA-9C39-AB74A8A3E6B1}"/>
              </a:ext>
            </a:extLst>
          </p:cNvPr>
          <p:cNvSpPr>
            <a:spLocks noGrp="1"/>
          </p:cNvSpPr>
          <p:nvPr>
            <p:ph type="body" sz="quarter" idx="20" hasCustomPrompt="1"/>
          </p:nvPr>
        </p:nvSpPr>
        <p:spPr>
          <a:xfrm>
            <a:off x="3428986" y="4647836"/>
            <a:ext cx="2285995" cy="1284879"/>
          </a:xfrm>
        </p:spPr>
        <p:txBody>
          <a:bodyPr/>
          <a:lstStyle>
            <a:lvl1pPr marL="0" indent="0" rtl="0">
              <a:spcAft>
                <a:spcPts val="600"/>
              </a:spcAft>
              <a:buNone/>
              <a:defRPr lang="en-US" sz="1800" b="1" kern="1200" dirty="0" smtClean="0">
                <a:solidFill>
                  <a:schemeClr val="bg1"/>
                </a:solidFill>
                <a:latin typeface="+mn-lt"/>
                <a:ea typeface="+mn-ea"/>
                <a:cs typeface="+mn-cs"/>
              </a:defRPr>
            </a:lvl1pPr>
            <a:lvl2pPr marL="0" indent="0" rtl="0">
              <a:spcAft>
                <a:spcPts val="600"/>
              </a:spcAft>
              <a:buNone/>
              <a:defRPr lang="en-US" sz="1400" kern="1200" dirty="0">
                <a:solidFill>
                  <a:schemeClr val="bg1"/>
                </a:solidFill>
                <a:latin typeface="+mn-lt"/>
                <a:ea typeface="+mn-ea"/>
                <a:cs typeface="+mn-cs"/>
              </a:defRPr>
            </a:lvl2pPr>
            <a:lvl3pPr marL="285750" indent="-285750" rtl="0">
              <a:spcAft>
                <a:spcPts val="600"/>
              </a:spcAft>
              <a:defRPr lang="en-US" sz="1400" kern="1200" dirty="0">
                <a:solidFill>
                  <a:schemeClr val="bg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6" y="3538763"/>
            <a:ext cx="2285996" cy="912223"/>
          </a:xfrm>
        </p:spPr>
        <p:txBody>
          <a:bodyPr anchor="ctr"/>
          <a:lstStyle>
            <a:lvl1pPr marL="0" indent="0" rtl="0">
              <a:buNone/>
              <a:defRPr lang="en-US" sz="4800" b="0" i="0" kern="1200" dirty="0">
                <a:solidFill>
                  <a:schemeClr val="accent1"/>
                </a:solidFill>
                <a:latin typeface="Graphik Light" panose="020B0403030202060203" pitchFamily="34" charset="77"/>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dirty="0"/>
              <a:t>00x</a:t>
            </a:r>
          </a:p>
        </p:txBody>
      </p:sp>
      <p:sp>
        <p:nvSpPr>
          <p:cNvPr id="51" name="Text Placeholder 32">
            <a:extLst>
              <a:ext uri="{FF2B5EF4-FFF2-40B4-BE49-F238E27FC236}">
                <a16:creationId xmlns:a16="http://schemas.microsoft.com/office/drawing/2014/main" id="{2ACA6616-E51D-4660-96C1-738E6693FAD3}"/>
              </a:ext>
            </a:extLst>
          </p:cNvPr>
          <p:cNvSpPr>
            <a:spLocks noGrp="1"/>
          </p:cNvSpPr>
          <p:nvPr>
            <p:ph type="body" sz="quarter" idx="22" hasCustomPrompt="1"/>
          </p:nvPr>
        </p:nvSpPr>
        <p:spPr>
          <a:xfrm>
            <a:off x="6476994" y="4647836"/>
            <a:ext cx="2285995" cy="1284879"/>
          </a:xfrm>
        </p:spPr>
        <p:txBody>
          <a:bodyPr/>
          <a:lstStyle>
            <a:lvl1pPr marL="0" indent="0" rtl="0">
              <a:spcAft>
                <a:spcPts val="600"/>
              </a:spcAft>
              <a:buNone/>
              <a:defRPr lang="en-US" sz="1800" b="1" kern="1200" dirty="0" smtClean="0">
                <a:solidFill>
                  <a:schemeClr val="tx1"/>
                </a:solidFill>
                <a:latin typeface="+mn-lt"/>
                <a:ea typeface="+mn-ea"/>
                <a:cs typeface="+mn-cs"/>
              </a:defRPr>
            </a:lvl1pPr>
            <a:lvl2pPr marL="0" indent="0" rtl="0">
              <a:spcAft>
                <a:spcPts val="600"/>
              </a:spcAft>
              <a:buNone/>
              <a:defRPr lang="en-US" sz="1400" kern="1200" dirty="0">
                <a:solidFill>
                  <a:schemeClr val="tx1"/>
                </a:solidFill>
                <a:latin typeface="+mn-lt"/>
                <a:ea typeface="+mn-ea"/>
                <a:cs typeface="+mn-cs"/>
              </a:defRPr>
            </a:lvl2pPr>
            <a:lvl3pPr marL="285750" indent="-285750" rtl="0">
              <a:spcAft>
                <a:spcPts val="600"/>
              </a:spcAft>
              <a:defRPr lang="en-US" sz="14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21" name="Picture Placeholder 35">
            <a:extLst>
              <a:ext uri="{FF2B5EF4-FFF2-40B4-BE49-F238E27FC236}">
                <a16:creationId xmlns:a16="http://schemas.microsoft.com/office/drawing/2014/main" id="{4CA191CE-F49B-4889-A102-DDD1279F3FB2}"/>
              </a:ext>
            </a:extLst>
          </p:cNvPr>
          <p:cNvSpPr>
            <a:spLocks noGrp="1"/>
          </p:cNvSpPr>
          <p:nvPr>
            <p:ph type="pic" sz="quarter" idx="23" hasCustomPrompt="1"/>
          </p:nvPr>
        </p:nvSpPr>
        <p:spPr>
          <a:xfrm>
            <a:off x="0" y="3155942"/>
            <a:ext cx="3048000" cy="3155958"/>
          </a:xfrm>
          <a:solidFill>
            <a:schemeClr val="bg2"/>
          </a:solidFill>
        </p:spPr>
        <p:txBody>
          <a:bodyPr vert="horz" lIns="0" tIns="0" rIns="0" bIns="0" rtlCol="0" anchor="ctr">
            <a:noAutofit/>
          </a:bodyPr>
          <a:lstStyle>
            <a:lvl1pPr marL="0" indent="0" algn="ctr" rtl="0">
              <a:buNone/>
              <a:defRPr lang="en-US" sz="1400" dirty="0"/>
            </a:lvl1pPr>
          </a:lstStyle>
          <a:p>
            <a:pPr marL="228600" lvl="0" indent="-228600" algn="ctr"/>
            <a:r>
              <a:rPr lang="en-US" dirty="0"/>
              <a:t>Add image here</a:t>
            </a:r>
          </a:p>
        </p:txBody>
      </p:sp>
      <p:sp>
        <p:nvSpPr>
          <p:cNvPr id="24" name="Text Placeholder 26">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1" y="3538763"/>
            <a:ext cx="2285996" cy="912223"/>
          </a:xfrm>
        </p:spPr>
        <p:txBody>
          <a:bodyPr anchor="ctr"/>
          <a:lstStyle>
            <a:lvl1pPr marL="0" indent="0" rtl="0">
              <a:buNone/>
              <a:defRPr lang="en-US" sz="4800" b="0" i="0" kern="1200" dirty="0">
                <a:solidFill>
                  <a:schemeClr val="accent1"/>
                </a:solidFill>
                <a:latin typeface="Graphik Light" panose="020B0403030202060203" pitchFamily="34" charset="77"/>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dirty="0"/>
              <a:t>00x</a:t>
            </a:r>
          </a:p>
        </p:txBody>
      </p:sp>
      <p:sp>
        <p:nvSpPr>
          <p:cNvPr id="25" name="Text Placeholder 32">
            <a:extLst>
              <a:ext uri="{FF2B5EF4-FFF2-40B4-BE49-F238E27FC236}">
                <a16:creationId xmlns:a16="http://schemas.microsoft.com/office/drawing/2014/main" id="{07ADCD97-A8C0-487C-9E6C-6CD77C3BE053}"/>
              </a:ext>
            </a:extLst>
          </p:cNvPr>
          <p:cNvSpPr>
            <a:spLocks noGrp="1"/>
          </p:cNvSpPr>
          <p:nvPr>
            <p:ph type="body" sz="quarter" idx="25" hasCustomPrompt="1"/>
          </p:nvPr>
        </p:nvSpPr>
        <p:spPr>
          <a:xfrm>
            <a:off x="9524999" y="4647836"/>
            <a:ext cx="2285995" cy="1284879"/>
          </a:xfrm>
        </p:spPr>
        <p:txBody>
          <a:bodyPr/>
          <a:lstStyle>
            <a:lvl1pPr marL="0" indent="0" rtl="0">
              <a:spcAft>
                <a:spcPts val="600"/>
              </a:spcAft>
              <a:buNone/>
              <a:defRPr lang="en-US" sz="1800" b="1" kern="1200" dirty="0" smtClean="0">
                <a:solidFill>
                  <a:schemeClr val="tx1"/>
                </a:solidFill>
                <a:latin typeface="+mn-lt"/>
                <a:ea typeface="+mn-ea"/>
                <a:cs typeface="+mn-cs"/>
              </a:defRPr>
            </a:lvl1pPr>
            <a:lvl2pPr marL="0" indent="0" rtl="0">
              <a:spcAft>
                <a:spcPts val="600"/>
              </a:spcAft>
              <a:buNone/>
              <a:defRPr lang="en-US" sz="1400" kern="1200" dirty="0">
                <a:solidFill>
                  <a:schemeClr val="tx1"/>
                </a:solidFill>
                <a:latin typeface="+mn-lt"/>
                <a:ea typeface="+mn-ea"/>
                <a:cs typeface="+mn-cs"/>
              </a:defRPr>
            </a:lvl2pPr>
            <a:lvl3pPr marL="285750" indent="-285750" rtl="0">
              <a:spcAft>
                <a:spcPts val="600"/>
              </a:spcAft>
              <a:defRPr lang="en-US" sz="14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11" name="Graphic 4">
            <a:extLst>
              <a:ext uri="{FF2B5EF4-FFF2-40B4-BE49-F238E27FC236}">
                <a16:creationId xmlns:a16="http://schemas.microsoft.com/office/drawing/2014/main" id="{2823ABF6-DA1C-4C36-B01C-57A2B31166E8}"/>
              </a:ext>
            </a:extLst>
          </p:cNvPr>
          <p:cNvSpPr>
            <a:spLocks noChangeAspect="1"/>
          </p:cNvSpPr>
          <p:nvPr userDrawn="1"/>
        </p:nvSpPr>
        <p:spPr>
          <a:xfrm>
            <a:off x="-430530" y="6483349"/>
            <a:ext cx="192024" cy="203202"/>
          </a:xfrm>
          <a:custGeom>
            <a:avLst/>
            <a:gdLst>
              <a:gd name="connsiteX0" fmla="*/ 0 w 556260"/>
              <a:gd name="connsiteY0" fmla="*/ 415290 h 588644"/>
              <a:gd name="connsiteX1" fmla="*/ 324803 w 556260"/>
              <a:gd name="connsiteY1" fmla="*/ 295275 h 588644"/>
              <a:gd name="connsiteX2" fmla="*/ 0 w 556260"/>
              <a:gd name="connsiteY2" fmla="*/ 167640 h 588644"/>
              <a:gd name="connsiteX3" fmla="*/ 0 w 556260"/>
              <a:gd name="connsiteY3" fmla="*/ 0 h 588644"/>
              <a:gd name="connsiteX4" fmla="*/ 556260 w 556260"/>
              <a:gd name="connsiteY4" fmla="*/ 223838 h 588644"/>
              <a:gd name="connsiteX5" fmla="*/ 556260 w 556260"/>
              <a:gd name="connsiteY5" fmla="*/ 363855 h 588644"/>
              <a:gd name="connsiteX6" fmla="*/ 0 w 556260"/>
              <a:gd name="connsiteY6" fmla="*/ 588645 h 58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260" h="588644">
                <a:moveTo>
                  <a:pt x="0" y="415290"/>
                </a:moveTo>
                <a:lnTo>
                  <a:pt x="324803" y="295275"/>
                </a:lnTo>
                <a:lnTo>
                  <a:pt x="0" y="167640"/>
                </a:lnTo>
                <a:lnTo>
                  <a:pt x="0" y="0"/>
                </a:lnTo>
                <a:lnTo>
                  <a:pt x="556260" y="223838"/>
                </a:lnTo>
                <a:lnTo>
                  <a:pt x="556260" y="363855"/>
                </a:lnTo>
                <a:lnTo>
                  <a:pt x="0" y="588645"/>
                </a:lnTo>
                <a:close/>
              </a:path>
            </a:pathLst>
          </a:custGeom>
          <a:solidFill>
            <a:schemeClr val="bg1"/>
          </a:solidFill>
          <a:ln w="9525" cap="flat">
            <a:noFill/>
            <a:prstDash val="solid"/>
            <a:miter/>
          </a:ln>
        </p:spPr>
        <p:txBody>
          <a:bodyPr rtlCol="0" anchor="ctr"/>
          <a:lstStyle/>
          <a:p>
            <a:pPr rtl="0"/>
            <a:endParaRPr lang="en-US" dirty="0"/>
          </a:p>
        </p:txBody>
      </p:sp>
      <p:sp>
        <p:nvSpPr>
          <p:cNvPr id="3" name="TextBox 2">
            <a:extLst>
              <a:ext uri="{FF2B5EF4-FFF2-40B4-BE49-F238E27FC236}">
                <a16:creationId xmlns:a16="http://schemas.microsoft.com/office/drawing/2014/main" id="{9CC17CEB-6634-4DFE-841E-12DDA90C7C5D}"/>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US" sz="800" smtClean="0">
                <a:solidFill>
                  <a:schemeClr val="bg1">
                    <a:alpha val="75000"/>
                  </a:schemeClr>
                </a:solidFill>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lang="en-US" noProof="0" dirty="0">
              <a:solidFill>
                <a:schemeClr val="bg1">
                  <a:alpha val="75000"/>
                </a:schemeClr>
              </a:solidFill>
            </a:endParaRPr>
          </a:p>
        </p:txBody>
      </p:sp>
      <p:sp>
        <p:nvSpPr>
          <p:cNvPr id="19" name="TextBox 18">
            <a:extLst>
              <a:ext uri="{FF2B5EF4-FFF2-40B4-BE49-F238E27FC236}">
                <a16:creationId xmlns:a16="http://schemas.microsoft.com/office/drawing/2014/main" id="{C20CF244-B80F-5E4A-B150-A7C2F043EEAF}"/>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dirty="0">
                <a:solidFill>
                  <a:schemeClr val="bg1">
                    <a:alpha val="75000"/>
                  </a:schemeClr>
                </a:solidFill>
              </a:rPr>
              <a:t>Copyright © 2021 Accenture. All rights reserved. Confidential – H&amp;M Group and Accenture.</a:t>
            </a:r>
            <a:endParaRPr lang="en-US" noProof="0" dirty="0">
              <a:solidFill>
                <a:schemeClr val="bg1">
                  <a:alpha val="75000"/>
                </a:schemeClr>
              </a:solidFill>
            </a:endParaRPr>
          </a:p>
        </p:txBody>
      </p:sp>
      <p:sp>
        <p:nvSpPr>
          <p:cNvPr id="5" name="Text Placeholder 4">
            <a:extLst>
              <a:ext uri="{FF2B5EF4-FFF2-40B4-BE49-F238E27FC236}">
                <a16:creationId xmlns:a16="http://schemas.microsoft.com/office/drawing/2014/main" id="{7D44B1EE-F16B-6241-941B-2786A4D18400}"/>
              </a:ext>
            </a:extLst>
          </p:cNvPr>
          <p:cNvSpPr>
            <a:spLocks noGrp="1"/>
          </p:cNvSpPr>
          <p:nvPr>
            <p:ph type="body" sz="quarter" idx="26" hasCustomPrompt="1"/>
          </p:nvPr>
        </p:nvSpPr>
        <p:spPr>
          <a:xfrm>
            <a:off x="381000" y="381000"/>
            <a:ext cx="5527675" cy="2590800"/>
          </a:xfrm>
        </p:spPr>
        <p:txBody>
          <a:bodyPr anchor="ctr"/>
          <a:lstStyle>
            <a:lvl1pPr rtl="0">
              <a:defRPr sz="3200" b="1" i="0">
                <a:latin typeface="Graphik Semibold" panose="020B0503030202060203" pitchFamily="34" charset="77"/>
              </a:defRPr>
            </a:lvl1pPr>
          </a:lstStyle>
          <a:p>
            <a:pPr lvl="0"/>
            <a:r>
              <a:rPr lang="en-US" dirty="0"/>
              <a:t>Place headline here</a:t>
            </a:r>
          </a:p>
        </p:txBody>
      </p:sp>
      <p:pic>
        <p:nvPicPr>
          <p:cNvPr id="20" name="Picture 19">
            <a:extLst>
              <a:ext uri="{FF2B5EF4-FFF2-40B4-BE49-F238E27FC236}">
                <a16:creationId xmlns:a16="http://schemas.microsoft.com/office/drawing/2014/main" id="{2A8C8B67-8931-468C-9E7F-7C9C53E24D36}"/>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167270102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85">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1.a Guide - Icon Library">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6AF6903-71B5-20FB-DDAE-0400E364A3EF}"/>
              </a:ext>
            </a:extLst>
          </p:cNvPr>
          <p:cNvGraphicFramePr>
            <a:graphicFrameLocks noChangeAspect="1"/>
          </p:cNvGraphicFramePr>
          <p:nvPr userDrawn="1">
            <p:custDataLst>
              <p:tags r:id="rId1"/>
            </p:custDataLst>
            <p:extLst>
              <p:ext uri="{D42A27DB-BD31-4B8C-83A1-F6EECF244321}">
                <p14:modId xmlns:p14="http://schemas.microsoft.com/office/powerpoint/2010/main" val="32097138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D6AF6903-71B5-20FB-DDAE-0400E364A3E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itle 1">
            <a:extLst>
              <a:ext uri="{FF2B5EF4-FFF2-40B4-BE49-F238E27FC236}">
                <a16:creationId xmlns:a16="http://schemas.microsoft.com/office/drawing/2014/main" id="{7CECD371-7C06-488E-AA23-EB47BBF733D9}"/>
              </a:ext>
            </a:extLst>
          </p:cNvPr>
          <p:cNvSpPr txBox="1">
            <a:spLocks/>
          </p:cNvSpPr>
          <p:nvPr userDrawn="1"/>
        </p:nvSpPr>
        <p:spPr>
          <a:xfrm>
            <a:off x="381000" y="381000"/>
            <a:ext cx="11430000" cy="914400"/>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a:lstStyle>
          <a:p>
            <a:pPr rtl="0"/>
            <a:r>
              <a:rPr lang="en-US" noProof="0" dirty="0"/>
              <a:t>Iconography: Monoline</a:t>
            </a:r>
          </a:p>
        </p:txBody>
      </p:sp>
      <p:sp>
        <p:nvSpPr>
          <p:cNvPr id="2" name="TextBox 1">
            <a:extLst>
              <a:ext uri="{FF2B5EF4-FFF2-40B4-BE49-F238E27FC236}">
                <a16:creationId xmlns:a16="http://schemas.microsoft.com/office/drawing/2014/main" id="{AF966297-1DCC-45B0-9DA7-3CE9DE25D2DF}"/>
              </a:ext>
            </a:extLst>
          </p:cNvPr>
          <p:cNvSpPr txBox="1"/>
          <p:nvPr userDrawn="1"/>
        </p:nvSpPr>
        <p:spPr>
          <a:xfrm>
            <a:off x="380999" y="927847"/>
            <a:ext cx="11429981" cy="500243"/>
          </a:xfrm>
          <a:prstGeom prst="rect">
            <a:avLst/>
          </a:prstGeom>
          <a:noFill/>
        </p:spPr>
        <p:txBody>
          <a:bodyPr wrap="square" lIns="0" tIns="0" rIns="0" bIns="0" rtlCol="0">
            <a:noAutofit/>
          </a:bodyPr>
          <a:lstStyle/>
          <a:p>
            <a:pPr defTabSz="228600" rtl="0">
              <a:spcAft>
                <a:spcPts val="1200"/>
              </a:spcAft>
            </a:pPr>
            <a:r>
              <a:rPr lang="en-US" sz="1600" dirty="0"/>
              <a:t>Our expansive asset library including fonts, photography, iconography and custom slides are available </a:t>
            </a:r>
            <a:r>
              <a:rPr lang="en-US" sz="1600" dirty="0">
                <a:solidFill>
                  <a:schemeClr val="accent1"/>
                </a:solidFill>
              </a:rPr>
              <a:t>[here &lt;link&gt;]</a:t>
            </a:r>
            <a:r>
              <a:rPr lang="en-US" sz="1600" dirty="0"/>
              <a:t>. Contact </a:t>
            </a:r>
            <a:r>
              <a:rPr kumimoji="0" lang="en-US" sz="1600" b="0" i="0" u="none" strike="noStrike" kern="1200" cap="none" spc="0" normalizeH="0" baseline="0" noProof="0" dirty="0">
                <a:ln>
                  <a:noFill/>
                </a:ln>
                <a:solidFill>
                  <a:srgbClr val="A100FF"/>
                </a:solidFill>
                <a:effectLst/>
                <a:uLnTx/>
                <a:uFillTx/>
                <a:latin typeface="Graphik"/>
                <a:ea typeface="+mn-ea"/>
                <a:cs typeface="+mn-cs"/>
                <a:hlinkClick r:id="rId5"/>
              </a:rPr>
              <a:t>Amy.Ritz@Accenture.com</a:t>
            </a:r>
            <a:r>
              <a:rPr kumimoji="0" lang="en-US" sz="1600" b="0" i="0" u="none" strike="noStrike" kern="1200" cap="none" spc="0" normalizeH="0" baseline="0" noProof="0" dirty="0">
                <a:ln>
                  <a:noFill/>
                </a:ln>
                <a:solidFill>
                  <a:srgbClr val="A100FF"/>
                </a:solidFill>
                <a:effectLst/>
                <a:uLnTx/>
                <a:uFillTx/>
                <a:latin typeface="Graphik"/>
                <a:ea typeface="+mn-ea"/>
                <a:cs typeface="+mn-cs"/>
              </a:rPr>
              <a:t> </a:t>
            </a:r>
            <a:r>
              <a:rPr lang="en-US" sz="1600" dirty="0"/>
              <a:t>for further information. Access the icons below through </a:t>
            </a:r>
            <a:r>
              <a:rPr lang="en-US" sz="1600" b="1" dirty="0">
                <a:solidFill>
                  <a:schemeClr val="accent1"/>
                </a:solidFill>
              </a:rPr>
              <a:t>View &gt; Slide Master</a:t>
            </a:r>
            <a:r>
              <a:rPr lang="en-US" sz="1600" dirty="0"/>
              <a:t>.</a:t>
            </a:r>
          </a:p>
        </p:txBody>
      </p:sp>
      <p:sp>
        <p:nvSpPr>
          <p:cNvPr id="4" name="Freeform 127">
            <a:extLst>
              <a:ext uri="{FF2B5EF4-FFF2-40B4-BE49-F238E27FC236}">
                <a16:creationId xmlns:a16="http://schemas.microsoft.com/office/drawing/2014/main" id="{80F51A57-4DBA-FA4F-916F-88328E5E0137}"/>
              </a:ext>
            </a:extLst>
          </p:cNvPr>
          <p:cNvSpPr>
            <a:spLocks noEditPoints="1"/>
          </p:cNvSpPr>
          <p:nvPr userDrawn="1"/>
        </p:nvSpPr>
        <p:spPr bwMode="auto">
          <a:xfrm>
            <a:off x="767063" y="1981658"/>
            <a:ext cx="513948" cy="396598"/>
          </a:xfrm>
          <a:custGeom>
            <a:avLst/>
            <a:gdLst>
              <a:gd name="T0" fmla="*/ 199 w 309"/>
              <a:gd name="T1" fmla="*/ 232 h 244"/>
              <a:gd name="T2" fmla="*/ 222 w 309"/>
              <a:gd name="T3" fmla="*/ 225 h 244"/>
              <a:gd name="T4" fmla="*/ 248 w 309"/>
              <a:gd name="T5" fmla="*/ 202 h 244"/>
              <a:gd name="T6" fmla="*/ 273 w 309"/>
              <a:gd name="T7" fmla="*/ 177 h 244"/>
              <a:gd name="T8" fmla="*/ 308 w 309"/>
              <a:gd name="T9" fmla="*/ 128 h 244"/>
              <a:gd name="T10" fmla="*/ 216 w 309"/>
              <a:gd name="T11" fmla="*/ 12 h 244"/>
              <a:gd name="T12" fmla="*/ 115 w 309"/>
              <a:gd name="T13" fmla="*/ 19 h 244"/>
              <a:gd name="T14" fmla="*/ 3 w 309"/>
              <a:gd name="T15" fmla="*/ 136 h 244"/>
              <a:gd name="T16" fmla="*/ 44 w 309"/>
              <a:gd name="T17" fmla="*/ 199 h 244"/>
              <a:gd name="T18" fmla="*/ 60 w 309"/>
              <a:gd name="T19" fmla="*/ 217 h 244"/>
              <a:gd name="T20" fmla="*/ 82 w 309"/>
              <a:gd name="T21" fmla="*/ 228 h 244"/>
              <a:gd name="T22" fmla="*/ 128 w 309"/>
              <a:gd name="T23" fmla="*/ 244 h 244"/>
              <a:gd name="T24" fmla="*/ 147 w 309"/>
              <a:gd name="T25" fmla="*/ 233 h 244"/>
              <a:gd name="T26" fmla="*/ 122 w 309"/>
              <a:gd name="T27" fmla="*/ 30 h 244"/>
              <a:gd name="T28" fmla="*/ 194 w 309"/>
              <a:gd name="T29" fmla="*/ 20 h 244"/>
              <a:gd name="T30" fmla="*/ 263 w 309"/>
              <a:gd name="T31" fmla="*/ 31 h 244"/>
              <a:gd name="T32" fmla="*/ 278 w 309"/>
              <a:gd name="T33" fmla="*/ 143 h 244"/>
              <a:gd name="T34" fmla="*/ 136 w 309"/>
              <a:gd name="T35" fmla="*/ 85 h 244"/>
              <a:gd name="T36" fmla="*/ 122 w 309"/>
              <a:gd name="T37" fmla="*/ 30 h 244"/>
              <a:gd name="T38" fmla="*/ 45 w 309"/>
              <a:gd name="T39" fmla="*/ 186 h 244"/>
              <a:gd name="T40" fmla="*/ 32 w 309"/>
              <a:gd name="T41" fmla="*/ 155 h 244"/>
              <a:gd name="T42" fmla="*/ 73 w 309"/>
              <a:gd name="T43" fmla="*/ 206 h 244"/>
              <a:gd name="T44" fmla="*/ 57 w 309"/>
              <a:gd name="T45" fmla="*/ 195 h 244"/>
              <a:gd name="T46" fmla="*/ 67 w 309"/>
              <a:gd name="T47" fmla="*/ 172 h 244"/>
              <a:gd name="T48" fmla="*/ 85 w 309"/>
              <a:gd name="T49" fmla="*/ 171 h 244"/>
              <a:gd name="T50" fmla="*/ 73 w 309"/>
              <a:gd name="T51" fmla="*/ 206 h 244"/>
              <a:gd name="T52" fmla="*/ 102 w 309"/>
              <a:gd name="T53" fmla="*/ 221 h 244"/>
              <a:gd name="T54" fmla="*/ 97 w 309"/>
              <a:gd name="T55" fmla="*/ 181 h 244"/>
              <a:gd name="T56" fmla="*/ 110 w 309"/>
              <a:gd name="T57" fmla="*/ 197 h 244"/>
              <a:gd name="T58" fmla="*/ 137 w 309"/>
              <a:gd name="T59" fmla="*/ 219 h 244"/>
              <a:gd name="T60" fmla="*/ 132 w 309"/>
              <a:gd name="T61" fmla="*/ 230 h 244"/>
              <a:gd name="T62" fmla="*/ 115 w 309"/>
              <a:gd name="T63" fmla="*/ 225 h 244"/>
              <a:gd name="T64" fmla="*/ 138 w 309"/>
              <a:gd name="T65" fmla="*/ 205 h 244"/>
              <a:gd name="T66" fmla="*/ 123 w 309"/>
              <a:gd name="T67" fmla="*/ 187 h 244"/>
              <a:gd name="T68" fmla="*/ 98 w 309"/>
              <a:gd name="T69" fmla="*/ 168 h 244"/>
              <a:gd name="T70" fmla="*/ 68 w 309"/>
              <a:gd name="T71" fmla="*/ 152 h 244"/>
              <a:gd name="T72" fmla="*/ 15 w 309"/>
              <a:gd name="T73" fmla="*/ 128 h 244"/>
              <a:gd name="T74" fmla="*/ 107 w 309"/>
              <a:gd name="T75" fmla="*/ 32 h 244"/>
              <a:gd name="T76" fmla="*/ 113 w 309"/>
              <a:gd name="T77" fmla="*/ 116 h 244"/>
              <a:gd name="T78" fmla="*/ 231 w 309"/>
              <a:gd name="T79" fmla="*/ 115 h 244"/>
              <a:gd name="T80" fmla="*/ 264 w 309"/>
              <a:gd name="T81" fmla="*/ 167 h 244"/>
              <a:gd name="T82" fmla="*/ 220 w 309"/>
              <a:gd name="T83" fmla="*/ 145 h 244"/>
              <a:gd name="T84" fmla="*/ 199 w 309"/>
              <a:gd name="T85" fmla="*/ 133 h 244"/>
              <a:gd name="T86" fmla="*/ 246 w 309"/>
              <a:gd name="T87" fmla="*/ 183 h 244"/>
              <a:gd name="T88" fmla="*/ 228 w 309"/>
              <a:gd name="T89" fmla="*/ 197 h 244"/>
              <a:gd name="T90" fmla="*/ 188 w 309"/>
              <a:gd name="T91" fmla="*/ 167 h 244"/>
              <a:gd name="T92" fmla="*/ 219 w 309"/>
              <a:gd name="T93" fmla="*/ 206 h 244"/>
              <a:gd name="T94" fmla="*/ 204 w 309"/>
              <a:gd name="T95" fmla="*/ 219 h 244"/>
              <a:gd name="T96" fmla="*/ 162 w 309"/>
              <a:gd name="T97" fmla="*/ 196 h 244"/>
              <a:gd name="T98" fmla="*/ 188 w 309"/>
              <a:gd name="T99" fmla="*/ 224 h 244"/>
              <a:gd name="T100" fmla="*/ 151 w 309"/>
              <a:gd name="T101" fmla="*/ 22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09" h="244">
                <a:moveTo>
                  <a:pt x="176" y="239"/>
                </a:moveTo>
                <a:cubicBezTo>
                  <a:pt x="181" y="239"/>
                  <a:pt x="184" y="238"/>
                  <a:pt x="188" y="238"/>
                </a:cubicBezTo>
                <a:cubicBezTo>
                  <a:pt x="192" y="236"/>
                  <a:pt x="196" y="235"/>
                  <a:pt x="199" y="232"/>
                </a:cubicBezTo>
                <a:cubicBezTo>
                  <a:pt x="199" y="232"/>
                  <a:pt x="199" y="232"/>
                  <a:pt x="199" y="232"/>
                </a:cubicBezTo>
                <a:cubicBezTo>
                  <a:pt x="199" y="232"/>
                  <a:pt x="199" y="232"/>
                  <a:pt x="199" y="232"/>
                </a:cubicBezTo>
                <a:cubicBezTo>
                  <a:pt x="200" y="232"/>
                  <a:pt x="201" y="232"/>
                  <a:pt x="201" y="232"/>
                </a:cubicBezTo>
                <a:cubicBezTo>
                  <a:pt x="202" y="232"/>
                  <a:pt x="203" y="233"/>
                  <a:pt x="204" y="233"/>
                </a:cubicBezTo>
                <a:cubicBezTo>
                  <a:pt x="210" y="233"/>
                  <a:pt x="217" y="230"/>
                  <a:pt x="222" y="225"/>
                </a:cubicBezTo>
                <a:cubicBezTo>
                  <a:pt x="227" y="221"/>
                  <a:pt x="230" y="216"/>
                  <a:pt x="232" y="210"/>
                </a:cubicBezTo>
                <a:cubicBezTo>
                  <a:pt x="232" y="210"/>
                  <a:pt x="232" y="210"/>
                  <a:pt x="232" y="210"/>
                </a:cubicBezTo>
                <a:cubicBezTo>
                  <a:pt x="232" y="210"/>
                  <a:pt x="232" y="210"/>
                  <a:pt x="232" y="210"/>
                </a:cubicBezTo>
                <a:cubicBezTo>
                  <a:pt x="238" y="209"/>
                  <a:pt x="243" y="206"/>
                  <a:pt x="248" y="202"/>
                </a:cubicBezTo>
                <a:cubicBezTo>
                  <a:pt x="254" y="197"/>
                  <a:pt x="257" y="191"/>
                  <a:pt x="259" y="185"/>
                </a:cubicBezTo>
                <a:cubicBezTo>
                  <a:pt x="259" y="185"/>
                  <a:pt x="259" y="185"/>
                  <a:pt x="259" y="185"/>
                </a:cubicBezTo>
                <a:cubicBezTo>
                  <a:pt x="259" y="185"/>
                  <a:pt x="259" y="185"/>
                  <a:pt x="259" y="185"/>
                </a:cubicBezTo>
                <a:cubicBezTo>
                  <a:pt x="264" y="184"/>
                  <a:pt x="269" y="181"/>
                  <a:pt x="273" y="177"/>
                </a:cubicBezTo>
                <a:cubicBezTo>
                  <a:pt x="280" y="171"/>
                  <a:pt x="284" y="164"/>
                  <a:pt x="285" y="155"/>
                </a:cubicBezTo>
                <a:cubicBezTo>
                  <a:pt x="285" y="155"/>
                  <a:pt x="285" y="155"/>
                  <a:pt x="285" y="155"/>
                </a:cubicBezTo>
                <a:cubicBezTo>
                  <a:pt x="307" y="135"/>
                  <a:pt x="307" y="135"/>
                  <a:pt x="307" y="135"/>
                </a:cubicBezTo>
                <a:cubicBezTo>
                  <a:pt x="308" y="134"/>
                  <a:pt x="309" y="131"/>
                  <a:pt x="308" y="128"/>
                </a:cubicBezTo>
                <a:cubicBezTo>
                  <a:pt x="274" y="23"/>
                  <a:pt x="274" y="23"/>
                  <a:pt x="274" y="23"/>
                </a:cubicBezTo>
                <a:cubicBezTo>
                  <a:pt x="273" y="21"/>
                  <a:pt x="271" y="19"/>
                  <a:pt x="269" y="19"/>
                </a:cubicBezTo>
                <a:cubicBezTo>
                  <a:pt x="269" y="19"/>
                  <a:pt x="269" y="19"/>
                  <a:pt x="269" y="19"/>
                </a:cubicBezTo>
                <a:cubicBezTo>
                  <a:pt x="264" y="18"/>
                  <a:pt x="226" y="12"/>
                  <a:pt x="216" y="12"/>
                </a:cubicBezTo>
                <a:cubicBezTo>
                  <a:pt x="213" y="12"/>
                  <a:pt x="205" y="10"/>
                  <a:pt x="198" y="7"/>
                </a:cubicBezTo>
                <a:cubicBezTo>
                  <a:pt x="185" y="4"/>
                  <a:pt x="171" y="0"/>
                  <a:pt x="162" y="1"/>
                </a:cubicBezTo>
                <a:cubicBezTo>
                  <a:pt x="148" y="2"/>
                  <a:pt x="123" y="15"/>
                  <a:pt x="115" y="19"/>
                </a:cubicBezTo>
                <a:cubicBezTo>
                  <a:pt x="115" y="19"/>
                  <a:pt x="115" y="19"/>
                  <a:pt x="115" y="19"/>
                </a:cubicBezTo>
                <a:cubicBezTo>
                  <a:pt x="45" y="19"/>
                  <a:pt x="45" y="19"/>
                  <a:pt x="45" y="19"/>
                </a:cubicBezTo>
                <a:cubicBezTo>
                  <a:pt x="42" y="19"/>
                  <a:pt x="40" y="21"/>
                  <a:pt x="39" y="23"/>
                </a:cubicBezTo>
                <a:cubicBezTo>
                  <a:pt x="1" y="128"/>
                  <a:pt x="1" y="128"/>
                  <a:pt x="1" y="128"/>
                </a:cubicBezTo>
                <a:cubicBezTo>
                  <a:pt x="0" y="131"/>
                  <a:pt x="1" y="134"/>
                  <a:pt x="3" y="136"/>
                </a:cubicBezTo>
                <a:cubicBezTo>
                  <a:pt x="21" y="148"/>
                  <a:pt x="21" y="148"/>
                  <a:pt x="21" y="148"/>
                </a:cubicBezTo>
                <a:cubicBezTo>
                  <a:pt x="21" y="148"/>
                  <a:pt x="21" y="148"/>
                  <a:pt x="21" y="148"/>
                </a:cubicBezTo>
                <a:cubicBezTo>
                  <a:pt x="16" y="156"/>
                  <a:pt x="11" y="168"/>
                  <a:pt x="14" y="175"/>
                </a:cubicBezTo>
                <a:cubicBezTo>
                  <a:pt x="17" y="184"/>
                  <a:pt x="33" y="196"/>
                  <a:pt x="44" y="199"/>
                </a:cubicBezTo>
                <a:cubicBezTo>
                  <a:pt x="44" y="199"/>
                  <a:pt x="44" y="199"/>
                  <a:pt x="44" y="199"/>
                </a:cubicBezTo>
                <a:cubicBezTo>
                  <a:pt x="44" y="199"/>
                  <a:pt x="44" y="199"/>
                  <a:pt x="44" y="199"/>
                </a:cubicBezTo>
                <a:cubicBezTo>
                  <a:pt x="44" y="200"/>
                  <a:pt x="44" y="201"/>
                  <a:pt x="44" y="201"/>
                </a:cubicBezTo>
                <a:cubicBezTo>
                  <a:pt x="46" y="208"/>
                  <a:pt x="51" y="213"/>
                  <a:pt x="60" y="217"/>
                </a:cubicBezTo>
                <a:cubicBezTo>
                  <a:pt x="65" y="219"/>
                  <a:pt x="70" y="220"/>
                  <a:pt x="74" y="220"/>
                </a:cubicBezTo>
                <a:cubicBezTo>
                  <a:pt x="74" y="220"/>
                  <a:pt x="74" y="220"/>
                  <a:pt x="74" y="220"/>
                </a:cubicBezTo>
                <a:cubicBezTo>
                  <a:pt x="74" y="220"/>
                  <a:pt x="74" y="220"/>
                  <a:pt x="74" y="220"/>
                </a:cubicBezTo>
                <a:cubicBezTo>
                  <a:pt x="76" y="223"/>
                  <a:pt x="79" y="225"/>
                  <a:pt x="82" y="228"/>
                </a:cubicBezTo>
                <a:cubicBezTo>
                  <a:pt x="89" y="233"/>
                  <a:pt x="99" y="235"/>
                  <a:pt x="106" y="234"/>
                </a:cubicBezTo>
                <a:cubicBezTo>
                  <a:pt x="106" y="234"/>
                  <a:pt x="106" y="234"/>
                  <a:pt x="106" y="234"/>
                </a:cubicBezTo>
                <a:cubicBezTo>
                  <a:pt x="106" y="234"/>
                  <a:pt x="106" y="234"/>
                  <a:pt x="106" y="234"/>
                </a:cubicBezTo>
                <a:cubicBezTo>
                  <a:pt x="111" y="239"/>
                  <a:pt x="119" y="244"/>
                  <a:pt x="128" y="244"/>
                </a:cubicBezTo>
                <a:cubicBezTo>
                  <a:pt x="128" y="244"/>
                  <a:pt x="128" y="244"/>
                  <a:pt x="128" y="244"/>
                </a:cubicBezTo>
                <a:cubicBezTo>
                  <a:pt x="132" y="244"/>
                  <a:pt x="136" y="243"/>
                  <a:pt x="139" y="241"/>
                </a:cubicBezTo>
                <a:cubicBezTo>
                  <a:pt x="142" y="239"/>
                  <a:pt x="145" y="237"/>
                  <a:pt x="147" y="233"/>
                </a:cubicBezTo>
                <a:cubicBezTo>
                  <a:pt x="147" y="233"/>
                  <a:pt x="147" y="233"/>
                  <a:pt x="147" y="233"/>
                </a:cubicBezTo>
                <a:cubicBezTo>
                  <a:pt x="147" y="233"/>
                  <a:pt x="147" y="233"/>
                  <a:pt x="147" y="233"/>
                </a:cubicBezTo>
                <a:cubicBezTo>
                  <a:pt x="156" y="237"/>
                  <a:pt x="167" y="239"/>
                  <a:pt x="176" y="239"/>
                </a:cubicBezTo>
                <a:close/>
                <a:moveTo>
                  <a:pt x="122" y="30"/>
                </a:moveTo>
                <a:cubicBezTo>
                  <a:pt x="122" y="30"/>
                  <a:pt x="122" y="30"/>
                  <a:pt x="122" y="30"/>
                </a:cubicBezTo>
                <a:cubicBezTo>
                  <a:pt x="132" y="25"/>
                  <a:pt x="153" y="14"/>
                  <a:pt x="163" y="14"/>
                </a:cubicBezTo>
                <a:cubicBezTo>
                  <a:pt x="163" y="14"/>
                  <a:pt x="164" y="14"/>
                  <a:pt x="164" y="14"/>
                </a:cubicBezTo>
                <a:cubicBezTo>
                  <a:pt x="171" y="14"/>
                  <a:pt x="184" y="17"/>
                  <a:pt x="194" y="20"/>
                </a:cubicBezTo>
                <a:cubicBezTo>
                  <a:pt x="194" y="20"/>
                  <a:pt x="194" y="20"/>
                  <a:pt x="194" y="20"/>
                </a:cubicBezTo>
                <a:cubicBezTo>
                  <a:pt x="203" y="23"/>
                  <a:pt x="211" y="25"/>
                  <a:pt x="216" y="25"/>
                </a:cubicBezTo>
                <a:cubicBezTo>
                  <a:pt x="222" y="25"/>
                  <a:pt x="245" y="29"/>
                  <a:pt x="262" y="31"/>
                </a:cubicBezTo>
                <a:cubicBezTo>
                  <a:pt x="263" y="31"/>
                  <a:pt x="263" y="31"/>
                  <a:pt x="263" y="31"/>
                </a:cubicBezTo>
                <a:cubicBezTo>
                  <a:pt x="263" y="31"/>
                  <a:pt x="263" y="31"/>
                  <a:pt x="263" y="31"/>
                </a:cubicBezTo>
                <a:cubicBezTo>
                  <a:pt x="295" y="129"/>
                  <a:pt x="295" y="129"/>
                  <a:pt x="295" y="129"/>
                </a:cubicBezTo>
                <a:cubicBezTo>
                  <a:pt x="294" y="129"/>
                  <a:pt x="294" y="129"/>
                  <a:pt x="294" y="129"/>
                </a:cubicBezTo>
                <a:cubicBezTo>
                  <a:pt x="279" y="143"/>
                  <a:pt x="279" y="143"/>
                  <a:pt x="279" y="143"/>
                </a:cubicBezTo>
                <a:cubicBezTo>
                  <a:pt x="278" y="143"/>
                  <a:pt x="278" y="143"/>
                  <a:pt x="278" y="143"/>
                </a:cubicBezTo>
                <a:cubicBezTo>
                  <a:pt x="241" y="106"/>
                  <a:pt x="241" y="106"/>
                  <a:pt x="241" y="106"/>
                </a:cubicBezTo>
                <a:cubicBezTo>
                  <a:pt x="232" y="96"/>
                  <a:pt x="202" y="64"/>
                  <a:pt x="191" y="61"/>
                </a:cubicBezTo>
                <a:cubicBezTo>
                  <a:pt x="174" y="56"/>
                  <a:pt x="159" y="59"/>
                  <a:pt x="147" y="69"/>
                </a:cubicBezTo>
                <a:cubicBezTo>
                  <a:pt x="142" y="74"/>
                  <a:pt x="139" y="79"/>
                  <a:pt x="136" y="85"/>
                </a:cubicBezTo>
                <a:cubicBezTo>
                  <a:pt x="131" y="94"/>
                  <a:pt x="127" y="102"/>
                  <a:pt x="111" y="103"/>
                </a:cubicBezTo>
                <a:cubicBezTo>
                  <a:pt x="104" y="104"/>
                  <a:pt x="98" y="103"/>
                  <a:pt x="96" y="100"/>
                </a:cubicBezTo>
                <a:cubicBezTo>
                  <a:pt x="94" y="98"/>
                  <a:pt x="94" y="96"/>
                  <a:pt x="95" y="95"/>
                </a:cubicBezTo>
                <a:lnTo>
                  <a:pt x="122" y="30"/>
                </a:lnTo>
                <a:close/>
                <a:moveTo>
                  <a:pt x="52" y="170"/>
                </a:moveTo>
                <a:cubicBezTo>
                  <a:pt x="50" y="175"/>
                  <a:pt x="47" y="180"/>
                  <a:pt x="46" y="186"/>
                </a:cubicBezTo>
                <a:cubicBezTo>
                  <a:pt x="46" y="186"/>
                  <a:pt x="46" y="186"/>
                  <a:pt x="46" y="186"/>
                </a:cubicBezTo>
                <a:cubicBezTo>
                  <a:pt x="45" y="186"/>
                  <a:pt x="45" y="186"/>
                  <a:pt x="45" y="186"/>
                </a:cubicBezTo>
                <a:cubicBezTo>
                  <a:pt x="39" y="183"/>
                  <a:pt x="28" y="176"/>
                  <a:pt x="26" y="171"/>
                </a:cubicBezTo>
                <a:cubicBezTo>
                  <a:pt x="26" y="171"/>
                  <a:pt x="26" y="171"/>
                  <a:pt x="26" y="171"/>
                </a:cubicBezTo>
                <a:cubicBezTo>
                  <a:pt x="25" y="169"/>
                  <a:pt x="28" y="161"/>
                  <a:pt x="31" y="156"/>
                </a:cubicBezTo>
                <a:cubicBezTo>
                  <a:pt x="32" y="155"/>
                  <a:pt x="32" y="155"/>
                  <a:pt x="32" y="155"/>
                </a:cubicBezTo>
                <a:cubicBezTo>
                  <a:pt x="32" y="155"/>
                  <a:pt x="32" y="155"/>
                  <a:pt x="32" y="155"/>
                </a:cubicBezTo>
                <a:cubicBezTo>
                  <a:pt x="52" y="170"/>
                  <a:pt x="52" y="170"/>
                  <a:pt x="52" y="170"/>
                </a:cubicBezTo>
                <a:close/>
                <a:moveTo>
                  <a:pt x="73" y="206"/>
                </a:moveTo>
                <a:cubicBezTo>
                  <a:pt x="73" y="206"/>
                  <a:pt x="73" y="206"/>
                  <a:pt x="73" y="206"/>
                </a:cubicBezTo>
                <a:cubicBezTo>
                  <a:pt x="73" y="206"/>
                  <a:pt x="72" y="206"/>
                  <a:pt x="72" y="206"/>
                </a:cubicBezTo>
                <a:cubicBezTo>
                  <a:pt x="71" y="206"/>
                  <a:pt x="68" y="206"/>
                  <a:pt x="65" y="205"/>
                </a:cubicBezTo>
                <a:cubicBezTo>
                  <a:pt x="60" y="203"/>
                  <a:pt x="57" y="200"/>
                  <a:pt x="57" y="198"/>
                </a:cubicBezTo>
                <a:cubicBezTo>
                  <a:pt x="57" y="197"/>
                  <a:pt x="57" y="196"/>
                  <a:pt x="57" y="195"/>
                </a:cubicBezTo>
                <a:cubicBezTo>
                  <a:pt x="57" y="195"/>
                  <a:pt x="57" y="194"/>
                  <a:pt x="57" y="194"/>
                </a:cubicBezTo>
                <a:cubicBezTo>
                  <a:pt x="58" y="188"/>
                  <a:pt x="62" y="179"/>
                  <a:pt x="65" y="173"/>
                </a:cubicBezTo>
                <a:cubicBezTo>
                  <a:pt x="65" y="173"/>
                  <a:pt x="65" y="173"/>
                  <a:pt x="65" y="173"/>
                </a:cubicBezTo>
                <a:cubicBezTo>
                  <a:pt x="66" y="173"/>
                  <a:pt x="67" y="172"/>
                  <a:pt x="67" y="172"/>
                </a:cubicBezTo>
                <a:cubicBezTo>
                  <a:pt x="67" y="171"/>
                  <a:pt x="68" y="170"/>
                  <a:pt x="68" y="169"/>
                </a:cubicBezTo>
                <a:cubicBezTo>
                  <a:pt x="68" y="169"/>
                  <a:pt x="68" y="169"/>
                  <a:pt x="68" y="169"/>
                </a:cubicBezTo>
                <a:cubicBezTo>
                  <a:pt x="70" y="166"/>
                  <a:pt x="71" y="165"/>
                  <a:pt x="72" y="164"/>
                </a:cubicBezTo>
                <a:cubicBezTo>
                  <a:pt x="76" y="163"/>
                  <a:pt x="84" y="169"/>
                  <a:pt x="85" y="171"/>
                </a:cubicBezTo>
                <a:cubicBezTo>
                  <a:pt x="85" y="172"/>
                  <a:pt x="85" y="172"/>
                  <a:pt x="85" y="172"/>
                </a:cubicBezTo>
                <a:cubicBezTo>
                  <a:pt x="86" y="172"/>
                  <a:pt x="86" y="173"/>
                  <a:pt x="85" y="175"/>
                </a:cubicBezTo>
                <a:cubicBezTo>
                  <a:pt x="85" y="175"/>
                  <a:pt x="85" y="175"/>
                  <a:pt x="85" y="175"/>
                </a:cubicBezTo>
                <a:lnTo>
                  <a:pt x="73" y="206"/>
                </a:lnTo>
                <a:close/>
                <a:moveTo>
                  <a:pt x="110" y="197"/>
                </a:moveTo>
                <a:cubicBezTo>
                  <a:pt x="110" y="197"/>
                  <a:pt x="110" y="197"/>
                  <a:pt x="110" y="197"/>
                </a:cubicBezTo>
                <a:cubicBezTo>
                  <a:pt x="102" y="221"/>
                  <a:pt x="102" y="221"/>
                  <a:pt x="102" y="221"/>
                </a:cubicBezTo>
                <a:cubicBezTo>
                  <a:pt x="102" y="221"/>
                  <a:pt x="102" y="221"/>
                  <a:pt x="102" y="221"/>
                </a:cubicBezTo>
                <a:cubicBezTo>
                  <a:pt x="99" y="221"/>
                  <a:pt x="94" y="220"/>
                  <a:pt x="90" y="217"/>
                </a:cubicBezTo>
                <a:cubicBezTo>
                  <a:pt x="87" y="215"/>
                  <a:pt x="86" y="214"/>
                  <a:pt x="85" y="212"/>
                </a:cubicBezTo>
                <a:cubicBezTo>
                  <a:pt x="85" y="212"/>
                  <a:pt x="85" y="212"/>
                  <a:pt x="85" y="212"/>
                </a:cubicBezTo>
                <a:cubicBezTo>
                  <a:pt x="97" y="181"/>
                  <a:pt x="97" y="181"/>
                  <a:pt x="97" y="181"/>
                </a:cubicBezTo>
                <a:cubicBezTo>
                  <a:pt x="97" y="181"/>
                  <a:pt x="97" y="181"/>
                  <a:pt x="97" y="181"/>
                </a:cubicBezTo>
                <a:cubicBezTo>
                  <a:pt x="103" y="182"/>
                  <a:pt x="109" y="185"/>
                  <a:pt x="110" y="187"/>
                </a:cubicBezTo>
                <a:cubicBezTo>
                  <a:pt x="110" y="187"/>
                  <a:pt x="110" y="187"/>
                  <a:pt x="110" y="187"/>
                </a:cubicBezTo>
                <a:cubicBezTo>
                  <a:pt x="110" y="188"/>
                  <a:pt x="111" y="191"/>
                  <a:pt x="110" y="197"/>
                </a:cubicBezTo>
                <a:close/>
                <a:moveTo>
                  <a:pt x="138" y="218"/>
                </a:moveTo>
                <a:cubicBezTo>
                  <a:pt x="138" y="218"/>
                  <a:pt x="138" y="218"/>
                  <a:pt x="138" y="218"/>
                </a:cubicBezTo>
                <a:cubicBezTo>
                  <a:pt x="138" y="218"/>
                  <a:pt x="138" y="218"/>
                  <a:pt x="138" y="218"/>
                </a:cubicBezTo>
                <a:cubicBezTo>
                  <a:pt x="138" y="219"/>
                  <a:pt x="137" y="219"/>
                  <a:pt x="137" y="219"/>
                </a:cubicBezTo>
                <a:cubicBezTo>
                  <a:pt x="136" y="221"/>
                  <a:pt x="136" y="223"/>
                  <a:pt x="136" y="225"/>
                </a:cubicBezTo>
                <a:cubicBezTo>
                  <a:pt x="136" y="225"/>
                  <a:pt x="136" y="225"/>
                  <a:pt x="136" y="225"/>
                </a:cubicBezTo>
                <a:cubicBezTo>
                  <a:pt x="136" y="225"/>
                  <a:pt x="136" y="225"/>
                  <a:pt x="136" y="225"/>
                </a:cubicBezTo>
                <a:cubicBezTo>
                  <a:pt x="135" y="227"/>
                  <a:pt x="134" y="229"/>
                  <a:pt x="132" y="230"/>
                </a:cubicBezTo>
                <a:cubicBezTo>
                  <a:pt x="131" y="231"/>
                  <a:pt x="130" y="231"/>
                  <a:pt x="128" y="231"/>
                </a:cubicBezTo>
                <a:cubicBezTo>
                  <a:pt x="124" y="231"/>
                  <a:pt x="118" y="228"/>
                  <a:pt x="115" y="225"/>
                </a:cubicBezTo>
                <a:cubicBezTo>
                  <a:pt x="115" y="225"/>
                  <a:pt x="115" y="225"/>
                  <a:pt x="115" y="225"/>
                </a:cubicBezTo>
                <a:cubicBezTo>
                  <a:pt x="115" y="225"/>
                  <a:pt x="115" y="225"/>
                  <a:pt x="115" y="225"/>
                </a:cubicBezTo>
                <a:cubicBezTo>
                  <a:pt x="122" y="201"/>
                  <a:pt x="122" y="201"/>
                  <a:pt x="122" y="201"/>
                </a:cubicBezTo>
                <a:cubicBezTo>
                  <a:pt x="122" y="201"/>
                  <a:pt x="122" y="201"/>
                  <a:pt x="122" y="201"/>
                </a:cubicBezTo>
                <a:cubicBezTo>
                  <a:pt x="124" y="200"/>
                  <a:pt x="127" y="199"/>
                  <a:pt x="129" y="200"/>
                </a:cubicBezTo>
                <a:cubicBezTo>
                  <a:pt x="132" y="200"/>
                  <a:pt x="137" y="201"/>
                  <a:pt x="138" y="205"/>
                </a:cubicBezTo>
                <a:cubicBezTo>
                  <a:pt x="139" y="208"/>
                  <a:pt x="139" y="213"/>
                  <a:pt x="138" y="218"/>
                </a:cubicBezTo>
                <a:close/>
                <a:moveTo>
                  <a:pt x="131" y="187"/>
                </a:moveTo>
                <a:cubicBezTo>
                  <a:pt x="129" y="187"/>
                  <a:pt x="126" y="187"/>
                  <a:pt x="124" y="187"/>
                </a:cubicBezTo>
                <a:cubicBezTo>
                  <a:pt x="123" y="187"/>
                  <a:pt x="123" y="187"/>
                  <a:pt x="123" y="187"/>
                </a:cubicBezTo>
                <a:cubicBezTo>
                  <a:pt x="123" y="187"/>
                  <a:pt x="123" y="187"/>
                  <a:pt x="123" y="187"/>
                </a:cubicBezTo>
                <a:cubicBezTo>
                  <a:pt x="123" y="185"/>
                  <a:pt x="123" y="184"/>
                  <a:pt x="123" y="184"/>
                </a:cubicBezTo>
                <a:cubicBezTo>
                  <a:pt x="121" y="175"/>
                  <a:pt x="109" y="169"/>
                  <a:pt x="98" y="168"/>
                </a:cubicBezTo>
                <a:cubicBezTo>
                  <a:pt x="98" y="168"/>
                  <a:pt x="98" y="168"/>
                  <a:pt x="98" y="168"/>
                </a:cubicBezTo>
                <a:cubicBezTo>
                  <a:pt x="98" y="168"/>
                  <a:pt x="98" y="168"/>
                  <a:pt x="98" y="168"/>
                </a:cubicBezTo>
                <a:cubicBezTo>
                  <a:pt x="98" y="168"/>
                  <a:pt x="98" y="168"/>
                  <a:pt x="98" y="167"/>
                </a:cubicBezTo>
                <a:cubicBezTo>
                  <a:pt x="96" y="162"/>
                  <a:pt x="90" y="156"/>
                  <a:pt x="84" y="154"/>
                </a:cubicBezTo>
                <a:cubicBezTo>
                  <a:pt x="78" y="151"/>
                  <a:pt x="73" y="150"/>
                  <a:pt x="68" y="152"/>
                </a:cubicBezTo>
                <a:cubicBezTo>
                  <a:pt x="65" y="153"/>
                  <a:pt x="63" y="155"/>
                  <a:pt x="60" y="158"/>
                </a:cubicBezTo>
                <a:cubicBezTo>
                  <a:pt x="60" y="159"/>
                  <a:pt x="60" y="159"/>
                  <a:pt x="60" y="159"/>
                </a:cubicBezTo>
                <a:cubicBezTo>
                  <a:pt x="59" y="158"/>
                  <a:pt x="59" y="158"/>
                  <a:pt x="59" y="158"/>
                </a:cubicBezTo>
                <a:cubicBezTo>
                  <a:pt x="15" y="128"/>
                  <a:pt x="15" y="128"/>
                  <a:pt x="15" y="128"/>
                </a:cubicBezTo>
                <a:cubicBezTo>
                  <a:pt x="15" y="128"/>
                  <a:pt x="15" y="128"/>
                  <a:pt x="15" y="128"/>
                </a:cubicBezTo>
                <a:cubicBezTo>
                  <a:pt x="50" y="32"/>
                  <a:pt x="50" y="32"/>
                  <a:pt x="50" y="32"/>
                </a:cubicBezTo>
                <a:cubicBezTo>
                  <a:pt x="107" y="32"/>
                  <a:pt x="107" y="32"/>
                  <a:pt x="107" y="32"/>
                </a:cubicBezTo>
                <a:cubicBezTo>
                  <a:pt x="107" y="32"/>
                  <a:pt x="107" y="32"/>
                  <a:pt x="107" y="32"/>
                </a:cubicBezTo>
                <a:cubicBezTo>
                  <a:pt x="82" y="90"/>
                  <a:pt x="82" y="90"/>
                  <a:pt x="82" y="90"/>
                </a:cubicBezTo>
                <a:cubicBezTo>
                  <a:pt x="82" y="90"/>
                  <a:pt x="82" y="91"/>
                  <a:pt x="82" y="91"/>
                </a:cubicBezTo>
                <a:cubicBezTo>
                  <a:pt x="82" y="92"/>
                  <a:pt x="79" y="101"/>
                  <a:pt x="86" y="108"/>
                </a:cubicBezTo>
                <a:cubicBezTo>
                  <a:pt x="91" y="115"/>
                  <a:pt x="100" y="117"/>
                  <a:pt x="113" y="116"/>
                </a:cubicBezTo>
                <a:cubicBezTo>
                  <a:pt x="135" y="114"/>
                  <a:pt x="142" y="101"/>
                  <a:pt x="148" y="91"/>
                </a:cubicBezTo>
                <a:cubicBezTo>
                  <a:pt x="150" y="86"/>
                  <a:pt x="152" y="82"/>
                  <a:pt x="155" y="79"/>
                </a:cubicBezTo>
                <a:cubicBezTo>
                  <a:pt x="164" y="72"/>
                  <a:pt x="174" y="70"/>
                  <a:pt x="187" y="74"/>
                </a:cubicBezTo>
                <a:cubicBezTo>
                  <a:pt x="193" y="75"/>
                  <a:pt x="214" y="96"/>
                  <a:pt x="231" y="115"/>
                </a:cubicBezTo>
                <a:cubicBezTo>
                  <a:pt x="231" y="115"/>
                  <a:pt x="231" y="115"/>
                  <a:pt x="231" y="115"/>
                </a:cubicBezTo>
                <a:cubicBezTo>
                  <a:pt x="272" y="155"/>
                  <a:pt x="272" y="155"/>
                  <a:pt x="272" y="155"/>
                </a:cubicBezTo>
                <a:cubicBezTo>
                  <a:pt x="272" y="155"/>
                  <a:pt x="272" y="155"/>
                  <a:pt x="272" y="155"/>
                </a:cubicBezTo>
                <a:cubicBezTo>
                  <a:pt x="271" y="159"/>
                  <a:pt x="268" y="164"/>
                  <a:pt x="264" y="167"/>
                </a:cubicBezTo>
                <a:cubicBezTo>
                  <a:pt x="261" y="170"/>
                  <a:pt x="257" y="172"/>
                  <a:pt x="254" y="172"/>
                </a:cubicBezTo>
                <a:cubicBezTo>
                  <a:pt x="254" y="172"/>
                  <a:pt x="254" y="172"/>
                  <a:pt x="254" y="172"/>
                </a:cubicBezTo>
                <a:cubicBezTo>
                  <a:pt x="253" y="172"/>
                  <a:pt x="253" y="172"/>
                  <a:pt x="253" y="172"/>
                </a:cubicBezTo>
                <a:cubicBezTo>
                  <a:pt x="220" y="145"/>
                  <a:pt x="220" y="145"/>
                  <a:pt x="220" y="145"/>
                </a:cubicBezTo>
                <a:cubicBezTo>
                  <a:pt x="217" y="142"/>
                  <a:pt x="212" y="135"/>
                  <a:pt x="212" y="132"/>
                </a:cubicBezTo>
                <a:cubicBezTo>
                  <a:pt x="212" y="128"/>
                  <a:pt x="209" y="126"/>
                  <a:pt x="205" y="126"/>
                </a:cubicBezTo>
                <a:cubicBezTo>
                  <a:pt x="205" y="126"/>
                  <a:pt x="205" y="126"/>
                  <a:pt x="205" y="126"/>
                </a:cubicBezTo>
                <a:cubicBezTo>
                  <a:pt x="201" y="126"/>
                  <a:pt x="199" y="129"/>
                  <a:pt x="199" y="133"/>
                </a:cubicBezTo>
                <a:cubicBezTo>
                  <a:pt x="200" y="142"/>
                  <a:pt x="209" y="152"/>
                  <a:pt x="211" y="154"/>
                </a:cubicBezTo>
                <a:cubicBezTo>
                  <a:pt x="211" y="155"/>
                  <a:pt x="211" y="155"/>
                  <a:pt x="212" y="155"/>
                </a:cubicBezTo>
                <a:cubicBezTo>
                  <a:pt x="245" y="182"/>
                  <a:pt x="245" y="182"/>
                  <a:pt x="245" y="182"/>
                </a:cubicBezTo>
                <a:cubicBezTo>
                  <a:pt x="245" y="182"/>
                  <a:pt x="245" y="183"/>
                  <a:pt x="246" y="183"/>
                </a:cubicBezTo>
                <a:cubicBezTo>
                  <a:pt x="246" y="183"/>
                  <a:pt x="246" y="183"/>
                  <a:pt x="246" y="183"/>
                </a:cubicBezTo>
                <a:cubicBezTo>
                  <a:pt x="246" y="183"/>
                  <a:pt x="246" y="183"/>
                  <a:pt x="246" y="183"/>
                </a:cubicBezTo>
                <a:cubicBezTo>
                  <a:pt x="245" y="186"/>
                  <a:pt x="243" y="189"/>
                  <a:pt x="240" y="192"/>
                </a:cubicBezTo>
                <a:cubicBezTo>
                  <a:pt x="236" y="195"/>
                  <a:pt x="232" y="197"/>
                  <a:pt x="228" y="197"/>
                </a:cubicBezTo>
                <a:cubicBezTo>
                  <a:pt x="228" y="197"/>
                  <a:pt x="228" y="197"/>
                  <a:pt x="228" y="197"/>
                </a:cubicBezTo>
                <a:cubicBezTo>
                  <a:pt x="228" y="197"/>
                  <a:pt x="228" y="197"/>
                  <a:pt x="228" y="197"/>
                </a:cubicBezTo>
                <a:cubicBezTo>
                  <a:pt x="193" y="168"/>
                  <a:pt x="193" y="168"/>
                  <a:pt x="193" y="168"/>
                </a:cubicBezTo>
                <a:cubicBezTo>
                  <a:pt x="192" y="167"/>
                  <a:pt x="190" y="167"/>
                  <a:pt x="188" y="167"/>
                </a:cubicBezTo>
                <a:cubicBezTo>
                  <a:pt x="186" y="167"/>
                  <a:pt x="185" y="168"/>
                  <a:pt x="184" y="169"/>
                </a:cubicBezTo>
                <a:cubicBezTo>
                  <a:pt x="183" y="171"/>
                  <a:pt x="182" y="172"/>
                  <a:pt x="182" y="174"/>
                </a:cubicBezTo>
                <a:cubicBezTo>
                  <a:pt x="182" y="176"/>
                  <a:pt x="183" y="177"/>
                  <a:pt x="185" y="178"/>
                </a:cubicBezTo>
                <a:cubicBezTo>
                  <a:pt x="219" y="206"/>
                  <a:pt x="219" y="206"/>
                  <a:pt x="219" y="206"/>
                </a:cubicBezTo>
                <a:cubicBezTo>
                  <a:pt x="219" y="206"/>
                  <a:pt x="219" y="206"/>
                  <a:pt x="219" y="206"/>
                </a:cubicBezTo>
                <a:cubicBezTo>
                  <a:pt x="218" y="210"/>
                  <a:pt x="216" y="213"/>
                  <a:pt x="213" y="215"/>
                </a:cubicBezTo>
                <a:cubicBezTo>
                  <a:pt x="211" y="218"/>
                  <a:pt x="207" y="219"/>
                  <a:pt x="204" y="219"/>
                </a:cubicBezTo>
                <a:cubicBezTo>
                  <a:pt x="204" y="219"/>
                  <a:pt x="204" y="219"/>
                  <a:pt x="204" y="219"/>
                </a:cubicBezTo>
                <a:cubicBezTo>
                  <a:pt x="204" y="219"/>
                  <a:pt x="204" y="219"/>
                  <a:pt x="204" y="219"/>
                </a:cubicBezTo>
                <a:cubicBezTo>
                  <a:pt x="171" y="194"/>
                  <a:pt x="171" y="194"/>
                  <a:pt x="171" y="194"/>
                </a:cubicBezTo>
                <a:cubicBezTo>
                  <a:pt x="170" y="193"/>
                  <a:pt x="168" y="193"/>
                  <a:pt x="166" y="193"/>
                </a:cubicBezTo>
                <a:cubicBezTo>
                  <a:pt x="165" y="193"/>
                  <a:pt x="163" y="194"/>
                  <a:pt x="162" y="196"/>
                </a:cubicBezTo>
                <a:cubicBezTo>
                  <a:pt x="161" y="197"/>
                  <a:pt x="161" y="199"/>
                  <a:pt x="161" y="201"/>
                </a:cubicBezTo>
                <a:cubicBezTo>
                  <a:pt x="161" y="202"/>
                  <a:pt x="162" y="204"/>
                  <a:pt x="163" y="205"/>
                </a:cubicBezTo>
                <a:cubicBezTo>
                  <a:pt x="188" y="224"/>
                  <a:pt x="188" y="224"/>
                  <a:pt x="188" y="224"/>
                </a:cubicBezTo>
                <a:cubicBezTo>
                  <a:pt x="188" y="224"/>
                  <a:pt x="188" y="224"/>
                  <a:pt x="188" y="224"/>
                </a:cubicBezTo>
                <a:cubicBezTo>
                  <a:pt x="187" y="224"/>
                  <a:pt x="186" y="225"/>
                  <a:pt x="185" y="225"/>
                </a:cubicBezTo>
                <a:cubicBezTo>
                  <a:pt x="182" y="225"/>
                  <a:pt x="179" y="226"/>
                  <a:pt x="176" y="226"/>
                </a:cubicBezTo>
                <a:cubicBezTo>
                  <a:pt x="168" y="226"/>
                  <a:pt x="158" y="223"/>
                  <a:pt x="151" y="220"/>
                </a:cubicBezTo>
                <a:cubicBezTo>
                  <a:pt x="151" y="220"/>
                  <a:pt x="151" y="220"/>
                  <a:pt x="151" y="220"/>
                </a:cubicBezTo>
                <a:cubicBezTo>
                  <a:pt x="151" y="220"/>
                  <a:pt x="151" y="220"/>
                  <a:pt x="151" y="220"/>
                </a:cubicBezTo>
                <a:cubicBezTo>
                  <a:pt x="153" y="212"/>
                  <a:pt x="152" y="205"/>
                  <a:pt x="151" y="201"/>
                </a:cubicBezTo>
                <a:cubicBezTo>
                  <a:pt x="149" y="193"/>
                  <a:pt x="141" y="188"/>
                  <a:pt x="131" y="18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nvGrpSpPr>
          <p:cNvPr id="32" name="Group 31">
            <a:extLst>
              <a:ext uri="{FF2B5EF4-FFF2-40B4-BE49-F238E27FC236}">
                <a16:creationId xmlns:a16="http://schemas.microsoft.com/office/drawing/2014/main" id="{DE8D8CA6-2132-3B4A-BC60-9F91E4B1458B}"/>
              </a:ext>
            </a:extLst>
          </p:cNvPr>
          <p:cNvGrpSpPr/>
          <p:nvPr userDrawn="1"/>
        </p:nvGrpSpPr>
        <p:grpSpPr>
          <a:xfrm>
            <a:off x="380999" y="1577830"/>
            <a:ext cx="11429980" cy="4734070"/>
            <a:chOff x="380999" y="1577845"/>
            <a:chExt cx="11520823" cy="5122866"/>
          </a:xfrm>
          <a:noFill/>
        </p:grpSpPr>
        <p:sp>
          <p:nvSpPr>
            <p:cNvPr id="3" name="Rectangle 2">
              <a:extLst>
                <a:ext uri="{FF2B5EF4-FFF2-40B4-BE49-F238E27FC236}">
                  <a16:creationId xmlns:a16="http://schemas.microsoft.com/office/drawing/2014/main" id="{6AE293C8-14C3-874B-8890-DD874D9F5187}"/>
                </a:ext>
              </a:extLst>
            </p:cNvPr>
            <p:cNvSpPr/>
            <p:nvPr userDrawn="1"/>
          </p:nvSpPr>
          <p:spPr>
            <a:xfrm>
              <a:off x="380999"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11" name="Rectangle 10">
              <a:extLst>
                <a:ext uri="{FF2B5EF4-FFF2-40B4-BE49-F238E27FC236}">
                  <a16:creationId xmlns:a16="http://schemas.microsoft.com/office/drawing/2014/main" id="{5956D8B7-72A3-4147-AD60-AFE0126E0C59}"/>
                </a:ext>
              </a:extLst>
            </p:cNvPr>
            <p:cNvSpPr/>
            <p:nvPr userDrawn="1"/>
          </p:nvSpPr>
          <p:spPr>
            <a:xfrm>
              <a:off x="1661715"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12" name="Rectangle 11">
              <a:extLst>
                <a:ext uri="{FF2B5EF4-FFF2-40B4-BE49-F238E27FC236}">
                  <a16:creationId xmlns:a16="http://schemas.microsoft.com/office/drawing/2014/main" id="{088FFDCF-08AC-A745-A14B-1FB83D20EF87}"/>
                </a:ext>
              </a:extLst>
            </p:cNvPr>
            <p:cNvSpPr/>
            <p:nvPr userDrawn="1"/>
          </p:nvSpPr>
          <p:spPr>
            <a:xfrm>
              <a:off x="2942432"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13" name="Rectangle 12">
              <a:extLst>
                <a:ext uri="{FF2B5EF4-FFF2-40B4-BE49-F238E27FC236}">
                  <a16:creationId xmlns:a16="http://schemas.microsoft.com/office/drawing/2014/main" id="{02B6DE6F-DAF8-E246-AB81-6B639342348F}"/>
                </a:ext>
              </a:extLst>
            </p:cNvPr>
            <p:cNvSpPr/>
            <p:nvPr userDrawn="1"/>
          </p:nvSpPr>
          <p:spPr>
            <a:xfrm>
              <a:off x="4223148"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14" name="Rectangle 13">
              <a:extLst>
                <a:ext uri="{FF2B5EF4-FFF2-40B4-BE49-F238E27FC236}">
                  <a16:creationId xmlns:a16="http://schemas.microsoft.com/office/drawing/2014/main" id="{23841CF2-263C-B04E-9960-36397C49999B}"/>
                </a:ext>
              </a:extLst>
            </p:cNvPr>
            <p:cNvSpPr/>
            <p:nvPr userDrawn="1"/>
          </p:nvSpPr>
          <p:spPr>
            <a:xfrm>
              <a:off x="5503865"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22" name="Rectangle 21">
              <a:extLst>
                <a:ext uri="{FF2B5EF4-FFF2-40B4-BE49-F238E27FC236}">
                  <a16:creationId xmlns:a16="http://schemas.microsoft.com/office/drawing/2014/main" id="{82987178-6410-AF4D-A95C-0F3F1BDEE23D}"/>
                </a:ext>
              </a:extLst>
            </p:cNvPr>
            <p:cNvSpPr/>
            <p:nvPr userDrawn="1"/>
          </p:nvSpPr>
          <p:spPr>
            <a:xfrm>
              <a:off x="380999"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23" name="Rectangle 22">
              <a:extLst>
                <a:ext uri="{FF2B5EF4-FFF2-40B4-BE49-F238E27FC236}">
                  <a16:creationId xmlns:a16="http://schemas.microsoft.com/office/drawing/2014/main" id="{2970435B-0CE9-444F-B4A6-D7E0FE1E8098}"/>
                </a:ext>
              </a:extLst>
            </p:cNvPr>
            <p:cNvSpPr/>
            <p:nvPr userDrawn="1"/>
          </p:nvSpPr>
          <p:spPr>
            <a:xfrm>
              <a:off x="1661715"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24" name="Rectangle 23">
              <a:extLst>
                <a:ext uri="{FF2B5EF4-FFF2-40B4-BE49-F238E27FC236}">
                  <a16:creationId xmlns:a16="http://schemas.microsoft.com/office/drawing/2014/main" id="{D637EA29-2A06-9242-B2F2-EA7F43329956}"/>
                </a:ext>
              </a:extLst>
            </p:cNvPr>
            <p:cNvSpPr/>
            <p:nvPr userDrawn="1"/>
          </p:nvSpPr>
          <p:spPr>
            <a:xfrm>
              <a:off x="2942432"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25" name="Rectangle 24">
              <a:extLst>
                <a:ext uri="{FF2B5EF4-FFF2-40B4-BE49-F238E27FC236}">
                  <a16:creationId xmlns:a16="http://schemas.microsoft.com/office/drawing/2014/main" id="{EA48AEFC-712D-D044-81E5-6C1E41110759}"/>
                </a:ext>
              </a:extLst>
            </p:cNvPr>
            <p:cNvSpPr/>
            <p:nvPr userDrawn="1"/>
          </p:nvSpPr>
          <p:spPr>
            <a:xfrm>
              <a:off x="4223148"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26" name="Rectangle 25">
              <a:extLst>
                <a:ext uri="{FF2B5EF4-FFF2-40B4-BE49-F238E27FC236}">
                  <a16:creationId xmlns:a16="http://schemas.microsoft.com/office/drawing/2014/main" id="{A7CBE003-D5E8-864C-98FA-9796248CE2AC}"/>
                </a:ext>
              </a:extLst>
            </p:cNvPr>
            <p:cNvSpPr/>
            <p:nvPr userDrawn="1"/>
          </p:nvSpPr>
          <p:spPr>
            <a:xfrm>
              <a:off x="5503865"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27" name="Rectangle 26">
              <a:extLst>
                <a:ext uri="{FF2B5EF4-FFF2-40B4-BE49-F238E27FC236}">
                  <a16:creationId xmlns:a16="http://schemas.microsoft.com/office/drawing/2014/main" id="{BADE82A5-95E4-6C4B-B11D-D53B6705F30D}"/>
                </a:ext>
              </a:extLst>
            </p:cNvPr>
            <p:cNvSpPr/>
            <p:nvPr userDrawn="1"/>
          </p:nvSpPr>
          <p:spPr>
            <a:xfrm>
              <a:off x="380999"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28" name="Rectangle 27">
              <a:extLst>
                <a:ext uri="{FF2B5EF4-FFF2-40B4-BE49-F238E27FC236}">
                  <a16:creationId xmlns:a16="http://schemas.microsoft.com/office/drawing/2014/main" id="{6D3153DA-7E96-5A48-85FB-7AA1D84749D2}"/>
                </a:ext>
              </a:extLst>
            </p:cNvPr>
            <p:cNvSpPr/>
            <p:nvPr userDrawn="1"/>
          </p:nvSpPr>
          <p:spPr>
            <a:xfrm>
              <a:off x="1661715"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29" name="Rectangle 28">
              <a:extLst>
                <a:ext uri="{FF2B5EF4-FFF2-40B4-BE49-F238E27FC236}">
                  <a16:creationId xmlns:a16="http://schemas.microsoft.com/office/drawing/2014/main" id="{784E1B72-B1CA-DE40-964D-0211741FA050}"/>
                </a:ext>
              </a:extLst>
            </p:cNvPr>
            <p:cNvSpPr/>
            <p:nvPr userDrawn="1"/>
          </p:nvSpPr>
          <p:spPr>
            <a:xfrm>
              <a:off x="2942432"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30" name="Rectangle 29">
              <a:extLst>
                <a:ext uri="{FF2B5EF4-FFF2-40B4-BE49-F238E27FC236}">
                  <a16:creationId xmlns:a16="http://schemas.microsoft.com/office/drawing/2014/main" id="{0EDEA1F2-0336-5941-9F8D-A8F560A28115}"/>
                </a:ext>
              </a:extLst>
            </p:cNvPr>
            <p:cNvSpPr/>
            <p:nvPr userDrawn="1"/>
          </p:nvSpPr>
          <p:spPr>
            <a:xfrm>
              <a:off x="4223148"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31" name="Rectangle 30">
              <a:extLst>
                <a:ext uri="{FF2B5EF4-FFF2-40B4-BE49-F238E27FC236}">
                  <a16:creationId xmlns:a16="http://schemas.microsoft.com/office/drawing/2014/main" id="{C57AB087-9AA7-2D4E-A82A-605B50372D51}"/>
                </a:ext>
              </a:extLst>
            </p:cNvPr>
            <p:cNvSpPr/>
            <p:nvPr userDrawn="1"/>
          </p:nvSpPr>
          <p:spPr>
            <a:xfrm>
              <a:off x="5503865"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42" name="Rectangle 41">
              <a:extLst>
                <a:ext uri="{FF2B5EF4-FFF2-40B4-BE49-F238E27FC236}">
                  <a16:creationId xmlns:a16="http://schemas.microsoft.com/office/drawing/2014/main" id="{0F447629-D1B9-0546-851F-E0D5ED605B7A}"/>
                </a:ext>
              </a:extLst>
            </p:cNvPr>
            <p:cNvSpPr/>
            <p:nvPr userDrawn="1"/>
          </p:nvSpPr>
          <p:spPr>
            <a:xfrm>
              <a:off x="6784581"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43" name="Rectangle 42">
              <a:extLst>
                <a:ext uri="{FF2B5EF4-FFF2-40B4-BE49-F238E27FC236}">
                  <a16:creationId xmlns:a16="http://schemas.microsoft.com/office/drawing/2014/main" id="{FE9B1291-33A4-EE48-806C-B5D7A1613345}"/>
                </a:ext>
              </a:extLst>
            </p:cNvPr>
            <p:cNvSpPr/>
            <p:nvPr userDrawn="1"/>
          </p:nvSpPr>
          <p:spPr>
            <a:xfrm>
              <a:off x="6784581"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44" name="Rectangle 43">
              <a:extLst>
                <a:ext uri="{FF2B5EF4-FFF2-40B4-BE49-F238E27FC236}">
                  <a16:creationId xmlns:a16="http://schemas.microsoft.com/office/drawing/2014/main" id="{69CEBC75-F9B2-DF40-8FAB-B56A760AED4B}"/>
                </a:ext>
              </a:extLst>
            </p:cNvPr>
            <p:cNvSpPr/>
            <p:nvPr userDrawn="1"/>
          </p:nvSpPr>
          <p:spPr>
            <a:xfrm>
              <a:off x="6784581"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45" name="Rectangle 44">
              <a:extLst>
                <a:ext uri="{FF2B5EF4-FFF2-40B4-BE49-F238E27FC236}">
                  <a16:creationId xmlns:a16="http://schemas.microsoft.com/office/drawing/2014/main" id="{EE5FF759-951A-054F-9F4A-482FE7225052}"/>
                </a:ext>
              </a:extLst>
            </p:cNvPr>
            <p:cNvSpPr/>
            <p:nvPr userDrawn="1"/>
          </p:nvSpPr>
          <p:spPr>
            <a:xfrm>
              <a:off x="8065298"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46" name="Rectangle 45">
              <a:extLst>
                <a:ext uri="{FF2B5EF4-FFF2-40B4-BE49-F238E27FC236}">
                  <a16:creationId xmlns:a16="http://schemas.microsoft.com/office/drawing/2014/main" id="{90EB0590-F226-6748-B645-71C913F9B674}"/>
                </a:ext>
              </a:extLst>
            </p:cNvPr>
            <p:cNvSpPr/>
            <p:nvPr userDrawn="1"/>
          </p:nvSpPr>
          <p:spPr>
            <a:xfrm>
              <a:off x="8065298"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47" name="Rectangle 46">
              <a:extLst>
                <a:ext uri="{FF2B5EF4-FFF2-40B4-BE49-F238E27FC236}">
                  <a16:creationId xmlns:a16="http://schemas.microsoft.com/office/drawing/2014/main" id="{5D31B860-B762-A94B-B4E7-355AC4826289}"/>
                </a:ext>
              </a:extLst>
            </p:cNvPr>
            <p:cNvSpPr/>
            <p:nvPr userDrawn="1"/>
          </p:nvSpPr>
          <p:spPr>
            <a:xfrm>
              <a:off x="8065298"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48" name="Rectangle 47">
              <a:extLst>
                <a:ext uri="{FF2B5EF4-FFF2-40B4-BE49-F238E27FC236}">
                  <a16:creationId xmlns:a16="http://schemas.microsoft.com/office/drawing/2014/main" id="{982F9D60-F80B-2F4A-9903-3996F96A22C1}"/>
                </a:ext>
              </a:extLst>
            </p:cNvPr>
            <p:cNvSpPr/>
            <p:nvPr userDrawn="1"/>
          </p:nvSpPr>
          <p:spPr>
            <a:xfrm>
              <a:off x="380999" y="5419994"/>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49" name="Rectangle 48">
              <a:extLst>
                <a:ext uri="{FF2B5EF4-FFF2-40B4-BE49-F238E27FC236}">
                  <a16:creationId xmlns:a16="http://schemas.microsoft.com/office/drawing/2014/main" id="{69C6B9A7-FBBB-F541-A935-BD7AF34D2A23}"/>
                </a:ext>
              </a:extLst>
            </p:cNvPr>
            <p:cNvSpPr/>
            <p:nvPr userDrawn="1"/>
          </p:nvSpPr>
          <p:spPr>
            <a:xfrm>
              <a:off x="1661715"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0" name="Rectangle 49">
              <a:extLst>
                <a:ext uri="{FF2B5EF4-FFF2-40B4-BE49-F238E27FC236}">
                  <a16:creationId xmlns:a16="http://schemas.microsoft.com/office/drawing/2014/main" id="{D53EEC05-B7DA-1540-9D32-177152835D78}"/>
                </a:ext>
              </a:extLst>
            </p:cNvPr>
            <p:cNvSpPr/>
            <p:nvPr userDrawn="1"/>
          </p:nvSpPr>
          <p:spPr>
            <a:xfrm>
              <a:off x="2942432"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1" name="Rectangle 50">
              <a:extLst>
                <a:ext uri="{FF2B5EF4-FFF2-40B4-BE49-F238E27FC236}">
                  <a16:creationId xmlns:a16="http://schemas.microsoft.com/office/drawing/2014/main" id="{4FF87792-0038-E245-A756-AFA193BEC33C}"/>
                </a:ext>
              </a:extLst>
            </p:cNvPr>
            <p:cNvSpPr/>
            <p:nvPr userDrawn="1"/>
          </p:nvSpPr>
          <p:spPr>
            <a:xfrm>
              <a:off x="4223148"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2" name="Rectangle 51">
              <a:extLst>
                <a:ext uri="{FF2B5EF4-FFF2-40B4-BE49-F238E27FC236}">
                  <a16:creationId xmlns:a16="http://schemas.microsoft.com/office/drawing/2014/main" id="{563EA47D-7036-6149-BFDD-AE64B4F0440E}"/>
                </a:ext>
              </a:extLst>
            </p:cNvPr>
            <p:cNvSpPr/>
            <p:nvPr userDrawn="1"/>
          </p:nvSpPr>
          <p:spPr>
            <a:xfrm>
              <a:off x="5503865"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3" name="Rectangle 52">
              <a:extLst>
                <a:ext uri="{FF2B5EF4-FFF2-40B4-BE49-F238E27FC236}">
                  <a16:creationId xmlns:a16="http://schemas.microsoft.com/office/drawing/2014/main" id="{04CBC1BB-E618-4143-8102-0EE9DB6F72F6}"/>
                </a:ext>
              </a:extLst>
            </p:cNvPr>
            <p:cNvSpPr/>
            <p:nvPr userDrawn="1"/>
          </p:nvSpPr>
          <p:spPr>
            <a:xfrm>
              <a:off x="6784581"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4" name="Rectangle 53">
              <a:extLst>
                <a:ext uri="{FF2B5EF4-FFF2-40B4-BE49-F238E27FC236}">
                  <a16:creationId xmlns:a16="http://schemas.microsoft.com/office/drawing/2014/main" id="{16302F22-33DC-404D-B9F7-4999125BE1C0}"/>
                </a:ext>
              </a:extLst>
            </p:cNvPr>
            <p:cNvSpPr/>
            <p:nvPr userDrawn="1"/>
          </p:nvSpPr>
          <p:spPr>
            <a:xfrm>
              <a:off x="8065298"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5" name="Rectangle 54">
              <a:extLst>
                <a:ext uri="{FF2B5EF4-FFF2-40B4-BE49-F238E27FC236}">
                  <a16:creationId xmlns:a16="http://schemas.microsoft.com/office/drawing/2014/main" id="{63913E2F-D6C7-6E4C-AF84-F30990D1C5F1}"/>
                </a:ext>
              </a:extLst>
            </p:cNvPr>
            <p:cNvSpPr/>
            <p:nvPr userDrawn="1"/>
          </p:nvSpPr>
          <p:spPr>
            <a:xfrm>
              <a:off x="9343202"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6" name="Rectangle 55">
              <a:extLst>
                <a:ext uri="{FF2B5EF4-FFF2-40B4-BE49-F238E27FC236}">
                  <a16:creationId xmlns:a16="http://schemas.microsoft.com/office/drawing/2014/main" id="{98F6AD2D-9784-F642-A106-04B3A189A305}"/>
                </a:ext>
              </a:extLst>
            </p:cNvPr>
            <p:cNvSpPr/>
            <p:nvPr userDrawn="1"/>
          </p:nvSpPr>
          <p:spPr>
            <a:xfrm>
              <a:off x="9343202"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7" name="Rectangle 56">
              <a:extLst>
                <a:ext uri="{FF2B5EF4-FFF2-40B4-BE49-F238E27FC236}">
                  <a16:creationId xmlns:a16="http://schemas.microsoft.com/office/drawing/2014/main" id="{15BAA71B-3977-2C45-BFCD-DD42EE282F3A}"/>
                </a:ext>
              </a:extLst>
            </p:cNvPr>
            <p:cNvSpPr/>
            <p:nvPr userDrawn="1"/>
          </p:nvSpPr>
          <p:spPr>
            <a:xfrm>
              <a:off x="9343202"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8" name="Rectangle 57">
              <a:extLst>
                <a:ext uri="{FF2B5EF4-FFF2-40B4-BE49-F238E27FC236}">
                  <a16:creationId xmlns:a16="http://schemas.microsoft.com/office/drawing/2014/main" id="{009A6B8D-0BC6-844C-98BC-26714B74B89C}"/>
                </a:ext>
              </a:extLst>
            </p:cNvPr>
            <p:cNvSpPr/>
            <p:nvPr userDrawn="1"/>
          </p:nvSpPr>
          <p:spPr>
            <a:xfrm>
              <a:off x="9343202"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9" name="Rectangle 58">
              <a:extLst>
                <a:ext uri="{FF2B5EF4-FFF2-40B4-BE49-F238E27FC236}">
                  <a16:creationId xmlns:a16="http://schemas.microsoft.com/office/drawing/2014/main" id="{D8F3FD9C-200A-6341-94B3-0C1EB6DACAB0}"/>
                </a:ext>
              </a:extLst>
            </p:cNvPr>
            <p:cNvSpPr/>
            <p:nvPr userDrawn="1"/>
          </p:nvSpPr>
          <p:spPr>
            <a:xfrm>
              <a:off x="10621105"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60" name="Rectangle 59">
              <a:extLst>
                <a:ext uri="{FF2B5EF4-FFF2-40B4-BE49-F238E27FC236}">
                  <a16:creationId xmlns:a16="http://schemas.microsoft.com/office/drawing/2014/main" id="{138373EE-C7AD-A948-BF2D-EFDCBD86A63D}"/>
                </a:ext>
              </a:extLst>
            </p:cNvPr>
            <p:cNvSpPr/>
            <p:nvPr userDrawn="1"/>
          </p:nvSpPr>
          <p:spPr>
            <a:xfrm>
              <a:off x="10621105"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61" name="Rectangle 60">
              <a:extLst>
                <a:ext uri="{FF2B5EF4-FFF2-40B4-BE49-F238E27FC236}">
                  <a16:creationId xmlns:a16="http://schemas.microsoft.com/office/drawing/2014/main" id="{1D9BF3B8-1553-CB43-861A-0C55AC833BFD}"/>
                </a:ext>
              </a:extLst>
            </p:cNvPr>
            <p:cNvSpPr/>
            <p:nvPr userDrawn="1"/>
          </p:nvSpPr>
          <p:spPr>
            <a:xfrm>
              <a:off x="10621105"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62" name="Rectangle 61">
              <a:extLst>
                <a:ext uri="{FF2B5EF4-FFF2-40B4-BE49-F238E27FC236}">
                  <a16:creationId xmlns:a16="http://schemas.microsoft.com/office/drawing/2014/main" id="{A6D0F4D3-BA10-E141-99A5-7B49C20DF11A}"/>
                </a:ext>
              </a:extLst>
            </p:cNvPr>
            <p:cNvSpPr/>
            <p:nvPr userDrawn="1"/>
          </p:nvSpPr>
          <p:spPr>
            <a:xfrm>
              <a:off x="10621105"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grpSp>
      <p:sp>
        <p:nvSpPr>
          <p:cNvPr id="37" name="Freeform 69">
            <a:extLst>
              <a:ext uri="{FF2B5EF4-FFF2-40B4-BE49-F238E27FC236}">
                <a16:creationId xmlns:a16="http://schemas.microsoft.com/office/drawing/2014/main" id="{3634B592-2BB6-5C4B-A72F-5EE93BA6F81A}"/>
              </a:ext>
            </a:extLst>
          </p:cNvPr>
          <p:cNvSpPr>
            <a:spLocks noEditPoints="1"/>
          </p:cNvSpPr>
          <p:nvPr userDrawn="1"/>
        </p:nvSpPr>
        <p:spPr bwMode="auto">
          <a:xfrm>
            <a:off x="3325653" y="1967482"/>
            <a:ext cx="499664" cy="424950"/>
          </a:xfrm>
          <a:custGeom>
            <a:avLst/>
            <a:gdLst>
              <a:gd name="T0" fmla="*/ 90 w 289"/>
              <a:gd name="T1" fmla="*/ 246 h 246"/>
              <a:gd name="T2" fmla="*/ 86 w 289"/>
              <a:gd name="T3" fmla="*/ 244 h 246"/>
              <a:gd name="T4" fmla="*/ 2 w 289"/>
              <a:gd name="T5" fmla="*/ 160 h 246"/>
              <a:gd name="T6" fmla="*/ 2 w 289"/>
              <a:gd name="T7" fmla="*/ 152 h 246"/>
              <a:gd name="T8" fmla="*/ 44 w 289"/>
              <a:gd name="T9" fmla="*/ 110 h 246"/>
              <a:gd name="T10" fmla="*/ 53 w 289"/>
              <a:gd name="T11" fmla="*/ 110 h 246"/>
              <a:gd name="T12" fmla="*/ 90 w 289"/>
              <a:gd name="T13" fmla="*/ 148 h 246"/>
              <a:gd name="T14" fmla="*/ 236 w 289"/>
              <a:gd name="T15" fmla="*/ 2 h 246"/>
              <a:gd name="T16" fmla="*/ 245 w 289"/>
              <a:gd name="T17" fmla="*/ 2 h 246"/>
              <a:gd name="T18" fmla="*/ 287 w 289"/>
              <a:gd name="T19" fmla="*/ 44 h 246"/>
              <a:gd name="T20" fmla="*/ 287 w 289"/>
              <a:gd name="T21" fmla="*/ 52 h 246"/>
              <a:gd name="T22" fmla="*/ 95 w 289"/>
              <a:gd name="T23" fmla="*/ 244 h 246"/>
              <a:gd name="T24" fmla="*/ 90 w 289"/>
              <a:gd name="T25" fmla="*/ 246 h 246"/>
              <a:gd name="T26" fmla="*/ 15 w 289"/>
              <a:gd name="T27" fmla="*/ 156 h 246"/>
              <a:gd name="T28" fmla="*/ 90 w 289"/>
              <a:gd name="T29" fmla="*/ 232 h 246"/>
              <a:gd name="T30" fmla="*/ 274 w 289"/>
              <a:gd name="T31" fmla="*/ 48 h 246"/>
              <a:gd name="T32" fmla="*/ 240 w 289"/>
              <a:gd name="T33" fmla="*/ 15 h 246"/>
              <a:gd name="T34" fmla="*/ 95 w 289"/>
              <a:gd name="T35" fmla="*/ 160 h 246"/>
              <a:gd name="T36" fmla="*/ 86 w 289"/>
              <a:gd name="T37" fmla="*/ 160 h 246"/>
              <a:gd name="T38" fmla="*/ 48 w 289"/>
              <a:gd name="T39" fmla="*/ 123 h 246"/>
              <a:gd name="T40" fmla="*/ 15 w 289"/>
              <a:gd name="T41" fmla="*/ 156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9" h="246">
                <a:moveTo>
                  <a:pt x="90" y="246"/>
                </a:moveTo>
                <a:cubicBezTo>
                  <a:pt x="89" y="246"/>
                  <a:pt x="87" y="246"/>
                  <a:pt x="86" y="244"/>
                </a:cubicBezTo>
                <a:cubicBezTo>
                  <a:pt x="2" y="160"/>
                  <a:pt x="2" y="160"/>
                  <a:pt x="2" y="160"/>
                </a:cubicBezTo>
                <a:cubicBezTo>
                  <a:pt x="0" y="158"/>
                  <a:pt x="0" y="154"/>
                  <a:pt x="2" y="152"/>
                </a:cubicBezTo>
                <a:cubicBezTo>
                  <a:pt x="44" y="110"/>
                  <a:pt x="44" y="110"/>
                  <a:pt x="44" y="110"/>
                </a:cubicBezTo>
                <a:cubicBezTo>
                  <a:pt x="47" y="108"/>
                  <a:pt x="50" y="108"/>
                  <a:pt x="53" y="110"/>
                </a:cubicBezTo>
                <a:cubicBezTo>
                  <a:pt x="90" y="148"/>
                  <a:pt x="90" y="148"/>
                  <a:pt x="90" y="148"/>
                </a:cubicBezTo>
                <a:cubicBezTo>
                  <a:pt x="236" y="2"/>
                  <a:pt x="236" y="2"/>
                  <a:pt x="236" y="2"/>
                </a:cubicBezTo>
                <a:cubicBezTo>
                  <a:pt x="239" y="0"/>
                  <a:pt x="242" y="0"/>
                  <a:pt x="245" y="2"/>
                </a:cubicBezTo>
                <a:cubicBezTo>
                  <a:pt x="287" y="44"/>
                  <a:pt x="287" y="44"/>
                  <a:pt x="287" y="44"/>
                </a:cubicBezTo>
                <a:cubicBezTo>
                  <a:pt x="289" y="46"/>
                  <a:pt x="289" y="50"/>
                  <a:pt x="287" y="52"/>
                </a:cubicBezTo>
                <a:cubicBezTo>
                  <a:pt x="95" y="244"/>
                  <a:pt x="95" y="244"/>
                  <a:pt x="95" y="244"/>
                </a:cubicBezTo>
                <a:cubicBezTo>
                  <a:pt x="94" y="246"/>
                  <a:pt x="92" y="246"/>
                  <a:pt x="90" y="246"/>
                </a:cubicBezTo>
                <a:close/>
                <a:moveTo>
                  <a:pt x="15" y="156"/>
                </a:moveTo>
                <a:cubicBezTo>
                  <a:pt x="90" y="232"/>
                  <a:pt x="90" y="232"/>
                  <a:pt x="90" y="232"/>
                </a:cubicBezTo>
                <a:cubicBezTo>
                  <a:pt x="274" y="48"/>
                  <a:pt x="274" y="48"/>
                  <a:pt x="274" y="48"/>
                </a:cubicBezTo>
                <a:cubicBezTo>
                  <a:pt x="240" y="15"/>
                  <a:pt x="240" y="15"/>
                  <a:pt x="240" y="15"/>
                </a:cubicBezTo>
                <a:cubicBezTo>
                  <a:pt x="95" y="160"/>
                  <a:pt x="95" y="160"/>
                  <a:pt x="95" y="160"/>
                </a:cubicBezTo>
                <a:cubicBezTo>
                  <a:pt x="92" y="163"/>
                  <a:pt x="89" y="163"/>
                  <a:pt x="86" y="160"/>
                </a:cubicBezTo>
                <a:cubicBezTo>
                  <a:pt x="48" y="123"/>
                  <a:pt x="48" y="123"/>
                  <a:pt x="48" y="123"/>
                </a:cubicBezTo>
                <a:lnTo>
                  <a:pt x="15" y="156"/>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rtl="0"/>
            <a:endParaRPr lang="en-US" dirty="0">
              <a:solidFill>
                <a:schemeClr val="bg2"/>
              </a:solidFill>
              <a:latin typeface="+mj-lt"/>
            </a:endParaRPr>
          </a:p>
        </p:txBody>
      </p:sp>
      <p:grpSp>
        <p:nvGrpSpPr>
          <p:cNvPr id="91" name="Group 98">
            <a:extLst>
              <a:ext uri="{FF2B5EF4-FFF2-40B4-BE49-F238E27FC236}">
                <a16:creationId xmlns:a16="http://schemas.microsoft.com/office/drawing/2014/main" id="{9AC922D9-7CEE-B448-86D3-66DA557B7FF2}"/>
              </a:ext>
            </a:extLst>
          </p:cNvPr>
          <p:cNvGrpSpPr>
            <a:grpSpLocks noChangeAspect="1"/>
          </p:cNvGrpSpPr>
          <p:nvPr userDrawn="1"/>
        </p:nvGrpSpPr>
        <p:grpSpPr bwMode="auto">
          <a:xfrm>
            <a:off x="2084826" y="5548256"/>
            <a:ext cx="448560" cy="372925"/>
            <a:chOff x="1371" y="1755"/>
            <a:chExt cx="427" cy="355"/>
          </a:xfrm>
          <a:solidFill>
            <a:schemeClr val="accent1"/>
          </a:solidFill>
        </p:grpSpPr>
        <p:sp>
          <p:nvSpPr>
            <p:cNvPr id="92" name="Freeform 99">
              <a:extLst>
                <a:ext uri="{FF2B5EF4-FFF2-40B4-BE49-F238E27FC236}">
                  <a16:creationId xmlns:a16="http://schemas.microsoft.com/office/drawing/2014/main" id="{6DD3FF56-53E8-3945-A690-6D0C81F64008}"/>
                </a:ext>
              </a:extLst>
            </p:cNvPr>
            <p:cNvSpPr>
              <a:spLocks noEditPoints="1"/>
            </p:cNvSpPr>
            <p:nvPr/>
          </p:nvSpPr>
          <p:spPr bwMode="auto">
            <a:xfrm>
              <a:off x="1371" y="1755"/>
              <a:ext cx="427" cy="355"/>
            </a:xfrm>
            <a:custGeom>
              <a:avLst/>
              <a:gdLst>
                <a:gd name="T0" fmla="*/ 282 w 288"/>
                <a:gd name="T1" fmla="*/ 240 h 240"/>
                <a:gd name="T2" fmla="*/ 6 w 288"/>
                <a:gd name="T3" fmla="*/ 240 h 240"/>
                <a:gd name="T4" fmla="*/ 0 w 288"/>
                <a:gd name="T5" fmla="*/ 234 h 240"/>
                <a:gd name="T6" fmla="*/ 0 w 288"/>
                <a:gd name="T7" fmla="*/ 6 h 240"/>
                <a:gd name="T8" fmla="*/ 6 w 288"/>
                <a:gd name="T9" fmla="*/ 0 h 240"/>
                <a:gd name="T10" fmla="*/ 282 w 288"/>
                <a:gd name="T11" fmla="*/ 0 h 240"/>
                <a:gd name="T12" fmla="*/ 288 w 288"/>
                <a:gd name="T13" fmla="*/ 6 h 240"/>
                <a:gd name="T14" fmla="*/ 288 w 288"/>
                <a:gd name="T15" fmla="*/ 234 h 240"/>
                <a:gd name="T16" fmla="*/ 282 w 288"/>
                <a:gd name="T17" fmla="*/ 240 h 240"/>
                <a:gd name="T18" fmla="*/ 12 w 288"/>
                <a:gd name="T19" fmla="*/ 228 h 240"/>
                <a:gd name="T20" fmla="*/ 276 w 288"/>
                <a:gd name="T21" fmla="*/ 228 h 240"/>
                <a:gd name="T22" fmla="*/ 276 w 288"/>
                <a:gd name="T23" fmla="*/ 12 h 240"/>
                <a:gd name="T24" fmla="*/ 12 w 288"/>
                <a:gd name="T25" fmla="*/ 12 h 240"/>
                <a:gd name="T26" fmla="*/ 12 w 288"/>
                <a:gd name="T27" fmla="*/ 228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240">
                  <a:moveTo>
                    <a:pt x="282" y="240"/>
                  </a:moveTo>
                  <a:cubicBezTo>
                    <a:pt x="6" y="240"/>
                    <a:pt x="6" y="240"/>
                    <a:pt x="6" y="240"/>
                  </a:cubicBezTo>
                  <a:cubicBezTo>
                    <a:pt x="3" y="240"/>
                    <a:pt x="0" y="237"/>
                    <a:pt x="0" y="234"/>
                  </a:cubicBezTo>
                  <a:cubicBezTo>
                    <a:pt x="0" y="6"/>
                    <a:pt x="0" y="6"/>
                    <a:pt x="0" y="6"/>
                  </a:cubicBezTo>
                  <a:cubicBezTo>
                    <a:pt x="0" y="3"/>
                    <a:pt x="3" y="0"/>
                    <a:pt x="6" y="0"/>
                  </a:cubicBezTo>
                  <a:cubicBezTo>
                    <a:pt x="282" y="0"/>
                    <a:pt x="282" y="0"/>
                    <a:pt x="282" y="0"/>
                  </a:cubicBezTo>
                  <a:cubicBezTo>
                    <a:pt x="285" y="0"/>
                    <a:pt x="288" y="3"/>
                    <a:pt x="288" y="6"/>
                  </a:cubicBezTo>
                  <a:cubicBezTo>
                    <a:pt x="288" y="234"/>
                    <a:pt x="288" y="234"/>
                    <a:pt x="288" y="234"/>
                  </a:cubicBezTo>
                  <a:cubicBezTo>
                    <a:pt x="288" y="237"/>
                    <a:pt x="285" y="240"/>
                    <a:pt x="282" y="240"/>
                  </a:cubicBezTo>
                  <a:close/>
                  <a:moveTo>
                    <a:pt x="12" y="228"/>
                  </a:moveTo>
                  <a:cubicBezTo>
                    <a:pt x="276" y="228"/>
                    <a:pt x="276" y="228"/>
                    <a:pt x="276" y="228"/>
                  </a:cubicBezTo>
                  <a:cubicBezTo>
                    <a:pt x="276" y="12"/>
                    <a:pt x="276" y="12"/>
                    <a:pt x="276" y="12"/>
                  </a:cubicBezTo>
                  <a:cubicBezTo>
                    <a:pt x="12" y="12"/>
                    <a:pt x="12" y="12"/>
                    <a:pt x="12" y="12"/>
                  </a:cubicBezTo>
                  <a:lnTo>
                    <a:pt x="12" y="2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93" name="Freeform 100">
              <a:extLst>
                <a:ext uri="{FF2B5EF4-FFF2-40B4-BE49-F238E27FC236}">
                  <a16:creationId xmlns:a16="http://schemas.microsoft.com/office/drawing/2014/main" id="{B9DD30D6-7FC5-4E4B-AA29-A488CEB79813}"/>
                </a:ext>
              </a:extLst>
            </p:cNvPr>
            <p:cNvSpPr>
              <a:spLocks/>
            </p:cNvSpPr>
            <p:nvPr/>
          </p:nvSpPr>
          <p:spPr bwMode="auto">
            <a:xfrm>
              <a:off x="1407" y="1790"/>
              <a:ext cx="71" cy="71"/>
            </a:xfrm>
            <a:custGeom>
              <a:avLst/>
              <a:gdLst>
                <a:gd name="T0" fmla="*/ 6 w 48"/>
                <a:gd name="T1" fmla="*/ 48 h 48"/>
                <a:gd name="T2" fmla="*/ 0 w 48"/>
                <a:gd name="T3" fmla="*/ 42 h 48"/>
                <a:gd name="T4" fmla="*/ 0 w 48"/>
                <a:gd name="T5" fmla="*/ 6 h 48"/>
                <a:gd name="T6" fmla="*/ 6 w 48"/>
                <a:gd name="T7" fmla="*/ 0 h 48"/>
                <a:gd name="T8" fmla="*/ 42 w 48"/>
                <a:gd name="T9" fmla="*/ 0 h 48"/>
                <a:gd name="T10" fmla="*/ 48 w 48"/>
                <a:gd name="T11" fmla="*/ 6 h 48"/>
                <a:gd name="T12" fmla="*/ 42 w 48"/>
                <a:gd name="T13" fmla="*/ 12 h 48"/>
                <a:gd name="T14" fmla="*/ 12 w 48"/>
                <a:gd name="T15" fmla="*/ 12 h 48"/>
                <a:gd name="T16" fmla="*/ 12 w 48"/>
                <a:gd name="T17" fmla="*/ 42 h 48"/>
                <a:gd name="T18" fmla="*/ 6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6" y="48"/>
                  </a:moveTo>
                  <a:cubicBezTo>
                    <a:pt x="3" y="48"/>
                    <a:pt x="0" y="45"/>
                    <a:pt x="0" y="42"/>
                  </a:cubicBezTo>
                  <a:cubicBezTo>
                    <a:pt x="0" y="6"/>
                    <a:pt x="0" y="6"/>
                    <a:pt x="0" y="6"/>
                  </a:cubicBezTo>
                  <a:cubicBezTo>
                    <a:pt x="0" y="3"/>
                    <a:pt x="3" y="0"/>
                    <a:pt x="6" y="0"/>
                  </a:cubicBezTo>
                  <a:cubicBezTo>
                    <a:pt x="42" y="0"/>
                    <a:pt x="42" y="0"/>
                    <a:pt x="42" y="0"/>
                  </a:cubicBezTo>
                  <a:cubicBezTo>
                    <a:pt x="45" y="0"/>
                    <a:pt x="48" y="3"/>
                    <a:pt x="48" y="6"/>
                  </a:cubicBezTo>
                  <a:cubicBezTo>
                    <a:pt x="48" y="9"/>
                    <a:pt x="45" y="12"/>
                    <a:pt x="42" y="12"/>
                  </a:cubicBezTo>
                  <a:cubicBezTo>
                    <a:pt x="12" y="12"/>
                    <a:pt x="12" y="12"/>
                    <a:pt x="12" y="12"/>
                  </a:cubicBezTo>
                  <a:cubicBezTo>
                    <a:pt x="12" y="42"/>
                    <a:pt x="12" y="42"/>
                    <a:pt x="12" y="42"/>
                  </a:cubicBezTo>
                  <a:cubicBezTo>
                    <a:pt x="12" y="45"/>
                    <a:pt x="9" y="48"/>
                    <a:pt x="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94" name="Freeform 101">
              <a:extLst>
                <a:ext uri="{FF2B5EF4-FFF2-40B4-BE49-F238E27FC236}">
                  <a16:creationId xmlns:a16="http://schemas.microsoft.com/office/drawing/2014/main" id="{B598F935-A581-034B-89D4-127294ECEFE4}"/>
                </a:ext>
              </a:extLst>
            </p:cNvPr>
            <p:cNvSpPr>
              <a:spLocks/>
            </p:cNvSpPr>
            <p:nvPr/>
          </p:nvSpPr>
          <p:spPr bwMode="auto">
            <a:xfrm>
              <a:off x="1691" y="1790"/>
              <a:ext cx="71" cy="71"/>
            </a:xfrm>
            <a:custGeom>
              <a:avLst/>
              <a:gdLst>
                <a:gd name="T0" fmla="*/ 42 w 48"/>
                <a:gd name="T1" fmla="*/ 48 h 48"/>
                <a:gd name="T2" fmla="*/ 36 w 48"/>
                <a:gd name="T3" fmla="*/ 42 h 48"/>
                <a:gd name="T4" fmla="*/ 36 w 48"/>
                <a:gd name="T5" fmla="*/ 12 h 48"/>
                <a:gd name="T6" fmla="*/ 6 w 48"/>
                <a:gd name="T7" fmla="*/ 12 h 48"/>
                <a:gd name="T8" fmla="*/ 0 w 48"/>
                <a:gd name="T9" fmla="*/ 6 h 48"/>
                <a:gd name="T10" fmla="*/ 6 w 48"/>
                <a:gd name="T11" fmla="*/ 0 h 48"/>
                <a:gd name="T12" fmla="*/ 42 w 48"/>
                <a:gd name="T13" fmla="*/ 0 h 48"/>
                <a:gd name="T14" fmla="*/ 48 w 48"/>
                <a:gd name="T15" fmla="*/ 6 h 48"/>
                <a:gd name="T16" fmla="*/ 48 w 48"/>
                <a:gd name="T17" fmla="*/ 42 h 48"/>
                <a:gd name="T18" fmla="*/ 42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42" y="48"/>
                  </a:moveTo>
                  <a:cubicBezTo>
                    <a:pt x="39" y="48"/>
                    <a:pt x="36" y="45"/>
                    <a:pt x="36" y="42"/>
                  </a:cubicBezTo>
                  <a:cubicBezTo>
                    <a:pt x="36" y="12"/>
                    <a:pt x="36" y="12"/>
                    <a:pt x="36" y="12"/>
                  </a:cubicBezTo>
                  <a:cubicBezTo>
                    <a:pt x="6" y="12"/>
                    <a:pt x="6" y="12"/>
                    <a:pt x="6" y="12"/>
                  </a:cubicBezTo>
                  <a:cubicBezTo>
                    <a:pt x="3" y="12"/>
                    <a:pt x="0" y="9"/>
                    <a:pt x="0" y="6"/>
                  </a:cubicBezTo>
                  <a:cubicBezTo>
                    <a:pt x="0" y="3"/>
                    <a:pt x="3" y="0"/>
                    <a:pt x="6" y="0"/>
                  </a:cubicBezTo>
                  <a:cubicBezTo>
                    <a:pt x="42" y="0"/>
                    <a:pt x="42" y="0"/>
                    <a:pt x="42" y="0"/>
                  </a:cubicBezTo>
                  <a:cubicBezTo>
                    <a:pt x="45" y="0"/>
                    <a:pt x="48" y="3"/>
                    <a:pt x="48" y="6"/>
                  </a:cubicBezTo>
                  <a:cubicBezTo>
                    <a:pt x="48" y="42"/>
                    <a:pt x="48" y="42"/>
                    <a:pt x="48" y="42"/>
                  </a:cubicBezTo>
                  <a:cubicBezTo>
                    <a:pt x="48" y="45"/>
                    <a:pt x="45" y="48"/>
                    <a:pt x="4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95" name="Freeform 102">
              <a:extLst>
                <a:ext uri="{FF2B5EF4-FFF2-40B4-BE49-F238E27FC236}">
                  <a16:creationId xmlns:a16="http://schemas.microsoft.com/office/drawing/2014/main" id="{24EC5BA8-8063-3241-A2BA-5D3F0C810EF9}"/>
                </a:ext>
              </a:extLst>
            </p:cNvPr>
            <p:cNvSpPr>
              <a:spLocks/>
            </p:cNvSpPr>
            <p:nvPr/>
          </p:nvSpPr>
          <p:spPr bwMode="auto">
            <a:xfrm>
              <a:off x="1407" y="2004"/>
              <a:ext cx="71" cy="71"/>
            </a:xfrm>
            <a:custGeom>
              <a:avLst/>
              <a:gdLst>
                <a:gd name="T0" fmla="*/ 42 w 48"/>
                <a:gd name="T1" fmla="*/ 48 h 48"/>
                <a:gd name="T2" fmla="*/ 6 w 48"/>
                <a:gd name="T3" fmla="*/ 48 h 48"/>
                <a:gd name="T4" fmla="*/ 0 w 48"/>
                <a:gd name="T5" fmla="*/ 42 h 48"/>
                <a:gd name="T6" fmla="*/ 0 w 48"/>
                <a:gd name="T7" fmla="*/ 6 h 48"/>
                <a:gd name="T8" fmla="*/ 6 w 48"/>
                <a:gd name="T9" fmla="*/ 0 h 48"/>
                <a:gd name="T10" fmla="*/ 12 w 48"/>
                <a:gd name="T11" fmla="*/ 6 h 48"/>
                <a:gd name="T12" fmla="*/ 12 w 48"/>
                <a:gd name="T13" fmla="*/ 36 h 48"/>
                <a:gd name="T14" fmla="*/ 42 w 48"/>
                <a:gd name="T15" fmla="*/ 36 h 48"/>
                <a:gd name="T16" fmla="*/ 48 w 48"/>
                <a:gd name="T17" fmla="*/ 42 h 48"/>
                <a:gd name="T18" fmla="*/ 42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42" y="48"/>
                  </a:moveTo>
                  <a:cubicBezTo>
                    <a:pt x="6" y="48"/>
                    <a:pt x="6" y="48"/>
                    <a:pt x="6" y="48"/>
                  </a:cubicBezTo>
                  <a:cubicBezTo>
                    <a:pt x="3" y="48"/>
                    <a:pt x="0" y="45"/>
                    <a:pt x="0" y="42"/>
                  </a:cubicBezTo>
                  <a:cubicBezTo>
                    <a:pt x="0" y="6"/>
                    <a:pt x="0" y="6"/>
                    <a:pt x="0" y="6"/>
                  </a:cubicBezTo>
                  <a:cubicBezTo>
                    <a:pt x="0" y="3"/>
                    <a:pt x="3" y="0"/>
                    <a:pt x="6" y="0"/>
                  </a:cubicBezTo>
                  <a:cubicBezTo>
                    <a:pt x="9" y="0"/>
                    <a:pt x="12" y="3"/>
                    <a:pt x="12" y="6"/>
                  </a:cubicBezTo>
                  <a:cubicBezTo>
                    <a:pt x="12" y="36"/>
                    <a:pt x="12" y="36"/>
                    <a:pt x="12" y="36"/>
                  </a:cubicBezTo>
                  <a:cubicBezTo>
                    <a:pt x="42" y="36"/>
                    <a:pt x="42" y="36"/>
                    <a:pt x="42" y="36"/>
                  </a:cubicBezTo>
                  <a:cubicBezTo>
                    <a:pt x="45" y="36"/>
                    <a:pt x="48" y="39"/>
                    <a:pt x="48" y="42"/>
                  </a:cubicBezTo>
                  <a:cubicBezTo>
                    <a:pt x="48" y="45"/>
                    <a:pt x="45" y="48"/>
                    <a:pt x="4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96" name="Freeform 103">
              <a:extLst>
                <a:ext uri="{FF2B5EF4-FFF2-40B4-BE49-F238E27FC236}">
                  <a16:creationId xmlns:a16="http://schemas.microsoft.com/office/drawing/2014/main" id="{CF8C2DB6-381F-254A-B48E-15AFF4C7C781}"/>
                </a:ext>
              </a:extLst>
            </p:cNvPr>
            <p:cNvSpPr>
              <a:spLocks/>
            </p:cNvSpPr>
            <p:nvPr/>
          </p:nvSpPr>
          <p:spPr bwMode="auto">
            <a:xfrm>
              <a:off x="1691" y="2004"/>
              <a:ext cx="71" cy="71"/>
            </a:xfrm>
            <a:custGeom>
              <a:avLst/>
              <a:gdLst>
                <a:gd name="T0" fmla="*/ 42 w 48"/>
                <a:gd name="T1" fmla="*/ 48 h 48"/>
                <a:gd name="T2" fmla="*/ 6 w 48"/>
                <a:gd name="T3" fmla="*/ 48 h 48"/>
                <a:gd name="T4" fmla="*/ 0 w 48"/>
                <a:gd name="T5" fmla="*/ 42 h 48"/>
                <a:gd name="T6" fmla="*/ 6 w 48"/>
                <a:gd name="T7" fmla="*/ 36 h 48"/>
                <a:gd name="T8" fmla="*/ 36 w 48"/>
                <a:gd name="T9" fmla="*/ 36 h 48"/>
                <a:gd name="T10" fmla="*/ 36 w 48"/>
                <a:gd name="T11" fmla="*/ 6 h 48"/>
                <a:gd name="T12" fmla="*/ 42 w 48"/>
                <a:gd name="T13" fmla="*/ 0 h 48"/>
                <a:gd name="T14" fmla="*/ 48 w 48"/>
                <a:gd name="T15" fmla="*/ 6 h 48"/>
                <a:gd name="T16" fmla="*/ 48 w 48"/>
                <a:gd name="T17" fmla="*/ 42 h 48"/>
                <a:gd name="T18" fmla="*/ 42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42" y="48"/>
                  </a:moveTo>
                  <a:cubicBezTo>
                    <a:pt x="6" y="48"/>
                    <a:pt x="6" y="48"/>
                    <a:pt x="6" y="48"/>
                  </a:cubicBezTo>
                  <a:cubicBezTo>
                    <a:pt x="3" y="48"/>
                    <a:pt x="0" y="45"/>
                    <a:pt x="0" y="42"/>
                  </a:cubicBezTo>
                  <a:cubicBezTo>
                    <a:pt x="0" y="39"/>
                    <a:pt x="3" y="36"/>
                    <a:pt x="6" y="36"/>
                  </a:cubicBezTo>
                  <a:cubicBezTo>
                    <a:pt x="36" y="36"/>
                    <a:pt x="36" y="36"/>
                    <a:pt x="36" y="36"/>
                  </a:cubicBezTo>
                  <a:cubicBezTo>
                    <a:pt x="36" y="6"/>
                    <a:pt x="36" y="6"/>
                    <a:pt x="36" y="6"/>
                  </a:cubicBezTo>
                  <a:cubicBezTo>
                    <a:pt x="36" y="3"/>
                    <a:pt x="39" y="0"/>
                    <a:pt x="42" y="0"/>
                  </a:cubicBezTo>
                  <a:cubicBezTo>
                    <a:pt x="45" y="0"/>
                    <a:pt x="48" y="3"/>
                    <a:pt x="48" y="6"/>
                  </a:cubicBezTo>
                  <a:cubicBezTo>
                    <a:pt x="48" y="42"/>
                    <a:pt x="48" y="42"/>
                    <a:pt x="48" y="42"/>
                  </a:cubicBezTo>
                  <a:cubicBezTo>
                    <a:pt x="48" y="45"/>
                    <a:pt x="45" y="48"/>
                    <a:pt x="4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97" name="Freeform 104">
              <a:extLst>
                <a:ext uri="{FF2B5EF4-FFF2-40B4-BE49-F238E27FC236}">
                  <a16:creationId xmlns:a16="http://schemas.microsoft.com/office/drawing/2014/main" id="{0667E557-C3C5-454F-BFFD-0892A85D1147}"/>
                </a:ext>
              </a:extLst>
            </p:cNvPr>
            <p:cNvSpPr>
              <a:spLocks noEditPoints="1"/>
            </p:cNvSpPr>
            <p:nvPr/>
          </p:nvSpPr>
          <p:spPr bwMode="auto">
            <a:xfrm>
              <a:off x="1441" y="1844"/>
              <a:ext cx="286" cy="177"/>
            </a:xfrm>
            <a:custGeom>
              <a:avLst/>
              <a:gdLst>
                <a:gd name="T0" fmla="*/ 97 w 193"/>
                <a:gd name="T1" fmla="*/ 120 h 120"/>
                <a:gd name="T2" fmla="*/ 2 w 193"/>
                <a:gd name="T3" fmla="*/ 64 h 120"/>
                <a:gd name="T4" fmla="*/ 2 w 193"/>
                <a:gd name="T5" fmla="*/ 56 h 120"/>
                <a:gd name="T6" fmla="*/ 97 w 193"/>
                <a:gd name="T7" fmla="*/ 0 h 120"/>
                <a:gd name="T8" fmla="*/ 191 w 193"/>
                <a:gd name="T9" fmla="*/ 56 h 120"/>
                <a:gd name="T10" fmla="*/ 191 w 193"/>
                <a:gd name="T11" fmla="*/ 64 h 120"/>
                <a:gd name="T12" fmla="*/ 97 w 193"/>
                <a:gd name="T13" fmla="*/ 120 h 120"/>
                <a:gd name="T14" fmla="*/ 15 w 193"/>
                <a:gd name="T15" fmla="*/ 60 h 120"/>
                <a:gd name="T16" fmla="*/ 97 w 193"/>
                <a:gd name="T17" fmla="*/ 108 h 120"/>
                <a:gd name="T18" fmla="*/ 179 w 193"/>
                <a:gd name="T19" fmla="*/ 60 h 120"/>
                <a:gd name="T20" fmla="*/ 97 w 193"/>
                <a:gd name="T21" fmla="*/ 12 h 120"/>
                <a:gd name="T22" fmla="*/ 15 w 193"/>
                <a:gd name="T23" fmla="*/ 6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3" h="120">
                  <a:moveTo>
                    <a:pt x="97" y="120"/>
                  </a:moveTo>
                  <a:cubicBezTo>
                    <a:pt x="53" y="120"/>
                    <a:pt x="4" y="66"/>
                    <a:pt x="2" y="64"/>
                  </a:cubicBezTo>
                  <a:cubicBezTo>
                    <a:pt x="0" y="62"/>
                    <a:pt x="0" y="58"/>
                    <a:pt x="2" y="56"/>
                  </a:cubicBezTo>
                  <a:cubicBezTo>
                    <a:pt x="4" y="54"/>
                    <a:pt x="53" y="0"/>
                    <a:pt x="97" y="0"/>
                  </a:cubicBezTo>
                  <a:cubicBezTo>
                    <a:pt x="141" y="0"/>
                    <a:pt x="189" y="54"/>
                    <a:pt x="191" y="56"/>
                  </a:cubicBezTo>
                  <a:cubicBezTo>
                    <a:pt x="193" y="58"/>
                    <a:pt x="193" y="62"/>
                    <a:pt x="191" y="64"/>
                  </a:cubicBezTo>
                  <a:cubicBezTo>
                    <a:pt x="189" y="66"/>
                    <a:pt x="141" y="120"/>
                    <a:pt x="97" y="120"/>
                  </a:cubicBezTo>
                  <a:close/>
                  <a:moveTo>
                    <a:pt x="15" y="60"/>
                  </a:moveTo>
                  <a:cubicBezTo>
                    <a:pt x="27" y="72"/>
                    <a:pt x="64" y="108"/>
                    <a:pt x="97" y="108"/>
                  </a:cubicBezTo>
                  <a:cubicBezTo>
                    <a:pt x="129" y="108"/>
                    <a:pt x="167" y="72"/>
                    <a:pt x="179" y="60"/>
                  </a:cubicBezTo>
                  <a:cubicBezTo>
                    <a:pt x="167" y="48"/>
                    <a:pt x="129" y="12"/>
                    <a:pt x="97" y="12"/>
                  </a:cubicBezTo>
                  <a:cubicBezTo>
                    <a:pt x="64" y="12"/>
                    <a:pt x="27" y="48"/>
                    <a:pt x="15"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98" name="Freeform 105">
              <a:extLst>
                <a:ext uri="{FF2B5EF4-FFF2-40B4-BE49-F238E27FC236}">
                  <a16:creationId xmlns:a16="http://schemas.microsoft.com/office/drawing/2014/main" id="{3BB22AA7-DF3C-C443-90C8-1FB2B5423AB0}"/>
                </a:ext>
              </a:extLst>
            </p:cNvPr>
            <p:cNvSpPr>
              <a:spLocks noEditPoints="1"/>
            </p:cNvSpPr>
            <p:nvPr/>
          </p:nvSpPr>
          <p:spPr bwMode="auto">
            <a:xfrm>
              <a:off x="1531" y="1879"/>
              <a:ext cx="107"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99" name="Oval 106">
              <a:extLst>
                <a:ext uri="{FF2B5EF4-FFF2-40B4-BE49-F238E27FC236}">
                  <a16:creationId xmlns:a16="http://schemas.microsoft.com/office/drawing/2014/main" id="{840F5257-5088-364D-878D-3C2254FB2EC8}"/>
                </a:ext>
              </a:extLst>
            </p:cNvPr>
            <p:cNvSpPr>
              <a:spLocks noChangeArrowheads="1"/>
            </p:cNvSpPr>
            <p:nvPr/>
          </p:nvSpPr>
          <p:spPr bwMode="auto">
            <a:xfrm>
              <a:off x="1567" y="1915"/>
              <a:ext cx="35" cy="3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111" name="Group 41">
            <a:extLst>
              <a:ext uri="{FF2B5EF4-FFF2-40B4-BE49-F238E27FC236}">
                <a16:creationId xmlns:a16="http://schemas.microsoft.com/office/drawing/2014/main" id="{CAE15CC3-F3B0-4346-93C0-B55CF2674050}"/>
              </a:ext>
            </a:extLst>
          </p:cNvPr>
          <p:cNvGrpSpPr>
            <a:grpSpLocks noChangeAspect="1"/>
          </p:cNvGrpSpPr>
          <p:nvPr userDrawn="1"/>
        </p:nvGrpSpPr>
        <p:grpSpPr bwMode="auto">
          <a:xfrm>
            <a:off x="9695631" y="5524348"/>
            <a:ext cx="459581" cy="420743"/>
            <a:chOff x="3439" y="460"/>
            <a:chExt cx="426" cy="390"/>
          </a:xfrm>
          <a:solidFill>
            <a:schemeClr val="accent1"/>
          </a:solidFill>
        </p:grpSpPr>
        <p:sp>
          <p:nvSpPr>
            <p:cNvPr id="112" name="Freeform 42">
              <a:extLst>
                <a:ext uri="{FF2B5EF4-FFF2-40B4-BE49-F238E27FC236}">
                  <a16:creationId xmlns:a16="http://schemas.microsoft.com/office/drawing/2014/main" id="{FC866253-99F8-F940-8BD2-B8A0B5BABFB5}"/>
                </a:ext>
              </a:extLst>
            </p:cNvPr>
            <p:cNvSpPr>
              <a:spLocks noEditPoints="1"/>
            </p:cNvSpPr>
            <p:nvPr/>
          </p:nvSpPr>
          <p:spPr bwMode="auto">
            <a:xfrm>
              <a:off x="3439" y="584"/>
              <a:ext cx="426" cy="266"/>
            </a:xfrm>
            <a:custGeom>
              <a:avLst/>
              <a:gdLst>
                <a:gd name="T0" fmla="*/ 265 w 288"/>
                <a:gd name="T1" fmla="*/ 180 h 180"/>
                <a:gd name="T2" fmla="*/ 23 w 288"/>
                <a:gd name="T3" fmla="*/ 180 h 180"/>
                <a:gd name="T4" fmla="*/ 0 w 288"/>
                <a:gd name="T5" fmla="*/ 157 h 180"/>
                <a:gd name="T6" fmla="*/ 0 w 288"/>
                <a:gd name="T7" fmla="*/ 6 h 180"/>
                <a:gd name="T8" fmla="*/ 6 w 288"/>
                <a:gd name="T9" fmla="*/ 0 h 180"/>
                <a:gd name="T10" fmla="*/ 282 w 288"/>
                <a:gd name="T11" fmla="*/ 0 h 180"/>
                <a:gd name="T12" fmla="*/ 288 w 288"/>
                <a:gd name="T13" fmla="*/ 6 h 180"/>
                <a:gd name="T14" fmla="*/ 288 w 288"/>
                <a:gd name="T15" fmla="*/ 157 h 180"/>
                <a:gd name="T16" fmla="*/ 265 w 288"/>
                <a:gd name="T17" fmla="*/ 180 h 180"/>
                <a:gd name="T18" fmla="*/ 12 w 288"/>
                <a:gd name="T19" fmla="*/ 12 h 180"/>
                <a:gd name="T20" fmla="*/ 12 w 288"/>
                <a:gd name="T21" fmla="*/ 157 h 180"/>
                <a:gd name="T22" fmla="*/ 23 w 288"/>
                <a:gd name="T23" fmla="*/ 168 h 180"/>
                <a:gd name="T24" fmla="*/ 265 w 288"/>
                <a:gd name="T25" fmla="*/ 168 h 180"/>
                <a:gd name="T26" fmla="*/ 276 w 288"/>
                <a:gd name="T27" fmla="*/ 157 h 180"/>
                <a:gd name="T28" fmla="*/ 276 w 288"/>
                <a:gd name="T29" fmla="*/ 12 h 180"/>
                <a:gd name="T30" fmla="*/ 12 w 288"/>
                <a:gd name="T31" fmla="*/ 12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 h="180">
                  <a:moveTo>
                    <a:pt x="265" y="180"/>
                  </a:moveTo>
                  <a:cubicBezTo>
                    <a:pt x="23" y="180"/>
                    <a:pt x="23" y="180"/>
                    <a:pt x="23" y="180"/>
                  </a:cubicBezTo>
                  <a:cubicBezTo>
                    <a:pt x="10" y="180"/>
                    <a:pt x="0" y="170"/>
                    <a:pt x="0" y="157"/>
                  </a:cubicBezTo>
                  <a:cubicBezTo>
                    <a:pt x="0" y="6"/>
                    <a:pt x="0" y="6"/>
                    <a:pt x="0" y="6"/>
                  </a:cubicBezTo>
                  <a:cubicBezTo>
                    <a:pt x="0" y="3"/>
                    <a:pt x="3" y="0"/>
                    <a:pt x="6" y="0"/>
                  </a:cubicBezTo>
                  <a:cubicBezTo>
                    <a:pt x="282" y="0"/>
                    <a:pt x="282" y="0"/>
                    <a:pt x="282" y="0"/>
                  </a:cubicBezTo>
                  <a:cubicBezTo>
                    <a:pt x="285" y="0"/>
                    <a:pt x="288" y="3"/>
                    <a:pt x="288" y="6"/>
                  </a:cubicBezTo>
                  <a:cubicBezTo>
                    <a:pt x="288" y="157"/>
                    <a:pt x="288" y="157"/>
                    <a:pt x="288" y="157"/>
                  </a:cubicBezTo>
                  <a:cubicBezTo>
                    <a:pt x="288" y="170"/>
                    <a:pt x="277" y="180"/>
                    <a:pt x="265" y="180"/>
                  </a:cubicBezTo>
                  <a:close/>
                  <a:moveTo>
                    <a:pt x="12" y="12"/>
                  </a:moveTo>
                  <a:cubicBezTo>
                    <a:pt x="12" y="157"/>
                    <a:pt x="12" y="157"/>
                    <a:pt x="12" y="157"/>
                  </a:cubicBezTo>
                  <a:cubicBezTo>
                    <a:pt x="12" y="163"/>
                    <a:pt x="17" y="168"/>
                    <a:pt x="23" y="168"/>
                  </a:cubicBezTo>
                  <a:cubicBezTo>
                    <a:pt x="265" y="168"/>
                    <a:pt x="265" y="168"/>
                    <a:pt x="265" y="168"/>
                  </a:cubicBezTo>
                  <a:cubicBezTo>
                    <a:pt x="271" y="168"/>
                    <a:pt x="276" y="163"/>
                    <a:pt x="276" y="157"/>
                  </a:cubicBezTo>
                  <a:cubicBezTo>
                    <a:pt x="276" y="12"/>
                    <a:pt x="276" y="12"/>
                    <a:pt x="276" y="12"/>
                  </a:cubicBez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13" name="Freeform 43">
              <a:extLst>
                <a:ext uri="{FF2B5EF4-FFF2-40B4-BE49-F238E27FC236}">
                  <a16:creationId xmlns:a16="http://schemas.microsoft.com/office/drawing/2014/main" id="{DAD71534-CAEB-4342-9B3B-ACB93687E4EC}"/>
                </a:ext>
              </a:extLst>
            </p:cNvPr>
            <p:cNvSpPr>
              <a:spLocks noEditPoints="1"/>
            </p:cNvSpPr>
            <p:nvPr/>
          </p:nvSpPr>
          <p:spPr bwMode="auto">
            <a:xfrm>
              <a:off x="3581" y="637"/>
              <a:ext cx="160" cy="160"/>
            </a:xfrm>
            <a:custGeom>
              <a:avLst/>
              <a:gdLst>
                <a:gd name="T0" fmla="*/ 6 w 108"/>
                <a:gd name="T1" fmla="*/ 108 h 108"/>
                <a:gd name="T2" fmla="*/ 3 w 108"/>
                <a:gd name="T3" fmla="*/ 107 h 108"/>
                <a:gd name="T4" fmla="*/ 0 w 108"/>
                <a:gd name="T5" fmla="*/ 102 h 108"/>
                <a:gd name="T6" fmla="*/ 0 w 108"/>
                <a:gd name="T7" fmla="*/ 6 h 108"/>
                <a:gd name="T8" fmla="*/ 3 w 108"/>
                <a:gd name="T9" fmla="*/ 1 h 108"/>
                <a:gd name="T10" fmla="*/ 9 w 108"/>
                <a:gd name="T11" fmla="*/ 1 h 108"/>
                <a:gd name="T12" fmla="*/ 105 w 108"/>
                <a:gd name="T13" fmla="*/ 49 h 108"/>
                <a:gd name="T14" fmla="*/ 108 w 108"/>
                <a:gd name="T15" fmla="*/ 54 h 108"/>
                <a:gd name="T16" fmla="*/ 105 w 108"/>
                <a:gd name="T17" fmla="*/ 60 h 108"/>
                <a:gd name="T18" fmla="*/ 9 w 108"/>
                <a:gd name="T19" fmla="*/ 108 h 108"/>
                <a:gd name="T20" fmla="*/ 6 w 108"/>
                <a:gd name="T21" fmla="*/ 108 h 108"/>
                <a:gd name="T22" fmla="*/ 12 w 108"/>
                <a:gd name="T23" fmla="*/ 16 h 108"/>
                <a:gd name="T24" fmla="*/ 12 w 108"/>
                <a:gd name="T25" fmla="*/ 93 h 108"/>
                <a:gd name="T26" fmla="*/ 88 w 108"/>
                <a:gd name="T27" fmla="*/ 54 h 108"/>
                <a:gd name="T28" fmla="*/ 12 w 108"/>
                <a:gd name="T29" fmla="*/ 1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8" h="108">
                  <a:moveTo>
                    <a:pt x="6" y="108"/>
                  </a:moveTo>
                  <a:cubicBezTo>
                    <a:pt x="5" y="108"/>
                    <a:pt x="4" y="108"/>
                    <a:pt x="3" y="107"/>
                  </a:cubicBezTo>
                  <a:cubicBezTo>
                    <a:pt x="1" y="106"/>
                    <a:pt x="0" y="104"/>
                    <a:pt x="0" y="102"/>
                  </a:cubicBezTo>
                  <a:cubicBezTo>
                    <a:pt x="0" y="6"/>
                    <a:pt x="0" y="6"/>
                    <a:pt x="0" y="6"/>
                  </a:cubicBezTo>
                  <a:cubicBezTo>
                    <a:pt x="0" y="4"/>
                    <a:pt x="1" y="2"/>
                    <a:pt x="3" y="1"/>
                  </a:cubicBezTo>
                  <a:cubicBezTo>
                    <a:pt x="4" y="0"/>
                    <a:pt x="7" y="0"/>
                    <a:pt x="9" y="1"/>
                  </a:cubicBezTo>
                  <a:cubicBezTo>
                    <a:pt x="105" y="49"/>
                    <a:pt x="105" y="49"/>
                    <a:pt x="105" y="49"/>
                  </a:cubicBezTo>
                  <a:cubicBezTo>
                    <a:pt x="107" y="50"/>
                    <a:pt x="108" y="52"/>
                    <a:pt x="108" y="54"/>
                  </a:cubicBezTo>
                  <a:cubicBezTo>
                    <a:pt x="108" y="57"/>
                    <a:pt x="107" y="59"/>
                    <a:pt x="105" y="60"/>
                  </a:cubicBezTo>
                  <a:cubicBezTo>
                    <a:pt x="9" y="108"/>
                    <a:pt x="9" y="108"/>
                    <a:pt x="9" y="108"/>
                  </a:cubicBezTo>
                  <a:cubicBezTo>
                    <a:pt x="8" y="108"/>
                    <a:pt x="7" y="108"/>
                    <a:pt x="6" y="108"/>
                  </a:cubicBezTo>
                  <a:close/>
                  <a:moveTo>
                    <a:pt x="12" y="16"/>
                  </a:moveTo>
                  <a:cubicBezTo>
                    <a:pt x="12" y="93"/>
                    <a:pt x="12" y="93"/>
                    <a:pt x="12" y="93"/>
                  </a:cubicBezTo>
                  <a:cubicBezTo>
                    <a:pt x="88" y="54"/>
                    <a:pt x="88" y="54"/>
                    <a:pt x="88" y="54"/>
                  </a:cubicBezTo>
                  <a:lnTo>
                    <a:pt x="1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14" name="Freeform 44">
              <a:extLst>
                <a:ext uri="{FF2B5EF4-FFF2-40B4-BE49-F238E27FC236}">
                  <a16:creationId xmlns:a16="http://schemas.microsoft.com/office/drawing/2014/main" id="{69604E24-F016-194E-9E2B-1ACF8EBA526D}"/>
                </a:ext>
              </a:extLst>
            </p:cNvPr>
            <p:cNvSpPr>
              <a:spLocks noEditPoints="1"/>
            </p:cNvSpPr>
            <p:nvPr/>
          </p:nvSpPr>
          <p:spPr bwMode="auto">
            <a:xfrm>
              <a:off x="3439" y="460"/>
              <a:ext cx="426" cy="106"/>
            </a:xfrm>
            <a:custGeom>
              <a:avLst/>
              <a:gdLst>
                <a:gd name="T0" fmla="*/ 282 w 288"/>
                <a:gd name="T1" fmla="*/ 72 h 72"/>
                <a:gd name="T2" fmla="*/ 6 w 288"/>
                <a:gd name="T3" fmla="*/ 72 h 72"/>
                <a:gd name="T4" fmla="*/ 0 w 288"/>
                <a:gd name="T5" fmla="*/ 66 h 72"/>
                <a:gd name="T6" fmla="*/ 0 w 288"/>
                <a:gd name="T7" fmla="*/ 18 h 72"/>
                <a:gd name="T8" fmla="*/ 18 w 288"/>
                <a:gd name="T9" fmla="*/ 0 h 72"/>
                <a:gd name="T10" fmla="*/ 270 w 288"/>
                <a:gd name="T11" fmla="*/ 0 h 72"/>
                <a:gd name="T12" fmla="*/ 288 w 288"/>
                <a:gd name="T13" fmla="*/ 18 h 72"/>
                <a:gd name="T14" fmla="*/ 288 w 288"/>
                <a:gd name="T15" fmla="*/ 66 h 72"/>
                <a:gd name="T16" fmla="*/ 282 w 288"/>
                <a:gd name="T17" fmla="*/ 72 h 72"/>
                <a:gd name="T18" fmla="*/ 12 w 288"/>
                <a:gd name="T19" fmla="*/ 60 h 72"/>
                <a:gd name="T20" fmla="*/ 276 w 288"/>
                <a:gd name="T21" fmla="*/ 60 h 72"/>
                <a:gd name="T22" fmla="*/ 276 w 288"/>
                <a:gd name="T23" fmla="*/ 18 h 72"/>
                <a:gd name="T24" fmla="*/ 270 w 288"/>
                <a:gd name="T25" fmla="*/ 12 h 72"/>
                <a:gd name="T26" fmla="*/ 18 w 288"/>
                <a:gd name="T27" fmla="*/ 12 h 72"/>
                <a:gd name="T28" fmla="*/ 12 w 288"/>
                <a:gd name="T29" fmla="*/ 18 h 72"/>
                <a:gd name="T30" fmla="*/ 12 w 288"/>
                <a:gd name="T31"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 h="72">
                  <a:moveTo>
                    <a:pt x="282" y="72"/>
                  </a:moveTo>
                  <a:cubicBezTo>
                    <a:pt x="6" y="72"/>
                    <a:pt x="6" y="72"/>
                    <a:pt x="6" y="72"/>
                  </a:cubicBezTo>
                  <a:cubicBezTo>
                    <a:pt x="3" y="72"/>
                    <a:pt x="0" y="70"/>
                    <a:pt x="0" y="66"/>
                  </a:cubicBezTo>
                  <a:cubicBezTo>
                    <a:pt x="0" y="18"/>
                    <a:pt x="0" y="18"/>
                    <a:pt x="0" y="18"/>
                  </a:cubicBezTo>
                  <a:cubicBezTo>
                    <a:pt x="0" y="8"/>
                    <a:pt x="8" y="0"/>
                    <a:pt x="18" y="0"/>
                  </a:cubicBezTo>
                  <a:cubicBezTo>
                    <a:pt x="270" y="0"/>
                    <a:pt x="270" y="0"/>
                    <a:pt x="270" y="0"/>
                  </a:cubicBezTo>
                  <a:cubicBezTo>
                    <a:pt x="280" y="0"/>
                    <a:pt x="288" y="8"/>
                    <a:pt x="288" y="18"/>
                  </a:cubicBezTo>
                  <a:cubicBezTo>
                    <a:pt x="288" y="66"/>
                    <a:pt x="288" y="66"/>
                    <a:pt x="288" y="66"/>
                  </a:cubicBezTo>
                  <a:cubicBezTo>
                    <a:pt x="288" y="70"/>
                    <a:pt x="285" y="72"/>
                    <a:pt x="282" y="72"/>
                  </a:cubicBezTo>
                  <a:close/>
                  <a:moveTo>
                    <a:pt x="12" y="60"/>
                  </a:moveTo>
                  <a:cubicBezTo>
                    <a:pt x="276" y="60"/>
                    <a:pt x="276" y="60"/>
                    <a:pt x="276" y="60"/>
                  </a:cubicBezTo>
                  <a:cubicBezTo>
                    <a:pt x="276" y="18"/>
                    <a:pt x="276" y="18"/>
                    <a:pt x="276" y="18"/>
                  </a:cubicBezTo>
                  <a:cubicBezTo>
                    <a:pt x="276" y="15"/>
                    <a:pt x="273" y="12"/>
                    <a:pt x="270" y="12"/>
                  </a:cubicBezTo>
                  <a:cubicBezTo>
                    <a:pt x="18" y="12"/>
                    <a:pt x="18" y="12"/>
                    <a:pt x="18" y="12"/>
                  </a:cubicBezTo>
                  <a:cubicBezTo>
                    <a:pt x="15" y="12"/>
                    <a:pt x="12" y="15"/>
                    <a:pt x="12" y="18"/>
                  </a:cubicBezTo>
                  <a:lnTo>
                    <a:pt x="12"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15" name="Freeform 45">
              <a:extLst>
                <a:ext uri="{FF2B5EF4-FFF2-40B4-BE49-F238E27FC236}">
                  <a16:creationId xmlns:a16="http://schemas.microsoft.com/office/drawing/2014/main" id="{0272F795-CB5C-EC40-AB73-8271C831B7E3}"/>
                </a:ext>
              </a:extLst>
            </p:cNvPr>
            <p:cNvSpPr>
              <a:spLocks/>
            </p:cNvSpPr>
            <p:nvPr/>
          </p:nvSpPr>
          <p:spPr bwMode="auto">
            <a:xfrm>
              <a:off x="3442" y="463"/>
              <a:ext cx="92" cy="91"/>
            </a:xfrm>
            <a:custGeom>
              <a:avLst/>
              <a:gdLst>
                <a:gd name="T0" fmla="*/ 12 w 92"/>
                <a:gd name="T1" fmla="*/ 91 h 91"/>
                <a:gd name="T2" fmla="*/ 0 w 92"/>
                <a:gd name="T3" fmla="*/ 80 h 91"/>
                <a:gd name="T4" fmla="*/ 80 w 92"/>
                <a:gd name="T5" fmla="*/ 0 h 91"/>
                <a:gd name="T6" fmla="*/ 92 w 92"/>
                <a:gd name="T7" fmla="*/ 11 h 91"/>
                <a:gd name="T8" fmla="*/ 12 w 92"/>
                <a:gd name="T9" fmla="*/ 91 h 91"/>
              </a:gdLst>
              <a:ahLst/>
              <a:cxnLst>
                <a:cxn ang="0">
                  <a:pos x="T0" y="T1"/>
                </a:cxn>
                <a:cxn ang="0">
                  <a:pos x="T2" y="T3"/>
                </a:cxn>
                <a:cxn ang="0">
                  <a:pos x="T4" y="T5"/>
                </a:cxn>
                <a:cxn ang="0">
                  <a:pos x="T6" y="T7"/>
                </a:cxn>
                <a:cxn ang="0">
                  <a:pos x="T8" y="T9"/>
                </a:cxn>
              </a:cxnLst>
              <a:rect l="0" t="0" r="r" b="b"/>
              <a:pathLst>
                <a:path w="92" h="91">
                  <a:moveTo>
                    <a:pt x="12" y="91"/>
                  </a:moveTo>
                  <a:lnTo>
                    <a:pt x="0" y="80"/>
                  </a:lnTo>
                  <a:lnTo>
                    <a:pt x="80" y="0"/>
                  </a:lnTo>
                  <a:lnTo>
                    <a:pt x="92" y="11"/>
                  </a:lnTo>
                  <a:lnTo>
                    <a:pt x="12"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16" name="Freeform 46">
              <a:extLst>
                <a:ext uri="{FF2B5EF4-FFF2-40B4-BE49-F238E27FC236}">
                  <a16:creationId xmlns:a16="http://schemas.microsoft.com/office/drawing/2014/main" id="{58894E59-5B8C-E746-BE36-282800DC218E}"/>
                </a:ext>
              </a:extLst>
            </p:cNvPr>
            <p:cNvSpPr>
              <a:spLocks/>
            </p:cNvSpPr>
            <p:nvPr/>
          </p:nvSpPr>
          <p:spPr bwMode="auto">
            <a:xfrm>
              <a:off x="3495" y="463"/>
              <a:ext cx="101" cy="102"/>
            </a:xfrm>
            <a:custGeom>
              <a:avLst/>
              <a:gdLst>
                <a:gd name="T0" fmla="*/ 12 w 101"/>
                <a:gd name="T1" fmla="*/ 102 h 102"/>
                <a:gd name="T2" fmla="*/ 0 w 101"/>
                <a:gd name="T3" fmla="*/ 88 h 102"/>
                <a:gd name="T4" fmla="*/ 89 w 101"/>
                <a:gd name="T5" fmla="*/ 0 h 102"/>
                <a:gd name="T6" fmla="*/ 101 w 101"/>
                <a:gd name="T7" fmla="*/ 11 h 102"/>
                <a:gd name="T8" fmla="*/ 12 w 101"/>
                <a:gd name="T9" fmla="*/ 102 h 102"/>
              </a:gdLst>
              <a:ahLst/>
              <a:cxnLst>
                <a:cxn ang="0">
                  <a:pos x="T0" y="T1"/>
                </a:cxn>
                <a:cxn ang="0">
                  <a:pos x="T2" y="T3"/>
                </a:cxn>
                <a:cxn ang="0">
                  <a:pos x="T4" y="T5"/>
                </a:cxn>
                <a:cxn ang="0">
                  <a:pos x="T6" y="T7"/>
                </a:cxn>
                <a:cxn ang="0">
                  <a:pos x="T8" y="T9"/>
                </a:cxn>
              </a:cxnLst>
              <a:rect l="0" t="0" r="r" b="b"/>
              <a:pathLst>
                <a:path w="101" h="102">
                  <a:moveTo>
                    <a:pt x="12" y="102"/>
                  </a:moveTo>
                  <a:lnTo>
                    <a:pt x="0" y="88"/>
                  </a:lnTo>
                  <a:lnTo>
                    <a:pt x="89" y="0"/>
                  </a:lnTo>
                  <a:lnTo>
                    <a:pt x="101" y="11"/>
                  </a:lnTo>
                  <a:lnTo>
                    <a:pt x="1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17" name="Freeform 47">
              <a:extLst>
                <a:ext uri="{FF2B5EF4-FFF2-40B4-BE49-F238E27FC236}">
                  <a16:creationId xmlns:a16="http://schemas.microsoft.com/office/drawing/2014/main" id="{89C3B5C2-0698-134A-8C5B-F8C984B3D30A}"/>
                </a:ext>
              </a:extLst>
            </p:cNvPr>
            <p:cNvSpPr>
              <a:spLocks/>
            </p:cNvSpPr>
            <p:nvPr/>
          </p:nvSpPr>
          <p:spPr bwMode="auto">
            <a:xfrm>
              <a:off x="3566" y="463"/>
              <a:ext cx="101" cy="102"/>
            </a:xfrm>
            <a:custGeom>
              <a:avLst/>
              <a:gdLst>
                <a:gd name="T0" fmla="*/ 12 w 101"/>
                <a:gd name="T1" fmla="*/ 102 h 102"/>
                <a:gd name="T2" fmla="*/ 0 w 101"/>
                <a:gd name="T3" fmla="*/ 88 h 102"/>
                <a:gd name="T4" fmla="*/ 89 w 101"/>
                <a:gd name="T5" fmla="*/ 0 h 102"/>
                <a:gd name="T6" fmla="*/ 101 w 101"/>
                <a:gd name="T7" fmla="*/ 11 h 102"/>
                <a:gd name="T8" fmla="*/ 12 w 101"/>
                <a:gd name="T9" fmla="*/ 102 h 102"/>
              </a:gdLst>
              <a:ahLst/>
              <a:cxnLst>
                <a:cxn ang="0">
                  <a:pos x="T0" y="T1"/>
                </a:cxn>
                <a:cxn ang="0">
                  <a:pos x="T2" y="T3"/>
                </a:cxn>
                <a:cxn ang="0">
                  <a:pos x="T4" y="T5"/>
                </a:cxn>
                <a:cxn ang="0">
                  <a:pos x="T6" y="T7"/>
                </a:cxn>
                <a:cxn ang="0">
                  <a:pos x="T8" y="T9"/>
                </a:cxn>
              </a:cxnLst>
              <a:rect l="0" t="0" r="r" b="b"/>
              <a:pathLst>
                <a:path w="101" h="102">
                  <a:moveTo>
                    <a:pt x="12" y="102"/>
                  </a:moveTo>
                  <a:lnTo>
                    <a:pt x="0" y="88"/>
                  </a:lnTo>
                  <a:lnTo>
                    <a:pt x="89" y="0"/>
                  </a:lnTo>
                  <a:lnTo>
                    <a:pt x="101" y="11"/>
                  </a:lnTo>
                  <a:lnTo>
                    <a:pt x="1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18" name="Freeform 48">
              <a:extLst>
                <a:ext uri="{FF2B5EF4-FFF2-40B4-BE49-F238E27FC236}">
                  <a16:creationId xmlns:a16="http://schemas.microsoft.com/office/drawing/2014/main" id="{98ED0FAF-2170-CC4B-893D-B4DFEB1E987B}"/>
                </a:ext>
              </a:extLst>
            </p:cNvPr>
            <p:cNvSpPr>
              <a:spLocks/>
            </p:cNvSpPr>
            <p:nvPr/>
          </p:nvSpPr>
          <p:spPr bwMode="auto">
            <a:xfrm>
              <a:off x="3637" y="463"/>
              <a:ext cx="101" cy="102"/>
            </a:xfrm>
            <a:custGeom>
              <a:avLst/>
              <a:gdLst>
                <a:gd name="T0" fmla="*/ 12 w 101"/>
                <a:gd name="T1" fmla="*/ 102 h 102"/>
                <a:gd name="T2" fmla="*/ 0 w 101"/>
                <a:gd name="T3" fmla="*/ 88 h 102"/>
                <a:gd name="T4" fmla="*/ 89 w 101"/>
                <a:gd name="T5" fmla="*/ 0 h 102"/>
                <a:gd name="T6" fmla="*/ 101 w 101"/>
                <a:gd name="T7" fmla="*/ 11 h 102"/>
                <a:gd name="T8" fmla="*/ 12 w 101"/>
                <a:gd name="T9" fmla="*/ 102 h 102"/>
              </a:gdLst>
              <a:ahLst/>
              <a:cxnLst>
                <a:cxn ang="0">
                  <a:pos x="T0" y="T1"/>
                </a:cxn>
                <a:cxn ang="0">
                  <a:pos x="T2" y="T3"/>
                </a:cxn>
                <a:cxn ang="0">
                  <a:pos x="T4" y="T5"/>
                </a:cxn>
                <a:cxn ang="0">
                  <a:pos x="T6" y="T7"/>
                </a:cxn>
                <a:cxn ang="0">
                  <a:pos x="T8" y="T9"/>
                </a:cxn>
              </a:cxnLst>
              <a:rect l="0" t="0" r="r" b="b"/>
              <a:pathLst>
                <a:path w="101" h="102">
                  <a:moveTo>
                    <a:pt x="12" y="102"/>
                  </a:moveTo>
                  <a:lnTo>
                    <a:pt x="0" y="88"/>
                  </a:lnTo>
                  <a:lnTo>
                    <a:pt x="89" y="0"/>
                  </a:lnTo>
                  <a:lnTo>
                    <a:pt x="101" y="11"/>
                  </a:lnTo>
                  <a:lnTo>
                    <a:pt x="1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19" name="Freeform 49">
              <a:extLst>
                <a:ext uri="{FF2B5EF4-FFF2-40B4-BE49-F238E27FC236}">
                  <a16:creationId xmlns:a16="http://schemas.microsoft.com/office/drawing/2014/main" id="{E93B3885-01CD-824B-9BBD-D9A7BC873F3E}"/>
                </a:ext>
              </a:extLst>
            </p:cNvPr>
            <p:cNvSpPr>
              <a:spLocks/>
            </p:cNvSpPr>
            <p:nvPr/>
          </p:nvSpPr>
          <p:spPr bwMode="auto">
            <a:xfrm>
              <a:off x="3708" y="463"/>
              <a:ext cx="100" cy="100"/>
            </a:xfrm>
            <a:custGeom>
              <a:avLst/>
              <a:gdLst>
                <a:gd name="T0" fmla="*/ 12 w 100"/>
                <a:gd name="T1" fmla="*/ 100 h 100"/>
                <a:gd name="T2" fmla="*/ 0 w 100"/>
                <a:gd name="T3" fmla="*/ 88 h 100"/>
                <a:gd name="T4" fmla="*/ 89 w 100"/>
                <a:gd name="T5" fmla="*/ 0 h 100"/>
                <a:gd name="T6" fmla="*/ 100 w 100"/>
                <a:gd name="T7" fmla="*/ 11 h 100"/>
                <a:gd name="T8" fmla="*/ 12 w 100"/>
                <a:gd name="T9" fmla="*/ 100 h 100"/>
              </a:gdLst>
              <a:ahLst/>
              <a:cxnLst>
                <a:cxn ang="0">
                  <a:pos x="T0" y="T1"/>
                </a:cxn>
                <a:cxn ang="0">
                  <a:pos x="T2" y="T3"/>
                </a:cxn>
                <a:cxn ang="0">
                  <a:pos x="T4" y="T5"/>
                </a:cxn>
                <a:cxn ang="0">
                  <a:pos x="T6" y="T7"/>
                </a:cxn>
                <a:cxn ang="0">
                  <a:pos x="T8" y="T9"/>
                </a:cxn>
              </a:cxnLst>
              <a:rect l="0" t="0" r="r" b="b"/>
              <a:pathLst>
                <a:path w="100" h="100">
                  <a:moveTo>
                    <a:pt x="12" y="100"/>
                  </a:moveTo>
                  <a:lnTo>
                    <a:pt x="0" y="88"/>
                  </a:lnTo>
                  <a:lnTo>
                    <a:pt x="89" y="0"/>
                  </a:lnTo>
                  <a:lnTo>
                    <a:pt x="100" y="11"/>
                  </a:lnTo>
                  <a:lnTo>
                    <a:pt x="12" y="1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20" name="Freeform 50">
              <a:extLst>
                <a:ext uri="{FF2B5EF4-FFF2-40B4-BE49-F238E27FC236}">
                  <a16:creationId xmlns:a16="http://schemas.microsoft.com/office/drawing/2014/main" id="{4B94C46B-FB83-4F43-83C7-AC36E95C6A04}"/>
                </a:ext>
              </a:extLst>
            </p:cNvPr>
            <p:cNvSpPr>
              <a:spLocks/>
            </p:cNvSpPr>
            <p:nvPr/>
          </p:nvSpPr>
          <p:spPr bwMode="auto">
            <a:xfrm>
              <a:off x="3779" y="480"/>
              <a:ext cx="83" cy="83"/>
            </a:xfrm>
            <a:custGeom>
              <a:avLst/>
              <a:gdLst>
                <a:gd name="T0" fmla="*/ 12 w 83"/>
                <a:gd name="T1" fmla="*/ 83 h 83"/>
                <a:gd name="T2" fmla="*/ 0 w 83"/>
                <a:gd name="T3" fmla="*/ 71 h 83"/>
                <a:gd name="T4" fmla="*/ 71 w 83"/>
                <a:gd name="T5" fmla="*/ 0 h 83"/>
                <a:gd name="T6" fmla="*/ 83 w 83"/>
                <a:gd name="T7" fmla="*/ 12 h 83"/>
                <a:gd name="T8" fmla="*/ 12 w 83"/>
                <a:gd name="T9" fmla="*/ 83 h 83"/>
              </a:gdLst>
              <a:ahLst/>
              <a:cxnLst>
                <a:cxn ang="0">
                  <a:pos x="T0" y="T1"/>
                </a:cxn>
                <a:cxn ang="0">
                  <a:pos x="T2" y="T3"/>
                </a:cxn>
                <a:cxn ang="0">
                  <a:pos x="T4" y="T5"/>
                </a:cxn>
                <a:cxn ang="0">
                  <a:pos x="T6" y="T7"/>
                </a:cxn>
                <a:cxn ang="0">
                  <a:pos x="T8" y="T9"/>
                </a:cxn>
              </a:cxnLst>
              <a:rect l="0" t="0" r="r" b="b"/>
              <a:pathLst>
                <a:path w="83" h="83">
                  <a:moveTo>
                    <a:pt x="12" y="83"/>
                  </a:moveTo>
                  <a:lnTo>
                    <a:pt x="0" y="71"/>
                  </a:lnTo>
                  <a:lnTo>
                    <a:pt x="71" y="0"/>
                  </a:lnTo>
                  <a:lnTo>
                    <a:pt x="83" y="12"/>
                  </a:lnTo>
                  <a:lnTo>
                    <a:pt x="1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grpSp>
      <p:grpSp>
        <p:nvGrpSpPr>
          <p:cNvPr id="121" name="Group 10">
            <a:extLst>
              <a:ext uri="{FF2B5EF4-FFF2-40B4-BE49-F238E27FC236}">
                <a16:creationId xmlns:a16="http://schemas.microsoft.com/office/drawing/2014/main" id="{EDE454D0-8C87-B549-B592-7DDDDDA65FAD}"/>
              </a:ext>
            </a:extLst>
          </p:cNvPr>
          <p:cNvGrpSpPr>
            <a:grpSpLocks noChangeAspect="1"/>
          </p:cNvGrpSpPr>
          <p:nvPr userDrawn="1"/>
        </p:nvGrpSpPr>
        <p:grpSpPr bwMode="auto">
          <a:xfrm>
            <a:off x="10965185" y="5500310"/>
            <a:ext cx="467720" cy="468818"/>
            <a:chOff x="1374" y="442"/>
            <a:chExt cx="425" cy="426"/>
          </a:xfrm>
          <a:solidFill>
            <a:schemeClr val="accent1"/>
          </a:solidFill>
        </p:grpSpPr>
        <p:sp>
          <p:nvSpPr>
            <p:cNvPr id="122" name="Freeform 11">
              <a:extLst>
                <a:ext uri="{FF2B5EF4-FFF2-40B4-BE49-F238E27FC236}">
                  <a16:creationId xmlns:a16="http://schemas.microsoft.com/office/drawing/2014/main" id="{81B4BA5C-5D57-5243-95A0-B0939E103188}"/>
                </a:ext>
              </a:extLst>
            </p:cNvPr>
            <p:cNvSpPr>
              <a:spLocks noEditPoints="1"/>
            </p:cNvSpPr>
            <p:nvPr/>
          </p:nvSpPr>
          <p:spPr bwMode="auto">
            <a:xfrm>
              <a:off x="1374" y="442"/>
              <a:ext cx="425" cy="426"/>
            </a:xfrm>
            <a:custGeom>
              <a:avLst/>
              <a:gdLst>
                <a:gd name="T0" fmla="*/ 144 w 288"/>
                <a:gd name="T1" fmla="*/ 288 h 288"/>
                <a:gd name="T2" fmla="*/ 0 w 288"/>
                <a:gd name="T3" fmla="*/ 144 h 288"/>
                <a:gd name="T4" fmla="*/ 144 w 288"/>
                <a:gd name="T5" fmla="*/ 0 h 288"/>
                <a:gd name="T6" fmla="*/ 288 w 288"/>
                <a:gd name="T7" fmla="*/ 144 h 288"/>
                <a:gd name="T8" fmla="*/ 144 w 288"/>
                <a:gd name="T9" fmla="*/ 288 h 288"/>
                <a:gd name="T10" fmla="*/ 144 w 288"/>
                <a:gd name="T11" fmla="*/ 12 h 288"/>
                <a:gd name="T12" fmla="*/ 12 w 288"/>
                <a:gd name="T13" fmla="*/ 144 h 288"/>
                <a:gd name="T14" fmla="*/ 144 w 288"/>
                <a:gd name="T15" fmla="*/ 276 h 288"/>
                <a:gd name="T16" fmla="*/ 276 w 288"/>
                <a:gd name="T17" fmla="*/ 144 h 288"/>
                <a:gd name="T18" fmla="*/ 144 w 288"/>
                <a:gd name="T19"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 h="288">
                  <a:moveTo>
                    <a:pt x="144" y="288"/>
                  </a:moveTo>
                  <a:cubicBezTo>
                    <a:pt x="64" y="288"/>
                    <a:pt x="0" y="223"/>
                    <a:pt x="0" y="144"/>
                  </a:cubicBezTo>
                  <a:cubicBezTo>
                    <a:pt x="0" y="64"/>
                    <a:pt x="64" y="0"/>
                    <a:pt x="144" y="0"/>
                  </a:cubicBezTo>
                  <a:cubicBezTo>
                    <a:pt x="223" y="0"/>
                    <a:pt x="288" y="64"/>
                    <a:pt x="288" y="144"/>
                  </a:cubicBezTo>
                  <a:cubicBezTo>
                    <a:pt x="288" y="223"/>
                    <a:pt x="223" y="288"/>
                    <a:pt x="144" y="288"/>
                  </a:cubicBezTo>
                  <a:close/>
                  <a:moveTo>
                    <a:pt x="144" y="12"/>
                  </a:moveTo>
                  <a:cubicBezTo>
                    <a:pt x="71" y="12"/>
                    <a:pt x="12" y="71"/>
                    <a:pt x="12" y="144"/>
                  </a:cubicBezTo>
                  <a:cubicBezTo>
                    <a:pt x="12" y="216"/>
                    <a:pt x="71" y="276"/>
                    <a:pt x="144" y="276"/>
                  </a:cubicBezTo>
                  <a:cubicBezTo>
                    <a:pt x="216" y="276"/>
                    <a:pt x="276" y="216"/>
                    <a:pt x="276" y="144"/>
                  </a:cubicBezTo>
                  <a:cubicBezTo>
                    <a:pt x="276" y="71"/>
                    <a:pt x="216"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23" name="Freeform 12">
              <a:extLst>
                <a:ext uri="{FF2B5EF4-FFF2-40B4-BE49-F238E27FC236}">
                  <a16:creationId xmlns:a16="http://schemas.microsoft.com/office/drawing/2014/main" id="{DBE386C7-E758-5C4A-95CF-157D349ABDEC}"/>
                </a:ext>
              </a:extLst>
            </p:cNvPr>
            <p:cNvSpPr>
              <a:spLocks noEditPoints="1"/>
            </p:cNvSpPr>
            <p:nvPr/>
          </p:nvSpPr>
          <p:spPr bwMode="auto">
            <a:xfrm>
              <a:off x="1516" y="565"/>
              <a:ext cx="177" cy="179"/>
            </a:xfrm>
            <a:custGeom>
              <a:avLst/>
              <a:gdLst>
                <a:gd name="T0" fmla="*/ 6 w 120"/>
                <a:gd name="T1" fmla="*/ 121 h 121"/>
                <a:gd name="T2" fmla="*/ 2 w 120"/>
                <a:gd name="T3" fmla="*/ 120 h 121"/>
                <a:gd name="T4" fmla="*/ 0 w 120"/>
                <a:gd name="T5" fmla="*/ 115 h 121"/>
                <a:gd name="T6" fmla="*/ 0 w 120"/>
                <a:gd name="T7" fmla="*/ 7 h 121"/>
                <a:gd name="T8" fmla="*/ 2 w 120"/>
                <a:gd name="T9" fmla="*/ 2 h 121"/>
                <a:gd name="T10" fmla="*/ 8 w 120"/>
                <a:gd name="T11" fmla="*/ 1 h 121"/>
                <a:gd name="T12" fmla="*/ 116 w 120"/>
                <a:gd name="T13" fmla="*/ 55 h 121"/>
                <a:gd name="T14" fmla="*/ 120 w 120"/>
                <a:gd name="T15" fmla="*/ 61 h 121"/>
                <a:gd name="T16" fmla="*/ 116 w 120"/>
                <a:gd name="T17" fmla="*/ 66 h 121"/>
                <a:gd name="T18" fmla="*/ 8 w 120"/>
                <a:gd name="T19" fmla="*/ 120 h 121"/>
                <a:gd name="T20" fmla="*/ 6 w 120"/>
                <a:gd name="T21" fmla="*/ 121 h 121"/>
                <a:gd name="T22" fmla="*/ 12 w 120"/>
                <a:gd name="T23" fmla="*/ 16 h 121"/>
                <a:gd name="T24" fmla="*/ 12 w 120"/>
                <a:gd name="T25" fmla="*/ 105 h 121"/>
                <a:gd name="T26" fmla="*/ 100 w 120"/>
                <a:gd name="T27" fmla="*/ 61 h 121"/>
                <a:gd name="T28" fmla="*/ 12 w 120"/>
                <a:gd name="T29" fmla="*/ 1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0" h="121">
                  <a:moveTo>
                    <a:pt x="6" y="121"/>
                  </a:moveTo>
                  <a:cubicBezTo>
                    <a:pt x="5" y="121"/>
                    <a:pt x="3" y="120"/>
                    <a:pt x="2" y="120"/>
                  </a:cubicBezTo>
                  <a:cubicBezTo>
                    <a:pt x="1" y="119"/>
                    <a:pt x="0" y="117"/>
                    <a:pt x="0" y="115"/>
                  </a:cubicBezTo>
                  <a:cubicBezTo>
                    <a:pt x="0" y="7"/>
                    <a:pt x="0" y="7"/>
                    <a:pt x="0" y="7"/>
                  </a:cubicBezTo>
                  <a:cubicBezTo>
                    <a:pt x="0" y="5"/>
                    <a:pt x="1" y="3"/>
                    <a:pt x="2" y="2"/>
                  </a:cubicBezTo>
                  <a:cubicBezTo>
                    <a:pt x="4" y="0"/>
                    <a:pt x="6" y="0"/>
                    <a:pt x="8" y="1"/>
                  </a:cubicBezTo>
                  <a:cubicBezTo>
                    <a:pt x="116" y="55"/>
                    <a:pt x="116" y="55"/>
                    <a:pt x="116" y="55"/>
                  </a:cubicBezTo>
                  <a:cubicBezTo>
                    <a:pt x="118" y="56"/>
                    <a:pt x="120" y="58"/>
                    <a:pt x="120" y="61"/>
                  </a:cubicBezTo>
                  <a:cubicBezTo>
                    <a:pt x="120" y="63"/>
                    <a:pt x="118" y="65"/>
                    <a:pt x="116" y="66"/>
                  </a:cubicBezTo>
                  <a:cubicBezTo>
                    <a:pt x="8" y="120"/>
                    <a:pt x="8" y="120"/>
                    <a:pt x="8" y="120"/>
                  </a:cubicBezTo>
                  <a:cubicBezTo>
                    <a:pt x="7" y="120"/>
                    <a:pt x="7" y="121"/>
                    <a:pt x="6" y="121"/>
                  </a:cubicBezTo>
                  <a:close/>
                  <a:moveTo>
                    <a:pt x="12" y="16"/>
                  </a:moveTo>
                  <a:cubicBezTo>
                    <a:pt x="12" y="105"/>
                    <a:pt x="12" y="105"/>
                    <a:pt x="12" y="105"/>
                  </a:cubicBezTo>
                  <a:cubicBezTo>
                    <a:pt x="100" y="61"/>
                    <a:pt x="100" y="61"/>
                    <a:pt x="100" y="61"/>
                  </a:cubicBezTo>
                  <a:lnTo>
                    <a:pt x="1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124" name="Group 87">
            <a:extLst>
              <a:ext uri="{FF2B5EF4-FFF2-40B4-BE49-F238E27FC236}">
                <a16:creationId xmlns:a16="http://schemas.microsoft.com/office/drawing/2014/main" id="{6BDE5202-854C-CC41-965A-533F32430AEE}"/>
              </a:ext>
            </a:extLst>
          </p:cNvPr>
          <p:cNvGrpSpPr>
            <a:grpSpLocks noChangeAspect="1"/>
          </p:cNvGrpSpPr>
          <p:nvPr userDrawn="1"/>
        </p:nvGrpSpPr>
        <p:grpSpPr bwMode="auto">
          <a:xfrm>
            <a:off x="4599644" y="1930124"/>
            <a:ext cx="499666" cy="499666"/>
            <a:chOff x="5510" y="1717"/>
            <a:chExt cx="428" cy="428"/>
          </a:xfrm>
          <a:solidFill>
            <a:schemeClr val="accent1"/>
          </a:solidFill>
        </p:grpSpPr>
        <p:sp>
          <p:nvSpPr>
            <p:cNvPr id="125" name="Freeform 88">
              <a:extLst>
                <a:ext uri="{FF2B5EF4-FFF2-40B4-BE49-F238E27FC236}">
                  <a16:creationId xmlns:a16="http://schemas.microsoft.com/office/drawing/2014/main" id="{5B0A10F8-A96B-5844-8703-D5883AC797AC}"/>
                </a:ext>
              </a:extLst>
            </p:cNvPr>
            <p:cNvSpPr>
              <a:spLocks/>
            </p:cNvSpPr>
            <p:nvPr/>
          </p:nvSpPr>
          <p:spPr bwMode="auto">
            <a:xfrm>
              <a:off x="5572" y="1717"/>
              <a:ext cx="366" cy="339"/>
            </a:xfrm>
            <a:custGeom>
              <a:avLst/>
              <a:gdLst>
                <a:gd name="T0" fmla="*/ 66 w 247"/>
                <a:gd name="T1" fmla="*/ 229 h 229"/>
                <a:gd name="T2" fmla="*/ 62 w 247"/>
                <a:gd name="T3" fmla="*/ 227 h 229"/>
                <a:gd name="T4" fmla="*/ 2 w 247"/>
                <a:gd name="T5" fmla="*/ 167 h 229"/>
                <a:gd name="T6" fmla="*/ 2 w 247"/>
                <a:gd name="T7" fmla="*/ 159 h 229"/>
                <a:gd name="T8" fmla="*/ 10 w 247"/>
                <a:gd name="T9" fmla="*/ 159 h 229"/>
                <a:gd name="T10" fmla="*/ 66 w 247"/>
                <a:gd name="T11" fmla="*/ 214 h 229"/>
                <a:gd name="T12" fmla="*/ 235 w 247"/>
                <a:gd name="T13" fmla="*/ 3 h 229"/>
                <a:gd name="T14" fmla="*/ 244 w 247"/>
                <a:gd name="T15" fmla="*/ 3 h 229"/>
                <a:gd name="T16" fmla="*/ 245 w 247"/>
                <a:gd name="T17" fmla="*/ 11 h 229"/>
                <a:gd name="T18" fmla="*/ 71 w 247"/>
                <a:gd name="T19" fmla="*/ 227 h 229"/>
                <a:gd name="T20" fmla="*/ 66 w 247"/>
                <a:gd name="T21" fmla="*/ 229 h 229"/>
                <a:gd name="T22" fmla="*/ 66 w 247"/>
                <a:gd name="T23" fmla="*/ 229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7" h="229">
                  <a:moveTo>
                    <a:pt x="66" y="229"/>
                  </a:moveTo>
                  <a:cubicBezTo>
                    <a:pt x="65" y="229"/>
                    <a:pt x="63" y="229"/>
                    <a:pt x="62" y="227"/>
                  </a:cubicBezTo>
                  <a:cubicBezTo>
                    <a:pt x="2" y="167"/>
                    <a:pt x="2" y="167"/>
                    <a:pt x="2" y="167"/>
                  </a:cubicBezTo>
                  <a:cubicBezTo>
                    <a:pt x="0" y="165"/>
                    <a:pt x="0" y="161"/>
                    <a:pt x="2" y="159"/>
                  </a:cubicBezTo>
                  <a:cubicBezTo>
                    <a:pt x="4" y="157"/>
                    <a:pt x="8" y="157"/>
                    <a:pt x="10" y="159"/>
                  </a:cubicBezTo>
                  <a:cubicBezTo>
                    <a:pt x="66" y="214"/>
                    <a:pt x="66" y="214"/>
                    <a:pt x="66" y="214"/>
                  </a:cubicBezTo>
                  <a:cubicBezTo>
                    <a:pt x="235" y="3"/>
                    <a:pt x="235" y="3"/>
                    <a:pt x="235" y="3"/>
                  </a:cubicBezTo>
                  <a:cubicBezTo>
                    <a:pt x="238" y="1"/>
                    <a:pt x="241" y="0"/>
                    <a:pt x="244" y="3"/>
                  </a:cubicBezTo>
                  <a:cubicBezTo>
                    <a:pt x="246" y="5"/>
                    <a:pt x="247" y="8"/>
                    <a:pt x="245" y="11"/>
                  </a:cubicBezTo>
                  <a:cubicBezTo>
                    <a:pt x="71" y="227"/>
                    <a:pt x="71" y="227"/>
                    <a:pt x="71" y="227"/>
                  </a:cubicBezTo>
                  <a:cubicBezTo>
                    <a:pt x="70" y="228"/>
                    <a:pt x="68" y="229"/>
                    <a:pt x="66" y="229"/>
                  </a:cubicBezTo>
                  <a:cubicBezTo>
                    <a:pt x="66" y="229"/>
                    <a:pt x="66" y="229"/>
                    <a:pt x="6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latin typeface="+mj-lt"/>
              </a:endParaRPr>
            </a:p>
          </p:txBody>
        </p:sp>
        <p:sp>
          <p:nvSpPr>
            <p:cNvPr id="126" name="Freeform 89">
              <a:extLst>
                <a:ext uri="{FF2B5EF4-FFF2-40B4-BE49-F238E27FC236}">
                  <a16:creationId xmlns:a16="http://schemas.microsoft.com/office/drawing/2014/main" id="{04185316-B34F-294A-A34C-BE4AAF5B7697}"/>
                </a:ext>
              </a:extLst>
            </p:cNvPr>
            <p:cNvSpPr>
              <a:spLocks/>
            </p:cNvSpPr>
            <p:nvPr/>
          </p:nvSpPr>
          <p:spPr bwMode="auto">
            <a:xfrm>
              <a:off x="5510" y="1808"/>
              <a:ext cx="337" cy="337"/>
            </a:xfrm>
            <a:custGeom>
              <a:avLst/>
              <a:gdLst>
                <a:gd name="T0" fmla="*/ 114 w 228"/>
                <a:gd name="T1" fmla="*/ 228 h 228"/>
                <a:gd name="T2" fmla="*/ 0 w 228"/>
                <a:gd name="T3" fmla="*/ 114 h 228"/>
                <a:gd name="T4" fmla="*/ 114 w 228"/>
                <a:gd name="T5" fmla="*/ 0 h 228"/>
                <a:gd name="T6" fmla="*/ 165 w 228"/>
                <a:gd name="T7" fmla="*/ 12 h 228"/>
                <a:gd name="T8" fmla="*/ 168 w 228"/>
                <a:gd name="T9" fmla="*/ 20 h 228"/>
                <a:gd name="T10" fmla="*/ 159 w 228"/>
                <a:gd name="T11" fmla="*/ 23 h 228"/>
                <a:gd name="T12" fmla="*/ 114 w 228"/>
                <a:gd name="T13" fmla="*/ 12 h 228"/>
                <a:gd name="T14" fmla="*/ 12 w 228"/>
                <a:gd name="T15" fmla="*/ 114 h 228"/>
                <a:gd name="T16" fmla="*/ 114 w 228"/>
                <a:gd name="T17" fmla="*/ 216 h 228"/>
                <a:gd name="T18" fmla="*/ 216 w 228"/>
                <a:gd name="T19" fmla="*/ 114 h 228"/>
                <a:gd name="T20" fmla="*/ 214 w 228"/>
                <a:gd name="T21" fmla="*/ 92 h 228"/>
                <a:gd name="T22" fmla="*/ 218 w 228"/>
                <a:gd name="T23" fmla="*/ 84 h 228"/>
                <a:gd name="T24" fmla="*/ 225 w 228"/>
                <a:gd name="T25" fmla="*/ 89 h 228"/>
                <a:gd name="T26" fmla="*/ 228 w 228"/>
                <a:gd name="T27" fmla="*/ 114 h 228"/>
                <a:gd name="T28" fmla="*/ 114 w 228"/>
                <a:gd name="T29"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8" h="228">
                  <a:moveTo>
                    <a:pt x="114" y="228"/>
                  </a:moveTo>
                  <a:cubicBezTo>
                    <a:pt x="51" y="228"/>
                    <a:pt x="0" y="177"/>
                    <a:pt x="0" y="114"/>
                  </a:cubicBezTo>
                  <a:cubicBezTo>
                    <a:pt x="0" y="51"/>
                    <a:pt x="51" y="0"/>
                    <a:pt x="114" y="0"/>
                  </a:cubicBezTo>
                  <a:cubicBezTo>
                    <a:pt x="132" y="0"/>
                    <a:pt x="149" y="4"/>
                    <a:pt x="165" y="12"/>
                  </a:cubicBezTo>
                  <a:cubicBezTo>
                    <a:pt x="168" y="14"/>
                    <a:pt x="169" y="17"/>
                    <a:pt x="168" y="20"/>
                  </a:cubicBezTo>
                  <a:cubicBezTo>
                    <a:pt x="166" y="23"/>
                    <a:pt x="162" y="24"/>
                    <a:pt x="159" y="23"/>
                  </a:cubicBezTo>
                  <a:cubicBezTo>
                    <a:pt x="145" y="16"/>
                    <a:pt x="130" y="12"/>
                    <a:pt x="114" y="12"/>
                  </a:cubicBezTo>
                  <a:cubicBezTo>
                    <a:pt x="58" y="12"/>
                    <a:pt x="12" y="58"/>
                    <a:pt x="12" y="114"/>
                  </a:cubicBezTo>
                  <a:cubicBezTo>
                    <a:pt x="12" y="170"/>
                    <a:pt x="58" y="216"/>
                    <a:pt x="114" y="216"/>
                  </a:cubicBezTo>
                  <a:cubicBezTo>
                    <a:pt x="170" y="216"/>
                    <a:pt x="216" y="170"/>
                    <a:pt x="216" y="114"/>
                  </a:cubicBezTo>
                  <a:cubicBezTo>
                    <a:pt x="216" y="107"/>
                    <a:pt x="215" y="99"/>
                    <a:pt x="214" y="92"/>
                  </a:cubicBezTo>
                  <a:cubicBezTo>
                    <a:pt x="213" y="88"/>
                    <a:pt x="215" y="85"/>
                    <a:pt x="218" y="84"/>
                  </a:cubicBezTo>
                  <a:cubicBezTo>
                    <a:pt x="221" y="84"/>
                    <a:pt x="225" y="86"/>
                    <a:pt x="225" y="89"/>
                  </a:cubicBezTo>
                  <a:cubicBezTo>
                    <a:pt x="227" y="97"/>
                    <a:pt x="228" y="106"/>
                    <a:pt x="228" y="114"/>
                  </a:cubicBezTo>
                  <a:cubicBezTo>
                    <a:pt x="228" y="177"/>
                    <a:pt x="177" y="228"/>
                    <a:pt x="114" y="2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latin typeface="+mj-lt"/>
              </a:endParaRPr>
            </a:p>
          </p:txBody>
        </p:sp>
      </p:grpSp>
      <p:grpSp>
        <p:nvGrpSpPr>
          <p:cNvPr id="127" name="Group 78">
            <a:extLst>
              <a:ext uri="{FF2B5EF4-FFF2-40B4-BE49-F238E27FC236}">
                <a16:creationId xmlns:a16="http://schemas.microsoft.com/office/drawing/2014/main" id="{11722946-2303-184D-8463-D62F3154D89B}"/>
              </a:ext>
            </a:extLst>
          </p:cNvPr>
          <p:cNvGrpSpPr>
            <a:grpSpLocks noChangeAspect="1"/>
          </p:cNvGrpSpPr>
          <p:nvPr userDrawn="1"/>
        </p:nvGrpSpPr>
        <p:grpSpPr bwMode="auto">
          <a:xfrm>
            <a:off x="5953323" y="1958607"/>
            <a:ext cx="332545" cy="442701"/>
            <a:chOff x="5561" y="440"/>
            <a:chExt cx="320" cy="426"/>
          </a:xfrm>
          <a:solidFill>
            <a:schemeClr val="accent1"/>
          </a:solidFill>
        </p:grpSpPr>
        <p:sp>
          <p:nvSpPr>
            <p:cNvPr id="128" name="Freeform 79">
              <a:extLst>
                <a:ext uri="{FF2B5EF4-FFF2-40B4-BE49-F238E27FC236}">
                  <a16:creationId xmlns:a16="http://schemas.microsoft.com/office/drawing/2014/main" id="{B5E1DA5A-F0CE-4447-9220-974C2855E08C}"/>
                </a:ext>
              </a:extLst>
            </p:cNvPr>
            <p:cNvSpPr>
              <a:spLocks noEditPoints="1"/>
            </p:cNvSpPr>
            <p:nvPr/>
          </p:nvSpPr>
          <p:spPr bwMode="auto">
            <a:xfrm>
              <a:off x="5561" y="440"/>
              <a:ext cx="320" cy="426"/>
            </a:xfrm>
            <a:custGeom>
              <a:avLst/>
              <a:gdLst>
                <a:gd name="T0" fmla="*/ 210 w 216"/>
                <a:gd name="T1" fmla="*/ 288 h 288"/>
                <a:gd name="T2" fmla="*/ 6 w 216"/>
                <a:gd name="T3" fmla="*/ 288 h 288"/>
                <a:gd name="T4" fmla="*/ 0 w 216"/>
                <a:gd name="T5" fmla="*/ 282 h 288"/>
                <a:gd name="T6" fmla="*/ 0 w 216"/>
                <a:gd name="T7" fmla="*/ 6 h 288"/>
                <a:gd name="T8" fmla="*/ 6 w 216"/>
                <a:gd name="T9" fmla="*/ 0 h 288"/>
                <a:gd name="T10" fmla="*/ 138 w 216"/>
                <a:gd name="T11" fmla="*/ 0 h 288"/>
                <a:gd name="T12" fmla="*/ 142 w 216"/>
                <a:gd name="T13" fmla="*/ 2 h 288"/>
                <a:gd name="T14" fmla="*/ 214 w 216"/>
                <a:gd name="T15" fmla="*/ 74 h 288"/>
                <a:gd name="T16" fmla="*/ 216 w 216"/>
                <a:gd name="T17" fmla="*/ 78 h 288"/>
                <a:gd name="T18" fmla="*/ 216 w 216"/>
                <a:gd name="T19" fmla="*/ 282 h 288"/>
                <a:gd name="T20" fmla="*/ 210 w 216"/>
                <a:gd name="T21" fmla="*/ 288 h 288"/>
                <a:gd name="T22" fmla="*/ 12 w 216"/>
                <a:gd name="T23" fmla="*/ 276 h 288"/>
                <a:gd name="T24" fmla="*/ 204 w 216"/>
                <a:gd name="T25" fmla="*/ 276 h 288"/>
                <a:gd name="T26" fmla="*/ 204 w 216"/>
                <a:gd name="T27" fmla="*/ 81 h 288"/>
                <a:gd name="T28" fmla="*/ 136 w 216"/>
                <a:gd name="T29" fmla="*/ 12 h 288"/>
                <a:gd name="T30" fmla="*/ 12 w 216"/>
                <a:gd name="T31" fmla="*/ 12 h 288"/>
                <a:gd name="T32" fmla="*/ 12 w 216"/>
                <a:gd name="T33" fmla="*/ 27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6" h="288">
                  <a:moveTo>
                    <a:pt x="210" y="288"/>
                  </a:moveTo>
                  <a:cubicBezTo>
                    <a:pt x="6" y="288"/>
                    <a:pt x="6" y="288"/>
                    <a:pt x="6" y="288"/>
                  </a:cubicBezTo>
                  <a:cubicBezTo>
                    <a:pt x="3" y="288"/>
                    <a:pt x="0" y="286"/>
                    <a:pt x="0" y="282"/>
                  </a:cubicBezTo>
                  <a:cubicBezTo>
                    <a:pt x="0" y="6"/>
                    <a:pt x="0" y="6"/>
                    <a:pt x="0" y="6"/>
                  </a:cubicBezTo>
                  <a:cubicBezTo>
                    <a:pt x="0" y="3"/>
                    <a:pt x="3" y="0"/>
                    <a:pt x="6" y="0"/>
                  </a:cubicBezTo>
                  <a:cubicBezTo>
                    <a:pt x="138" y="0"/>
                    <a:pt x="138" y="0"/>
                    <a:pt x="138" y="0"/>
                  </a:cubicBezTo>
                  <a:cubicBezTo>
                    <a:pt x="140" y="0"/>
                    <a:pt x="141" y="1"/>
                    <a:pt x="142" y="2"/>
                  </a:cubicBezTo>
                  <a:cubicBezTo>
                    <a:pt x="214" y="74"/>
                    <a:pt x="214" y="74"/>
                    <a:pt x="214" y="74"/>
                  </a:cubicBezTo>
                  <a:cubicBezTo>
                    <a:pt x="216" y="75"/>
                    <a:pt x="216" y="77"/>
                    <a:pt x="216" y="78"/>
                  </a:cubicBezTo>
                  <a:cubicBezTo>
                    <a:pt x="216" y="282"/>
                    <a:pt x="216" y="282"/>
                    <a:pt x="216" y="282"/>
                  </a:cubicBezTo>
                  <a:cubicBezTo>
                    <a:pt x="216" y="286"/>
                    <a:pt x="214" y="288"/>
                    <a:pt x="210" y="288"/>
                  </a:cubicBezTo>
                  <a:close/>
                  <a:moveTo>
                    <a:pt x="12" y="276"/>
                  </a:moveTo>
                  <a:cubicBezTo>
                    <a:pt x="204" y="276"/>
                    <a:pt x="204" y="276"/>
                    <a:pt x="204" y="276"/>
                  </a:cubicBezTo>
                  <a:cubicBezTo>
                    <a:pt x="204" y="81"/>
                    <a:pt x="204" y="81"/>
                    <a:pt x="204" y="81"/>
                  </a:cubicBezTo>
                  <a:cubicBezTo>
                    <a:pt x="136" y="12"/>
                    <a:pt x="136" y="12"/>
                    <a:pt x="136" y="12"/>
                  </a:cubicBezTo>
                  <a:cubicBezTo>
                    <a:pt x="12" y="12"/>
                    <a:pt x="12" y="12"/>
                    <a:pt x="12" y="12"/>
                  </a:cubicBezTo>
                  <a:lnTo>
                    <a:pt x="1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29" name="Freeform 80">
              <a:extLst>
                <a:ext uri="{FF2B5EF4-FFF2-40B4-BE49-F238E27FC236}">
                  <a16:creationId xmlns:a16="http://schemas.microsoft.com/office/drawing/2014/main" id="{ABA3B36B-BE79-3540-89D8-3AD859FC58BF}"/>
                </a:ext>
              </a:extLst>
            </p:cNvPr>
            <p:cNvSpPr>
              <a:spLocks/>
            </p:cNvSpPr>
            <p:nvPr/>
          </p:nvSpPr>
          <p:spPr bwMode="auto">
            <a:xfrm>
              <a:off x="5757" y="440"/>
              <a:ext cx="124" cy="125"/>
            </a:xfrm>
            <a:custGeom>
              <a:avLst/>
              <a:gdLst>
                <a:gd name="T0" fmla="*/ 78 w 84"/>
                <a:gd name="T1" fmla="*/ 84 h 84"/>
                <a:gd name="T2" fmla="*/ 6 w 84"/>
                <a:gd name="T3" fmla="*/ 84 h 84"/>
                <a:gd name="T4" fmla="*/ 0 w 84"/>
                <a:gd name="T5" fmla="*/ 78 h 84"/>
                <a:gd name="T6" fmla="*/ 0 w 84"/>
                <a:gd name="T7" fmla="*/ 6 h 84"/>
                <a:gd name="T8" fmla="*/ 6 w 84"/>
                <a:gd name="T9" fmla="*/ 0 h 84"/>
                <a:gd name="T10" fmla="*/ 12 w 84"/>
                <a:gd name="T11" fmla="*/ 6 h 84"/>
                <a:gd name="T12" fmla="*/ 12 w 84"/>
                <a:gd name="T13" fmla="*/ 72 h 84"/>
                <a:gd name="T14" fmla="*/ 78 w 84"/>
                <a:gd name="T15" fmla="*/ 72 h 84"/>
                <a:gd name="T16" fmla="*/ 84 w 84"/>
                <a:gd name="T17" fmla="*/ 78 h 84"/>
                <a:gd name="T18" fmla="*/ 78 w 84"/>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84">
                  <a:moveTo>
                    <a:pt x="78" y="84"/>
                  </a:moveTo>
                  <a:cubicBezTo>
                    <a:pt x="6" y="84"/>
                    <a:pt x="6" y="84"/>
                    <a:pt x="6" y="84"/>
                  </a:cubicBezTo>
                  <a:cubicBezTo>
                    <a:pt x="3" y="84"/>
                    <a:pt x="0" y="82"/>
                    <a:pt x="0" y="78"/>
                  </a:cubicBezTo>
                  <a:cubicBezTo>
                    <a:pt x="0" y="6"/>
                    <a:pt x="0" y="6"/>
                    <a:pt x="0" y="6"/>
                  </a:cubicBezTo>
                  <a:cubicBezTo>
                    <a:pt x="0" y="3"/>
                    <a:pt x="3" y="0"/>
                    <a:pt x="6" y="0"/>
                  </a:cubicBezTo>
                  <a:cubicBezTo>
                    <a:pt x="10" y="0"/>
                    <a:pt x="12" y="3"/>
                    <a:pt x="12" y="6"/>
                  </a:cubicBezTo>
                  <a:cubicBezTo>
                    <a:pt x="12" y="72"/>
                    <a:pt x="12" y="72"/>
                    <a:pt x="12" y="72"/>
                  </a:cubicBezTo>
                  <a:cubicBezTo>
                    <a:pt x="78" y="72"/>
                    <a:pt x="78" y="72"/>
                    <a:pt x="78" y="72"/>
                  </a:cubicBezTo>
                  <a:cubicBezTo>
                    <a:pt x="82" y="72"/>
                    <a:pt x="84" y="75"/>
                    <a:pt x="84" y="78"/>
                  </a:cubicBezTo>
                  <a:cubicBezTo>
                    <a:pt x="84" y="82"/>
                    <a:pt x="82" y="84"/>
                    <a:pt x="78"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30" name="Freeform 81">
              <a:extLst>
                <a:ext uri="{FF2B5EF4-FFF2-40B4-BE49-F238E27FC236}">
                  <a16:creationId xmlns:a16="http://schemas.microsoft.com/office/drawing/2014/main" id="{25C5AFD0-4C23-1A40-A6D1-BE0869FC7639}"/>
                </a:ext>
              </a:extLst>
            </p:cNvPr>
            <p:cNvSpPr>
              <a:spLocks/>
            </p:cNvSpPr>
            <p:nvPr/>
          </p:nvSpPr>
          <p:spPr bwMode="auto">
            <a:xfrm>
              <a:off x="5721" y="618"/>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31" name="Freeform 82">
              <a:extLst>
                <a:ext uri="{FF2B5EF4-FFF2-40B4-BE49-F238E27FC236}">
                  <a16:creationId xmlns:a16="http://schemas.microsoft.com/office/drawing/2014/main" id="{D412E5BA-BAFD-7249-9FD7-E1C872BDFC99}"/>
                </a:ext>
              </a:extLst>
            </p:cNvPr>
            <p:cNvSpPr>
              <a:spLocks/>
            </p:cNvSpPr>
            <p:nvPr/>
          </p:nvSpPr>
          <p:spPr bwMode="auto">
            <a:xfrm>
              <a:off x="5721" y="689"/>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32" name="Freeform 83">
              <a:extLst>
                <a:ext uri="{FF2B5EF4-FFF2-40B4-BE49-F238E27FC236}">
                  <a16:creationId xmlns:a16="http://schemas.microsoft.com/office/drawing/2014/main" id="{427BAFDA-991B-DF4F-A7FE-4061E7986915}"/>
                </a:ext>
              </a:extLst>
            </p:cNvPr>
            <p:cNvSpPr>
              <a:spLocks/>
            </p:cNvSpPr>
            <p:nvPr/>
          </p:nvSpPr>
          <p:spPr bwMode="auto">
            <a:xfrm>
              <a:off x="5721" y="760"/>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33" name="Freeform 84">
              <a:extLst>
                <a:ext uri="{FF2B5EF4-FFF2-40B4-BE49-F238E27FC236}">
                  <a16:creationId xmlns:a16="http://schemas.microsoft.com/office/drawing/2014/main" id="{B4508F28-8BDC-9245-9C66-6834A3DEBB70}"/>
                </a:ext>
              </a:extLst>
            </p:cNvPr>
            <p:cNvSpPr>
              <a:spLocks/>
            </p:cNvSpPr>
            <p:nvPr/>
          </p:nvSpPr>
          <p:spPr bwMode="auto">
            <a:xfrm>
              <a:off x="5614" y="582"/>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34" name="Freeform 85">
              <a:extLst>
                <a:ext uri="{FF2B5EF4-FFF2-40B4-BE49-F238E27FC236}">
                  <a16:creationId xmlns:a16="http://schemas.microsoft.com/office/drawing/2014/main" id="{4B821B86-B791-D441-90DA-D286CAEB5607}"/>
                </a:ext>
              </a:extLst>
            </p:cNvPr>
            <p:cNvSpPr>
              <a:spLocks/>
            </p:cNvSpPr>
            <p:nvPr/>
          </p:nvSpPr>
          <p:spPr bwMode="auto">
            <a:xfrm>
              <a:off x="5614" y="653"/>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35" name="Freeform 86">
              <a:extLst>
                <a:ext uri="{FF2B5EF4-FFF2-40B4-BE49-F238E27FC236}">
                  <a16:creationId xmlns:a16="http://schemas.microsoft.com/office/drawing/2014/main" id="{0961530D-62F0-7F40-BD08-0D4F17005F35}"/>
                </a:ext>
              </a:extLst>
            </p:cNvPr>
            <p:cNvSpPr>
              <a:spLocks/>
            </p:cNvSpPr>
            <p:nvPr/>
          </p:nvSpPr>
          <p:spPr bwMode="auto">
            <a:xfrm>
              <a:off x="5614" y="724"/>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136" name="Group 45">
            <a:extLst>
              <a:ext uri="{FF2B5EF4-FFF2-40B4-BE49-F238E27FC236}">
                <a16:creationId xmlns:a16="http://schemas.microsoft.com/office/drawing/2014/main" id="{516FF822-0AC6-8F49-982F-1D1D7300DD43}"/>
              </a:ext>
            </a:extLst>
          </p:cNvPr>
          <p:cNvGrpSpPr>
            <a:grpSpLocks noChangeAspect="1"/>
          </p:cNvGrpSpPr>
          <p:nvPr userDrawn="1"/>
        </p:nvGrpSpPr>
        <p:grpSpPr bwMode="auto">
          <a:xfrm>
            <a:off x="783204" y="3116889"/>
            <a:ext cx="481666" cy="481666"/>
            <a:chOff x="5507" y="439"/>
            <a:chExt cx="426" cy="426"/>
          </a:xfrm>
          <a:solidFill>
            <a:schemeClr val="accent1"/>
          </a:solidFill>
        </p:grpSpPr>
        <p:sp>
          <p:nvSpPr>
            <p:cNvPr id="137" name="Freeform 46">
              <a:extLst>
                <a:ext uri="{FF2B5EF4-FFF2-40B4-BE49-F238E27FC236}">
                  <a16:creationId xmlns:a16="http://schemas.microsoft.com/office/drawing/2014/main" id="{F4B73D59-02E7-6541-B93C-C6650620AAF5}"/>
                </a:ext>
              </a:extLst>
            </p:cNvPr>
            <p:cNvSpPr>
              <a:spLocks noEditPoints="1"/>
            </p:cNvSpPr>
            <p:nvPr/>
          </p:nvSpPr>
          <p:spPr bwMode="auto">
            <a:xfrm>
              <a:off x="5596" y="652"/>
              <a:ext cx="124" cy="124"/>
            </a:xfrm>
            <a:custGeom>
              <a:avLst/>
              <a:gdLst>
                <a:gd name="T0" fmla="*/ 42 w 84"/>
                <a:gd name="T1" fmla="*/ 84 h 84"/>
                <a:gd name="T2" fmla="*/ 0 w 84"/>
                <a:gd name="T3" fmla="*/ 42 h 84"/>
                <a:gd name="T4" fmla="*/ 42 w 84"/>
                <a:gd name="T5" fmla="*/ 0 h 84"/>
                <a:gd name="T6" fmla="*/ 84 w 84"/>
                <a:gd name="T7" fmla="*/ 42 h 84"/>
                <a:gd name="T8" fmla="*/ 42 w 84"/>
                <a:gd name="T9" fmla="*/ 84 h 84"/>
                <a:gd name="T10" fmla="*/ 42 w 84"/>
                <a:gd name="T11" fmla="*/ 12 h 84"/>
                <a:gd name="T12" fmla="*/ 12 w 84"/>
                <a:gd name="T13" fmla="*/ 42 h 84"/>
                <a:gd name="T14" fmla="*/ 42 w 84"/>
                <a:gd name="T15" fmla="*/ 72 h 84"/>
                <a:gd name="T16" fmla="*/ 72 w 84"/>
                <a:gd name="T17" fmla="*/ 42 h 84"/>
                <a:gd name="T18" fmla="*/ 42 w 84"/>
                <a:gd name="T19" fmla="*/ 1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84">
                  <a:moveTo>
                    <a:pt x="42" y="84"/>
                  </a:moveTo>
                  <a:cubicBezTo>
                    <a:pt x="19" y="84"/>
                    <a:pt x="0" y="65"/>
                    <a:pt x="0" y="42"/>
                  </a:cubicBezTo>
                  <a:cubicBezTo>
                    <a:pt x="0" y="18"/>
                    <a:pt x="19" y="0"/>
                    <a:pt x="42" y="0"/>
                  </a:cubicBezTo>
                  <a:cubicBezTo>
                    <a:pt x="66" y="0"/>
                    <a:pt x="84" y="18"/>
                    <a:pt x="84" y="42"/>
                  </a:cubicBezTo>
                  <a:cubicBezTo>
                    <a:pt x="84" y="65"/>
                    <a:pt x="66" y="84"/>
                    <a:pt x="42" y="84"/>
                  </a:cubicBezTo>
                  <a:close/>
                  <a:moveTo>
                    <a:pt x="42" y="12"/>
                  </a:moveTo>
                  <a:cubicBezTo>
                    <a:pt x="26" y="12"/>
                    <a:pt x="12" y="25"/>
                    <a:pt x="12" y="42"/>
                  </a:cubicBezTo>
                  <a:cubicBezTo>
                    <a:pt x="12" y="58"/>
                    <a:pt x="26" y="72"/>
                    <a:pt x="42" y="72"/>
                  </a:cubicBezTo>
                  <a:cubicBezTo>
                    <a:pt x="59" y="72"/>
                    <a:pt x="72" y="58"/>
                    <a:pt x="72" y="42"/>
                  </a:cubicBezTo>
                  <a:cubicBezTo>
                    <a:pt x="72" y="25"/>
                    <a:pt x="59"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38" name="Freeform 47">
              <a:extLst>
                <a:ext uri="{FF2B5EF4-FFF2-40B4-BE49-F238E27FC236}">
                  <a16:creationId xmlns:a16="http://schemas.microsoft.com/office/drawing/2014/main" id="{A069EDB2-D1F1-4B46-9633-D4A833BD8A7A}"/>
                </a:ext>
              </a:extLst>
            </p:cNvPr>
            <p:cNvSpPr>
              <a:spLocks noEditPoints="1"/>
            </p:cNvSpPr>
            <p:nvPr/>
          </p:nvSpPr>
          <p:spPr bwMode="auto">
            <a:xfrm>
              <a:off x="5809" y="492"/>
              <a:ext cx="71"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8" y="0"/>
                    <a:pt x="48" y="10"/>
                    <a:pt x="48" y="24"/>
                  </a:cubicBezTo>
                  <a:cubicBezTo>
                    <a:pt x="48" y="37"/>
                    <a:pt x="38"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39" name="Freeform 48">
              <a:extLst>
                <a:ext uri="{FF2B5EF4-FFF2-40B4-BE49-F238E27FC236}">
                  <a16:creationId xmlns:a16="http://schemas.microsoft.com/office/drawing/2014/main" id="{28E39315-063A-D84B-9973-3C71C544EA25}"/>
                </a:ext>
              </a:extLst>
            </p:cNvPr>
            <p:cNvSpPr>
              <a:spLocks noEditPoints="1"/>
            </p:cNvSpPr>
            <p:nvPr/>
          </p:nvSpPr>
          <p:spPr bwMode="auto">
            <a:xfrm>
              <a:off x="5507" y="563"/>
              <a:ext cx="302" cy="302"/>
            </a:xfrm>
            <a:custGeom>
              <a:avLst/>
              <a:gdLst>
                <a:gd name="T0" fmla="*/ 79 w 204"/>
                <a:gd name="T1" fmla="*/ 204 h 204"/>
                <a:gd name="T2" fmla="*/ 73 w 204"/>
                <a:gd name="T3" fmla="*/ 180 h 204"/>
                <a:gd name="T4" fmla="*/ 34 w 204"/>
                <a:gd name="T5" fmla="*/ 176 h 204"/>
                <a:gd name="T6" fmla="*/ 2 w 204"/>
                <a:gd name="T7" fmla="*/ 132 h 204"/>
                <a:gd name="T8" fmla="*/ 19 w 204"/>
                <a:gd name="T9" fmla="*/ 115 h 204"/>
                <a:gd name="T10" fmla="*/ 19 w 204"/>
                <a:gd name="T11" fmla="*/ 88 h 204"/>
                <a:gd name="T12" fmla="*/ 2 w 204"/>
                <a:gd name="T13" fmla="*/ 76 h 204"/>
                <a:gd name="T14" fmla="*/ 26 w 204"/>
                <a:gd name="T15" fmla="*/ 30 h 204"/>
                <a:gd name="T16" fmla="*/ 50 w 204"/>
                <a:gd name="T17" fmla="*/ 36 h 204"/>
                <a:gd name="T18" fmla="*/ 73 w 204"/>
                <a:gd name="T19" fmla="*/ 6 h 204"/>
                <a:gd name="T20" fmla="*/ 127 w 204"/>
                <a:gd name="T21" fmla="*/ 0 h 204"/>
                <a:gd name="T22" fmla="*/ 133 w 204"/>
                <a:gd name="T23" fmla="*/ 23 h 204"/>
                <a:gd name="T24" fmla="*/ 170 w 204"/>
                <a:gd name="T25" fmla="*/ 28 h 204"/>
                <a:gd name="T26" fmla="*/ 179 w 204"/>
                <a:gd name="T27" fmla="*/ 30 h 204"/>
                <a:gd name="T28" fmla="*/ 200 w 204"/>
                <a:gd name="T29" fmla="*/ 80 h 204"/>
                <a:gd name="T30" fmla="*/ 186 w 204"/>
                <a:gd name="T31" fmla="*/ 102 h 204"/>
                <a:gd name="T32" fmla="*/ 201 w 204"/>
                <a:gd name="T33" fmla="*/ 124 h 204"/>
                <a:gd name="T34" fmla="*/ 179 w 204"/>
                <a:gd name="T35" fmla="*/ 173 h 204"/>
                <a:gd name="T36" fmla="*/ 171 w 204"/>
                <a:gd name="T37" fmla="*/ 176 h 204"/>
                <a:gd name="T38" fmla="*/ 133 w 204"/>
                <a:gd name="T39" fmla="*/ 180 h 204"/>
                <a:gd name="T40" fmla="*/ 127 w 204"/>
                <a:gd name="T41" fmla="*/ 204 h 204"/>
                <a:gd name="T42" fmla="*/ 121 w 204"/>
                <a:gd name="T43" fmla="*/ 192 h 204"/>
                <a:gd name="T44" fmla="*/ 126 w 204"/>
                <a:gd name="T45" fmla="*/ 170 h 204"/>
                <a:gd name="T46" fmla="*/ 158 w 204"/>
                <a:gd name="T47" fmla="*/ 154 h 204"/>
                <a:gd name="T48" fmla="*/ 189 w 204"/>
                <a:gd name="T49" fmla="*/ 131 h 204"/>
                <a:gd name="T50" fmla="*/ 173 w 204"/>
                <a:gd name="T51" fmla="*/ 117 h 204"/>
                <a:gd name="T52" fmla="*/ 173 w 204"/>
                <a:gd name="T53" fmla="*/ 87 h 204"/>
                <a:gd name="T54" fmla="*/ 189 w 204"/>
                <a:gd name="T55" fmla="*/ 72 h 204"/>
                <a:gd name="T56" fmla="*/ 158 w 204"/>
                <a:gd name="T57" fmla="*/ 49 h 204"/>
                <a:gd name="T58" fmla="*/ 126 w 204"/>
                <a:gd name="T59" fmla="*/ 33 h 204"/>
                <a:gd name="T60" fmla="*/ 121 w 204"/>
                <a:gd name="T61" fmla="*/ 12 h 204"/>
                <a:gd name="T62" fmla="*/ 85 w 204"/>
                <a:gd name="T63" fmla="*/ 27 h 204"/>
                <a:gd name="T64" fmla="*/ 55 w 204"/>
                <a:gd name="T65" fmla="*/ 48 h 204"/>
                <a:gd name="T66" fmla="*/ 34 w 204"/>
                <a:gd name="T67" fmla="*/ 41 h 204"/>
                <a:gd name="T68" fmla="*/ 29 w 204"/>
                <a:gd name="T69" fmla="*/ 80 h 204"/>
                <a:gd name="T70" fmla="*/ 30 w 204"/>
                <a:gd name="T71" fmla="*/ 102 h 204"/>
                <a:gd name="T72" fmla="*/ 29 w 204"/>
                <a:gd name="T73" fmla="*/ 123 h 204"/>
                <a:gd name="T74" fmla="*/ 33 w 204"/>
                <a:gd name="T75" fmla="*/ 162 h 204"/>
                <a:gd name="T76" fmla="*/ 55 w 204"/>
                <a:gd name="T77" fmla="*/ 155 h 204"/>
                <a:gd name="T78" fmla="*/ 85 w 204"/>
                <a:gd name="T79" fmla="*/ 17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04" h="204">
                  <a:moveTo>
                    <a:pt x="127" y="204"/>
                  </a:moveTo>
                  <a:cubicBezTo>
                    <a:pt x="79" y="204"/>
                    <a:pt x="79" y="204"/>
                    <a:pt x="79" y="204"/>
                  </a:cubicBezTo>
                  <a:cubicBezTo>
                    <a:pt x="76" y="204"/>
                    <a:pt x="73" y="201"/>
                    <a:pt x="73" y="198"/>
                  </a:cubicBezTo>
                  <a:cubicBezTo>
                    <a:pt x="73" y="180"/>
                    <a:pt x="73" y="180"/>
                    <a:pt x="73" y="180"/>
                  </a:cubicBezTo>
                  <a:cubicBezTo>
                    <a:pt x="65" y="177"/>
                    <a:pt x="57" y="173"/>
                    <a:pt x="50" y="167"/>
                  </a:cubicBezTo>
                  <a:cubicBezTo>
                    <a:pt x="34" y="176"/>
                    <a:pt x="34" y="176"/>
                    <a:pt x="34" y="176"/>
                  </a:cubicBezTo>
                  <a:cubicBezTo>
                    <a:pt x="31" y="177"/>
                    <a:pt x="28" y="176"/>
                    <a:pt x="26" y="173"/>
                  </a:cubicBezTo>
                  <a:cubicBezTo>
                    <a:pt x="2" y="132"/>
                    <a:pt x="2" y="132"/>
                    <a:pt x="2" y="132"/>
                  </a:cubicBezTo>
                  <a:cubicBezTo>
                    <a:pt x="0" y="129"/>
                    <a:pt x="1" y="125"/>
                    <a:pt x="4" y="124"/>
                  </a:cubicBezTo>
                  <a:cubicBezTo>
                    <a:pt x="19" y="115"/>
                    <a:pt x="19" y="115"/>
                    <a:pt x="19" y="115"/>
                  </a:cubicBezTo>
                  <a:cubicBezTo>
                    <a:pt x="19" y="111"/>
                    <a:pt x="18" y="106"/>
                    <a:pt x="18" y="102"/>
                  </a:cubicBezTo>
                  <a:cubicBezTo>
                    <a:pt x="18" y="97"/>
                    <a:pt x="19" y="93"/>
                    <a:pt x="19" y="88"/>
                  </a:cubicBezTo>
                  <a:cubicBezTo>
                    <a:pt x="4" y="80"/>
                    <a:pt x="4" y="80"/>
                    <a:pt x="4" y="80"/>
                  </a:cubicBezTo>
                  <a:cubicBezTo>
                    <a:pt x="3" y="79"/>
                    <a:pt x="2" y="78"/>
                    <a:pt x="2" y="76"/>
                  </a:cubicBezTo>
                  <a:cubicBezTo>
                    <a:pt x="1" y="74"/>
                    <a:pt x="1" y="73"/>
                    <a:pt x="2" y="71"/>
                  </a:cubicBezTo>
                  <a:cubicBezTo>
                    <a:pt x="26" y="30"/>
                    <a:pt x="26" y="30"/>
                    <a:pt x="26" y="30"/>
                  </a:cubicBezTo>
                  <a:cubicBezTo>
                    <a:pt x="28" y="27"/>
                    <a:pt x="32" y="26"/>
                    <a:pt x="34" y="28"/>
                  </a:cubicBezTo>
                  <a:cubicBezTo>
                    <a:pt x="50" y="36"/>
                    <a:pt x="50" y="36"/>
                    <a:pt x="50" y="36"/>
                  </a:cubicBezTo>
                  <a:cubicBezTo>
                    <a:pt x="57" y="30"/>
                    <a:pt x="65" y="26"/>
                    <a:pt x="73" y="23"/>
                  </a:cubicBezTo>
                  <a:cubicBezTo>
                    <a:pt x="73" y="6"/>
                    <a:pt x="73" y="6"/>
                    <a:pt x="73" y="6"/>
                  </a:cubicBezTo>
                  <a:cubicBezTo>
                    <a:pt x="73" y="2"/>
                    <a:pt x="76" y="0"/>
                    <a:pt x="79" y="0"/>
                  </a:cubicBezTo>
                  <a:cubicBezTo>
                    <a:pt x="127" y="0"/>
                    <a:pt x="127" y="0"/>
                    <a:pt x="127" y="0"/>
                  </a:cubicBezTo>
                  <a:cubicBezTo>
                    <a:pt x="131" y="0"/>
                    <a:pt x="133" y="2"/>
                    <a:pt x="133" y="6"/>
                  </a:cubicBezTo>
                  <a:cubicBezTo>
                    <a:pt x="133" y="23"/>
                    <a:pt x="133" y="23"/>
                    <a:pt x="133" y="23"/>
                  </a:cubicBezTo>
                  <a:cubicBezTo>
                    <a:pt x="142" y="26"/>
                    <a:pt x="149" y="31"/>
                    <a:pt x="156" y="36"/>
                  </a:cubicBezTo>
                  <a:cubicBezTo>
                    <a:pt x="170" y="28"/>
                    <a:pt x="170" y="28"/>
                    <a:pt x="170" y="28"/>
                  </a:cubicBezTo>
                  <a:cubicBezTo>
                    <a:pt x="172" y="27"/>
                    <a:pt x="173" y="27"/>
                    <a:pt x="175" y="27"/>
                  </a:cubicBezTo>
                  <a:cubicBezTo>
                    <a:pt x="177" y="27"/>
                    <a:pt x="178" y="28"/>
                    <a:pt x="179" y="30"/>
                  </a:cubicBezTo>
                  <a:cubicBezTo>
                    <a:pt x="203" y="71"/>
                    <a:pt x="203" y="71"/>
                    <a:pt x="203" y="71"/>
                  </a:cubicBezTo>
                  <a:cubicBezTo>
                    <a:pt x="204" y="74"/>
                    <a:pt x="203" y="78"/>
                    <a:pt x="200" y="80"/>
                  </a:cubicBezTo>
                  <a:cubicBezTo>
                    <a:pt x="185" y="88"/>
                    <a:pt x="185" y="88"/>
                    <a:pt x="185" y="88"/>
                  </a:cubicBezTo>
                  <a:cubicBezTo>
                    <a:pt x="186" y="93"/>
                    <a:pt x="186" y="97"/>
                    <a:pt x="186" y="102"/>
                  </a:cubicBezTo>
                  <a:cubicBezTo>
                    <a:pt x="186" y="106"/>
                    <a:pt x="186" y="111"/>
                    <a:pt x="185" y="115"/>
                  </a:cubicBezTo>
                  <a:cubicBezTo>
                    <a:pt x="201" y="124"/>
                    <a:pt x="201" y="124"/>
                    <a:pt x="201" y="124"/>
                  </a:cubicBezTo>
                  <a:cubicBezTo>
                    <a:pt x="203" y="125"/>
                    <a:pt x="204" y="129"/>
                    <a:pt x="203" y="132"/>
                  </a:cubicBezTo>
                  <a:cubicBezTo>
                    <a:pt x="179" y="173"/>
                    <a:pt x="179" y="173"/>
                    <a:pt x="179" y="173"/>
                  </a:cubicBezTo>
                  <a:cubicBezTo>
                    <a:pt x="178" y="175"/>
                    <a:pt x="177" y="176"/>
                    <a:pt x="175" y="176"/>
                  </a:cubicBezTo>
                  <a:cubicBezTo>
                    <a:pt x="174" y="177"/>
                    <a:pt x="172" y="176"/>
                    <a:pt x="171" y="176"/>
                  </a:cubicBezTo>
                  <a:cubicBezTo>
                    <a:pt x="156" y="167"/>
                    <a:pt x="156" y="167"/>
                    <a:pt x="156" y="167"/>
                  </a:cubicBezTo>
                  <a:cubicBezTo>
                    <a:pt x="149" y="173"/>
                    <a:pt x="142" y="177"/>
                    <a:pt x="133" y="180"/>
                  </a:cubicBezTo>
                  <a:cubicBezTo>
                    <a:pt x="133" y="198"/>
                    <a:pt x="133" y="198"/>
                    <a:pt x="133" y="198"/>
                  </a:cubicBezTo>
                  <a:cubicBezTo>
                    <a:pt x="133" y="201"/>
                    <a:pt x="131" y="204"/>
                    <a:pt x="127" y="204"/>
                  </a:cubicBezTo>
                  <a:close/>
                  <a:moveTo>
                    <a:pt x="85" y="192"/>
                  </a:moveTo>
                  <a:cubicBezTo>
                    <a:pt x="121" y="192"/>
                    <a:pt x="121" y="192"/>
                    <a:pt x="121" y="192"/>
                  </a:cubicBezTo>
                  <a:cubicBezTo>
                    <a:pt x="121" y="176"/>
                    <a:pt x="121" y="176"/>
                    <a:pt x="121" y="176"/>
                  </a:cubicBezTo>
                  <a:cubicBezTo>
                    <a:pt x="121" y="173"/>
                    <a:pt x="123" y="171"/>
                    <a:pt x="126" y="170"/>
                  </a:cubicBezTo>
                  <a:cubicBezTo>
                    <a:pt x="136" y="167"/>
                    <a:pt x="143" y="162"/>
                    <a:pt x="151" y="155"/>
                  </a:cubicBezTo>
                  <a:cubicBezTo>
                    <a:pt x="153" y="153"/>
                    <a:pt x="156" y="153"/>
                    <a:pt x="158" y="154"/>
                  </a:cubicBezTo>
                  <a:cubicBezTo>
                    <a:pt x="172" y="162"/>
                    <a:pt x="172" y="162"/>
                    <a:pt x="172" y="162"/>
                  </a:cubicBezTo>
                  <a:cubicBezTo>
                    <a:pt x="189" y="131"/>
                    <a:pt x="189" y="131"/>
                    <a:pt x="189" y="131"/>
                  </a:cubicBezTo>
                  <a:cubicBezTo>
                    <a:pt x="176" y="123"/>
                    <a:pt x="176" y="123"/>
                    <a:pt x="176" y="123"/>
                  </a:cubicBezTo>
                  <a:cubicBezTo>
                    <a:pt x="173" y="122"/>
                    <a:pt x="172" y="119"/>
                    <a:pt x="173" y="117"/>
                  </a:cubicBezTo>
                  <a:cubicBezTo>
                    <a:pt x="174" y="112"/>
                    <a:pt x="174" y="107"/>
                    <a:pt x="174" y="102"/>
                  </a:cubicBezTo>
                  <a:cubicBezTo>
                    <a:pt x="174" y="97"/>
                    <a:pt x="174" y="92"/>
                    <a:pt x="173" y="87"/>
                  </a:cubicBezTo>
                  <a:cubicBezTo>
                    <a:pt x="172" y="84"/>
                    <a:pt x="173" y="81"/>
                    <a:pt x="176" y="80"/>
                  </a:cubicBezTo>
                  <a:cubicBezTo>
                    <a:pt x="189" y="72"/>
                    <a:pt x="189" y="72"/>
                    <a:pt x="189" y="72"/>
                  </a:cubicBezTo>
                  <a:cubicBezTo>
                    <a:pt x="171" y="41"/>
                    <a:pt x="171" y="41"/>
                    <a:pt x="171" y="41"/>
                  </a:cubicBezTo>
                  <a:cubicBezTo>
                    <a:pt x="158" y="49"/>
                    <a:pt x="158" y="49"/>
                    <a:pt x="158" y="49"/>
                  </a:cubicBezTo>
                  <a:cubicBezTo>
                    <a:pt x="156" y="50"/>
                    <a:pt x="153" y="50"/>
                    <a:pt x="151" y="48"/>
                  </a:cubicBezTo>
                  <a:cubicBezTo>
                    <a:pt x="143" y="41"/>
                    <a:pt x="136" y="36"/>
                    <a:pt x="126" y="33"/>
                  </a:cubicBezTo>
                  <a:cubicBezTo>
                    <a:pt x="123" y="33"/>
                    <a:pt x="121" y="30"/>
                    <a:pt x="121" y="27"/>
                  </a:cubicBezTo>
                  <a:cubicBezTo>
                    <a:pt x="121" y="12"/>
                    <a:pt x="121" y="12"/>
                    <a:pt x="121" y="12"/>
                  </a:cubicBezTo>
                  <a:cubicBezTo>
                    <a:pt x="85" y="12"/>
                    <a:pt x="85" y="12"/>
                    <a:pt x="85" y="12"/>
                  </a:cubicBezTo>
                  <a:cubicBezTo>
                    <a:pt x="85" y="27"/>
                    <a:pt x="85" y="27"/>
                    <a:pt x="85" y="27"/>
                  </a:cubicBezTo>
                  <a:cubicBezTo>
                    <a:pt x="85" y="30"/>
                    <a:pt x="83" y="32"/>
                    <a:pt x="81" y="33"/>
                  </a:cubicBezTo>
                  <a:cubicBezTo>
                    <a:pt x="71" y="36"/>
                    <a:pt x="63" y="40"/>
                    <a:pt x="55" y="48"/>
                  </a:cubicBezTo>
                  <a:cubicBezTo>
                    <a:pt x="53" y="50"/>
                    <a:pt x="50" y="50"/>
                    <a:pt x="48" y="49"/>
                  </a:cubicBezTo>
                  <a:cubicBezTo>
                    <a:pt x="34" y="41"/>
                    <a:pt x="34" y="41"/>
                    <a:pt x="34" y="41"/>
                  </a:cubicBezTo>
                  <a:cubicBezTo>
                    <a:pt x="16" y="72"/>
                    <a:pt x="16" y="72"/>
                    <a:pt x="16" y="72"/>
                  </a:cubicBezTo>
                  <a:cubicBezTo>
                    <a:pt x="29" y="80"/>
                    <a:pt x="29" y="80"/>
                    <a:pt x="29" y="80"/>
                  </a:cubicBezTo>
                  <a:cubicBezTo>
                    <a:pt x="31" y="81"/>
                    <a:pt x="33" y="84"/>
                    <a:pt x="32" y="87"/>
                  </a:cubicBezTo>
                  <a:cubicBezTo>
                    <a:pt x="31" y="92"/>
                    <a:pt x="30" y="97"/>
                    <a:pt x="30" y="102"/>
                  </a:cubicBezTo>
                  <a:cubicBezTo>
                    <a:pt x="30" y="107"/>
                    <a:pt x="31" y="112"/>
                    <a:pt x="32" y="117"/>
                  </a:cubicBezTo>
                  <a:cubicBezTo>
                    <a:pt x="33" y="119"/>
                    <a:pt x="31" y="122"/>
                    <a:pt x="29" y="123"/>
                  </a:cubicBezTo>
                  <a:cubicBezTo>
                    <a:pt x="15" y="131"/>
                    <a:pt x="15" y="131"/>
                    <a:pt x="15" y="131"/>
                  </a:cubicBezTo>
                  <a:cubicBezTo>
                    <a:pt x="33" y="162"/>
                    <a:pt x="33" y="162"/>
                    <a:pt x="33" y="162"/>
                  </a:cubicBezTo>
                  <a:cubicBezTo>
                    <a:pt x="48" y="154"/>
                    <a:pt x="48" y="154"/>
                    <a:pt x="48" y="154"/>
                  </a:cubicBezTo>
                  <a:cubicBezTo>
                    <a:pt x="50" y="153"/>
                    <a:pt x="53" y="153"/>
                    <a:pt x="55" y="155"/>
                  </a:cubicBezTo>
                  <a:cubicBezTo>
                    <a:pt x="63" y="163"/>
                    <a:pt x="71" y="167"/>
                    <a:pt x="81" y="170"/>
                  </a:cubicBezTo>
                  <a:cubicBezTo>
                    <a:pt x="83" y="171"/>
                    <a:pt x="85" y="173"/>
                    <a:pt x="85" y="176"/>
                  </a:cubicBezTo>
                  <a:lnTo>
                    <a:pt x="85"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40" name="Freeform 49">
              <a:extLst>
                <a:ext uri="{FF2B5EF4-FFF2-40B4-BE49-F238E27FC236}">
                  <a16:creationId xmlns:a16="http://schemas.microsoft.com/office/drawing/2014/main" id="{25703F0B-4AFB-1142-AB77-64647188DC7B}"/>
                </a:ext>
              </a:extLst>
            </p:cNvPr>
            <p:cNvSpPr>
              <a:spLocks noEditPoints="1"/>
            </p:cNvSpPr>
            <p:nvPr/>
          </p:nvSpPr>
          <p:spPr bwMode="auto">
            <a:xfrm>
              <a:off x="5757" y="439"/>
              <a:ext cx="176" cy="178"/>
            </a:xfrm>
            <a:custGeom>
              <a:avLst/>
              <a:gdLst>
                <a:gd name="T0" fmla="*/ 48 w 119"/>
                <a:gd name="T1" fmla="*/ 120 h 120"/>
                <a:gd name="T2" fmla="*/ 42 w 119"/>
                <a:gd name="T3" fmla="*/ 104 h 120"/>
                <a:gd name="T4" fmla="*/ 21 w 119"/>
                <a:gd name="T5" fmla="*/ 102 h 120"/>
                <a:gd name="T6" fmla="*/ 1 w 119"/>
                <a:gd name="T7" fmla="*/ 79 h 120"/>
                <a:gd name="T8" fmla="*/ 4 w 119"/>
                <a:gd name="T9" fmla="*/ 71 h 120"/>
                <a:gd name="T10" fmla="*/ 11 w 119"/>
                <a:gd name="T11" fmla="*/ 60 h 120"/>
                <a:gd name="T12" fmla="*/ 4 w 119"/>
                <a:gd name="T13" fmla="*/ 48 h 120"/>
                <a:gd name="T14" fmla="*/ 2 w 119"/>
                <a:gd name="T15" fmla="*/ 40 h 120"/>
                <a:gd name="T16" fmla="*/ 22 w 119"/>
                <a:gd name="T17" fmla="*/ 17 h 120"/>
                <a:gd name="T18" fmla="*/ 42 w 119"/>
                <a:gd name="T19" fmla="*/ 15 h 120"/>
                <a:gd name="T20" fmla="*/ 48 w 119"/>
                <a:gd name="T21" fmla="*/ 0 h 120"/>
                <a:gd name="T22" fmla="*/ 78 w 119"/>
                <a:gd name="T23" fmla="*/ 6 h 120"/>
                <a:gd name="T24" fmla="*/ 89 w 119"/>
                <a:gd name="T25" fmla="*/ 22 h 120"/>
                <a:gd name="T26" fmla="*/ 102 w 119"/>
                <a:gd name="T27" fmla="*/ 16 h 120"/>
                <a:gd name="T28" fmla="*/ 117 w 119"/>
                <a:gd name="T29" fmla="*/ 40 h 120"/>
                <a:gd name="T30" fmla="*/ 107 w 119"/>
                <a:gd name="T31" fmla="*/ 53 h 120"/>
                <a:gd name="T32" fmla="*/ 107 w 119"/>
                <a:gd name="T33" fmla="*/ 66 h 120"/>
                <a:gd name="T34" fmla="*/ 117 w 119"/>
                <a:gd name="T35" fmla="*/ 79 h 120"/>
                <a:gd name="T36" fmla="*/ 102 w 119"/>
                <a:gd name="T37" fmla="*/ 103 h 120"/>
                <a:gd name="T38" fmla="*/ 89 w 119"/>
                <a:gd name="T39" fmla="*/ 97 h 120"/>
                <a:gd name="T40" fmla="*/ 78 w 119"/>
                <a:gd name="T41" fmla="*/ 114 h 120"/>
                <a:gd name="T42" fmla="*/ 54 w 119"/>
                <a:gd name="T43" fmla="*/ 108 h 120"/>
                <a:gd name="T44" fmla="*/ 66 w 119"/>
                <a:gd name="T45" fmla="*/ 100 h 120"/>
                <a:gd name="T46" fmla="*/ 84 w 119"/>
                <a:gd name="T47" fmla="*/ 86 h 120"/>
                <a:gd name="T48" fmla="*/ 98 w 119"/>
                <a:gd name="T49" fmla="*/ 89 h 120"/>
                <a:gd name="T50" fmla="*/ 97 w 119"/>
                <a:gd name="T51" fmla="*/ 75 h 120"/>
                <a:gd name="T52" fmla="*/ 95 w 119"/>
                <a:gd name="T53" fmla="*/ 60 h 120"/>
                <a:gd name="T54" fmla="*/ 97 w 119"/>
                <a:gd name="T55" fmla="*/ 45 h 120"/>
                <a:gd name="T56" fmla="*/ 98 w 119"/>
                <a:gd name="T57" fmla="*/ 31 h 120"/>
                <a:gd name="T58" fmla="*/ 84 w 119"/>
                <a:gd name="T59" fmla="*/ 34 h 120"/>
                <a:gd name="T60" fmla="*/ 66 w 119"/>
                <a:gd name="T61" fmla="*/ 19 h 120"/>
                <a:gd name="T62" fmla="*/ 54 w 119"/>
                <a:gd name="T63" fmla="*/ 12 h 120"/>
                <a:gd name="T64" fmla="*/ 50 w 119"/>
                <a:gd name="T65" fmla="*/ 25 h 120"/>
                <a:gd name="T66" fmla="*/ 28 w 119"/>
                <a:gd name="T67" fmla="*/ 34 h 120"/>
                <a:gd name="T68" fmla="*/ 15 w 119"/>
                <a:gd name="T69" fmla="*/ 41 h 120"/>
                <a:gd name="T70" fmla="*/ 24 w 119"/>
                <a:gd name="T71" fmla="*/ 51 h 120"/>
                <a:gd name="T72" fmla="*/ 24 w 119"/>
                <a:gd name="T73" fmla="*/ 68 h 120"/>
                <a:gd name="T74" fmla="*/ 15 w 119"/>
                <a:gd name="T75" fmla="*/ 78 h 120"/>
                <a:gd name="T76" fmla="*/ 28 w 119"/>
                <a:gd name="T77" fmla="*/ 85 h 120"/>
                <a:gd name="T78" fmla="*/ 50 w 119"/>
                <a:gd name="T79" fmla="*/ 94 h 120"/>
                <a:gd name="T80" fmla="*/ 54 w 119"/>
                <a:gd name="T81"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9" h="120">
                  <a:moveTo>
                    <a:pt x="72" y="120"/>
                  </a:moveTo>
                  <a:cubicBezTo>
                    <a:pt x="48" y="120"/>
                    <a:pt x="48" y="120"/>
                    <a:pt x="48" y="120"/>
                  </a:cubicBezTo>
                  <a:cubicBezTo>
                    <a:pt x="45" y="120"/>
                    <a:pt x="42" y="117"/>
                    <a:pt x="42" y="114"/>
                  </a:cubicBezTo>
                  <a:cubicBezTo>
                    <a:pt x="42" y="104"/>
                    <a:pt x="42" y="104"/>
                    <a:pt x="42" y="104"/>
                  </a:cubicBezTo>
                  <a:cubicBezTo>
                    <a:pt x="38" y="102"/>
                    <a:pt x="34" y="100"/>
                    <a:pt x="30" y="97"/>
                  </a:cubicBezTo>
                  <a:cubicBezTo>
                    <a:pt x="21" y="102"/>
                    <a:pt x="21" y="102"/>
                    <a:pt x="21" y="102"/>
                  </a:cubicBezTo>
                  <a:cubicBezTo>
                    <a:pt x="19" y="104"/>
                    <a:pt x="15" y="103"/>
                    <a:pt x="13" y="100"/>
                  </a:cubicBezTo>
                  <a:cubicBezTo>
                    <a:pt x="1" y="79"/>
                    <a:pt x="1" y="79"/>
                    <a:pt x="1" y="79"/>
                  </a:cubicBezTo>
                  <a:cubicBezTo>
                    <a:pt x="1" y="78"/>
                    <a:pt x="0" y="76"/>
                    <a:pt x="1" y="75"/>
                  </a:cubicBezTo>
                  <a:cubicBezTo>
                    <a:pt x="1" y="73"/>
                    <a:pt x="2" y="72"/>
                    <a:pt x="4" y="71"/>
                  </a:cubicBezTo>
                  <a:cubicBezTo>
                    <a:pt x="12" y="66"/>
                    <a:pt x="12" y="66"/>
                    <a:pt x="12" y="66"/>
                  </a:cubicBezTo>
                  <a:cubicBezTo>
                    <a:pt x="12" y="64"/>
                    <a:pt x="11" y="62"/>
                    <a:pt x="11" y="60"/>
                  </a:cubicBezTo>
                  <a:cubicBezTo>
                    <a:pt x="11" y="57"/>
                    <a:pt x="12" y="55"/>
                    <a:pt x="12" y="53"/>
                  </a:cubicBezTo>
                  <a:cubicBezTo>
                    <a:pt x="4" y="48"/>
                    <a:pt x="4" y="48"/>
                    <a:pt x="4" y="48"/>
                  </a:cubicBezTo>
                  <a:cubicBezTo>
                    <a:pt x="2" y="47"/>
                    <a:pt x="1" y="46"/>
                    <a:pt x="1" y="45"/>
                  </a:cubicBezTo>
                  <a:cubicBezTo>
                    <a:pt x="0" y="43"/>
                    <a:pt x="1" y="41"/>
                    <a:pt x="2" y="40"/>
                  </a:cubicBezTo>
                  <a:cubicBezTo>
                    <a:pt x="14" y="19"/>
                    <a:pt x="14" y="19"/>
                    <a:pt x="14" y="19"/>
                  </a:cubicBezTo>
                  <a:cubicBezTo>
                    <a:pt x="15" y="16"/>
                    <a:pt x="19" y="15"/>
                    <a:pt x="22" y="17"/>
                  </a:cubicBezTo>
                  <a:cubicBezTo>
                    <a:pt x="30" y="22"/>
                    <a:pt x="30" y="22"/>
                    <a:pt x="30" y="22"/>
                  </a:cubicBezTo>
                  <a:cubicBezTo>
                    <a:pt x="34" y="19"/>
                    <a:pt x="38" y="17"/>
                    <a:pt x="42" y="15"/>
                  </a:cubicBezTo>
                  <a:cubicBezTo>
                    <a:pt x="42" y="6"/>
                    <a:pt x="42" y="6"/>
                    <a:pt x="42" y="6"/>
                  </a:cubicBezTo>
                  <a:cubicBezTo>
                    <a:pt x="42" y="2"/>
                    <a:pt x="45" y="0"/>
                    <a:pt x="48" y="0"/>
                  </a:cubicBezTo>
                  <a:cubicBezTo>
                    <a:pt x="72" y="0"/>
                    <a:pt x="72" y="0"/>
                    <a:pt x="72" y="0"/>
                  </a:cubicBezTo>
                  <a:cubicBezTo>
                    <a:pt x="76" y="0"/>
                    <a:pt x="78" y="2"/>
                    <a:pt x="78" y="6"/>
                  </a:cubicBezTo>
                  <a:cubicBezTo>
                    <a:pt x="78" y="15"/>
                    <a:pt x="78" y="15"/>
                    <a:pt x="78" y="15"/>
                  </a:cubicBezTo>
                  <a:cubicBezTo>
                    <a:pt x="82" y="17"/>
                    <a:pt x="86" y="19"/>
                    <a:pt x="89" y="22"/>
                  </a:cubicBezTo>
                  <a:cubicBezTo>
                    <a:pt x="97" y="17"/>
                    <a:pt x="97" y="17"/>
                    <a:pt x="97" y="17"/>
                  </a:cubicBezTo>
                  <a:cubicBezTo>
                    <a:pt x="98" y="16"/>
                    <a:pt x="100" y="16"/>
                    <a:pt x="102" y="16"/>
                  </a:cubicBezTo>
                  <a:cubicBezTo>
                    <a:pt x="103" y="17"/>
                    <a:pt x="105" y="18"/>
                    <a:pt x="105" y="19"/>
                  </a:cubicBezTo>
                  <a:cubicBezTo>
                    <a:pt x="117" y="40"/>
                    <a:pt x="117" y="40"/>
                    <a:pt x="117" y="40"/>
                  </a:cubicBezTo>
                  <a:cubicBezTo>
                    <a:pt x="119" y="43"/>
                    <a:pt x="118" y="47"/>
                    <a:pt x="115" y="48"/>
                  </a:cubicBezTo>
                  <a:cubicBezTo>
                    <a:pt x="107" y="53"/>
                    <a:pt x="107" y="53"/>
                    <a:pt x="107" y="53"/>
                  </a:cubicBezTo>
                  <a:cubicBezTo>
                    <a:pt x="107" y="55"/>
                    <a:pt x="107" y="57"/>
                    <a:pt x="107" y="60"/>
                  </a:cubicBezTo>
                  <a:cubicBezTo>
                    <a:pt x="107" y="62"/>
                    <a:pt x="107" y="64"/>
                    <a:pt x="107" y="66"/>
                  </a:cubicBezTo>
                  <a:cubicBezTo>
                    <a:pt x="115" y="71"/>
                    <a:pt x="115" y="71"/>
                    <a:pt x="115" y="71"/>
                  </a:cubicBezTo>
                  <a:cubicBezTo>
                    <a:pt x="118" y="73"/>
                    <a:pt x="119" y="76"/>
                    <a:pt x="117" y="79"/>
                  </a:cubicBezTo>
                  <a:cubicBezTo>
                    <a:pt x="106" y="100"/>
                    <a:pt x="106" y="100"/>
                    <a:pt x="106" y="100"/>
                  </a:cubicBezTo>
                  <a:cubicBezTo>
                    <a:pt x="105" y="101"/>
                    <a:pt x="103" y="102"/>
                    <a:pt x="102" y="103"/>
                  </a:cubicBezTo>
                  <a:cubicBezTo>
                    <a:pt x="100" y="103"/>
                    <a:pt x="99" y="103"/>
                    <a:pt x="97" y="102"/>
                  </a:cubicBezTo>
                  <a:cubicBezTo>
                    <a:pt x="89" y="97"/>
                    <a:pt x="89" y="97"/>
                    <a:pt x="89" y="97"/>
                  </a:cubicBezTo>
                  <a:cubicBezTo>
                    <a:pt x="86" y="100"/>
                    <a:pt x="82" y="102"/>
                    <a:pt x="78" y="104"/>
                  </a:cubicBezTo>
                  <a:cubicBezTo>
                    <a:pt x="78" y="114"/>
                    <a:pt x="78" y="114"/>
                    <a:pt x="78" y="114"/>
                  </a:cubicBezTo>
                  <a:cubicBezTo>
                    <a:pt x="78" y="117"/>
                    <a:pt x="76" y="120"/>
                    <a:pt x="72" y="120"/>
                  </a:cubicBezTo>
                  <a:close/>
                  <a:moveTo>
                    <a:pt x="54" y="108"/>
                  </a:moveTo>
                  <a:cubicBezTo>
                    <a:pt x="66" y="108"/>
                    <a:pt x="66" y="108"/>
                    <a:pt x="66" y="108"/>
                  </a:cubicBezTo>
                  <a:cubicBezTo>
                    <a:pt x="66" y="100"/>
                    <a:pt x="66" y="100"/>
                    <a:pt x="66" y="100"/>
                  </a:cubicBezTo>
                  <a:cubicBezTo>
                    <a:pt x="66" y="97"/>
                    <a:pt x="68" y="95"/>
                    <a:pt x="70" y="94"/>
                  </a:cubicBezTo>
                  <a:cubicBezTo>
                    <a:pt x="76" y="93"/>
                    <a:pt x="80" y="90"/>
                    <a:pt x="84" y="86"/>
                  </a:cubicBezTo>
                  <a:cubicBezTo>
                    <a:pt x="86" y="84"/>
                    <a:pt x="89" y="84"/>
                    <a:pt x="92" y="85"/>
                  </a:cubicBezTo>
                  <a:cubicBezTo>
                    <a:pt x="98" y="89"/>
                    <a:pt x="98" y="89"/>
                    <a:pt x="98" y="89"/>
                  </a:cubicBezTo>
                  <a:cubicBezTo>
                    <a:pt x="104" y="78"/>
                    <a:pt x="104" y="78"/>
                    <a:pt x="104" y="78"/>
                  </a:cubicBezTo>
                  <a:cubicBezTo>
                    <a:pt x="97" y="75"/>
                    <a:pt x="97" y="75"/>
                    <a:pt x="97" y="75"/>
                  </a:cubicBezTo>
                  <a:cubicBezTo>
                    <a:pt x="95" y="73"/>
                    <a:pt x="94" y="71"/>
                    <a:pt x="94" y="68"/>
                  </a:cubicBezTo>
                  <a:cubicBezTo>
                    <a:pt x="95" y="65"/>
                    <a:pt x="95" y="62"/>
                    <a:pt x="95" y="60"/>
                  </a:cubicBezTo>
                  <a:cubicBezTo>
                    <a:pt x="95" y="57"/>
                    <a:pt x="95" y="54"/>
                    <a:pt x="94" y="51"/>
                  </a:cubicBezTo>
                  <a:cubicBezTo>
                    <a:pt x="94" y="49"/>
                    <a:pt x="95" y="46"/>
                    <a:pt x="97" y="45"/>
                  </a:cubicBezTo>
                  <a:cubicBezTo>
                    <a:pt x="104" y="41"/>
                    <a:pt x="104" y="41"/>
                    <a:pt x="104" y="41"/>
                  </a:cubicBezTo>
                  <a:cubicBezTo>
                    <a:pt x="98" y="31"/>
                    <a:pt x="98" y="31"/>
                    <a:pt x="98" y="31"/>
                  </a:cubicBezTo>
                  <a:cubicBezTo>
                    <a:pt x="92" y="34"/>
                    <a:pt x="92" y="34"/>
                    <a:pt x="92" y="34"/>
                  </a:cubicBezTo>
                  <a:cubicBezTo>
                    <a:pt x="89" y="36"/>
                    <a:pt x="86" y="35"/>
                    <a:pt x="84" y="34"/>
                  </a:cubicBezTo>
                  <a:cubicBezTo>
                    <a:pt x="80" y="30"/>
                    <a:pt x="76" y="27"/>
                    <a:pt x="70" y="25"/>
                  </a:cubicBezTo>
                  <a:cubicBezTo>
                    <a:pt x="68" y="24"/>
                    <a:pt x="66" y="22"/>
                    <a:pt x="66" y="19"/>
                  </a:cubicBezTo>
                  <a:cubicBezTo>
                    <a:pt x="66" y="12"/>
                    <a:pt x="66" y="12"/>
                    <a:pt x="66" y="12"/>
                  </a:cubicBezTo>
                  <a:cubicBezTo>
                    <a:pt x="54" y="12"/>
                    <a:pt x="54" y="12"/>
                    <a:pt x="54" y="12"/>
                  </a:cubicBezTo>
                  <a:cubicBezTo>
                    <a:pt x="54" y="19"/>
                    <a:pt x="54" y="19"/>
                    <a:pt x="54" y="19"/>
                  </a:cubicBezTo>
                  <a:cubicBezTo>
                    <a:pt x="54" y="22"/>
                    <a:pt x="53" y="24"/>
                    <a:pt x="50" y="25"/>
                  </a:cubicBezTo>
                  <a:cubicBezTo>
                    <a:pt x="44" y="27"/>
                    <a:pt x="39" y="30"/>
                    <a:pt x="35" y="34"/>
                  </a:cubicBezTo>
                  <a:cubicBezTo>
                    <a:pt x="33" y="35"/>
                    <a:pt x="30" y="36"/>
                    <a:pt x="28" y="34"/>
                  </a:cubicBezTo>
                  <a:cubicBezTo>
                    <a:pt x="21" y="30"/>
                    <a:pt x="21" y="30"/>
                    <a:pt x="21" y="30"/>
                  </a:cubicBezTo>
                  <a:cubicBezTo>
                    <a:pt x="15" y="41"/>
                    <a:pt x="15" y="41"/>
                    <a:pt x="15" y="41"/>
                  </a:cubicBezTo>
                  <a:cubicBezTo>
                    <a:pt x="22" y="45"/>
                    <a:pt x="22" y="45"/>
                    <a:pt x="22" y="45"/>
                  </a:cubicBezTo>
                  <a:cubicBezTo>
                    <a:pt x="24" y="46"/>
                    <a:pt x="25" y="49"/>
                    <a:pt x="24" y="51"/>
                  </a:cubicBezTo>
                  <a:cubicBezTo>
                    <a:pt x="24" y="54"/>
                    <a:pt x="23" y="57"/>
                    <a:pt x="23" y="60"/>
                  </a:cubicBezTo>
                  <a:cubicBezTo>
                    <a:pt x="23" y="62"/>
                    <a:pt x="24" y="65"/>
                    <a:pt x="24" y="68"/>
                  </a:cubicBezTo>
                  <a:cubicBezTo>
                    <a:pt x="25" y="71"/>
                    <a:pt x="24" y="73"/>
                    <a:pt x="22" y="75"/>
                  </a:cubicBezTo>
                  <a:cubicBezTo>
                    <a:pt x="15" y="78"/>
                    <a:pt x="15" y="78"/>
                    <a:pt x="15" y="78"/>
                  </a:cubicBezTo>
                  <a:cubicBezTo>
                    <a:pt x="21" y="89"/>
                    <a:pt x="21" y="89"/>
                    <a:pt x="21" y="89"/>
                  </a:cubicBezTo>
                  <a:cubicBezTo>
                    <a:pt x="28" y="85"/>
                    <a:pt x="28" y="85"/>
                    <a:pt x="28" y="85"/>
                  </a:cubicBezTo>
                  <a:cubicBezTo>
                    <a:pt x="30" y="84"/>
                    <a:pt x="33" y="84"/>
                    <a:pt x="35" y="86"/>
                  </a:cubicBezTo>
                  <a:cubicBezTo>
                    <a:pt x="39" y="89"/>
                    <a:pt x="44" y="92"/>
                    <a:pt x="50" y="94"/>
                  </a:cubicBezTo>
                  <a:cubicBezTo>
                    <a:pt x="53" y="95"/>
                    <a:pt x="54" y="97"/>
                    <a:pt x="54" y="100"/>
                  </a:cubicBezTo>
                  <a:lnTo>
                    <a:pt x="5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141" name="Group 79">
            <a:extLst>
              <a:ext uri="{FF2B5EF4-FFF2-40B4-BE49-F238E27FC236}">
                <a16:creationId xmlns:a16="http://schemas.microsoft.com/office/drawing/2014/main" id="{F01FD265-4EA3-E648-9E9F-F7ED57259CE5}"/>
              </a:ext>
            </a:extLst>
          </p:cNvPr>
          <p:cNvGrpSpPr>
            <a:grpSpLocks noChangeAspect="1"/>
          </p:cNvGrpSpPr>
          <p:nvPr userDrawn="1"/>
        </p:nvGrpSpPr>
        <p:grpSpPr bwMode="auto">
          <a:xfrm>
            <a:off x="4608644" y="3186991"/>
            <a:ext cx="481666" cy="341462"/>
            <a:chOff x="3437" y="1784"/>
            <a:chExt cx="426" cy="302"/>
          </a:xfrm>
          <a:solidFill>
            <a:schemeClr val="accent1"/>
          </a:solidFill>
        </p:grpSpPr>
        <p:sp>
          <p:nvSpPr>
            <p:cNvPr id="142" name="Freeform 80">
              <a:extLst>
                <a:ext uri="{FF2B5EF4-FFF2-40B4-BE49-F238E27FC236}">
                  <a16:creationId xmlns:a16="http://schemas.microsoft.com/office/drawing/2014/main" id="{AD563135-6D41-B34F-8DBF-9789C1D2FC7D}"/>
                </a:ext>
              </a:extLst>
            </p:cNvPr>
            <p:cNvSpPr>
              <a:spLocks noEditPoints="1"/>
            </p:cNvSpPr>
            <p:nvPr/>
          </p:nvSpPr>
          <p:spPr bwMode="auto">
            <a:xfrm>
              <a:off x="3614" y="1962"/>
              <a:ext cx="72" cy="70"/>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43" name="Freeform 81">
              <a:extLst>
                <a:ext uri="{FF2B5EF4-FFF2-40B4-BE49-F238E27FC236}">
                  <a16:creationId xmlns:a16="http://schemas.microsoft.com/office/drawing/2014/main" id="{8E14FF8C-207B-F447-B912-AC19E0458359}"/>
                </a:ext>
              </a:extLst>
            </p:cNvPr>
            <p:cNvSpPr>
              <a:spLocks/>
            </p:cNvSpPr>
            <p:nvPr/>
          </p:nvSpPr>
          <p:spPr bwMode="auto">
            <a:xfrm>
              <a:off x="3659" y="1880"/>
              <a:ext cx="108" cy="107"/>
            </a:xfrm>
            <a:custGeom>
              <a:avLst/>
              <a:gdLst>
                <a:gd name="T0" fmla="*/ 7 w 73"/>
                <a:gd name="T1" fmla="*/ 72 h 72"/>
                <a:gd name="T2" fmla="*/ 3 w 73"/>
                <a:gd name="T3" fmla="*/ 70 h 72"/>
                <a:gd name="T4" fmla="*/ 3 w 73"/>
                <a:gd name="T5" fmla="*/ 62 h 72"/>
                <a:gd name="T6" fmla="*/ 62 w 73"/>
                <a:gd name="T7" fmla="*/ 2 h 72"/>
                <a:gd name="T8" fmla="*/ 71 w 73"/>
                <a:gd name="T9" fmla="*/ 2 h 72"/>
                <a:gd name="T10" fmla="*/ 71 w 73"/>
                <a:gd name="T11" fmla="*/ 11 h 72"/>
                <a:gd name="T12" fmla="*/ 11 w 73"/>
                <a:gd name="T13" fmla="*/ 70 h 72"/>
                <a:gd name="T14" fmla="*/ 7 w 73"/>
                <a:gd name="T15" fmla="*/ 72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72">
                  <a:moveTo>
                    <a:pt x="7" y="72"/>
                  </a:moveTo>
                  <a:cubicBezTo>
                    <a:pt x="5" y="72"/>
                    <a:pt x="4" y="72"/>
                    <a:pt x="3" y="70"/>
                  </a:cubicBezTo>
                  <a:cubicBezTo>
                    <a:pt x="0" y="68"/>
                    <a:pt x="0" y="64"/>
                    <a:pt x="3" y="62"/>
                  </a:cubicBezTo>
                  <a:cubicBezTo>
                    <a:pt x="62" y="2"/>
                    <a:pt x="62" y="2"/>
                    <a:pt x="62" y="2"/>
                  </a:cubicBezTo>
                  <a:cubicBezTo>
                    <a:pt x="64" y="0"/>
                    <a:pt x="68" y="0"/>
                    <a:pt x="71" y="2"/>
                  </a:cubicBezTo>
                  <a:cubicBezTo>
                    <a:pt x="73" y="5"/>
                    <a:pt x="73" y="9"/>
                    <a:pt x="71" y="11"/>
                  </a:cubicBezTo>
                  <a:cubicBezTo>
                    <a:pt x="11" y="70"/>
                    <a:pt x="11" y="70"/>
                    <a:pt x="11" y="70"/>
                  </a:cubicBezTo>
                  <a:cubicBezTo>
                    <a:pt x="10" y="72"/>
                    <a:pt x="9" y="72"/>
                    <a:pt x="7"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44" name="Freeform 82">
              <a:extLst>
                <a:ext uri="{FF2B5EF4-FFF2-40B4-BE49-F238E27FC236}">
                  <a16:creationId xmlns:a16="http://schemas.microsoft.com/office/drawing/2014/main" id="{D89E874B-0787-064A-B6EE-771B86487C5E}"/>
                </a:ext>
              </a:extLst>
            </p:cNvPr>
            <p:cNvSpPr>
              <a:spLocks/>
            </p:cNvSpPr>
            <p:nvPr/>
          </p:nvSpPr>
          <p:spPr bwMode="auto">
            <a:xfrm>
              <a:off x="3472" y="1997"/>
              <a:ext cx="54" cy="18"/>
            </a:xfrm>
            <a:custGeom>
              <a:avLst/>
              <a:gdLst>
                <a:gd name="T0" fmla="*/ 30 w 36"/>
                <a:gd name="T1" fmla="*/ 12 h 12"/>
                <a:gd name="T2" fmla="*/ 6 w 36"/>
                <a:gd name="T3" fmla="*/ 12 h 12"/>
                <a:gd name="T4" fmla="*/ 0 w 36"/>
                <a:gd name="T5" fmla="*/ 6 h 12"/>
                <a:gd name="T6" fmla="*/ 6 w 36"/>
                <a:gd name="T7" fmla="*/ 0 h 12"/>
                <a:gd name="T8" fmla="*/ 30 w 36"/>
                <a:gd name="T9" fmla="*/ 0 h 12"/>
                <a:gd name="T10" fmla="*/ 36 w 36"/>
                <a:gd name="T11" fmla="*/ 6 h 12"/>
                <a:gd name="T12" fmla="*/ 30 w 3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12"/>
                  </a:moveTo>
                  <a:cubicBezTo>
                    <a:pt x="6" y="12"/>
                    <a:pt x="6" y="12"/>
                    <a:pt x="6" y="12"/>
                  </a:cubicBezTo>
                  <a:cubicBezTo>
                    <a:pt x="3" y="12"/>
                    <a:pt x="0" y="9"/>
                    <a:pt x="0" y="6"/>
                  </a:cubicBezTo>
                  <a:cubicBezTo>
                    <a:pt x="0" y="3"/>
                    <a:pt x="3" y="0"/>
                    <a:pt x="6" y="0"/>
                  </a:cubicBezTo>
                  <a:cubicBezTo>
                    <a:pt x="30" y="0"/>
                    <a:pt x="30" y="0"/>
                    <a:pt x="30" y="0"/>
                  </a:cubicBezTo>
                  <a:cubicBezTo>
                    <a:pt x="34" y="0"/>
                    <a:pt x="36" y="3"/>
                    <a:pt x="36" y="6"/>
                  </a:cubicBezTo>
                  <a:cubicBezTo>
                    <a:pt x="36" y="9"/>
                    <a:pt x="34"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45" name="Freeform 83">
              <a:extLst>
                <a:ext uri="{FF2B5EF4-FFF2-40B4-BE49-F238E27FC236}">
                  <a16:creationId xmlns:a16="http://schemas.microsoft.com/office/drawing/2014/main" id="{B0BBC9BB-9478-DD40-9544-993DEB7E0F10}"/>
                </a:ext>
              </a:extLst>
            </p:cNvPr>
            <p:cNvSpPr>
              <a:spLocks/>
            </p:cNvSpPr>
            <p:nvPr/>
          </p:nvSpPr>
          <p:spPr bwMode="auto">
            <a:xfrm>
              <a:off x="3774" y="1997"/>
              <a:ext cx="54" cy="18"/>
            </a:xfrm>
            <a:custGeom>
              <a:avLst/>
              <a:gdLst>
                <a:gd name="T0" fmla="*/ 30 w 36"/>
                <a:gd name="T1" fmla="*/ 12 h 12"/>
                <a:gd name="T2" fmla="*/ 6 w 36"/>
                <a:gd name="T3" fmla="*/ 12 h 12"/>
                <a:gd name="T4" fmla="*/ 0 w 36"/>
                <a:gd name="T5" fmla="*/ 6 h 12"/>
                <a:gd name="T6" fmla="*/ 6 w 36"/>
                <a:gd name="T7" fmla="*/ 0 h 12"/>
                <a:gd name="T8" fmla="*/ 30 w 36"/>
                <a:gd name="T9" fmla="*/ 0 h 12"/>
                <a:gd name="T10" fmla="*/ 36 w 36"/>
                <a:gd name="T11" fmla="*/ 6 h 12"/>
                <a:gd name="T12" fmla="*/ 30 w 3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12"/>
                  </a:moveTo>
                  <a:cubicBezTo>
                    <a:pt x="6" y="12"/>
                    <a:pt x="6" y="12"/>
                    <a:pt x="6" y="12"/>
                  </a:cubicBezTo>
                  <a:cubicBezTo>
                    <a:pt x="3" y="12"/>
                    <a:pt x="0" y="9"/>
                    <a:pt x="0" y="6"/>
                  </a:cubicBezTo>
                  <a:cubicBezTo>
                    <a:pt x="0" y="3"/>
                    <a:pt x="3" y="0"/>
                    <a:pt x="6" y="0"/>
                  </a:cubicBezTo>
                  <a:cubicBezTo>
                    <a:pt x="30" y="0"/>
                    <a:pt x="30" y="0"/>
                    <a:pt x="30" y="0"/>
                  </a:cubicBezTo>
                  <a:cubicBezTo>
                    <a:pt x="34" y="0"/>
                    <a:pt x="36" y="3"/>
                    <a:pt x="36" y="6"/>
                  </a:cubicBezTo>
                  <a:cubicBezTo>
                    <a:pt x="36" y="9"/>
                    <a:pt x="34"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46" name="Freeform 84">
              <a:extLst>
                <a:ext uri="{FF2B5EF4-FFF2-40B4-BE49-F238E27FC236}">
                  <a16:creationId xmlns:a16="http://schemas.microsoft.com/office/drawing/2014/main" id="{52E27719-BDA4-694D-83C1-C827D694BDD0}"/>
                </a:ext>
              </a:extLst>
            </p:cNvPr>
            <p:cNvSpPr>
              <a:spLocks/>
            </p:cNvSpPr>
            <p:nvPr/>
          </p:nvSpPr>
          <p:spPr bwMode="auto">
            <a:xfrm>
              <a:off x="3764" y="1922"/>
              <a:ext cx="52" cy="32"/>
            </a:xfrm>
            <a:custGeom>
              <a:avLst/>
              <a:gdLst>
                <a:gd name="T0" fmla="*/ 6 w 35"/>
                <a:gd name="T1" fmla="*/ 22 h 22"/>
                <a:gd name="T2" fmla="*/ 1 w 35"/>
                <a:gd name="T3" fmla="*/ 19 h 22"/>
                <a:gd name="T4" fmla="*/ 4 w 35"/>
                <a:gd name="T5" fmla="*/ 11 h 22"/>
                <a:gd name="T6" fmla="*/ 26 w 35"/>
                <a:gd name="T7" fmla="*/ 2 h 22"/>
                <a:gd name="T8" fmla="*/ 34 w 35"/>
                <a:gd name="T9" fmla="*/ 5 h 22"/>
                <a:gd name="T10" fmla="*/ 31 w 35"/>
                <a:gd name="T11" fmla="*/ 13 h 22"/>
                <a:gd name="T12" fmla="*/ 9 w 35"/>
                <a:gd name="T13" fmla="*/ 22 h 22"/>
                <a:gd name="T14" fmla="*/ 6 w 35"/>
                <a:gd name="T15" fmla="*/ 22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22">
                  <a:moveTo>
                    <a:pt x="6" y="22"/>
                  </a:moveTo>
                  <a:cubicBezTo>
                    <a:pt x="4" y="22"/>
                    <a:pt x="2" y="21"/>
                    <a:pt x="1" y="19"/>
                  </a:cubicBezTo>
                  <a:cubicBezTo>
                    <a:pt x="0" y="16"/>
                    <a:pt x="1" y="12"/>
                    <a:pt x="4" y="11"/>
                  </a:cubicBezTo>
                  <a:cubicBezTo>
                    <a:pt x="26" y="2"/>
                    <a:pt x="26" y="2"/>
                    <a:pt x="26" y="2"/>
                  </a:cubicBezTo>
                  <a:cubicBezTo>
                    <a:pt x="29" y="0"/>
                    <a:pt x="33" y="2"/>
                    <a:pt x="34" y="5"/>
                  </a:cubicBezTo>
                  <a:cubicBezTo>
                    <a:pt x="35" y="8"/>
                    <a:pt x="34" y="11"/>
                    <a:pt x="31" y="13"/>
                  </a:cubicBezTo>
                  <a:cubicBezTo>
                    <a:pt x="9" y="22"/>
                    <a:pt x="9" y="22"/>
                    <a:pt x="9" y="22"/>
                  </a:cubicBezTo>
                  <a:cubicBezTo>
                    <a:pt x="8" y="22"/>
                    <a:pt x="7" y="22"/>
                    <a:pt x="6"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47" name="Freeform 85">
              <a:extLst>
                <a:ext uri="{FF2B5EF4-FFF2-40B4-BE49-F238E27FC236}">
                  <a16:creationId xmlns:a16="http://schemas.microsoft.com/office/drawing/2014/main" id="{FF113834-5F02-6A41-9F8F-FFF2D91F562A}"/>
                </a:ext>
              </a:extLst>
            </p:cNvPr>
            <p:cNvSpPr>
              <a:spLocks/>
            </p:cNvSpPr>
            <p:nvPr/>
          </p:nvSpPr>
          <p:spPr bwMode="auto">
            <a:xfrm>
              <a:off x="3691" y="1832"/>
              <a:ext cx="34" cy="51"/>
            </a:xfrm>
            <a:custGeom>
              <a:avLst/>
              <a:gdLst>
                <a:gd name="T0" fmla="*/ 7 w 23"/>
                <a:gd name="T1" fmla="*/ 35 h 35"/>
                <a:gd name="T2" fmla="*/ 4 w 23"/>
                <a:gd name="T3" fmla="*/ 34 h 35"/>
                <a:gd name="T4" fmla="*/ 1 w 23"/>
                <a:gd name="T5" fmla="*/ 26 h 35"/>
                <a:gd name="T6" fmla="*/ 10 w 23"/>
                <a:gd name="T7" fmla="*/ 4 h 35"/>
                <a:gd name="T8" fmla="*/ 18 w 23"/>
                <a:gd name="T9" fmla="*/ 1 h 35"/>
                <a:gd name="T10" fmla="*/ 21 w 23"/>
                <a:gd name="T11" fmla="*/ 9 h 35"/>
                <a:gd name="T12" fmla="*/ 12 w 23"/>
                <a:gd name="T13" fmla="*/ 31 h 35"/>
                <a:gd name="T14" fmla="*/ 7 w 23"/>
                <a:gd name="T15" fmla="*/ 35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5">
                  <a:moveTo>
                    <a:pt x="7" y="35"/>
                  </a:moveTo>
                  <a:cubicBezTo>
                    <a:pt x="6" y="35"/>
                    <a:pt x="5" y="35"/>
                    <a:pt x="4" y="34"/>
                  </a:cubicBezTo>
                  <a:cubicBezTo>
                    <a:pt x="1" y="33"/>
                    <a:pt x="0" y="29"/>
                    <a:pt x="1" y="26"/>
                  </a:cubicBezTo>
                  <a:cubicBezTo>
                    <a:pt x="10" y="4"/>
                    <a:pt x="10" y="4"/>
                    <a:pt x="10" y="4"/>
                  </a:cubicBezTo>
                  <a:cubicBezTo>
                    <a:pt x="12" y="1"/>
                    <a:pt x="15" y="0"/>
                    <a:pt x="18" y="1"/>
                  </a:cubicBezTo>
                  <a:cubicBezTo>
                    <a:pt x="21" y="2"/>
                    <a:pt x="23" y="6"/>
                    <a:pt x="21" y="9"/>
                  </a:cubicBezTo>
                  <a:cubicBezTo>
                    <a:pt x="12" y="31"/>
                    <a:pt x="12" y="31"/>
                    <a:pt x="12" y="31"/>
                  </a:cubicBezTo>
                  <a:cubicBezTo>
                    <a:pt x="11" y="33"/>
                    <a:pt x="9" y="35"/>
                    <a:pt x="7"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48" name="Freeform 86">
              <a:extLst>
                <a:ext uri="{FF2B5EF4-FFF2-40B4-BE49-F238E27FC236}">
                  <a16:creationId xmlns:a16="http://schemas.microsoft.com/office/drawing/2014/main" id="{1F6BA6DB-8682-D240-BADC-571C01985129}"/>
                </a:ext>
              </a:extLst>
            </p:cNvPr>
            <p:cNvSpPr>
              <a:spLocks/>
            </p:cNvSpPr>
            <p:nvPr/>
          </p:nvSpPr>
          <p:spPr bwMode="auto">
            <a:xfrm>
              <a:off x="3641" y="1820"/>
              <a:ext cx="18" cy="53"/>
            </a:xfrm>
            <a:custGeom>
              <a:avLst/>
              <a:gdLst>
                <a:gd name="T0" fmla="*/ 6 w 12"/>
                <a:gd name="T1" fmla="*/ 36 h 36"/>
                <a:gd name="T2" fmla="*/ 0 w 12"/>
                <a:gd name="T3" fmla="*/ 30 h 36"/>
                <a:gd name="T4" fmla="*/ 0 w 12"/>
                <a:gd name="T5" fmla="*/ 6 h 36"/>
                <a:gd name="T6" fmla="*/ 6 w 12"/>
                <a:gd name="T7" fmla="*/ 0 h 36"/>
                <a:gd name="T8" fmla="*/ 12 w 12"/>
                <a:gd name="T9" fmla="*/ 6 h 36"/>
                <a:gd name="T10" fmla="*/ 12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3" y="36"/>
                    <a:pt x="0" y="33"/>
                    <a:pt x="0" y="30"/>
                  </a:cubicBezTo>
                  <a:cubicBezTo>
                    <a:pt x="0" y="6"/>
                    <a:pt x="0" y="6"/>
                    <a:pt x="0" y="6"/>
                  </a:cubicBezTo>
                  <a:cubicBezTo>
                    <a:pt x="0" y="3"/>
                    <a:pt x="3" y="0"/>
                    <a:pt x="6" y="0"/>
                  </a:cubicBezTo>
                  <a:cubicBezTo>
                    <a:pt x="10" y="0"/>
                    <a:pt x="12" y="3"/>
                    <a:pt x="12" y="6"/>
                  </a:cubicBezTo>
                  <a:cubicBezTo>
                    <a:pt x="12" y="30"/>
                    <a:pt x="12" y="30"/>
                    <a:pt x="12" y="30"/>
                  </a:cubicBezTo>
                  <a:cubicBezTo>
                    <a:pt x="12" y="33"/>
                    <a:pt x="10"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49" name="Freeform 87">
              <a:extLst>
                <a:ext uri="{FF2B5EF4-FFF2-40B4-BE49-F238E27FC236}">
                  <a16:creationId xmlns:a16="http://schemas.microsoft.com/office/drawing/2014/main" id="{FE697EC8-E5DA-6C49-A676-2F10E8AEA48A}"/>
                </a:ext>
              </a:extLst>
            </p:cNvPr>
            <p:cNvSpPr>
              <a:spLocks/>
            </p:cNvSpPr>
            <p:nvPr/>
          </p:nvSpPr>
          <p:spPr bwMode="auto">
            <a:xfrm>
              <a:off x="3576" y="1832"/>
              <a:ext cx="34" cy="51"/>
            </a:xfrm>
            <a:custGeom>
              <a:avLst/>
              <a:gdLst>
                <a:gd name="T0" fmla="*/ 16 w 23"/>
                <a:gd name="T1" fmla="*/ 35 h 35"/>
                <a:gd name="T2" fmla="*/ 10 w 23"/>
                <a:gd name="T3" fmla="*/ 31 h 35"/>
                <a:gd name="T4" fmla="*/ 1 w 23"/>
                <a:gd name="T5" fmla="*/ 9 h 35"/>
                <a:gd name="T6" fmla="*/ 4 w 23"/>
                <a:gd name="T7" fmla="*/ 1 h 35"/>
                <a:gd name="T8" fmla="*/ 12 w 23"/>
                <a:gd name="T9" fmla="*/ 4 h 35"/>
                <a:gd name="T10" fmla="*/ 21 w 23"/>
                <a:gd name="T11" fmla="*/ 26 h 35"/>
                <a:gd name="T12" fmla="*/ 18 w 23"/>
                <a:gd name="T13" fmla="*/ 34 h 35"/>
                <a:gd name="T14" fmla="*/ 16 w 23"/>
                <a:gd name="T15" fmla="*/ 35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5">
                  <a:moveTo>
                    <a:pt x="16" y="35"/>
                  </a:moveTo>
                  <a:cubicBezTo>
                    <a:pt x="13" y="35"/>
                    <a:pt x="11" y="33"/>
                    <a:pt x="10" y="31"/>
                  </a:cubicBezTo>
                  <a:cubicBezTo>
                    <a:pt x="1" y="9"/>
                    <a:pt x="1" y="9"/>
                    <a:pt x="1" y="9"/>
                  </a:cubicBezTo>
                  <a:cubicBezTo>
                    <a:pt x="0" y="6"/>
                    <a:pt x="1" y="2"/>
                    <a:pt x="4" y="1"/>
                  </a:cubicBezTo>
                  <a:cubicBezTo>
                    <a:pt x="7" y="0"/>
                    <a:pt x="11" y="1"/>
                    <a:pt x="12" y="4"/>
                  </a:cubicBezTo>
                  <a:cubicBezTo>
                    <a:pt x="21" y="26"/>
                    <a:pt x="21" y="26"/>
                    <a:pt x="21" y="26"/>
                  </a:cubicBezTo>
                  <a:cubicBezTo>
                    <a:pt x="23" y="29"/>
                    <a:pt x="21" y="33"/>
                    <a:pt x="18" y="34"/>
                  </a:cubicBezTo>
                  <a:cubicBezTo>
                    <a:pt x="17" y="35"/>
                    <a:pt x="17" y="35"/>
                    <a:pt x="16"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50" name="Freeform 88">
              <a:extLst>
                <a:ext uri="{FF2B5EF4-FFF2-40B4-BE49-F238E27FC236}">
                  <a16:creationId xmlns:a16="http://schemas.microsoft.com/office/drawing/2014/main" id="{12D6C954-2EF3-BD42-BFB7-359D0D4F6A5C}"/>
                </a:ext>
              </a:extLst>
            </p:cNvPr>
            <p:cNvSpPr>
              <a:spLocks/>
            </p:cNvSpPr>
            <p:nvPr/>
          </p:nvSpPr>
          <p:spPr bwMode="auto">
            <a:xfrm>
              <a:off x="3521" y="1869"/>
              <a:ext cx="45" cy="42"/>
            </a:xfrm>
            <a:custGeom>
              <a:avLst/>
              <a:gdLst>
                <a:gd name="T0" fmla="*/ 24 w 30"/>
                <a:gd name="T1" fmla="*/ 29 h 29"/>
                <a:gd name="T2" fmla="*/ 19 w 30"/>
                <a:gd name="T3" fmla="*/ 27 h 29"/>
                <a:gd name="T4" fmla="*/ 2 w 30"/>
                <a:gd name="T5" fmla="*/ 10 h 29"/>
                <a:gd name="T6" fmla="*/ 2 w 30"/>
                <a:gd name="T7" fmla="*/ 2 h 29"/>
                <a:gd name="T8" fmla="*/ 11 w 30"/>
                <a:gd name="T9" fmla="*/ 2 h 29"/>
                <a:gd name="T10" fmla="*/ 28 w 30"/>
                <a:gd name="T11" fmla="*/ 19 h 29"/>
                <a:gd name="T12" fmla="*/ 28 w 30"/>
                <a:gd name="T13" fmla="*/ 27 h 29"/>
                <a:gd name="T14" fmla="*/ 24 w 30"/>
                <a:gd name="T15" fmla="*/ 29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29">
                  <a:moveTo>
                    <a:pt x="24" y="29"/>
                  </a:moveTo>
                  <a:cubicBezTo>
                    <a:pt x="22" y="29"/>
                    <a:pt x="21" y="29"/>
                    <a:pt x="19" y="27"/>
                  </a:cubicBezTo>
                  <a:cubicBezTo>
                    <a:pt x="2" y="10"/>
                    <a:pt x="2" y="10"/>
                    <a:pt x="2" y="10"/>
                  </a:cubicBezTo>
                  <a:cubicBezTo>
                    <a:pt x="0" y="8"/>
                    <a:pt x="0" y="4"/>
                    <a:pt x="2" y="2"/>
                  </a:cubicBezTo>
                  <a:cubicBezTo>
                    <a:pt x="5" y="0"/>
                    <a:pt x="9" y="0"/>
                    <a:pt x="11" y="2"/>
                  </a:cubicBezTo>
                  <a:cubicBezTo>
                    <a:pt x="28" y="19"/>
                    <a:pt x="28" y="19"/>
                    <a:pt x="28" y="19"/>
                  </a:cubicBezTo>
                  <a:cubicBezTo>
                    <a:pt x="30" y="21"/>
                    <a:pt x="30" y="25"/>
                    <a:pt x="28" y="27"/>
                  </a:cubicBezTo>
                  <a:cubicBezTo>
                    <a:pt x="27" y="29"/>
                    <a:pt x="25" y="29"/>
                    <a:pt x="24"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51" name="Freeform 89">
              <a:extLst>
                <a:ext uri="{FF2B5EF4-FFF2-40B4-BE49-F238E27FC236}">
                  <a16:creationId xmlns:a16="http://schemas.microsoft.com/office/drawing/2014/main" id="{A35B7786-D1F2-4549-A514-FD155D87A266}"/>
                </a:ext>
              </a:extLst>
            </p:cNvPr>
            <p:cNvSpPr>
              <a:spLocks/>
            </p:cNvSpPr>
            <p:nvPr/>
          </p:nvSpPr>
          <p:spPr bwMode="auto">
            <a:xfrm>
              <a:off x="3484" y="1922"/>
              <a:ext cx="54" cy="32"/>
            </a:xfrm>
            <a:custGeom>
              <a:avLst/>
              <a:gdLst>
                <a:gd name="T0" fmla="*/ 29 w 36"/>
                <a:gd name="T1" fmla="*/ 22 h 22"/>
                <a:gd name="T2" fmla="*/ 27 w 36"/>
                <a:gd name="T3" fmla="*/ 22 h 22"/>
                <a:gd name="T4" fmla="*/ 5 w 36"/>
                <a:gd name="T5" fmla="*/ 13 h 22"/>
                <a:gd name="T6" fmla="*/ 1 w 36"/>
                <a:gd name="T7" fmla="*/ 5 h 22"/>
                <a:gd name="T8" fmla="*/ 9 w 36"/>
                <a:gd name="T9" fmla="*/ 2 h 22"/>
                <a:gd name="T10" fmla="*/ 31 w 36"/>
                <a:gd name="T11" fmla="*/ 11 h 22"/>
                <a:gd name="T12" fmla="*/ 35 w 36"/>
                <a:gd name="T13" fmla="*/ 19 h 22"/>
                <a:gd name="T14" fmla="*/ 29 w 36"/>
                <a:gd name="T15" fmla="*/ 22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2">
                  <a:moveTo>
                    <a:pt x="29" y="22"/>
                  </a:moveTo>
                  <a:cubicBezTo>
                    <a:pt x="28" y="22"/>
                    <a:pt x="28" y="22"/>
                    <a:pt x="27" y="22"/>
                  </a:cubicBezTo>
                  <a:cubicBezTo>
                    <a:pt x="5" y="13"/>
                    <a:pt x="5" y="13"/>
                    <a:pt x="5" y="13"/>
                  </a:cubicBezTo>
                  <a:cubicBezTo>
                    <a:pt x="2" y="11"/>
                    <a:pt x="0" y="8"/>
                    <a:pt x="1" y="5"/>
                  </a:cubicBezTo>
                  <a:cubicBezTo>
                    <a:pt x="3" y="2"/>
                    <a:pt x="6" y="0"/>
                    <a:pt x="9" y="2"/>
                  </a:cubicBezTo>
                  <a:cubicBezTo>
                    <a:pt x="31" y="11"/>
                    <a:pt x="31" y="11"/>
                    <a:pt x="31" y="11"/>
                  </a:cubicBezTo>
                  <a:cubicBezTo>
                    <a:pt x="34" y="12"/>
                    <a:pt x="36" y="16"/>
                    <a:pt x="35" y="19"/>
                  </a:cubicBezTo>
                  <a:cubicBezTo>
                    <a:pt x="34" y="21"/>
                    <a:pt x="31" y="22"/>
                    <a:pt x="2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52" name="Freeform 90">
              <a:extLst>
                <a:ext uri="{FF2B5EF4-FFF2-40B4-BE49-F238E27FC236}">
                  <a16:creationId xmlns:a16="http://schemas.microsoft.com/office/drawing/2014/main" id="{184AEB09-EB08-604B-AC9C-43039EE91DFE}"/>
                </a:ext>
              </a:extLst>
            </p:cNvPr>
            <p:cNvSpPr>
              <a:spLocks noEditPoints="1"/>
            </p:cNvSpPr>
            <p:nvPr/>
          </p:nvSpPr>
          <p:spPr bwMode="auto">
            <a:xfrm>
              <a:off x="3437" y="1784"/>
              <a:ext cx="426" cy="302"/>
            </a:xfrm>
            <a:custGeom>
              <a:avLst/>
              <a:gdLst>
                <a:gd name="T0" fmla="*/ 282 w 288"/>
                <a:gd name="T1" fmla="*/ 204 h 204"/>
                <a:gd name="T2" fmla="*/ 6 w 288"/>
                <a:gd name="T3" fmla="*/ 204 h 204"/>
                <a:gd name="T4" fmla="*/ 0 w 288"/>
                <a:gd name="T5" fmla="*/ 198 h 204"/>
                <a:gd name="T6" fmla="*/ 0 w 288"/>
                <a:gd name="T7" fmla="*/ 144 h 204"/>
                <a:gd name="T8" fmla="*/ 144 w 288"/>
                <a:gd name="T9" fmla="*/ 0 h 204"/>
                <a:gd name="T10" fmla="*/ 288 w 288"/>
                <a:gd name="T11" fmla="*/ 144 h 204"/>
                <a:gd name="T12" fmla="*/ 288 w 288"/>
                <a:gd name="T13" fmla="*/ 198 h 204"/>
                <a:gd name="T14" fmla="*/ 282 w 288"/>
                <a:gd name="T15" fmla="*/ 204 h 204"/>
                <a:gd name="T16" fmla="*/ 12 w 288"/>
                <a:gd name="T17" fmla="*/ 192 h 204"/>
                <a:gd name="T18" fmla="*/ 276 w 288"/>
                <a:gd name="T19" fmla="*/ 192 h 204"/>
                <a:gd name="T20" fmla="*/ 276 w 288"/>
                <a:gd name="T21" fmla="*/ 144 h 204"/>
                <a:gd name="T22" fmla="*/ 144 w 288"/>
                <a:gd name="T23" fmla="*/ 12 h 204"/>
                <a:gd name="T24" fmla="*/ 12 w 288"/>
                <a:gd name="T25" fmla="*/ 144 h 204"/>
                <a:gd name="T26" fmla="*/ 12 w 288"/>
                <a:gd name="T27" fmla="*/ 19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204">
                  <a:moveTo>
                    <a:pt x="282" y="204"/>
                  </a:moveTo>
                  <a:cubicBezTo>
                    <a:pt x="6" y="204"/>
                    <a:pt x="6" y="204"/>
                    <a:pt x="6" y="204"/>
                  </a:cubicBezTo>
                  <a:cubicBezTo>
                    <a:pt x="3" y="204"/>
                    <a:pt x="0" y="201"/>
                    <a:pt x="0" y="198"/>
                  </a:cubicBezTo>
                  <a:cubicBezTo>
                    <a:pt x="0" y="144"/>
                    <a:pt x="0" y="144"/>
                    <a:pt x="0" y="144"/>
                  </a:cubicBezTo>
                  <a:cubicBezTo>
                    <a:pt x="0" y="64"/>
                    <a:pt x="65" y="0"/>
                    <a:pt x="144" y="0"/>
                  </a:cubicBezTo>
                  <a:cubicBezTo>
                    <a:pt x="224" y="0"/>
                    <a:pt x="288" y="64"/>
                    <a:pt x="288" y="144"/>
                  </a:cubicBezTo>
                  <a:cubicBezTo>
                    <a:pt x="288" y="198"/>
                    <a:pt x="288" y="198"/>
                    <a:pt x="288" y="198"/>
                  </a:cubicBezTo>
                  <a:cubicBezTo>
                    <a:pt x="288" y="201"/>
                    <a:pt x="286" y="204"/>
                    <a:pt x="282" y="204"/>
                  </a:cubicBezTo>
                  <a:close/>
                  <a:moveTo>
                    <a:pt x="12" y="192"/>
                  </a:moveTo>
                  <a:cubicBezTo>
                    <a:pt x="276" y="192"/>
                    <a:pt x="276" y="192"/>
                    <a:pt x="276" y="192"/>
                  </a:cubicBezTo>
                  <a:cubicBezTo>
                    <a:pt x="276" y="144"/>
                    <a:pt x="276" y="144"/>
                    <a:pt x="276" y="144"/>
                  </a:cubicBezTo>
                  <a:cubicBezTo>
                    <a:pt x="276" y="71"/>
                    <a:pt x="217" y="12"/>
                    <a:pt x="144" y="12"/>
                  </a:cubicBezTo>
                  <a:cubicBezTo>
                    <a:pt x="71" y="12"/>
                    <a:pt x="12" y="71"/>
                    <a:pt x="12" y="144"/>
                  </a:cubicBezTo>
                  <a:lnTo>
                    <a:pt x="12"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grpSp>
      <p:grpSp>
        <p:nvGrpSpPr>
          <p:cNvPr id="153" name="Group 59">
            <a:extLst>
              <a:ext uri="{FF2B5EF4-FFF2-40B4-BE49-F238E27FC236}">
                <a16:creationId xmlns:a16="http://schemas.microsoft.com/office/drawing/2014/main" id="{892D387B-5AA1-8044-8D45-614FDCB30B66}"/>
              </a:ext>
            </a:extLst>
          </p:cNvPr>
          <p:cNvGrpSpPr>
            <a:grpSpLocks noChangeAspect="1"/>
          </p:cNvGrpSpPr>
          <p:nvPr userDrawn="1"/>
        </p:nvGrpSpPr>
        <p:grpSpPr bwMode="auto">
          <a:xfrm>
            <a:off x="2075617" y="3217044"/>
            <a:ext cx="466978" cy="281356"/>
            <a:chOff x="6554" y="532"/>
            <a:chExt cx="400" cy="241"/>
          </a:xfrm>
          <a:solidFill>
            <a:schemeClr val="accent1"/>
          </a:solidFill>
        </p:grpSpPr>
        <p:sp>
          <p:nvSpPr>
            <p:cNvPr id="154" name="Freeform 60">
              <a:extLst>
                <a:ext uri="{FF2B5EF4-FFF2-40B4-BE49-F238E27FC236}">
                  <a16:creationId xmlns:a16="http://schemas.microsoft.com/office/drawing/2014/main" id="{CA82DAE1-B4D6-1142-8988-789C66AB55DB}"/>
                </a:ext>
              </a:extLst>
            </p:cNvPr>
            <p:cNvSpPr>
              <a:spLocks/>
            </p:cNvSpPr>
            <p:nvPr/>
          </p:nvSpPr>
          <p:spPr bwMode="auto">
            <a:xfrm>
              <a:off x="6554" y="532"/>
              <a:ext cx="400" cy="241"/>
            </a:xfrm>
            <a:custGeom>
              <a:avLst/>
              <a:gdLst>
                <a:gd name="T0" fmla="*/ 6 w 271"/>
                <a:gd name="T1" fmla="*/ 163 h 163"/>
                <a:gd name="T2" fmla="*/ 2 w 271"/>
                <a:gd name="T3" fmla="*/ 161 h 163"/>
                <a:gd name="T4" fmla="*/ 2 w 271"/>
                <a:gd name="T5" fmla="*/ 153 h 163"/>
                <a:gd name="T6" fmla="*/ 98 w 271"/>
                <a:gd name="T7" fmla="*/ 45 h 163"/>
                <a:gd name="T8" fmla="*/ 106 w 271"/>
                <a:gd name="T9" fmla="*/ 44 h 163"/>
                <a:gd name="T10" fmla="*/ 174 w 271"/>
                <a:gd name="T11" fmla="*/ 100 h 163"/>
                <a:gd name="T12" fmla="*/ 260 w 271"/>
                <a:gd name="T13" fmla="*/ 3 h 163"/>
                <a:gd name="T14" fmla="*/ 268 w 271"/>
                <a:gd name="T15" fmla="*/ 2 h 163"/>
                <a:gd name="T16" fmla="*/ 269 w 271"/>
                <a:gd name="T17" fmla="*/ 11 h 163"/>
                <a:gd name="T18" fmla="*/ 179 w 271"/>
                <a:gd name="T19" fmla="*/ 113 h 163"/>
                <a:gd name="T20" fmla="*/ 171 w 271"/>
                <a:gd name="T21" fmla="*/ 113 h 163"/>
                <a:gd name="T22" fmla="*/ 103 w 271"/>
                <a:gd name="T23" fmla="*/ 57 h 163"/>
                <a:gd name="T24" fmla="*/ 11 w 271"/>
                <a:gd name="T25" fmla="*/ 161 h 163"/>
                <a:gd name="T26" fmla="*/ 6 w 271"/>
                <a:gd name="T27" fmla="*/ 163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1" h="163">
                  <a:moveTo>
                    <a:pt x="6" y="163"/>
                  </a:moveTo>
                  <a:cubicBezTo>
                    <a:pt x="5" y="163"/>
                    <a:pt x="4" y="162"/>
                    <a:pt x="2" y="161"/>
                  </a:cubicBezTo>
                  <a:cubicBezTo>
                    <a:pt x="0" y="159"/>
                    <a:pt x="0" y="155"/>
                    <a:pt x="2" y="153"/>
                  </a:cubicBezTo>
                  <a:cubicBezTo>
                    <a:pt x="98" y="45"/>
                    <a:pt x="98" y="45"/>
                    <a:pt x="98" y="45"/>
                  </a:cubicBezTo>
                  <a:cubicBezTo>
                    <a:pt x="100" y="42"/>
                    <a:pt x="104" y="42"/>
                    <a:pt x="106" y="44"/>
                  </a:cubicBezTo>
                  <a:cubicBezTo>
                    <a:pt x="174" y="100"/>
                    <a:pt x="174" y="100"/>
                    <a:pt x="174" y="100"/>
                  </a:cubicBezTo>
                  <a:cubicBezTo>
                    <a:pt x="260" y="3"/>
                    <a:pt x="260" y="3"/>
                    <a:pt x="260" y="3"/>
                  </a:cubicBezTo>
                  <a:cubicBezTo>
                    <a:pt x="262" y="0"/>
                    <a:pt x="266" y="0"/>
                    <a:pt x="268" y="2"/>
                  </a:cubicBezTo>
                  <a:cubicBezTo>
                    <a:pt x="271" y="5"/>
                    <a:pt x="271" y="8"/>
                    <a:pt x="269" y="11"/>
                  </a:cubicBezTo>
                  <a:cubicBezTo>
                    <a:pt x="179" y="113"/>
                    <a:pt x="179" y="113"/>
                    <a:pt x="179" y="113"/>
                  </a:cubicBezTo>
                  <a:cubicBezTo>
                    <a:pt x="177" y="115"/>
                    <a:pt x="173" y="116"/>
                    <a:pt x="171" y="113"/>
                  </a:cubicBezTo>
                  <a:cubicBezTo>
                    <a:pt x="103" y="57"/>
                    <a:pt x="103" y="57"/>
                    <a:pt x="103" y="57"/>
                  </a:cubicBezTo>
                  <a:cubicBezTo>
                    <a:pt x="11" y="161"/>
                    <a:pt x="11" y="161"/>
                    <a:pt x="11" y="161"/>
                  </a:cubicBezTo>
                  <a:cubicBezTo>
                    <a:pt x="10" y="162"/>
                    <a:pt x="8" y="163"/>
                    <a:pt x="6" y="16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55" name="Freeform 61">
              <a:extLst>
                <a:ext uri="{FF2B5EF4-FFF2-40B4-BE49-F238E27FC236}">
                  <a16:creationId xmlns:a16="http://schemas.microsoft.com/office/drawing/2014/main" id="{F6DD371E-5D02-AF4E-8FE8-2BC519C3177C}"/>
                </a:ext>
              </a:extLst>
            </p:cNvPr>
            <p:cNvSpPr>
              <a:spLocks/>
            </p:cNvSpPr>
            <p:nvPr/>
          </p:nvSpPr>
          <p:spPr bwMode="auto">
            <a:xfrm>
              <a:off x="6812" y="534"/>
              <a:ext cx="141" cy="124"/>
            </a:xfrm>
            <a:custGeom>
              <a:avLst/>
              <a:gdLst>
                <a:gd name="T0" fmla="*/ 89 w 95"/>
                <a:gd name="T1" fmla="*/ 84 h 84"/>
                <a:gd name="T2" fmla="*/ 83 w 95"/>
                <a:gd name="T3" fmla="*/ 78 h 84"/>
                <a:gd name="T4" fmla="*/ 83 w 95"/>
                <a:gd name="T5" fmla="*/ 12 h 84"/>
                <a:gd name="T6" fmla="*/ 6 w 95"/>
                <a:gd name="T7" fmla="*/ 12 h 84"/>
                <a:gd name="T8" fmla="*/ 0 w 95"/>
                <a:gd name="T9" fmla="*/ 6 h 84"/>
                <a:gd name="T10" fmla="*/ 6 w 95"/>
                <a:gd name="T11" fmla="*/ 0 h 84"/>
                <a:gd name="T12" fmla="*/ 89 w 95"/>
                <a:gd name="T13" fmla="*/ 0 h 84"/>
                <a:gd name="T14" fmla="*/ 95 w 95"/>
                <a:gd name="T15" fmla="*/ 6 h 84"/>
                <a:gd name="T16" fmla="*/ 95 w 95"/>
                <a:gd name="T17" fmla="*/ 78 h 84"/>
                <a:gd name="T18" fmla="*/ 89 w 95"/>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84">
                  <a:moveTo>
                    <a:pt x="89" y="84"/>
                  </a:moveTo>
                  <a:cubicBezTo>
                    <a:pt x="86" y="84"/>
                    <a:pt x="83" y="81"/>
                    <a:pt x="83" y="78"/>
                  </a:cubicBezTo>
                  <a:cubicBezTo>
                    <a:pt x="83" y="12"/>
                    <a:pt x="83" y="12"/>
                    <a:pt x="83" y="12"/>
                  </a:cubicBezTo>
                  <a:cubicBezTo>
                    <a:pt x="6" y="12"/>
                    <a:pt x="6" y="12"/>
                    <a:pt x="6" y="12"/>
                  </a:cubicBezTo>
                  <a:cubicBezTo>
                    <a:pt x="3" y="12"/>
                    <a:pt x="0" y="9"/>
                    <a:pt x="0" y="6"/>
                  </a:cubicBezTo>
                  <a:cubicBezTo>
                    <a:pt x="0" y="3"/>
                    <a:pt x="3" y="0"/>
                    <a:pt x="6" y="0"/>
                  </a:cubicBezTo>
                  <a:cubicBezTo>
                    <a:pt x="89" y="0"/>
                    <a:pt x="89" y="0"/>
                    <a:pt x="89" y="0"/>
                  </a:cubicBezTo>
                  <a:cubicBezTo>
                    <a:pt x="93" y="0"/>
                    <a:pt x="95" y="3"/>
                    <a:pt x="95" y="6"/>
                  </a:cubicBezTo>
                  <a:cubicBezTo>
                    <a:pt x="95" y="78"/>
                    <a:pt x="95" y="78"/>
                    <a:pt x="95" y="78"/>
                  </a:cubicBezTo>
                  <a:cubicBezTo>
                    <a:pt x="95" y="81"/>
                    <a:pt x="93" y="84"/>
                    <a:pt x="89"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grpSp>
      <p:grpSp>
        <p:nvGrpSpPr>
          <p:cNvPr id="156" name="Group 60">
            <a:extLst>
              <a:ext uri="{FF2B5EF4-FFF2-40B4-BE49-F238E27FC236}">
                <a16:creationId xmlns:a16="http://schemas.microsoft.com/office/drawing/2014/main" id="{909B4C50-0B6B-F940-B96B-0F025E25749D}"/>
              </a:ext>
            </a:extLst>
          </p:cNvPr>
          <p:cNvGrpSpPr>
            <a:grpSpLocks noChangeAspect="1"/>
          </p:cNvGrpSpPr>
          <p:nvPr userDrawn="1"/>
        </p:nvGrpSpPr>
        <p:grpSpPr bwMode="auto">
          <a:xfrm>
            <a:off x="3329567" y="3117577"/>
            <a:ext cx="491836" cy="480291"/>
            <a:chOff x="6726" y="600"/>
            <a:chExt cx="426" cy="416"/>
          </a:xfrm>
          <a:solidFill>
            <a:schemeClr val="accent1"/>
          </a:solidFill>
        </p:grpSpPr>
        <p:sp>
          <p:nvSpPr>
            <p:cNvPr id="157" name="Freeform 61">
              <a:extLst>
                <a:ext uri="{FF2B5EF4-FFF2-40B4-BE49-F238E27FC236}">
                  <a16:creationId xmlns:a16="http://schemas.microsoft.com/office/drawing/2014/main" id="{9C3A8E24-140A-A045-9B50-E9B468100282}"/>
                </a:ext>
              </a:extLst>
            </p:cNvPr>
            <p:cNvSpPr>
              <a:spLocks/>
            </p:cNvSpPr>
            <p:nvPr/>
          </p:nvSpPr>
          <p:spPr bwMode="auto">
            <a:xfrm>
              <a:off x="6726" y="999"/>
              <a:ext cx="426" cy="17"/>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2" y="12"/>
                    <a:pt x="0" y="10"/>
                    <a:pt x="0" y="6"/>
                  </a:cubicBezTo>
                  <a:cubicBezTo>
                    <a:pt x="0" y="3"/>
                    <a:pt x="2" y="0"/>
                    <a:pt x="6" y="0"/>
                  </a:cubicBezTo>
                  <a:cubicBezTo>
                    <a:pt x="282" y="0"/>
                    <a:pt x="282" y="0"/>
                    <a:pt x="282" y="0"/>
                  </a:cubicBezTo>
                  <a:cubicBezTo>
                    <a:pt x="285" y="0"/>
                    <a:pt x="288" y="3"/>
                    <a:pt x="288" y="6"/>
                  </a:cubicBezTo>
                  <a:cubicBezTo>
                    <a:pt x="288" y="10"/>
                    <a:pt x="285"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58" name="Freeform 62">
              <a:extLst>
                <a:ext uri="{FF2B5EF4-FFF2-40B4-BE49-F238E27FC236}">
                  <a16:creationId xmlns:a16="http://schemas.microsoft.com/office/drawing/2014/main" id="{7B95F1FD-5650-BC4B-808D-C3715C5F40BE}"/>
                </a:ext>
              </a:extLst>
            </p:cNvPr>
            <p:cNvSpPr>
              <a:spLocks noEditPoints="1"/>
            </p:cNvSpPr>
            <p:nvPr/>
          </p:nvSpPr>
          <p:spPr bwMode="auto">
            <a:xfrm>
              <a:off x="6744" y="912"/>
              <a:ext cx="71" cy="104"/>
            </a:xfrm>
            <a:custGeom>
              <a:avLst/>
              <a:gdLst>
                <a:gd name="T0" fmla="*/ 42 w 48"/>
                <a:gd name="T1" fmla="*/ 72 h 72"/>
                <a:gd name="T2" fmla="*/ 6 w 48"/>
                <a:gd name="T3" fmla="*/ 72 h 72"/>
                <a:gd name="T4" fmla="*/ 0 w 48"/>
                <a:gd name="T5" fmla="*/ 66 h 72"/>
                <a:gd name="T6" fmla="*/ 0 w 48"/>
                <a:gd name="T7" fmla="*/ 6 h 72"/>
                <a:gd name="T8" fmla="*/ 6 w 48"/>
                <a:gd name="T9" fmla="*/ 0 h 72"/>
                <a:gd name="T10" fmla="*/ 42 w 48"/>
                <a:gd name="T11" fmla="*/ 0 h 72"/>
                <a:gd name="T12" fmla="*/ 48 w 48"/>
                <a:gd name="T13" fmla="*/ 6 h 72"/>
                <a:gd name="T14" fmla="*/ 48 w 48"/>
                <a:gd name="T15" fmla="*/ 66 h 72"/>
                <a:gd name="T16" fmla="*/ 42 w 48"/>
                <a:gd name="T17" fmla="*/ 72 h 72"/>
                <a:gd name="T18" fmla="*/ 12 w 48"/>
                <a:gd name="T19" fmla="*/ 60 h 72"/>
                <a:gd name="T20" fmla="*/ 36 w 48"/>
                <a:gd name="T21" fmla="*/ 60 h 72"/>
                <a:gd name="T22" fmla="*/ 36 w 48"/>
                <a:gd name="T23" fmla="*/ 12 h 72"/>
                <a:gd name="T24" fmla="*/ 12 w 48"/>
                <a:gd name="T25" fmla="*/ 12 h 72"/>
                <a:gd name="T26" fmla="*/ 12 w 48"/>
                <a:gd name="T27"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72">
                  <a:moveTo>
                    <a:pt x="42" y="72"/>
                  </a:moveTo>
                  <a:cubicBezTo>
                    <a:pt x="6" y="72"/>
                    <a:pt x="6" y="72"/>
                    <a:pt x="6" y="72"/>
                  </a:cubicBezTo>
                  <a:cubicBezTo>
                    <a:pt x="2" y="72"/>
                    <a:pt x="0" y="70"/>
                    <a:pt x="0" y="66"/>
                  </a:cubicBezTo>
                  <a:cubicBezTo>
                    <a:pt x="0" y="6"/>
                    <a:pt x="0" y="6"/>
                    <a:pt x="0" y="6"/>
                  </a:cubicBezTo>
                  <a:cubicBezTo>
                    <a:pt x="0" y="3"/>
                    <a:pt x="2" y="0"/>
                    <a:pt x="6" y="0"/>
                  </a:cubicBezTo>
                  <a:cubicBezTo>
                    <a:pt x="42" y="0"/>
                    <a:pt x="42" y="0"/>
                    <a:pt x="42" y="0"/>
                  </a:cubicBezTo>
                  <a:cubicBezTo>
                    <a:pt x="45" y="0"/>
                    <a:pt x="48" y="3"/>
                    <a:pt x="48" y="6"/>
                  </a:cubicBezTo>
                  <a:cubicBezTo>
                    <a:pt x="48" y="66"/>
                    <a:pt x="48" y="66"/>
                    <a:pt x="48" y="66"/>
                  </a:cubicBezTo>
                  <a:cubicBezTo>
                    <a:pt x="48" y="70"/>
                    <a:pt x="45" y="72"/>
                    <a:pt x="42" y="72"/>
                  </a:cubicBezTo>
                  <a:close/>
                  <a:moveTo>
                    <a:pt x="12" y="60"/>
                  </a:moveTo>
                  <a:cubicBezTo>
                    <a:pt x="36" y="60"/>
                    <a:pt x="36" y="60"/>
                    <a:pt x="36" y="60"/>
                  </a:cubicBezTo>
                  <a:cubicBezTo>
                    <a:pt x="36" y="12"/>
                    <a:pt x="36" y="12"/>
                    <a:pt x="36" y="12"/>
                  </a:cubicBezTo>
                  <a:cubicBezTo>
                    <a:pt x="12" y="12"/>
                    <a:pt x="12" y="12"/>
                    <a:pt x="12" y="12"/>
                  </a:cubicBezTo>
                  <a:lnTo>
                    <a:pt x="12"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59" name="Freeform 63">
              <a:extLst>
                <a:ext uri="{FF2B5EF4-FFF2-40B4-BE49-F238E27FC236}">
                  <a16:creationId xmlns:a16="http://schemas.microsoft.com/office/drawing/2014/main" id="{0ACA05DC-D168-ED4A-8F9D-48683873D78A}"/>
                </a:ext>
              </a:extLst>
            </p:cNvPr>
            <p:cNvSpPr>
              <a:spLocks noEditPoints="1"/>
            </p:cNvSpPr>
            <p:nvPr/>
          </p:nvSpPr>
          <p:spPr bwMode="auto">
            <a:xfrm>
              <a:off x="6850" y="826"/>
              <a:ext cx="71" cy="190"/>
            </a:xfrm>
            <a:custGeom>
              <a:avLst/>
              <a:gdLst>
                <a:gd name="T0" fmla="*/ 42 w 48"/>
                <a:gd name="T1" fmla="*/ 132 h 132"/>
                <a:gd name="T2" fmla="*/ 6 w 48"/>
                <a:gd name="T3" fmla="*/ 132 h 132"/>
                <a:gd name="T4" fmla="*/ 0 w 48"/>
                <a:gd name="T5" fmla="*/ 126 h 132"/>
                <a:gd name="T6" fmla="*/ 0 w 48"/>
                <a:gd name="T7" fmla="*/ 6 h 132"/>
                <a:gd name="T8" fmla="*/ 6 w 48"/>
                <a:gd name="T9" fmla="*/ 0 h 132"/>
                <a:gd name="T10" fmla="*/ 42 w 48"/>
                <a:gd name="T11" fmla="*/ 0 h 132"/>
                <a:gd name="T12" fmla="*/ 48 w 48"/>
                <a:gd name="T13" fmla="*/ 6 h 132"/>
                <a:gd name="T14" fmla="*/ 48 w 48"/>
                <a:gd name="T15" fmla="*/ 126 h 132"/>
                <a:gd name="T16" fmla="*/ 42 w 48"/>
                <a:gd name="T17" fmla="*/ 132 h 132"/>
                <a:gd name="T18" fmla="*/ 12 w 48"/>
                <a:gd name="T19" fmla="*/ 120 h 132"/>
                <a:gd name="T20" fmla="*/ 36 w 48"/>
                <a:gd name="T21" fmla="*/ 120 h 132"/>
                <a:gd name="T22" fmla="*/ 36 w 48"/>
                <a:gd name="T23" fmla="*/ 12 h 132"/>
                <a:gd name="T24" fmla="*/ 12 w 48"/>
                <a:gd name="T25" fmla="*/ 12 h 132"/>
                <a:gd name="T26" fmla="*/ 12 w 48"/>
                <a:gd name="T27" fmla="*/ 12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32">
                  <a:moveTo>
                    <a:pt x="42" y="132"/>
                  </a:moveTo>
                  <a:cubicBezTo>
                    <a:pt x="6" y="132"/>
                    <a:pt x="6" y="132"/>
                    <a:pt x="6" y="132"/>
                  </a:cubicBezTo>
                  <a:cubicBezTo>
                    <a:pt x="2" y="132"/>
                    <a:pt x="0" y="130"/>
                    <a:pt x="0" y="126"/>
                  </a:cubicBezTo>
                  <a:cubicBezTo>
                    <a:pt x="0" y="6"/>
                    <a:pt x="0" y="6"/>
                    <a:pt x="0" y="6"/>
                  </a:cubicBezTo>
                  <a:cubicBezTo>
                    <a:pt x="0" y="3"/>
                    <a:pt x="2" y="0"/>
                    <a:pt x="6" y="0"/>
                  </a:cubicBezTo>
                  <a:cubicBezTo>
                    <a:pt x="42" y="0"/>
                    <a:pt x="42" y="0"/>
                    <a:pt x="42" y="0"/>
                  </a:cubicBezTo>
                  <a:cubicBezTo>
                    <a:pt x="45" y="0"/>
                    <a:pt x="48" y="3"/>
                    <a:pt x="48" y="6"/>
                  </a:cubicBezTo>
                  <a:cubicBezTo>
                    <a:pt x="48" y="126"/>
                    <a:pt x="48" y="126"/>
                    <a:pt x="48" y="126"/>
                  </a:cubicBezTo>
                  <a:cubicBezTo>
                    <a:pt x="48" y="130"/>
                    <a:pt x="45" y="132"/>
                    <a:pt x="42" y="132"/>
                  </a:cubicBezTo>
                  <a:close/>
                  <a:moveTo>
                    <a:pt x="12" y="120"/>
                  </a:moveTo>
                  <a:cubicBezTo>
                    <a:pt x="36" y="120"/>
                    <a:pt x="36" y="120"/>
                    <a:pt x="36" y="120"/>
                  </a:cubicBezTo>
                  <a:cubicBezTo>
                    <a:pt x="36" y="12"/>
                    <a:pt x="36" y="12"/>
                    <a:pt x="36" y="12"/>
                  </a:cubicBezTo>
                  <a:cubicBezTo>
                    <a:pt x="12" y="12"/>
                    <a:pt x="12" y="12"/>
                    <a:pt x="12" y="12"/>
                  </a:cubicBezTo>
                  <a:lnTo>
                    <a:pt x="12"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0" name="Freeform 64">
              <a:extLst>
                <a:ext uri="{FF2B5EF4-FFF2-40B4-BE49-F238E27FC236}">
                  <a16:creationId xmlns:a16="http://schemas.microsoft.com/office/drawing/2014/main" id="{DEACE061-660B-B846-81F5-5CAC95D88ABD}"/>
                </a:ext>
              </a:extLst>
            </p:cNvPr>
            <p:cNvSpPr>
              <a:spLocks noEditPoints="1"/>
            </p:cNvSpPr>
            <p:nvPr/>
          </p:nvSpPr>
          <p:spPr bwMode="auto">
            <a:xfrm>
              <a:off x="6957" y="860"/>
              <a:ext cx="71" cy="156"/>
            </a:xfrm>
            <a:custGeom>
              <a:avLst/>
              <a:gdLst>
                <a:gd name="T0" fmla="*/ 42 w 48"/>
                <a:gd name="T1" fmla="*/ 108 h 108"/>
                <a:gd name="T2" fmla="*/ 6 w 48"/>
                <a:gd name="T3" fmla="*/ 108 h 108"/>
                <a:gd name="T4" fmla="*/ 0 w 48"/>
                <a:gd name="T5" fmla="*/ 102 h 108"/>
                <a:gd name="T6" fmla="*/ 0 w 48"/>
                <a:gd name="T7" fmla="*/ 6 h 108"/>
                <a:gd name="T8" fmla="*/ 6 w 48"/>
                <a:gd name="T9" fmla="*/ 0 h 108"/>
                <a:gd name="T10" fmla="*/ 42 w 48"/>
                <a:gd name="T11" fmla="*/ 0 h 108"/>
                <a:gd name="T12" fmla="*/ 48 w 48"/>
                <a:gd name="T13" fmla="*/ 6 h 108"/>
                <a:gd name="T14" fmla="*/ 48 w 48"/>
                <a:gd name="T15" fmla="*/ 102 h 108"/>
                <a:gd name="T16" fmla="*/ 42 w 48"/>
                <a:gd name="T17" fmla="*/ 108 h 108"/>
                <a:gd name="T18" fmla="*/ 12 w 48"/>
                <a:gd name="T19" fmla="*/ 96 h 108"/>
                <a:gd name="T20" fmla="*/ 36 w 48"/>
                <a:gd name="T21" fmla="*/ 96 h 108"/>
                <a:gd name="T22" fmla="*/ 36 w 48"/>
                <a:gd name="T23" fmla="*/ 12 h 108"/>
                <a:gd name="T24" fmla="*/ 12 w 48"/>
                <a:gd name="T25" fmla="*/ 12 h 108"/>
                <a:gd name="T26" fmla="*/ 12 w 48"/>
                <a:gd name="T27" fmla="*/ 9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08">
                  <a:moveTo>
                    <a:pt x="42" y="108"/>
                  </a:moveTo>
                  <a:cubicBezTo>
                    <a:pt x="6" y="108"/>
                    <a:pt x="6" y="108"/>
                    <a:pt x="6" y="108"/>
                  </a:cubicBezTo>
                  <a:cubicBezTo>
                    <a:pt x="2" y="108"/>
                    <a:pt x="0" y="106"/>
                    <a:pt x="0" y="102"/>
                  </a:cubicBezTo>
                  <a:cubicBezTo>
                    <a:pt x="0" y="6"/>
                    <a:pt x="0" y="6"/>
                    <a:pt x="0" y="6"/>
                  </a:cubicBezTo>
                  <a:cubicBezTo>
                    <a:pt x="0" y="3"/>
                    <a:pt x="2" y="0"/>
                    <a:pt x="6" y="0"/>
                  </a:cubicBezTo>
                  <a:cubicBezTo>
                    <a:pt x="42" y="0"/>
                    <a:pt x="42" y="0"/>
                    <a:pt x="42" y="0"/>
                  </a:cubicBezTo>
                  <a:cubicBezTo>
                    <a:pt x="45" y="0"/>
                    <a:pt x="48" y="3"/>
                    <a:pt x="48" y="6"/>
                  </a:cubicBezTo>
                  <a:cubicBezTo>
                    <a:pt x="48" y="102"/>
                    <a:pt x="48" y="102"/>
                    <a:pt x="48" y="102"/>
                  </a:cubicBezTo>
                  <a:cubicBezTo>
                    <a:pt x="48" y="106"/>
                    <a:pt x="45" y="108"/>
                    <a:pt x="42" y="108"/>
                  </a:cubicBezTo>
                  <a:close/>
                  <a:moveTo>
                    <a:pt x="12" y="96"/>
                  </a:moveTo>
                  <a:cubicBezTo>
                    <a:pt x="36" y="96"/>
                    <a:pt x="36" y="96"/>
                    <a:pt x="36" y="96"/>
                  </a:cubicBezTo>
                  <a:cubicBezTo>
                    <a:pt x="36" y="12"/>
                    <a:pt x="36" y="12"/>
                    <a:pt x="36" y="12"/>
                  </a:cubicBezTo>
                  <a:cubicBezTo>
                    <a:pt x="12" y="12"/>
                    <a:pt x="12" y="12"/>
                    <a:pt x="12" y="12"/>
                  </a:cubicBezTo>
                  <a:lnTo>
                    <a:pt x="12"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1" name="Freeform 65">
              <a:extLst>
                <a:ext uri="{FF2B5EF4-FFF2-40B4-BE49-F238E27FC236}">
                  <a16:creationId xmlns:a16="http://schemas.microsoft.com/office/drawing/2014/main" id="{6C1EFCFD-1918-4C4B-9CE7-E8EFB1D43AEC}"/>
                </a:ext>
              </a:extLst>
            </p:cNvPr>
            <p:cNvSpPr>
              <a:spLocks noEditPoints="1"/>
            </p:cNvSpPr>
            <p:nvPr/>
          </p:nvSpPr>
          <p:spPr bwMode="auto">
            <a:xfrm>
              <a:off x="7063" y="739"/>
              <a:ext cx="71" cy="277"/>
            </a:xfrm>
            <a:custGeom>
              <a:avLst/>
              <a:gdLst>
                <a:gd name="T0" fmla="*/ 42 w 48"/>
                <a:gd name="T1" fmla="*/ 192 h 192"/>
                <a:gd name="T2" fmla="*/ 6 w 48"/>
                <a:gd name="T3" fmla="*/ 192 h 192"/>
                <a:gd name="T4" fmla="*/ 0 w 48"/>
                <a:gd name="T5" fmla="*/ 186 h 192"/>
                <a:gd name="T6" fmla="*/ 0 w 48"/>
                <a:gd name="T7" fmla="*/ 6 h 192"/>
                <a:gd name="T8" fmla="*/ 6 w 48"/>
                <a:gd name="T9" fmla="*/ 0 h 192"/>
                <a:gd name="T10" fmla="*/ 42 w 48"/>
                <a:gd name="T11" fmla="*/ 0 h 192"/>
                <a:gd name="T12" fmla="*/ 48 w 48"/>
                <a:gd name="T13" fmla="*/ 6 h 192"/>
                <a:gd name="T14" fmla="*/ 48 w 48"/>
                <a:gd name="T15" fmla="*/ 186 h 192"/>
                <a:gd name="T16" fmla="*/ 42 w 48"/>
                <a:gd name="T17" fmla="*/ 192 h 192"/>
                <a:gd name="T18" fmla="*/ 12 w 48"/>
                <a:gd name="T19" fmla="*/ 180 h 192"/>
                <a:gd name="T20" fmla="*/ 36 w 48"/>
                <a:gd name="T21" fmla="*/ 180 h 192"/>
                <a:gd name="T22" fmla="*/ 36 w 48"/>
                <a:gd name="T23" fmla="*/ 12 h 192"/>
                <a:gd name="T24" fmla="*/ 12 w 48"/>
                <a:gd name="T25" fmla="*/ 12 h 192"/>
                <a:gd name="T26" fmla="*/ 12 w 48"/>
                <a:gd name="T27" fmla="*/ 18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92">
                  <a:moveTo>
                    <a:pt x="42" y="192"/>
                  </a:moveTo>
                  <a:cubicBezTo>
                    <a:pt x="6" y="192"/>
                    <a:pt x="6" y="192"/>
                    <a:pt x="6" y="192"/>
                  </a:cubicBezTo>
                  <a:cubicBezTo>
                    <a:pt x="2" y="192"/>
                    <a:pt x="0" y="190"/>
                    <a:pt x="0" y="186"/>
                  </a:cubicBezTo>
                  <a:cubicBezTo>
                    <a:pt x="0" y="6"/>
                    <a:pt x="0" y="6"/>
                    <a:pt x="0" y="6"/>
                  </a:cubicBezTo>
                  <a:cubicBezTo>
                    <a:pt x="0" y="3"/>
                    <a:pt x="2" y="0"/>
                    <a:pt x="6" y="0"/>
                  </a:cubicBezTo>
                  <a:cubicBezTo>
                    <a:pt x="42" y="0"/>
                    <a:pt x="42" y="0"/>
                    <a:pt x="42" y="0"/>
                  </a:cubicBezTo>
                  <a:cubicBezTo>
                    <a:pt x="45" y="0"/>
                    <a:pt x="48" y="3"/>
                    <a:pt x="48" y="6"/>
                  </a:cubicBezTo>
                  <a:cubicBezTo>
                    <a:pt x="48" y="186"/>
                    <a:pt x="48" y="186"/>
                    <a:pt x="48" y="186"/>
                  </a:cubicBezTo>
                  <a:cubicBezTo>
                    <a:pt x="48" y="190"/>
                    <a:pt x="45" y="192"/>
                    <a:pt x="42" y="192"/>
                  </a:cubicBezTo>
                  <a:close/>
                  <a:moveTo>
                    <a:pt x="12" y="180"/>
                  </a:moveTo>
                  <a:cubicBezTo>
                    <a:pt x="36" y="180"/>
                    <a:pt x="36" y="180"/>
                    <a:pt x="36" y="180"/>
                  </a:cubicBezTo>
                  <a:cubicBezTo>
                    <a:pt x="36" y="12"/>
                    <a:pt x="36" y="12"/>
                    <a:pt x="36" y="12"/>
                  </a:cubicBezTo>
                  <a:cubicBezTo>
                    <a:pt x="12" y="12"/>
                    <a:pt x="12" y="12"/>
                    <a:pt x="12" y="12"/>
                  </a:cubicBezTo>
                  <a:lnTo>
                    <a:pt x="12"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2" name="Freeform 66">
              <a:extLst>
                <a:ext uri="{FF2B5EF4-FFF2-40B4-BE49-F238E27FC236}">
                  <a16:creationId xmlns:a16="http://schemas.microsoft.com/office/drawing/2014/main" id="{E3276A80-6E12-C248-A63A-BDDBCB6DC276}"/>
                </a:ext>
              </a:extLst>
            </p:cNvPr>
            <p:cNvSpPr>
              <a:spLocks noEditPoints="1"/>
            </p:cNvSpPr>
            <p:nvPr/>
          </p:nvSpPr>
          <p:spPr bwMode="auto">
            <a:xfrm>
              <a:off x="6753" y="774"/>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3" name="Freeform 67">
              <a:extLst>
                <a:ext uri="{FF2B5EF4-FFF2-40B4-BE49-F238E27FC236}">
                  <a16:creationId xmlns:a16="http://schemas.microsoft.com/office/drawing/2014/main" id="{FA66DBB2-838B-4C4A-BA40-168FEF07086F}"/>
                </a:ext>
              </a:extLst>
            </p:cNvPr>
            <p:cNvSpPr>
              <a:spLocks noEditPoints="1"/>
            </p:cNvSpPr>
            <p:nvPr/>
          </p:nvSpPr>
          <p:spPr bwMode="auto">
            <a:xfrm>
              <a:off x="6859" y="687"/>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4" name="Freeform 68">
              <a:extLst>
                <a:ext uri="{FF2B5EF4-FFF2-40B4-BE49-F238E27FC236}">
                  <a16:creationId xmlns:a16="http://schemas.microsoft.com/office/drawing/2014/main" id="{93019F76-8284-AF42-815A-EE8C56616EEB}"/>
                </a:ext>
              </a:extLst>
            </p:cNvPr>
            <p:cNvSpPr>
              <a:spLocks noEditPoints="1"/>
            </p:cNvSpPr>
            <p:nvPr/>
          </p:nvSpPr>
          <p:spPr bwMode="auto">
            <a:xfrm>
              <a:off x="6966" y="722"/>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5" name="Freeform 69">
              <a:extLst>
                <a:ext uri="{FF2B5EF4-FFF2-40B4-BE49-F238E27FC236}">
                  <a16:creationId xmlns:a16="http://schemas.microsoft.com/office/drawing/2014/main" id="{994737E9-AB00-4844-A2D9-029280879396}"/>
                </a:ext>
              </a:extLst>
            </p:cNvPr>
            <p:cNvSpPr>
              <a:spLocks noEditPoints="1"/>
            </p:cNvSpPr>
            <p:nvPr/>
          </p:nvSpPr>
          <p:spPr bwMode="auto">
            <a:xfrm>
              <a:off x="7072" y="600"/>
              <a:ext cx="54"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6" name="Freeform 70">
              <a:extLst>
                <a:ext uri="{FF2B5EF4-FFF2-40B4-BE49-F238E27FC236}">
                  <a16:creationId xmlns:a16="http://schemas.microsoft.com/office/drawing/2014/main" id="{31011639-86D2-1945-816C-1890494209C3}"/>
                </a:ext>
              </a:extLst>
            </p:cNvPr>
            <p:cNvSpPr>
              <a:spLocks/>
            </p:cNvSpPr>
            <p:nvPr/>
          </p:nvSpPr>
          <p:spPr bwMode="auto">
            <a:xfrm>
              <a:off x="6782" y="714"/>
              <a:ext cx="99" cy="84"/>
            </a:xfrm>
            <a:custGeom>
              <a:avLst/>
              <a:gdLst>
                <a:gd name="T0" fmla="*/ 7 w 67"/>
                <a:gd name="T1" fmla="*/ 58 h 58"/>
                <a:gd name="T2" fmla="*/ 2 w 67"/>
                <a:gd name="T3" fmla="*/ 56 h 58"/>
                <a:gd name="T4" fmla="*/ 3 w 67"/>
                <a:gd name="T5" fmla="*/ 47 h 58"/>
                <a:gd name="T6" fmla="*/ 57 w 67"/>
                <a:gd name="T7" fmla="*/ 3 h 58"/>
                <a:gd name="T8" fmla="*/ 65 w 67"/>
                <a:gd name="T9" fmla="*/ 3 h 58"/>
                <a:gd name="T10" fmla="*/ 64 w 67"/>
                <a:gd name="T11" fmla="*/ 12 h 58"/>
                <a:gd name="T12" fmla="*/ 11 w 67"/>
                <a:gd name="T13" fmla="*/ 56 h 58"/>
                <a:gd name="T14" fmla="*/ 7 w 67"/>
                <a:gd name="T15" fmla="*/ 58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58">
                  <a:moveTo>
                    <a:pt x="7" y="58"/>
                  </a:moveTo>
                  <a:cubicBezTo>
                    <a:pt x="5" y="58"/>
                    <a:pt x="3" y="57"/>
                    <a:pt x="2" y="56"/>
                  </a:cubicBezTo>
                  <a:cubicBezTo>
                    <a:pt x="0" y="53"/>
                    <a:pt x="0" y="49"/>
                    <a:pt x="3" y="47"/>
                  </a:cubicBezTo>
                  <a:cubicBezTo>
                    <a:pt x="57" y="3"/>
                    <a:pt x="57" y="3"/>
                    <a:pt x="57" y="3"/>
                  </a:cubicBezTo>
                  <a:cubicBezTo>
                    <a:pt x="59" y="0"/>
                    <a:pt x="63" y="1"/>
                    <a:pt x="65" y="3"/>
                  </a:cubicBezTo>
                  <a:cubicBezTo>
                    <a:pt x="67" y="6"/>
                    <a:pt x="67" y="10"/>
                    <a:pt x="64" y="12"/>
                  </a:cubicBezTo>
                  <a:cubicBezTo>
                    <a:pt x="11" y="56"/>
                    <a:pt x="11" y="56"/>
                    <a:pt x="11" y="56"/>
                  </a:cubicBezTo>
                  <a:cubicBezTo>
                    <a:pt x="10" y="57"/>
                    <a:pt x="8" y="58"/>
                    <a:pt x="7"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7" name="Freeform 71">
              <a:extLst>
                <a:ext uri="{FF2B5EF4-FFF2-40B4-BE49-F238E27FC236}">
                  <a16:creationId xmlns:a16="http://schemas.microsoft.com/office/drawing/2014/main" id="{351419A5-CCB8-0F4A-A9D8-85EBBC43D894}"/>
                </a:ext>
              </a:extLst>
            </p:cNvPr>
            <p:cNvSpPr>
              <a:spLocks/>
            </p:cNvSpPr>
            <p:nvPr/>
          </p:nvSpPr>
          <p:spPr bwMode="auto">
            <a:xfrm>
              <a:off x="6892" y="708"/>
              <a:ext cx="93" cy="44"/>
            </a:xfrm>
            <a:custGeom>
              <a:avLst/>
              <a:gdLst>
                <a:gd name="T0" fmla="*/ 57 w 63"/>
                <a:gd name="T1" fmla="*/ 30 h 30"/>
                <a:gd name="T2" fmla="*/ 55 w 63"/>
                <a:gd name="T3" fmla="*/ 29 h 30"/>
                <a:gd name="T4" fmla="*/ 5 w 63"/>
                <a:gd name="T5" fmla="*/ 13 h 30"/>
                <a:gd name="T6" fmla="*/ 1 w 63"/>
                <a:gd name="T7" fmla="*/ 5 h 30"/>
                <a:gd name="T8" fmla="*/ 9 w 63"/>
                <a:gd name="T9" fmla="*/ 2 h 30"/>
                <a:gd name="T10" fmla="*/ 58 w 63"/>
                <a:gd name="T11" fmla="*/ 18 h 30"/>
                <a:gd name="T12" fmla="*/ 62 w 63"/>
                <a:gd name="T13" fmla="*/ 26 h 30"/>
                <a:gd name="T14" fmla="*/ 57 w 63"/>
                <a:gd name="T15" fmla="*/ 30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 h="30">
                  <a:moveTo>
                    <a:pt x="57" y="30"/>
                  </a:moveTo>
                  <a:cubicBezTo>
                    <a:pt x="56" y="30"/>
                    <a:pt x="55" y="30"/>
                    <a:pt x="55" y="29"/>
                  </a:cubicBezTo>
                  <a:cubicBezTo>
                    <a:pt x="5" y="13"/>
                    <a:pt x="5" y="13"/>
                    <a:pt x="5" y="13"/>
                  </a:cubicBezTo>
                  <a:cubicBezTo>
                    <a:pt x="2" y="12"/>
                    <a:pt x="0" y="8"/>
                    <a:pt x="1" y="5"/>
                  </a:cubicBezTo>
                  <a:cubicBezTo>
                    <a:pt x="2" y="2"/>
                    <a:pt x="6" y="0"/>
                    <a:pt x="9" y="2"/>
                  </a:cubicBezTo>
                  <a:cubicBezTo>
                    <a:pt x="58" y="18"/>
                    <a:pt x="58" y="18"/>
                    <a:pt x="58" y="18"/>
                  </a:cubicBezTo>
                  <a:cubicBezTo>
                    <a:pt x="62" y="19"/>
                    <a:pt x="63" y="23"/>
                    <a:pt x="62" y="26"/>
                  </a:cubicBezTo>
                  <a:cubicBezTo>
                    <a:pt x="61" y="28"/>
                    <a:pt x="59" y="30"/>
                    <a:pt x="5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8" name="Freeform 72">
              <a:extLst>
                <a:ext uri="{FF2B5EF4-FFF2-40B4-BE49-F238E27FC236}">
                  <a16:creationId xmlns:a16="http://schemas.microsoft.com/office/drawing/2014/main" id="{E9D27936-5D5D-614F-8C1C-7B1D6C8F53BC}"/>
                </a:ext>
              </a:extLst>
            </p:cNvPr>
            <p:cNvSpPr>
              <a:spLocks/>
            </p:cNvSpPr>
            <p:nvPr/>
          </p:nvSpPr>
          <p:spPr bwMode="auto">
            <a:xfrm>
              <a:off x="6994" y="630"/>
              <a:ext cx="103" cy="113"/>
            </a:xfrm>
            <a:custGeom>
              <a:avLst/>
              <a:gdLst>
                <a:gd name="T0" fmla="*/ 6 w 70"/>
                <a:gd name="T1" fmla="*/ 78 h 78"/>
                <a:gd name="T2" fmla="*/ 3 w 70"/>
                <a:gd name="T3" fmla="*/ 77 h 78"/>
                <a:gd name="T4" fmla="*/ 2 w 70"/>
                <a:gd name="T5" fmla="*/ 68 h 78"/>
                <a:gd name="T6" fmla="*/ 58 w 70"/>
                <a:gd name="T7" fmla="*/ 3 h 78"/>
                <a:gd name="T8" fmla="*/ 67 w 70"/>
                <a:gd name="T9" fmla="*/ 2 h 78"/>
                <a:gd name="T10" fmla="*/ 67 w 70"/>
                <a:gd name="T11" fmla="*/ 10 h 78"/>
                <a:gd name="T12" fmla="*/ 11 w 70"/>
                <a:gd name="T13" fmla="*/ 76 h 78"/>
                <a:gd name="T14" fmla="*/ 6 w 70"/>
                <a:gd name="T15" fmla="*/ 78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6" y="78"/>
                  </a:moveTo>
                  <a:cubicBezTo>
                    <a:pt x="5" y="78"/>
                    <a:pt x="4" y="78"/>
                    <a:pt x="3" y="77"/>
                  </a:cubicBezTo>
                  <a:cubicBezTo>
                    <a:pt x="0" y="75"/>
                    <a:pt x="0" y="71"/>
                    <a:pt x="2" y="68"/>
                  </a:cubicBezTo>
                  <a:cubicBezTo>
                    <a:pt x="58" y="3"/>
                    <a:pt x="58" y="3"/>
                    <a:pt x="58" y="3"/>
                  </a:cubicBezTo>
                  <a:cubicBezTo>
                    <a:pt x="60" y="0"/>
                    <a:pt x="64" y="0"/>
                    <a:pt x="67" y="2"/>
                  </a:cubicBezTo>
                  <a:cubicBezTo>
                    <a:pt x="69" y="4"/>
                    <a:pt x="70" y="8"/>
                    <a:pt x="67" y="10"/>
                  </a:cubicBezTo>
                  <a:cubicBezTo>
                    <a:pt x="11" y="76"/>
                    <a:pt x="11" y="76"/>
                    <a:pt x="11" y="76"/>
                  </a:cubicBezTo>
                  <a:cubicBezTo>
                    <a:pt x="10" y="78"/>
                    <a:pt x="8" y="78"/>
                    <a:pt x="6"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169" name="Group 147">
            <a:extLst>
              <a:ext uri="{FF2B5EF4-FFF2-40B4-BE49-F238E27FC236}">
                <a16:creationId xmlns:a16="http://schemas.microsoft.com/office/drawing/2014/main" id="{1A45C7C7-247A-8046-A96E-AD1F982C8EF8}"/>
              </a:ext>
            </a:extLst>
          </p:cNvPr>
          <p:cNvGrpSpPr>
            <a:grpSpLocks noChangeAspect="1"/>
          </p:cNvGrpSpPr>
          <p:nvPr userDrawn="1"/>
        </p:nvGrpSpPr>
        <p:grpSpPr bwMode="auto">
          <a:xfrm>
            <a:off x="4602982" y="4317934"/>
            <a:ext cx="492991" cy="480291"/>
            <a:chOff x="4660" y="3155"/>
            <a:chExt cx="427" cy="416"/>
          </a:xfrm>
          <a:solidFill>
            <a:schemeClr val="accent1"/>
          </a:solidFill>
        </p:grpSpPr>
        <p:sp>
          <p:nvSpPr>
            <p:cNvPr id="170" name="Freeform 148">
              <a:extLst>
                <a:ext uri="{FF2B5EF4-FFF2-40B4-BE49-F238E27FC236}">
                  <a16:creationId xmlns:a16="http://schemas.microsoft.com/office/drawing/2014/main" id="{8E8C409B-9E97-C84A-B9D3-A35AAE508CE2}"/>
                </a:ext>
              </a:extLst>
            </p:cNvPr>
            <p:cNvSpPr>
              <a:spLocks/>
            </p:cNvSpPr>
            <p:nvPr/>
          </p:nvSpPr>
          <p:spPr bwMode="auto">
            <a:xfrm>
              <a:off x="4952" y="3213"/>
              <a:ext cx="75" cy="72"/>
            </a:xfrm>
            <a:custGeom>
              <a:avLst/>
              <a:gdLst>
                <a:gd name="T0" fmla="*/ 7 w 51"/>
                <a:gd name="T1" fmla="*/ 50 h 50"/>
                <a:gd name="T2" fmla="*/ 3 w 51"/>
                <a:gd name="T3" fmla="*/ 48 h 50"/>
                <a:gd name="T4" fmla="*/ 3 w 51"/>
                <a:gd name="T5" fmla="*/ 40 h 50"/>
                <a:gd name="T6" fmla="*/ 40 w 51"/>
                <a:gd name="T7" fmla="*/ 3 h 50"/>
                <a:gd name="T8" fmla="*/ 49 w 51"/>
                <a:gd name="T9" fmla="*/ 3 h 50"/>
                <a:gd name="T10" fmla="*/ 49 w 51"/>
                <a:gd name="T11" fmla="*/ 11 h 50"/>
                <a:gd name="T12" fmla="*/ 11 w 51"/>
                <a:gd name="T13" fmla="*/ 48 h 50"/>
                <a:gd name="T14" fmla="*/ 7 w 51"/>
                <a:gd name="T15" fmla="*/ 50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50">
                  <a:moveTo>
                    <a:pt x="7" y="50"/>
                  </a:moveTo>
                  <a:cubicBezTo>
                    <a:pt x="6" y="50"/>
                    <a:pt x="4" y="49"/>
                    <a:pt x="3" y="48"/>
                  </a:cubicBezTo>
                  <a:cubicBezTo>
                    <a:pt x="0" y="46"/>
                    <a:pt x="0" y="42"/>
                    <a:pt x="3" y="40"/>
                  </a:cubicBezTo>
                  <a:cubicBezTo>
                    <a:pt x="40" y="3"/>
                    <a:pt x="40" y="3"/>
                    <a:pt x="40" y="3"/>
                  </a:cubicBezTo>
                  <a:cubicBezTo>
                    <a:pt x="42" y="0"/>
                    <a:pt x="46" y="0"/>
                    <a:pt x="49" y="3"/>
                  </a:cubicBezTo>
                  <a:cubicBezTo>
                    <a:pt x="51" y="5"/>
                    <a:pt x="51" y="9"/>
                    <a:pt x="49" y="11"/>
                  </a:cubicBezTo>
                  <a:cubicBezTo>
                    <a:pt x="11" y="48"/>
                    <a:pt x="11" y="48"/>
                    <a:pt x="11" y="48"/>
                  </a:cubicBezTo>
                  <a:cubicBezTo>
                    <a:pt x="10" y="49"/>
                    <a:pt x="9" y="50"/>
                    <a:pt x="7"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1" name="Freeform 149">
              <a:extLst>
                <a:ext uri="{FF2B5EF4-FFF2-40B4-BE49-F238E27FC236}">
                  <a16:creationId xmlns:a16="http://schemas.microsoft.com/office/drawing/2014/main" id="{DA0B5ECD-870E-4848-9CD3-F2A48AAED96F}"/>
                </a:ext>
              </a:extLst>
            </p:cNvPr>
            <p:cNvSpPr>
              <a:spLocks noEditPoints="1"/>
            </p:cNvSpPr>
            <p:nvPr/>
          </p:nvSpPr>
          <p:spPr bwMode="auto">
            <a:xfrm>
              <a:off x="4998" y="3155"/>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2" name="Freeform 150">
              <a:extLst>
                <a:ext uri="{FF2B5EF4-FFF2-40B4-BE49-F238E27FC236}">
                  <a16:creationId xmlns:a16="http://schemas.microsoft.com/office/drawing/2014/main" id="{F35591AC-ECAA-6A44-8F99-819ED52E6DAB}"/>
                </a:ext>
              </a:extLst>
            </p:cNvPr>
            <p:cNvSpPr>
              <a:spLocks/>
            </p:cNvSpPr>
            <p:nvPr/>
          </p:nvSpPr>
          <p:spPr bwMode="auto">
            <a:xfrm>
              <a:off x="4970" y="3457"/>
              <a:ext cx="57" cy="55"/>
            </a:xfrm>
            <a:custGeom>
              <a:avLst/>
              <a:gdLst>
                <a:gd name="T0" fmla="*/ 32 w 39"/>
                <a:gd name="T1" fmla="*/ 38 h 38"/>
                <a:gd name="T2" fmla="*/ 28 w 39"/>
                <a:gd name="T3" fmla="*/ 36 h 38"/>
                <a:gd name="T4" fmla="*/ 2 w 39"/>
                <a:gd name="T5" fmla="*/ 11 h 38"/>
                <a:gd name="T6" fmla="*/ 2 w 39"/>
                <a:gd name="T7" fmla="*/ 2 h 38"/>
                <a:gd name="T8" fmla="*/ 11 w 39"/>
                <a:gd name="T9" fmla="*/ 2 h 38"/>
                <a:gd name="T10" fmla="*/ 36 w 39"/>
                <a:gd name="T11" fmla="*/ 28 h 38"/>
                <a:gd name="T12" fmla="*/ 36 w 39"/>
                <a:gd name="T13" fmla="*/ 36 h 38"/>
                <a:gd name="T14" fmla="*/ 32 w 39"/>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32" y="38"/>
                  </a:moveTo>
                  <a:cubicBezTo>
                    <a:pt x="30" y="38"/>
                    <a:pt x="29" y="37"/>
                    <a:pt x="28" y="36"/>
                  </a:cubicBezTo>
                  <a:cubicBezTo>
                    <a:pt x="2" y="11"/>
                    <a:pt x="2" y="11"/>
                    <a:pt x="2" y="11"/>
                  </a:cubicBezTo>
                  <a:cubicBezTo>
                    <a:pt x="0" y="8"/>
                    <a:pt x="0" y="4"/>
                    <a:pt x="2" y="2"/>
                  </a:cubicBezTo>
                  <a:cubicBezTo>
                    <a:pt x="5" y="0"/>
                    <a:pt x="8" y="0"/>
                    <a:pt x="11" y="2"/>
                  </a:cubicBezTo>
                  <a:cubicBezTo>
                    <a:pt x="36" y="28"/>
                    <a:pt x="36" y="28"/>
                    <a:pt x="36" y="28"/>
                  </a:cubicBezTo>
                  <a:cubicBezTo>
                    <a:pt x="39" y="30"/>
                    <a:pt x="39" y="34"/>
                    <a:pt x="36" y="36"/>
                  </a:cubicBezTo>
                  <a:cubicBezTo>
                    <a:pt x="35" y="37"/>
                    <a:pt x="33" y="38"/>
                    <a:pt x="32"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3" name="Freeform 151">
              <a:extLst>
                <a:ext uri="{FF2B5EF4-FFF2-40B4-BE49-F238E27FC236}">
                  <a16:creationId xmlns:a16="http://schemas.microsoft.com/office/drawing/2014/main" id="{7C40EEF9-FCC2-A541-B120-A45140879919}"/>
                </a:ext>
              </a:extLst>
            </p:cNvPr>
            <p:cNvSpPr>
              <a:spLocks noEditPoints="1"/>
            </p:cNvSpPr>
            <p:nvPr/>
          </p:nvSpPr>
          <p:spPr bwMode="auto">
            <a:xfrm>
              <a:off x="4998" y="3485"/>
              <a:ext cx="89" cy="86"/>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4" name="Freeform 152">
              <a:extLst>
                <a:ext uri="{FF2B5EF4-FFF2-40B4-BE49-F238E27FC236}">
                  <a16:creationId xmlns:a16="http://schemas.microsoft.com/office/drawing/2014/main" id="{A9892F93-4546-3D4E-B74D-759D573B708D}"/>
                </a:ext>
              </a:extLst>
            </p:cNvPr>
            <p:cNvSpPr>
              <a:spLocks/>
            </p:cNvSpPr>
            <p:nvPr/>
          </p:nvSpPr>
          <p:spPr bwMode="auto">
            <a:xfrm>
              <a:off x="4720" y="3213"/>
              <a:ext cx="75" cy="72"/>
            </a:xfrm>
            <a:custGeom>
              <a:avLst/>
              <a:gdLst>
                <a:gd name="T0" fmla="*/ 44 w 51"/>
                <a:gd name="T1" fmla="*/ 50 h 50"/>
                <a:gd name="T2" fmla="*/ 40 w 51"/>
                <a:gd name="T3" fmla="*/ 48 h 50"/>
                <a:gd name="T4" fmla="*/ 3 w 51"/>
                <a:gd name="T5" fmla="*/ 11 h 50"/>
                <a:gd name="T6" fmla="*/ 2 w 51"/>
                <a:gd name="T7" fmla="*/ 3 h 50"/>
                <a:gd name="T8" fmla="*/ 11 w 51"/>
                <a:gd name="T9" fmla="*/ 3 h 50"/>
                <a:gd name="T10" fmla="*/ 48 w 51"/>
                <a:gd name="T11" fmla="*/ 40 h 50"/>
                <a:gd name="T12" fmla="*/ 48 w 51"/>
                <a:gd name="T13" fmla="*/ 48 h 50"/>
                <a:gd name="T14" fmla="*/ 44 w 51"/>
                <a:gd name="T15" fmla="*/ 50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50">
                  <a:moveTo>
                    <a:pt x="44" y="50"/>
                  </a:moveTo>
                  <a:cubicBezTo>
                    <a:pt x="43" y="50"/>
                    <a:pt x="41" y="49"/>
                    <a:pt x="40" y="48"/>
                  </a:cubicBezTo>
                  <a:cubicBezTo>
                    <a:pt x="3" y="11"/>
                    <a:pt x="3" y="11"/>
                    <a:pt x="3" y="11"/>
                  </a:cubicBezTo>
                  <a:cubicBezTo>
                    <a:pt x="0" y="9"/>
                    <a:pt x="0" y="5"/>
                    <a:pt x="2" y="3"/>
                  </a:cubicBezTo>
                  <a:cubicBezTo>
                    <a:pt x="5" y="0"/>
                    <a:pt x="9" y="0"/>
                    <a:pt x="11" y="3"/>
                  </a:cubicBezTo>
                  <a:cubicBezTo>
                    <a:pt x="48" y="40"/>
                    <a:pt x="48" y="40"/>
                    <a:pt x="48" y="40"/>
                  </a:cubicBezTo>
                  <a:cubicBezTo>
                    <a:pt x="51" y="42"/>
                    <a:pt x="51" y="46"/>
                    <a:pt x="48" y="48"/>
                  </a:cubicBezTo>
                  <a:cubicBezTo>
                    <a:pt x="47" y="49"/>
                    <a:pt x="46" y="50"/>
                    <a:pt x="44"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5" name="Freeform 153">
              <a:extLst>
                <a:ext uri="{FF2B5EF4-FFF2-40B4-BE49-F238E27FC236}">
                  <a16:creationId xmlns:a16="http://schemas.microsoft.com/office/drawing/2014/main" id="{FC0B3E8E-2558-BE41-ADEB-7D5023F6BD96}"/>
                </a:ext>
              </a:extLst>
            </p:cNvPr>
            <p:cNvSpPr>
              <a:spLocks noEditPoints="1"/>
            </p:cNvSpPr>
            <p:nvPr/>
          </p:nvSpPr>
          <p:spPr bwMode="auto">
            <a:xfrm>
              <a:off x="4660" y="3155"/>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6" name="Freeform 154">
              <a:extLst>
                <a:ext uri="{FF2B5EF4-FFF2-40B4-BE49-F238E27FC236}">
                  <a16:creationId xmlns:a16="http://schemas.microsoft.com/office/drawing/2014/main" id="{AF5CD9F4-8D4C-B94E-A070-7BA0E2494A4C}"/>
                </a:ext>
              </a:extLst>
            </p:cNvPr>
            <p:cNvSpPr>
              <a:spLocks/>
            </p:cNvSpPr>
            <p:nvPr/>
          </p:nvSpPr>
          <p:spPr bwMode="auto">
            <a:xfrm>
              <a:off x="4721" y="3457"/>
              <a:ext cx="56" cy="55"/>
            </a:xfrm>
            <a:custGeom>
              <a:avLst/>
              <a:gdLst>
                <a:gd name="T0" fmla="*/ 6 w 38"/>
                <a:gd name="T1" fmla="*/ 38 h 38"/>
                <a:gd name="T2" fmla="*/ 2 w 38"/>
                <a:gd name="T3" fmla="*/ 36 h 38"/>
                <a:gd name="T4" fmla="*/ 2 w 38"/>
                <a:gd name="T5" fmla="*/ 28 h 38"/>
                <a:gd name="T6" fmla="*/ 27 w 38"/>
                <a:gd name="T7" fmla="*/ 2 h 38"/>
                <a:gd name="T8" fmla="*/ 36 w 38"/>
                <a:gd name="T9" fmla="*/ 2 h 38"/>
                <a:gd name="T10" fmla="*/ 36 w 38"/>
                <a:gd name="T11" fmla="*/ 11 h 38"/>
                <a:gd name="T12" fmla="*/ 10 w 38"/>
                <a:gd name="T13" fmla="*/ 36 h 38"/>
                <a:gd name="T14" fmla="*/ 6 w 38"/>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38">
                  <a:moveTo>
                    <a:pt x="6" y="38"/>
                  </a:moveTo>
                  <a:cubicBezTo>
                    <a:pt x="5" y="38"/>
                    <a:pt x="3" y="37"/>
                    <a:pt x="2" y="36"/>
                  </a:cubicBezTo>
                  <a:cubicBezTo>
                    <a:pt x="0" y="34"/>
                    <a:pt x="0" y="30"/>
                    <a:pt x="2" y="28"/>
                  </a:cubicBezTo>
                  <a:cubicBezTo>
                    <a:pt x="27" y="2"/>
                    <a:pt x="27" y="2"/>
                    <a:pt x="27" y="2"/>
                  </a:cubicBezTo>
                  <a:cubicBezTo>
                    <a:pt x="30" y="0"/>
                    <a:pt x="33" y="0"/>
                    <a:pt x="36" y="2"/>
                  </a:cubicBezTo>
                  <a:cubicBezTo>
                    <a:pt x="38" y="4"/>
                    <a:pt x="38" y="8"/>
                    <a:pt x="36" y="11"/>
                  </a:cubicBezTo>
                  <a:cubicBezTo>
                    <a:pt x="10" y="36"/>
                    <a:pt x="10" y="36"/>
                    <a:pt x="10" y="36"/>
                  </a:cubicBezTo>
                  <a:cubicBezTo>
                    <a:pt x="9" y="37"/>
                    <a:pt x="8" y="38"/>
                    <a:pt x="6"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7" name="Freeform 155">
              <a:extLst>
                <a:ext uri="{FF2B5EF4-FFF2-40B4-BE49-F238E27FC236}">
                  <a16:creationId xmlns:a16="http://schemas.microsoft.com/office/drawing/2014/main" id="{B1B15CB0-A7E5-BC4F-A0BC-F0DE234CCD0C}"/>
                </a:ext>
              </a:extLst>
            </p:cNvPr>
            <p:cNvSpPr>
              <a:spLocks noEditPoints="1"/>
            </p:cNvSpPr>
            <p:nvPr/>
          </p:nvSpPr>
          <p:spPr bwMode="auto">
            <a:xfrm>
              <a:off x="4660" y="3485"/>
              <a:ext cx="89" cy="86"/>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8" name="Freeform 156">
              <a:extLst>
                <a:ext uri="{FF2B5EF4-FFF2-40B4-BE49-F238E27FC236}">
                  <a16:creationId xmlns:a16="http://schemas.microsoft.com/office/drawing/2014/main" id="{67AB54EA-1D00-BA41-A554-14265C9BADB6}"/>
                </a:ext>
              </a:extLst>
            </p:cNvPr>
            <p:cNvSpPr>
              <a:spLocks/>
            </p:cNvSpPr>
            <p:nvPr/>
          </p:nvSpPr>
          <p:spPr bwMode="auto">
            <a:xfrm>
              <a:off x="4944" y="3346"/>
              <a:ext cx="72"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5" y="0"/>
                    <a:pt x="48" y="2"/>
                    <a:pt x="48" y="6"/>
                  </a:cubicBezTo>
                  <a:cubicBezTo>
                    <a:pt x="48" y="9"/>
                    <a:pt x="45"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9" name="Freeform 157">
              <a:extLst>
                <a:ext uri="{FF2B5EF4-FFF2-40B4-BE49-F238E27FC236}">
                  <a16:creationId xmlns:a16="http://schemas.microsoft.com/office/drawing/2014/main" id="{7CFDB85D-494A-024F-86F2-B6983F221C93}"/>
                </a:ext>
              </a:extLst>
            </p:cNvPr>
            <p:cNvSpPr>
              <a:spLocks noEditPoints="1"/>
            </p:cNvSpPr>
            <p:nvPr/>
          </p:nvSpPr>
          <p:spPr bwMode="auto">
            <a:xfrm>
              <a:off x="4998" y="3311"/>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80" name="Freeform 158">
              <a:extLst>
                <a:ext uri="{FF2B5EF4-FFF2-40B4-BE49-F238E27FC236}">
                  <a16:creationId xmlns:a16="http://schemas.microsoft.com/office/drawing/2014/main" id="{29B1044C-E2D2-6641-83C4-F6039E8C3EAB}"/>
                </a:ext>
              </a:extLst>
            </p:cNvPr>
            <p:cNvSpPr>
              <a:spLocks/>
            </p:cNvSpPr>
            <p:nvPr/>
          </p:nvSpPr>
          <p:spPr bwMode="auto">
            <a:xfrm>
              <a:off x="4731" y="3346"/>
              <a:ext cx="71"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5" y="0"/>
                    <a:pt x="48" y="2"/>
                    <a:pt x="48" y="6"/>
                  </a:cubicBezTo>
                  <a:cubicBezTo>
                    <a:pt x="48" y="9"/>
                    <a:pt x="45"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81" name="Freeform 159">
              <a:extLst>
                <a:ext uri="{FF2B5EF4-FFF2-40B4-BE49-F238E27FC236}">
                  <a16:creationId xmlns:a16="http://schemas.microsoft.com/office/drawing/2014/main" id="{D04495BF-6265-7A4F-9624-AF37EE9A7BE3}"/>
                </a:ext>
              </a:extLst>
            </p:cNvPr>
            <p:cNvSpPr>
              <a:spLocks noEditPoints="1"/>
            </p:cNvSpPr>
            <p:nvPr/>
          </p:nvSpPr>
          <p:spPr bwMode="auto">
            <a:xfrm>
              <a:off x="4660" y="3311"/>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82" name="Oval 160">
              <a:extLst>
                <a:ext uri="{FF2B5EF4-FFF2-40B4-BE49-F238E27FC236}">
                  <a16:creationId xmlns:a16="http://schemas.microsoft.com/office/drawing/2014/main" id="{0DCD1D92-34C0-2940-9188-97E05488F343}"/>
                </a:ext>
              </a:extLst>
            </p:cNvPr>
            <p:cNvSpPr>
              <a:spLocks noChangeArrowheads="1"/>
            </p:cNvSpPr>
            <p:nvPr/>
          </p:nvSpPr>
          <p:spPr bwMode="auto">
            <a:xfrm>
              <a:off x="4850" y="3434"/>
              <a:ext cx="29" cy="2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83" name="Freeform 161">
              <a:extLst>
                <a:ext uri="{FF2B5EF4-FFF2-40B4-BE49-F238E27FC236}">
                  <a16:creationId xmlns:a16="http://schemas.microsoft.com/office/drawing/2014/main" id="{7619177A-DB0B-F247-9FF6-F0476A03D96B}"/>
                </a:ext>
              </a:extLst>
            </p:cNvPr>
            <p:cNvSpPr>
              <a:spLocks/>
            </p:cNvSpPr>
            <p:nvPr/>
          </p:nvSpPr>
          <p:spPr bwMode="auto">
            <a:xfrm>
              <a:off x="4811" y="3275"/>
              <a:ext cx="107" cy="146"/>
            </a:xfrm>
            <a:custGeom>
              <a:avLst/>
              <a:gdLst>
                <a:gd name="T0" fmla="*/ 36 w 72"/>
                <a:gd name="T1" fmla="*/ 101 h 101"/>
                <a:gd name="T2" fmla="*/ 30 w 72"/>
                <a:gd name="T3" fmla="*/ 95 h 101"/>
                <a:gd name="T4" fmla="*/ 30 w 72"/>
                <a:gd name="T5" fmla="*/ 65 h 101"/>
                <a:gd name="T6" fmla="*/ 36 w 72"/>
                <a:gd name="T7" fmla="*/ 59 h 101"/>
                <a:gd name="T8" fmla="*/ 60 w 72"/>
                <a:gd name="T9" fmla="*/ 36 h 101"/>
                <a:gd name="T10" fmla="*/ 36 w 72"/>
                <a:gd name="T11" fmla="*/ 12 h 101"/>
                <a:gd name="T12" fmla="*/ 12 w 72"/>
                <a:gd name="T13" fmla="*/ 36 h 101"/>
                <a:gd name="T14" fmla="*/ 6 w 72"/>
                <a:gd name="T15" fmla="*/ 42 h 101"/>
                <a:gd name="T16" fmla="*/ 0 w 72"/>
                <a:gd name="T17" fmla="*/ 36 h 101"/>
                <a:gd name="T18" fmla="*/ 36 w 72"/>
                <a:gd name="T19" fmla="*/ 0 h 101"/>
                <a:gd name="T20" fmla="*/ 72 w 72"/>
                <a:gd name="T21" fmla="*/ 36 h 101"/>
                <a:gd name="T22" fmla="*/ 42 w 72"/>
                <a:gd name="T23" fmla="*/ 71 h 101"/>
                <a:gd name="T24" fmla="*/ 42 w 72"/>
                <a:gd name="T25" fmla="*/ 95 h 101"/>
                <a:gd name="T26" fmla="*/ 36 w 72"/>
                <a:gd name="T27"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101">
                  <a:moveTo>
                    <a:pt x="36" y="101"/>
                  </a:moveTo>
                  <a:cubicBezTo>
                    <a:pt x="33" y="101"/>
                    <a:pt x="30" y="99"/>
                    <a:pt x="30" y="95"/>
                  </a:cubicBezTo>
                  <a:cubicBezTo>
                    <a:pt x="30" y="65"/>
                    <a:pt x="30" y="65"/>
                    <a:pt x="30" y="65"/>
                  </a:cubicBezTo>
                  <a:cubicBezTo>
                    <a:pt x="30" y="62"/>
                    <a:pt x="33" y="59"/>
                    <a:pt x="36" y="59"/>
                  </a:cubicBezTo>
                  <a:cubicBezTo>
                    <a:pt x="49" y="59"/>
                    <a:pt x="60" y="49"/>
                    <a:pt x="60" y="36"/>
                  </a:cubicBezTo>
                  <a:cubicBezTo>
                    <a:pt x="60" y="23"/>
                    <a:pt x="49" y="12"/>
                    <a:pt x="36" y="12"/>
                  </a:cubicBezTo>
                  <a:cubicBezTo>
                    <a:pt x="23" y="12"/>
                    <a:pt x="12" y="23"/>
                    <a:pt x="12" y="36"/>
                  </a:cubicBezTo>
                  <a:cubicBezTo>
                    <a:pt x="12" y="39"/>
                    <a:pt x="10" y="42"/>
                    <a:pt x="6" y="42"/>
                  </a:cubicBezTo>
                  <a:cubicBezTo>
                    <a:pt x="3" y="42"/>
                    <a:pt x="0" y="39"/>
                    <a:pt x="0" y="36"/>
                  </a:cubicBezTo>
                  <a:cubicBezTo>
                    <a:pt x="0" y="16"/>
                    <a:pt x="16" y="0"/>
                    <a:pt x="36" y="0"/>
                  </a:cubicBezTo>
                  <a:cubicBezTo>
                    <a:pt x="56" y="0"/>
                    <a:pt x="72" y="16"/>
                    <a:pt x="72" y="36"/>
                  </a:cubicBezTo>
                  <a:cubicBezTo>
                    <a:pt x="72" y="53"/>
                    <a:pt x="59" y="68"/>
                    <a:pt x="42" y="71"/>
                  </a:cubicBezTo>
                  <a:cubicBezTo>
                    <a:pt x="42" y="95"/>
                    <a:pt x="42" y="95"/>
                    <a:pt x="42" y="95"/>
                  </a:cubicBezTo>
                  <a:cubicBezTo>
                    <a:pt x="42" y="99"/>
                    <a:pt x="39" y="101"/>
                    <a:pt x="36"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185" name="Group 98">
            <a:extLst>
              <a:ext uri="{FF2B5EF4-FFF2-40B4-BE49-F238E27FC236}">
                <a16:creationId xmlns:a16="http://schemas.microsoft.com/office/drawing/2014/main" id="{7C33E39D-1B8D-8E4E-9D4F-DA8DD65CA1F9}"/>
              </a:ext>
            </a:extLst>
          </p:cNvPr>
          <p:cNvGrpSpPr>
            <a:grpSpLocks noChangeAspect="1"/>
          </p:cNvGrpSpPr>
          <p:nvPr userDrawn="1"/>
        </p:nvGrpSpPr>
        <p:grpSpPr bwMode="auto">
          <a:xfrm>
            <a:off x="3323794" y="4324704"/>
            <a:ext cx="503382" cy="466750"/>
            <a:chOff x="348" y="3011"/>
            <a:chExt cx="426" cy="395"/>
          </a:xfrm>
          <a:solidFill>
            <a:schemeClr val="accent1"/>
          </a:solidFill>
        </p:grpSpPr>
        <p:sp>
          <p:nvSpPr>
            <p:cNvPr id="186" name="Freeform 99">
              <a:extLst>
                <a:ext uri="{FF2B5EF4-FFF2-40B4-BE49-F238E27FC236}">
                  <a16:creationId xmlns:a16="http://schemas.microsoft.com/office/drawing/2014/main" id="{AD8832E6-74B8-124A-AD34-263F9478BAD9}"/>
                </a:ext>
              </a:extLst>
            </p:cNvPr>
            <p:cNvSpPr>
              <a:spLocks noEditPoints="1"/>
            </p:cNvSpPr>
            <p:nvPr/>
          </p:nvSpPr>
          <p:spPr bwMode="auto">
            <a:xfrm>
              <a:off x="348" y="3011"/>
              <a:ext cx="426" cy="395"/>
            </a:xfrm>
            <a:custGeom>
              <a:avLst/>
              <a:gdLst>
                <a:gd name="T0" fmla="*/ 16 w 288"/>
                <a:gd name="T1" fmla="*/ 267 h 267"/>
                <a:gd name="T2" fmla="*/ 12 w 288"/>
                <a:gd name="T3" fmla="*/ 265 h 267"/>
                <a:gd name="T4" fmla="*/ 11 w 288"/>
                <a:gd name="T5" fmla="*/ 258 h 267"/>
                <a:gd name="T6" fmla="*/ 40 w 288"/>
                <a:gd name="T7" fmla="*/ 201 h 267"/>
                <a:gd name="T8" fmla="*/ 0 w 288"/>
                <a:gd name="T9" fmla="*/ 119 h 267"/>
                <a:gd name="T10" fmla="*/ 144 w 288"/>
                <a:gd name="T11" fmla="*/ 0 h 267"/>
                <a:gd name="T12" fmla="*/ 288 w 288"/>
                <a:gd name="T13" fmla="*/ 119 h 267"/>
                <a:gd name="T14" fmla="*/ 144 w 288"/>
                <a:gd name="T15" fmla="*/ 237 h 267"/>
                <a:gd name="T16" fmla="*/ 96 w 288"/>
                <a:gd name="T17" fmla="*/ 231 h 267"/>
                <a:gd name="T18" fmla="*/ 19 w 288"/>
                <a:gd name="T19" fmla="*/ 267 h 267"/>
                <a:gd name="T20" fmla="*/ 16 w 288"/>
                <a:gd name="T21" fmla="*/ 267 h 267"/>
                <a:gd name="T22" fmla="*/ 144 w 288"/>
                <a:gd name="T23" fmla="*/ 12 h 267"/>
                <a:gd name="T24" fmla="*/ 12 w 288"/>
                <a:gd name="T25" fmla="*/ 119 h 267"/>
                <a:gd name="T26" fmla="*/ 51 w 288"/>
                <a:gd name="T27" fmla="*/ 194 h 267"/>
                <a:gd name="T28" fmla="*/ 52 w 288"/>
                <a:gd name="T29" fmla="*/ 202 h 267"/>
                <a:gd name="T30" fmla="*/ 29 w 288"/>
                <a:gd name="T31" fmla="*/ 248 h 267"/>
                <a:gd name="T32" fmla="*/ 93 w 288"/>
                <a:gd name="T33" fmla="*/ 219 h 267"/>
                <a:gd name="T34" fmla="*/ 97 w 288"/>
                <a:gd name="T35" fmla="*/ 218 h 267"/>
                <a:gd name="T36" fmla="*/ 144 w 288"/>
                <a:gd name="T37" fmla="*/ 225 h 267"/>
                <a:gd name="T38" fmla="*/ 276 w 288"/>
                <a:gd name="T39" fmla="*/ 119 h 267"/>
                <a:gd name="T40" fmla="*/ 144 w 288"/>
                <a:gd name="T41" fmla="*/ 1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8" h="267">
                  <a:moveTo>
                    <a:pt x="16" y="267"/>
                  </a:moveTo>
                  <a:cubicBezTo>
                    <a:pt x="14" y="267"/>
                    <a:pt x="13" y="267"/>
                    <a:pt x="12" y="265"/>
                  </a:cubicBezTo>
                  <a:cubicBezTo>
                    <a:pt x="10" y="263"/>
                    <a:pt x="9" y="261"/>
                    <a:pt x="11" y="258"/>
                  </a:cubicBezTo>
                  <a:cubicBezTo>
                    <a:pt x="40" y="201"/>
                    <a:pt x="40" y="201"/>
                    <a:pt x="40" y="201"/>
                  </a:cubicBezTo>
                  <a:cubicBezTo>
                    <a:pt x="14" y="179"/>
                    <a:pt x="0" y="150"/>
                    <a:pt x="0" y="119"/>
                  </a:cubicBezTo>
                  <a:cubicBezTo>
                    <a:pt x="0" y="53"/>
                    <a:pt x="64" y="0"/>
                    <a:pt x="144" y="0"/>
                  </a:cubicBezTo>
                  <a:cubicBezTo>
                    <a:pt x="223" y="0"/>
                    <a:pt x="288" y="53"/>
                    <a:pt x="288" y="119"/>
                  </a:cubicBezTo>
                  <a:cubicBezTo>
                    <a:pt x="288" y="184"/>
                    <a:pt x="223" y="237"/>
                    <a:pt x="144" y="237"/>
                  </a:cubicBezTo>
                  <a:cubicBezTo>
                    <a:pt x="127" y="237"/>
                    <a:pt x="111" y="235"/>
                    <a:pt x="96" y="231"/>
                  </a:cubicBezTo>
                  <a:cubicBezTo>
                    <a:pt x="19" y="267"/>
                    <a:pt x="19" y="267"/>
                    <a:pt x="19" y="267"/>
                  </a:cubicBezTo>
                  <a:cubicBezTo>
                    <a:pt x="18" y="267"/>
                    <a:pt x="17" y="267"/>
                    <a:pt x="16" y="267"/>
                  </a:cubicBezTo>
                  <a:close/>
                  <a:moveTo>
                    <a:pt x="144" y="12"/>
                  </a:moveTo>
                  <a:cubicBezTo>
                    <a:pt x="71" y="12"/>
                    <a:pt x="12" y="60"/>
                    <a:pt x="12" y="119"/>
                  </a:cubicBezTo>
                  <a:cubicBezTo>
                    <a:pt x="12" y="147"/>
                    <a:pt x="26" y="174"/>
                    <a:pt x="51" y="194"/>
                  </a:cubicBezTo>
                  <a:cubicBezTo>
                    <a:pt x="53" y="196"/>
                    <a:pt x="54" y="199"/>
                    <a:pt x="52" y="202"/>
                  </a:cubicBezTo>
                  <a:cubicBezTo>
                    <a:pt x="29" y="248"/>
                    <a:pt x="29" y="248"/>
                    <a:pt x="29" y="248"/>
                  </a:cubicBezTo>
                  <a:cubicBezTo>
                    <a:pt x="93" y="219"/>
                    <a:pt x="93" y="219"/>
                    <a:pt x="93" y="219"/>
                  </a:cubicBezTo>
                  <a:cubicBezTo>
                    <a:pt x="94" y="218"/>
                    <a:pt x="96" y="218"/>
                    <a:pt x="97" y="218"/>
                  </a:cubicBezTo>
                  <a:cubicBezTo>
                    <a:pt x="112" y="223"/>
                    <a:pt x="128" y="225"/>
                    <a:pt x="144" y="225"/>
                  </a:cubicBezTo>
                  <a:cubicBezTo>
                    <a:pt x="216" y="225"/>
                    <a:pt x="276" y="178"/>
                    <a:pt x="276" y="119"/>
                  </a:cubicBezTo>
                  <a:cubicBezTo>
                    <a:pt x="276" y="60"/>
                    <a:pt x="216"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87" name="Freeform 100">
              <a:extLst>
                <a:ext uri="{FF2B5EF4-FFF2-40B4-BE49-F238E27FC236}">
                  <a16:creationId xmlns:a16="http://schemas.microsoft.com/office/drawing/2014/main" id="{8A44DBE0-E9B2-D848-B6E3-CCE472D440A2}"/>
                </a:ext>
              </a:extLst>
            </p:cNvPr>
            <p:cNvSpPr>
              <a:spLocks/>
            </p:cNvSpPr>
            <p:nvPr/>
          </p:nvSpPr>
          <p:spPr bwMode="auto">
            <a:xfrm>
              <a:off x="508" y="3092"/>
              <a:ext cx="124" cy="145"/>
            </a:xfrm>
            <a:custGeom>
              <a:avLst/>
              <a:gdLst>
                <a:gd name="T0" fmla="*/ 42 w 84"/>
                <a:gd name="T1" fmla="*/ 98 h 98"/>
                <a:gd name="T2" fmla="*/ 36 w 84"/>
                <a:gd name="T3" fmla="*/ 92 h 98"/>
                <a:gd name="T4" fmla="*/ 36 w 84"/>
                <a:gd name="T5" fmla="*/ 77 h 98"/>
                <a:gd name="T6" fmla="*/ 42 w 84"/>
                <a:gd name="T7" fmla="*/ 71 h 98"/>
                <a:gd name="T8" fmla="*/ 72 w 84"/>
                <a:gd name="T9" fmla="*/ 42 h 98"/>
                <a:gd name="T10" fmla="*/ 42 w 84"/>
                <a:gd name="T11" fmla="*/ 12 h 98"/>
                <a:gd name="T12" fmla="*/ 12 w 84"/>
                <a:gd name="T13" fmla="*/ 43 h 98"/>
                <a:gd name="T14" fmla="*/ 6 w 84"/>
                <a:gd name="T15" fmla="*/ 49 h 98"/>
                <a:gd name="T16" fmla="*/ 0 w 84"/>
                <a:gd name="T17" fmla="*/ 43 h 98"/>
                <a:gd name="T18" fmla="*/ 42 w 84"/>
                <a:gd name="T19" fmla="*/ 0 h 98"/>
                <a:gd name="T20" fmla="*/ 84 w 84"/>
                <a:gd name="T21" fmla="*/ 42 h 98"/>
                <a:gd name="T22" fmla="*/ 48 w 84"/>
                <a:gd name="T23" fmla="*/ 83 h 98"/>
                <a:gd name="T24" fmla="*/ 48 w 84"/>
                <a:gd name="T25" fmla="*/ 92 h 98"/>
                <a:gd name="T26" fmla="*/ 42 w 84"/>
                <a:gd name="T27"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98">
                  <a:moveTo>
                    <a:pt x="42" y="98"/>
                  </a:moveTo>
                  <a:cubicBezTo>
                    <a:pt x="38" y="98"/>
                    <a:pt x="36" y="95"/>
                    <a:pt x="36" y="92"/>
                  </a:cubicBezTo>
                  <a:cubicBezTo>
                    <a:pt x="36" y="77"/>
                    <a:pt x="36" y="77"/>
                    <a:pt x="36" y="77"/>
                  </a:cubicBezTo>
                  <a:cubicBezTo>
                    <a:pt x="36" y="74"/>
                    <a:pt x="38" y="71"/>
                    <a:pt x="42" y="71"/>
                  </a:cubicBezTo>
                  <a:cubicBezTo>
                    <a:pt x="58" y="71"/>
                    <a:pt x="72" y="58"/>
                    <a:pt x="72" y="42"/>
                  </a:cubicBezTo>
                  <a:cubicBezTo>
                    <a:pt x="72" y="25"/>
                    <a:pt x="58" y="12"/>
                    <a:pt x="42" y="12"/>
                  </a:cubicBezTo>
                  <a:cubicBezTo>
                    <a:pt x="25" y="12"/>
                    <a:pt x="12" y="26"/>
                    <a:pt x="12" y="43"/>
                  </a:cubicBezTo>
                  <a:cubicBezTo>
                    <a:pt x="12" y="46"/>
                    <a:pt x="9" y="49"/>
                    <a:pt x="6" y="49"/>
                  </a:cubicBezTo>
                  <a:cubicBezTo>
                    <a:pt x="2" y="49"/>
                    <a:pt x="0" y="46"/>
                    <a:pt x="0" y="43"/>
                  </a:cubicBezTo>
                  <a:cubicBezTo>
                    <a:pt x="0" y="19"/>
                    <a:pt x="18" y="0"/>
                    <a:pt x="42" y="0"/>
                  </a:cubicBezTo>
                  <a:cubicBezTo>
                    <a:pt x="65" y="0"/>
                    <a:pt x="84" y="19"/>
                    <a:pt x="84" y="42"/>
                  </a:cubicBezTo>
                  <a:cubicBezTo>
                    <a:pt x="84" y="62"/>
                    <a:pt x="68" y="80"/>
                    <a:pt x="48" y="83"/>
                  </a:cubicBezTo>
                  <a:cubicBezTo>
                    <a:pt x="48" y="92"/>
                    <a:pt x="48" y="92"/>
                    <a:pt x="48" y="92"/>
                  </a:cubicBezTo>
                  <a:cubicBezTo>
                    <a:pt x="48" y="95"/>
                    <a:pt x="45" y="98"/>
                    <a:pt x="42" y="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88" name="Oval 101">
              <a:extLst>
                <a:ext uri="{FF2B5EF4-FFF2-40B4-BE49-F238E27FC236}">
                  <a16:creationId xmlns:a16="http://schemas.microsoft.com/office/drawing/2014/main" id="{AC4C9687-F04A-6D47-9FC0-46BA1393FC91}"/>
                </a:ext>
              </a:extLst>
            </p:cNvPr>
            <p:cNvSpPr>
              <a:spLocks noChangeArrowheads="1"/>
            </p:cNvSpPr>
            <p:nvPr/>
          </p:nvSpPr>
          <p:spPr bwMode="auto">
            <a:xfrm>
              <a:off x="552" y="3250"/>
              <a:ext cx="36"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sp>
        <p:nvSpPr>
          <p:cNvPr id="190" name="Freeform 134">
            <a:extLst>
              <a:ext uri="{FF2B5EF4-FFF2-40B4-BE49-F238E27FC236}">
                <a16:creationId xmlns:a16="http://schemas.microsoft.com/office/drawing/2014/main" id="{B7172BEF-887A-9048-B469-007E20F8BE58}"/>
              </a:ext>
            </a:extLst>
          </p:cNvPr>
          <p:cNvSpPr>
            <a:spLocks/>
          </p:cNvSpPr>
          <p:nvPr/>
        </p:nvSpPr>
        <p:spPr bwMode="auto">
          <a:xfrm>
            <a:off x="938960" y="4304038"/>
            <a:ext cx="339118" cy="296282"/>
          </a:xfrm>
          <a:custGeom>
            <a:avLst/>
            <a:gdLst>
              <a:gd name="T0" fmla="*/ 90 w 192"/>
              <a:gd name="T1" fmla="*/ 168 h 168"/>
              <a:gd name="T2" fmla="*/ 87 w 192"/>
              <a:gd name="T3" fmla="*/ 168 h 168"/>
              <a:gd name="T4" fmla="*/ 84 w 192"/>
              <a:gd name="T5" fmla="*/ 162 h 168"/>
              <a:gd name="T6" fmla="*/ 84 w 192"/>
              <a:gd name="T7" fmla="*/ 120 h 168"/>
              <a:gd name="T8" fmla="*/ 72 w 192"/>
              <a:gd name="T9" fmla="*/ 120 h 168"/>
              <a:gd name="T10" fmla="*/ 72 w 192"/>
              <a:gd name="T11" fmla="*/ 108 h 168"/>
              <a:gd name="T12" fmla="*/ 90 w 192"/>
              <a:gd name="T13" fmla="*/ 108 h 168"/>
              <a:gd name="T14" fmla="*/ 96 w 192"/>
              <a:gd name="T15" fmla="*/ 114 h 168"/>
              <a:gd name="T16" fmla="*/ 96 w 192"/>
              <a:gd name="T17" fmla="*/ 148 h 168"/>
              <a:gd name="T18" fmla="*/ 138 w 192"/>
              <a:gd name="T19" fmla="*/ 110 h 168"/>
              <a:gd name="T20" fmla="*/ 142 w 192"/>
              <a:gd name="T21" fmla="*/ 108 h 168"/>
              <a:gd name="T22" fmla="*/ 180 w 192"/>
              <a:gd name="T23" fmla="*/ 108 h 168"/>
              <a:gd name="T24" fmla="*/ 180 w 192"/>
              <a:gd name="T25" fmla="*/ 12 h 168"/>
              <a:gd name="T26" fmla="*/ 12 w 192"/>
              <a:gd name="T27" fmla="*/ 12 h 168"/>
              <a:gd name="T28" fmla="*/ 12 w 192"/>
              <a:gd name="T29" fmla="*/ 54 h 168"/>
              <a:gd name="T30" fmla="*/ 0 w 192"/>
              <a:gd name="T31" fmla="*/ 54 h 168"/>
              <a:gd name="T32" fmla="*/ 0 w 192"/>
              <a:gd name="T33" fmla="*/ 6 h 168"/>
              <a:gd name="T34" fmla="*/ 6 w 192"/>
              <a:gd name="T35" fmla="*/ 0 h 168"/>
              <a:gd name="T36" fmla="*/ 186 w 192"/>
              <a:gd name="T37" fmla="*/ 0 h 168"/>
              <a:gd name="T38" fmla="*/ 192 w 192"/>
              <a:gd name="T39" fmla="*/ 6 h 168"/>
              <a:gd name="T40" fmla="*/ 192 w 192"/>
              <a:gd name="T41" fmla="*/ 114 h 168"/>
              <a:gd name="T42" fmla="*/ 186 w 192"/>
              <a:gd name="T43" fmla="*/ 120 h 168"/>
              <a:gd name="T44" fmla="*/ 144 w 192"/>
              <a:gd name="T45" fmla="*/ 120 h 168"/>
              <a:gd name="T46" fmla="*/ 94 w 192"/>
              <a:gd name="T47" fmla="*/ 166 h 168"/>
              <a:gd name="T48" fmla="*/ 90 w 192"/>
              <a:gd name="T49" fmla="*/ 168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2" h="168">
                <a:moveTo>
                  <a:pt x="90" y="168"/>
                </a:moveTo>
                <a:cubicBezTo>
                  <a:pt x="89" y="168"/>
                  <a:pt x="88" y="168"/>
                  <a:pt x="87" y="168"/>
                </a:cubicBezTo>
                <a:cubicBezTo>
                  <a:pt x="85" y="167"/>
                  <a:pt x="84" y="164"/>
                  <a:pt x="84" y="162"/>
                </a:cubicBezTo>
                <a:cubicBezTo>
                  <a:pt x="84" y="120"/>
                  <a:pt x="84" y="120"/>
                  <a:pt x="84" y="120"/>
                </a:cubicBezTo>
                <a:cubicBezTo>
                  <a:pt x="72" y="120"/>
                  <a:pt x="72" y="120"/>
                  <a:pt x="72" y="120"/>
                </a:cubicBezTo>
                <a:cubicBezTo>
                  <a:pt x="72" y="108"/>
                  <a:pt x="72" y="108"/>
                  <a:pt x="72" y="108"/>
                </a:cubicBezTo>
                <a:cubicBezTo>
                  <a:pt x="90" y="108"/>
                  <a:pt x="90" y="108"/>
                  <a:pt x="90" y="108"/>
                </a:cubicBezTo>
                <a:cubicBezTo>
                  <a:pt x="93" y="108"/>
                  <a:pt x="96" y="111"/>
                  <a:pt x="96" y="114"/>
                </a:cubicBezTo>
                <a:cubicBezTo>
                  <a:pt x="96" y="148"/>
                  <a:pt x="96" y="148"/>
                  <a:pt x="96" y="148"/>
                </a:cubicBezTo>
                <a:cubicBezTo>
                  <a:pt x="138" y="110"/>
                  <a:pt x="138" y="110"/>
                  <a:pt x="138" y="110"/>
                </a:cubicBezTo>
                <a:cubicBezTo>
                  <a:pt x="139" y="109"/>
                  <a:pt x="140" y="108"/>
                  <a:pt x="142" y="108"/>
                </a:cubicBezTo>
                <a:cubicBezTo>
                  <a:pt x="180" y="108"/>
                  <a:pt x="180" y="108"/>
                  <a:pt x="180" y="108"/>
                </a:cubicBezTo>
                <a:cubicBezTo>
                  <a:pt x="180" y="12"/>
                  <a:pt x="180" y="12"/>
                  <a:pt x="180" y="12"/>
                </a:cubicBezTo>
                <a:cubicBezTo>
                  <a:pt x="12" y="12"/>
                  <a:pt x="12" y="12"/>
                  <a:pt x="12" y="12"/>
                </a:cubicBezTo>
                <a:cubicBezTo>
                  <a:pt x="12" y="54"/>
                  <a:pt x="12" y="54"/>
                  <a:pt x="12" y="54"/>
                </a:cubicBezTo>
                <a:cubicBezTo>
                  <a:pt x="0" y="54"/>
                  <a:pt x="0" y="54"/>
                  <a:pt x="0" y="54"/>
                </a:cubicBezTo>
                <a:cubicBezTo>
                  <a:pt x="0" y="6"/>
                  <a:pt x="0" y="6"/>
                  <a:pt x="0" y="6"/>
                </a:cubicBezTo>
                <a:cubicBezTo>
                  <a:pt x="0" y="3"/>
                  <a:pt x="3" y="0"/>
                  <a:pt x="6" y="0"/>
                </a:cubicBezTo>
                <a:cubicBezTo>
                  <a:pt x="186" y="0"/>
                  <a:pt x="186" y="0"/>
                  <a:pt x="186" y="0"/>
                </a:cubicBezTo>
                <a:cubicBezTo>
                  <a:pt x="189" y="0"/>
                  <a:pt x="192" y="3"/>
                  <a:pt x="192" y="6"/>
                </a:cubicBezTo>
                <a:cubicBezTo>
                  <a:pt x="192" y="114"/>
                  <a:pt x="192" y="114"/>
                  <a:pt x="192" y="114"/>
                </a:cubicBezTo>
                <a:cubicBezTo>
                  <a:pt x="192" y="117"/>
                  <a:pt x="189" y="120"/>
                  <a:pt x="186" y="120"/>
                </a:cubicBezTo>
                <a:cubicBezTo>
                  <a:pt x="144" y="120"/>
                  <a:pt x="144" y="120"/>
                  <a:pt x="144" y="120"/>
                </a:cubicBezTo>
                <a:cubicBezTo>
                  <a:pt x="94" y="166"/>
                  <a:pt x="94" y="166"/>
                  <a:pt x="94" y="166"/>
                </a:cubicBezTo>
                <a:cubicBezTo>
                  <a:pt x="93" y="167"/>
                  <a:pt x="91" y="168"/>
                  <a:pt x="90" y="16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91" name="Rectangle 135">
            <a:extLst>
              <a:ext uri="{FF2B5EF4-FFF2-40B4-BE49-F238E27FC236}">
                <a16:creationId xmlns:a16="http://schemas.microsoft.com/office/drawing/2014/main" id="{1FB3B654-0FC6-174C-A116-B31706E9D7D9}"/>
              </a:ext>
            </a:extLst>
          </p:cNvPr>
          <p:cNvSpPr>
            <a:spLocks noChangeArrowheads="1"/>
          </p:cNvSpPr>
          <p:nvPr/>
        </p:nvSpPr>
        <p:spPr bwMode="auto">
          <a:xfrm>
            <a:off x="1172178" y="4409938"/>
            <a:ext cx="21418" cy="2141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92" name="Rectangle 136">
            <a:extLst>
              <a:ext uri="{FF2B5EF4-FFF2-40B4-BE49-F238E27FC236}">
                <a16:creationId xmlns:a16="http://schemas.microsoft.com/office/drawing/2014/main" id="{9946ABE7-23E6-9B4E-B0D7-4ECCCED32AED}"/>
              </a:ext>
            </a:extLst>
          </p:cNvPr>
          <p:cNvSpPr>
            <a:spLocks noChangeArrowheads="1"/>
          </p:cNvSpPr>
          <p:nvPr/>
        </p:nvSpPr>
        <p:spPr bwMode="auto">
          <a:xfrm>
            <a:off x="1109114" y="4409938"/>
            <a:ext cx="20228" cy="2141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93" name="Rectangle 137">
            <a:extLst>
              <a:ext uri="{FF2B5EF4-FFF2-40B4-BE49-F238E27FC236}">
                <a16:creationId xmlns:a16="http://schemas.microsoft.com/office/drawing/2014/main" id="{39F0F16D-8FEF-344E-AADA-A92E5B937DBD}"/>
              </a:ext>
            </a:extLst>
          </p:cNvPr>
          <p:cNvSpPr>
            <a:spLocks noChangeArrowheads="1"/>
          </p:cNvSpPr>
          <p:nvPr/>
        </p:nvSpPr>
        <p:spPr bwMode="auto">
          <a:xfrm>
            <a:off x="1044860" y="4409938"/>
            <a:ext cx="21418" cy="2141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94" name="Freeform 138">
            <a:extLst>
              <a:ext uri="{FF2B5EF4-FFF2-40B4-BE49-F238E27FC236}">
                <a16:creationId xmlns:a16="http://schemas.microsoft.com/office/drawing/2014/main" id="{FDA36911-8FD6-754B-8C4F-BF81FB3448D3}"/>
              </a:ext>
            </a:extLst>
          </p:cNvPr>
          <p:cNvSpPr>
            <a:spLocks noEditPoints="1"/>
          </p:cNvSpPr>
          <p:nvPr/>
        </p:nvSpPr>
        <p:spPr bwMode="auto">
          <a:xfrm>
            <a:off x="769996" y="4452774"/>
            <a:ext cx="339118" cy="359346"/>
          </a:xfrm>
          <a:custGeom>
            <a:avLst/>
            <a:gdLst>
              <a:gd name="T0" fmla="*/ 186 w 192"/>
              <a:gd name="T1" fmla="*/ 204 h 204"/>
              <a:gd name="T2" fmla="*/ 6 w 192"/>
              <a:gd name="T3" fmla="*/ 204 h 204"/>
              <a:gd name="T4" fmla="*/ 0 w 192"/>
              <a:gd name="T5" fmla="*/ 198 h 204"/>
              <a:gd name="T6" fmla="*/ 0 w 192"/>
              <a:gd name="T7" fmla="*/ 168 h 204"/>
              <a:gd name="T8" fmla="*/ 25 w 192"/>
              <a:gd name="T9" fmla="*/ 147 h 204"/>
              <a:gd name="T10" fmla="*/ 66 w 192"/>
              <a:gd name="T11" fmla="*/ 128 h 204"/>
              <a:gd name="T12" fmla="*/ 66 w 192"/>
              <a:gd name="T13" fmla="*/ 111 h 204"/>
              <a:gd name="T14" fmla="*/ 54 w 192"/>
              <a:gd name="T15" fmla="*/ 83 h 204"/>
              <a:gd name="T16" fmla="*/ 45 w 192"/>
              <a:gd name="T17" fmla="*/ 66 h 204"/>
              <a:gd name="T18" fmla="*/ 52 w 192"/>
              <a:gd name="T19" fmla="*/ 50 h 204"/>
              <a:gd name="T20" fmla="*/ 49 w 192"/>
              <a:gd name="T21" fmla="*/ 22 h 204"/>
              <a:gd name="T22" fmla="*/ 61 w 192"/>
              <a:gd name="T23" fmla="*/ 18 h 204"/>
              <a:gd name="T24" fmla="*/ 101 w 192"/>
              <a:gd name="T25" fmla="*/ 0 h 204"/>
              <a:gd name="T26" fmla="*/ 142 w 192"/>
              <a:gd name="T27" fmla="*/ 23 h 204"/>
              <a:gd name="T28" fmla="*/ 139 w 192"/>
              <a:gd name="T29" fmla="*/ 51 h 204"/>
              <a:gd name="T30" fmla="*/ 142 w 192"/>
              <a:gd name="T31" fmla="*/ 54 h 204"/>
              <a:gd name="T32" fmla="*/ 144 w 192"/>
              <a:gd name="T33" fmla="*/ 65 h 204"/>
              <a:gd name="T34" fmla="*/ 137 w 192"/>
              <a:gd name="T35" fmla="*/ 82 h 204"/>
              <a:gd name="T36" fmla="*/ 126 w 192"/>
              <a:gd name="T37" fmla="*/ 111 h 204"/>
              <a:gd name="T38" fmla="*/ 126 w 192"/>
              <a:gd name="T39" fmla="*/ 128 h 204"/>
              <a:gd name="T40" fmla="*/ 167 w 192"/>
              <a:gd name="T41" fmla="*/ 147 h 204"/>
              <a:gd name="T42" fmla="*/ 192 w 192"/>
              <a:gd name="T43" fmla="*/ 168 h 204"/>
              <a:gd name="T44" fmla="*/ 192 w 192"/>
              <a:gd name="T45" fmla="*/ 198 h 204"/>
              <a:gd name="T46" fmla="*/ 186 w 192"/>
              <a:gd name="T47" fmla="*/ 204 h 204"/>
              <a:gd name="T48" fmla="*/ 12 w 192"/>
              <a:gd name="T49" fmla="*/ 192 h 204"/>
              <a:gd name="T50" fmla="*/ 180 w 192"/>
              <a:gd name="T51" fmla="*/ 192 h 204"/>
              <a:gd name="T52" fmla="*/ 180 w 192"/>
              <a:gd name="T53" fmla="*/ 169 h 204"/>
              <a:gd name="T54" fmla="*/ 118 w 192"/>
              <a:gd name="T55" fmla="*/ 138 h 204"/>
              <a:gd name="T56" fmla="*/ 114 w 192"/>
              <a:gd name="T57" fmla="*/ 132 h 204"/>
              <a:gd name="T58" fmla="*/ 114 w 192"/>
              <a:gd name="T59" fmla="*/ 108 h 204"/>
              <a:gd name="T60" fmla="*/ 118 w 192"/>
              <a:gd name="T61" fmla="*/ 102 h 204"/>
              <a:gd name="T62" fmla="*/ 118 w 192"/>
              <a:gd name="T63" fmla="*/ 102 h 204"/>
              <a:gd name="T64" fmla="*/ 125 w 192"/>
              <a:gd name="T65" fmla="*/ 78 h 204"/>
              <a:gd name="T66" fmla="*/ 130 w 192"/>
              <a:gd name="T67" fmla="*/ 72 h 204"/>
              <a:gd name="T68" fmla="*/ 132 w 192"/>
              <a:gd name="T69" fmla="*/ 61 h 204"/>
              <a:gd name="T70" fmla="*/ 131 w 192"/>
              <a:gd name="T71" fmla="*/ 60 h 204"/>
              <a:gd name="T72" fmla="*/ 125 w 192"/>
              <a:gd name="T73" fmla="*/ 54 h 204"/>
              <a:gd name="T74" fmla="*/ 127 w 192"/>
              <a:gd name="T75" fmla="*/ 48 h 204"/>
              <a:gd name="T76" fmla="*/ 130 w 192"/>
              <a:gd name="T77" fmla="*/ 25 h 204"/>
              <a:gd name="T78" fmla="*/ 101 w 192"/>
              <a:gd name="T79" fmla="*/ 12 h 204"/>
              <a:gd name="T80" fmla="*/ 71 w 192"/>
              <a:gd name="T81" fmla="*/ 25 h 204"/>
              <a:gd name="T82" fmla="*/ 64 w 192"/>
              <a:gd name="T83" fmla="*/ 30 h 204"/>
              <a:gd name="T84" fmla="*/ 58 w 192"/>
              <a:gd name="T85" fmla="*/ 30 h 204"/>
              <a:gd name="T86" fmla="*/ 63 w 192"/>
              <a:gd name="T87" fmla="*/ 46 h 204"/>
              <a:gd name="T88" fmla="*/ 66 w 192"/>
              <a:gd name="T89" fmla="*/ 54 h 204"/>
              <a:gd name="T90" fmla="*/ 60 w 192"/>
              <a:gd name="T91" fmla="*/ 60 h 204"/>
              <a:gd name="T92" fmla="*/ 57 w 192"/>
              <a:gd name="T93" fmla="*/ 66 h 204"/>
              <a:gd name="T94" fmla="*/ 60 w 192"/>
              <a:gd name="T95" fmla="*/ 72 h 204"/>
              <a:gd name="T96" fmla="*/ 66 w 192"/>
              <a:gd name="T97" fmla="*/ 78 h 204"/>
              <a:gd name="T98" fmla="*/ 74 w 192"/>
              <a:gd name="T99" fmla="*/ 102 h 204"/>
              <a:gd name="T100" fmla="*/ 78 w 192"/>
              <a:gd name="T101" fmla="*/ 108 h 204"/>
              <a:gd name="T102" fmla="*/ 78 w 192"/>
              <a:gd name="T103" fmla="*/ 132 h 204"/>
              <a:gd name="T104" fmla="*/ 74 w 192"/>
              <a:gd name="T105" fmla="*/ 138 h 204"/>
              <a:gd name="T106" fmla="*/ 12 w 192"/>
              <a:gd name="T107" fmla="*/ 169 h 204"/>
              <a:gd name="T108" fmla="*/ 12 w 192"/>
              <a:gd name="T109" fmla="*/ 19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92" h="204">
                <a:moveTo>
                  <a:pt x="186" y="204"/>
                </a:moveTo>
                <a:cubicBezTo>
                  <a:pt x="6" y="204"/>
                  <a:pt x="6" y="204"/>
                  <a:pt x="6" y="204"/>
                </a:cubicBezTo>
                <a:cubicBezTo>
                  <a:pt x="3" y="204"/>
                  <a:pt x="0" y="201"/>
                  <a:pt x="0" y="198"/>
                </a:cubicBezTo>
                <a:cubicBezTo>
                  <a:pt x="0" y="168"/>
                  <a:pt x="0" y="168"/>
                  <a:pt x="0" y="168"/>
                </a:cubicBezTo>
                <a:cubicBezTo>
                  <a:pt x="0" y="164"/>
                  <a:pt x="2" y="159"/>
                  <a:pt x="25" y="147"/>
                </a:cubicBezTo>
                <a:cubicBezTo>
                  <a:pt x="36" y="141"/>
                  <a:pt x="51" y="134"/>
                  <a:pt x="66" y="128"/>
                </a:cubicBezTo>
                <a:cubicBezTo>
                  <a:pt x="66" y="111"/>
                  <a:pt x="66" y="111"/>
                  <a:pt x="66" y="111"/>
                </a:cubicBezTo>
                <a:cubicBezTo>
                  <a:pt x="61" y="108"/>
                  <a:pt x="55" y="100"/>
                  <a:pt x="54" y="83"/>
                </a:cubicBezTo>
                <a:cubicBezTo>
                  <a:pt x="48" y="80"/>
                  <a:pt x="45" y="74"/>
                  <a:pt x="45" y="66"/>
                </a:cubicBezTo>
                <a:cubicBezTo>
                  <a:pt x="45" y="59"/>
                  <a:pt x="48" y="53"/>
                  <a:pt x="52" y="50"/>
                </a:cubicBezTo>
                <a:cubicBezTo>
                  <a:pt x="48" y="42"/>
                  <a:pt x="43" y="30"/>
                  <a:pt x="49" y="22"/>
                </a:cubicBezTo>
                <a:cubicBezTo>
                  <a:pt x="52" y="19"/>
                  <a:pt x="56" y="17"/>
                  <a:pt x="61" y="18"/>
                </a:cubicBezTo>
                <a:cubicBezTo>
                  <a:pt x="68" y="5"/>
                  <a:pt x="86" y="0"/>
                  <a:pt x="101" y="0"/>
                </a:cubicBezTo>
                <a:cubicBezTo>
                  <a:pt x="117" y="0"/>
                  <a:pt x="138" y="6"/>
                  <a:pt x="142" y="23"/>
                </a:cubicBezTo>
                <a:cubicBezTo>
                  <a:pt x="145" y="34"/>
                  <a:pt x="141" y="44"/>
                  <a:pt x="139" y="51"/>
                </a:cubicBezTo>
                <a:cubicBezTo>
                  <a:pt x="140" y="52"/>
                  <a:pt x="141" y="53"/>
                  <a:pt x="142" y="54"/>
                </a:cubicBezTo>
                <a:cubicBezTo>
                  <a:pt x="143" y="57"/>
                  <a:pt x="144" y="61"/>
                  <a:pt x="144" y="65"/>
                </a:cubicBezTo>
                <a:cubicBezTo>
                  <a:pt x="144" y="72"/>
                  <a:pt x="142" y="79"/>
                  <a:pt x="137" y="82"/>
                </a:cubicBezTo>
                <a:cubicBezTo>
                  <a:pt x="136" y="100"/>
                  <a:pt x="130" y="108"/>
                  <a:pt x="126" y="111"/>
                </a:cubicBezTo>
                <a:cubicBezTo>
                  <a:pt x="126" y="128"/>
                  <a:pt x="126" y="128"/>
                  <a:pt x="126" y="128"/>
                </a:cubicBezTo>
                <a:cubicBezTo>
                  <a:pt x="140" y="134"/>
                  <a:pt x="155" y="141"/>
                  <a:pt x="167" y="147"/>
                </a:cubicBezTo>
                <a:cubicBezTo>
                  <a:pt x="190" y="159"/>
                  <a:pt x="192" y="164"/>
                  <a:pt x="192" y="168"/>
                </a:cubicBezTo>
                <a:cubicBezTo>
                  <a:pt x="192" y="198"/>
                  <a:pt x="192" y="198"/>
                  <a:pt x="192" y="198"/>
                </a:cubicBezTo>
                <a:cubicBezTo>
                  <a:pt x="192" y="201"/>
                  <a:pt x="189" y="204"/>
                  <a:pt x="186" y="204"/>
                </a:cubicBezTo>
                <a:close/>
                <a:moveTo>
                  <a:pt x="12" y="192"/>
                </a:moveTo>
                <a:cubicBezTo>
                  <a:pt x="180" y="192"/>
                  <a:pt x="180" y="192"/>
                  <a:pt x="180" y="192"/>
                </a:cubicBezTo>
                <a:cubicBezTo>
                  <a:pt x="180" y="169"/>
                  <a:pt x="180" y="169"/>
                  <a:pt x="180" y="169"/>
                </a:cubicBezTo>
                <a:cubicBezTo>
                  <a:pt x="175" y="164"/>
                  <a:pt x="149" y="150"/>
                  <a:pt x="118" y="138"/>
                </a:cubicBezTo>
                <a:cubicBezTo>
                  <a:pt x="115" y="137"/>
                  <a:pt x="114" y="134"/>
                  <a:pt x="114" y="132"/>
                </a:cubicBezTo>
                <a:cubicBezTo>
                  <a:pt x="114" y="108"/>
                  <a:pt x="114" y="108"/>
                  <a:pt x="114" y="108"/>
                </a:cubicBezTo>
                <a:cubicBezTo>
                  <a:pt x="114" y="106"/>
                  <a:pt x="115" y="103"/>
                  <a:pt x="118" y="102"/>
                </a:cubicBezTo>
                <a:cubicBezTo>
                  <a:pt x="118" y="102"/>
                  <a:pt x="118" y="102"/>
                  <a:pt x="118" y="102"/>
                </a:cubicBezTo>
                <a:cubicBezTo>
                  <a:pt x="118" y="102"/>
                  <a:pt x="125" y="98"/>
                  <a:pt x="125" y="78"/>
                </a:cubicBezTo>
                <a:cubicBezTo>
                  <a:pt x="125" y="75"/>
                  <a:pt x="127" y="72"/>
                  <a:pt x="130" y="72"/>
                </a:cubicBezTo>
                <a:cubicBezTo>
                  <a:pt x="132" y="71"/>
                  <a:pt x="133" y="65"/>
                  <a:pt x="132" y="61"/>
                </a:cubicBezTo>
                <a:cubicBezTo>
                  <a:pt x="131" y="60"/>
                  <a:pt x="131" y="60"/>
                  <a:pt x="131" y="60"/>
                </a:cubicBezTo>
                <a:cubicBezTo>
                  <a:pt x="127" y="60"/>
                  <a:pt x="125" y="57"/>
                  <a:pt x="125" y="54"/>
                </a:cubicBezTo>
                <a:cubicBezTo>
                  <a:pt x="125" y="52"/>
                  <a:pt x="125" y="51"/>
                  <a:pt x="127" y="48"/>
                </a:cubicBezTo>
                <a:cubicBezTo>
                  <a:pt x="129" y="43"/>
                  <a:pt x="133" y="34"/>
                  <a:pt x="130" y="25"/>
                </a:cubicBezTo>
                <a:cubicBezTo>
                  <a:pt x="128" y="17"/>
                  <a:pt x="114" y="12"/>
                  <a:pt x="101" y="12"/>
                </a:cubicBezTo>
                <a:cubicBezTo>
                  <a:pt x="87" y="12"/>
                  <a:pt x="73" y="17"/>
                  <a:pt x="71" y="25"/>
                </a:cubicBezTo>
                <a:cubicBezTo>
                  <a:pt x="70" y="29"/>
                  <a:pt x="67" y="31"/>
                  <a:pt x="64" y="30"/>
                </a:cubicBezTo>
                <a:cubicBezTo>
                  <a:pt x="60" y="29"/>
                  <a:pt x="58" y="30"/>
                  <a:pt x="58" y="30"/>
                </a:cubicBezTo>
                <a:cubicBezTo>
                  <a:pt x="58" y="31"/>
                  <a:pt x="58" y="35"/>
                  <a:pt x="63" y="46"/>
                </a:cubicBezTo>
                <a:cubicBezTo>
                  <a:pt x="65" y="50"/>
                  <a:pt x="66" y="52"/>
                  <a:pt x="66" y="54"/>
                </a:cubicBezTo>
                <a:cubicBezTo>
                  <a:pt x="66" y="57"/>
                  <a:pt x="63" y="60"/>
                  <a:pt x="60" y="60"/>
                </a:cubicBezTo>
                <a:cubicBezTo>
                  <a:pt x="58" y="60"/>
                  <a:pt x="57" y="64"/>
                  <a:pt x="57" y="66"/>
                </a:cubicBezTo>
                <a:cubicBezTo>
                  <a:pt x="57" y="69"/>
                  <a:pt x="58" y="72"/>
                  <a:pt x="60" y="72"/>
                </a:cubicBezTo>
                <a:cubicBezTo>
                  <a:pt x="63" y="72"/>
                  <a:pt x="66" y="75"/>
                  <a:pt x="66" y="78"/>
                </a:cubicBezTo>
                <a:cubicBezTo>
                  <a:pt x="66" y="98"/>
                  <a:pt x="74" y="102"/>
                  <a:pt x="74" y="102"/>
                </a:cubicBezTo>
                <a:cubicBezTo>
                  <a:pt x="76" y="103"/>
                  <a:pt x="78" y="105"/>
                  <a:pt x="78" y="108"/>
                </a:cubicBezTo>
                <a:cubicBezTo>
                  <a:pt x="78" y="132"/>
                  <a:pt x="78" y="132"/>
                  <a:pt x="78" y="132"/>
                </a:cubicBezTo>
                <a:cubicBezTo>
                  <a:pt x="78" y="134"/>
                  <a:pt x="76" y="137"/>
                  <a:pt x="74" y="138"/>
                </a:cubicBezTo>
                <a:cubicBezTo>
                  <a:pt x="43" y="150"/>
                  <a:pt x="16" y="164"/>
                  <a:pt x="12" y="169"/>
                </a:cubicBezTo>
                <a:lnTo>
                  <a:pt x="12" y="19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nvGrpSpPr>
          <p:cNvPr id="210" name="Group 128">
            <a:extLst>
              <a:ext uri="{FF2B5EF4-FFF2-40B4-BE49-F238E27FC236}">
                <a16:creationId xmlns:a16="http://schemas.microsoft.com/office/drawing/2014/main" id="{22F35C7D-7426-D643-BA01-1D590EC15894}"/>
              </a:ext>
            </a:extLst>
          </p:cNvPr>
          <p:cNvGrpSpPr>
            <a:grpSpLocks noChangeAspect="1"/>
          </p:cNvGrpSpPr>
          <p:nvPr userDrawn="1"/>
        </p:nvGrpSpPr>
        <p:grpSpPr bwMode="auto">
          <a:xfrm>
            <a:off x="2055661" y="4309988"/>
            <a:ext cx="506890" cy="496182"/>
            <a:chOff x="4478" y="2999"/>
            <a:chExt cx="426" cy="417"/>
          </a:xfrm>
          <a:solidFill>
            <a:schemeClr val="accent1"/>
          </a:solidFill>
        </p:grpSpPr>
        <p:sp>
          <p:nvSpPr>
            <p:cNvPr id="211" name="Freeform 129">
              <a:extLst>
                <a:ext uri="{FF2B5EF4-FFF2-40B4-BE49-F238E27FC236}">
                  <a16:creationId xmlns:a16="http://schemas.microsoft.com/office/drawing/2014/main" id="{EB8F390E-DD96-5545-9F4B-5D56F498E4C2}"/>
                </a:ext>
              </a:extLst>
            </p:cNvPr>
            <p:cNvSpPr>
              <a:spLocks/>
            </p:cNvSpPr>
            <p:nvPr/>
          </p:nvSpPr>
          <p:spPr bwMode="auto">
            <a:xfrm>
              <a:off x="4478" y="2999"/>
              <a:ext cx="320" cy="293"/>
            </a:xfrm>
            <a:custGeom>
              <a:avLst/>
              <a:gdLst>
                <a:gd name="T0" fmla="*/ 12 w 216"/>
                <a:gd name="T1" fmla="*/ 198 h 198"/>
                <a:gd name="T2" fmla="*/ 7 w 216"/>
                <a:gd name="T3" fmla="*/ 196 h 198"/>
                <a:gd name="T4" fmla="*/ 6 w 216"/>
                <a:gd name="T5" fmla="*/ 189 h 198"/>
                <a:gd name="T6" fmla="*/ 28 w 216"/>
                <a:gd name="T7" fmla="*/ 151 h 198"/>
                <a:gd name="T8" fmla="*/ 0 w 216"/>
                <a:gd name="T9" fmla="*/ 89 h 198"/>
                <a:gd name="T10" fmla="*/ 108 w 216"/>
                <a:gd name="T11" fmla="*/ 0 h 198"/>
                <a:gd name="T12" fmla="*/ 216 w 216"/>
                <a:gd name="T13" fmla="*/ 89 h 198"/>
                <a:gd name="T14" fmla="*/ 204 w 216"/>
                <a:gd name="T15" fmla="*/ 89 h 198"/>
                <a:gd name="T16" fmla="*/ 108 w 216"/>
                <a:gd name="T17" fmla="*/ 12 h 198"/>
                <a:gd name="T18" fmla="*/ 12 w 216"/>
                <a:gd name="T19" fmla="*/ 89 h 198"/>
                <a:gd name="T20" fmla="*/ 39 w 216"/>
                <a:gd name="T21" fmla="*/ 145 h 198"/>
                <a:gd name="T22" fmla="*/ 41 w 216"/>
                <a:gd name="T23" fmla="*/ 153 h 198"/>
                <a:gd name="T24" fmla="*/ 25 w 216"/>
                <a:gd name="T25" fmla="*/ 180 h 198"/>
                <a:gd name="T26" fmla="*/ 69 w 216"/>
                <a:gd name="T27" fmla="*/ 162 h 198"/>
                <a:gd name="T28" fmla="*/ 73 w 216"/>
                <a:gd name="T29" fmla="*/ 162 h 198"/>
                <a:gd name="T30" fmla="*/ 90 w 216"/>
                <a:gd name="T31" fmla="*/ 166 h 198"/>
                <a:gd name="T32" fmla="*/ 88 w 216"/>
                <a:gd name="T33" fmla="*/ 178 h 198"/>
                <a:gd name="T34" fmla="*/ 72 w 216"/>
                <a:gd name="T35" fmla="*/ 174 h 198"/>
                <a:gd name="T36" fmla="*/ 14 w 216"/>
                <a:gd name="T37" fmla="*/ 198 h 198"/>
                <a:gd name="T38" fmla="*/ 12 w 216"/>
                <a:gd name="T39" fmla="*/ 1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6" h="198">
                  <a:moveTo>
                    <a:pt x="12" y="198"/>
                  </a:moveTo>
                  <a:cubicBezTo>
                    <a:pt x="10" y="198"/>
                    <a:pt x="8" y="197"/>
                    <a:pt x="7" y="196"/>
                  </a:cubicBezTo>
                  <a:cubicBezTo>
                    <a:pt x="5" y="194"/>
                    <a:pt x="5" y="191"/>
                    <a:pt x="6" y="189"/>
                  </a:cubicBezTo>
                  <a:cubicBezTo>
                    <a:pt x="28" y="151"/>
                    <a:pt x="28" y="151"/>
                    <a:pt x="28" y="151"/>
                  </a:cubicBezTo>
                  <a:cubicBezTo>
                    <a:pt x="10" y="135"/>
                    <a:pt x="0" y="113"/>
                    <a:pt x="0" y="89"/>
                  </a:cubicBezTo>
                  <a:cubicBezTo>
                    <a:pt x="0" y="40"/>
                    <a:pt x="48" y="0"/>
                    <a:pt x="108" y="0"/>
                  </a:cubicBezTo>
                  <a:cubicBezTo>
                    <a:pt x="167" y="0"/>
                    <a:pt x="216" y="40"/>
                    <a:pt x="216" y="89"/>
                  </a:cubicBezTo>
                  <a:cubicBezTo>
                    <a:pt x="204" y="89"/>
                    <a:pt x="204" y="89"/>
                    <a:pt x="204" y="89"/>
                  </a:cubicBezTo>
                  <a:cubicBezTo>
                    <a:pt x="204" y="47"/>
                    <a:pt x="161" y="12"/>
                    <a:pt x="108" y="12"/>
                  </a:cubicBezTo>
                  <a:cubicBezTo>
                    <a:pt x="55" y="12"/>
                    <a:pt x="12" y="47"/>
                    <a:pt x="12" y="89"/>
                  </a:cubicBezTo>
                  <a:cubicBezTo>
                    <a:pt x="12" y="111"/>
                    <a:pt x="22" y="131"/>
                    <a:pt x="39" y="145"/>
                  </a:cubicBezTo>
                  <a:cubicBezTo>
                    <a:pt x="42" y="147"/>
                    <a:pt x="42" y="150"/>
                    <a:pt x="41" y="153"/>
                  </a:cubicBezTo>
                  <a:cubicBezTo>
                    <a:pt x="25" y="180"/>
                    <a:pt x="25" y="180"/>
                    <a:pt x="25" y="180"/>
                  </a:cubicBezTo>
                  <a:cubicBezTo>
                    <a:pt x="69" y="162"/>
                    <a:pt x="69" y="162"/>
                    <a:pt x="69" y="162"/>
                  </a:cubicBezTo>
                  <a:cubicBezTo>
                    <a:pt x="71" y="162"/>
                    <a:pt x="72" y="162"/>
                    <a:pt x="73" y="162"/>
                  </a:cubicBezTo>
                  <a:cubicBezTo>
                    <a:pt x="79" y="164"/>
                    <a:pt x="84" y="165"/>
                    <a:pt x="90" y="166"/>
                  </a:cubicBezTo>
                  <a:cubicBezTo>
                    <a:pt x="88" y="178"/>
                    <a:pt x="88" y="178"/>
                    <a:pt x="88" y="178"/>
                  </a:cubicBezTo>
                  <a:cubicBezTo>
                    <a:pt x="83" y="177"/>
                    <a:pt x="77" y="176"/>
                    <a:pt x="72" y="174"/>
                  </a:cubicBezTo>
                  <a:cubicBezTo>
                    <a:pt x="14" y="198"/>
                    <a:pt x="14" y="198"/>
                    <a:pt x="14" y="198"/>
                  </a:cubicBezTo>
                  <a:cubicBezTo>
                    <a:pt x="13" y="198"/>
                    <a:pt x="12" y="198"/>
                    <a:pt x="12"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12" name="Freeform 130">
              <a:extLst>
                <a:ext uri="{FF2B5EF4-FFF2-40B4-BE49-F238E27FC236}">
                  <a16:creationId xmlns:a16="http://schemas.microsoft.com/office/drawing/2014/main" id="{7E54516C-265B-F84F-9AC7-C2472BCC10ED}"/>
                </a:ext>
              </a:extLst>
            </p:cNvPr>
            <p:cNvSpPr>
              <a:spLocks noEditPoints="1"/>
            </p:cNvSpPr>
            <p:nvPr/>
          </p:nvSpPr>
          <p:spPr bwMode="auto">
            <a:xfrm>
              <a:off x="4638" y="3167"/>
              <a:ext cx="266" cy="249"/>
            </a:xfrm>
            <a:custGeom>
              <a:avLst/>
              <a:gdLst>
                <a:gd name="T0" fmla="*/ 168 w 180"/>
                <a:gd name="T1" fmla="*/ 168 h 168"/>
                <a:gd name="T2" fmla="*/ 166 w 180"/>
                <a:gd name="T3" fmla="*/ 168 h 168"/>
                <a:gd name="T4" fmla="*/ 120 w 180"/>
                <a:gd name="T5" fmla="*/ 151 h 168"/>
                <a:gd name="T6" fmla="*/ 37 w 180"/>
                <a:gd name="T7" fmla="*/ 143 h 168"/>
                <a:gd name="T8" fmla="*/ 0 w 180"/>
                <a:gd name="T9" fmla="*/ 78 h 168"/>
                <a:gd name="T10" fmla="*/ 90 w 180"/>
                <a:gd name="T11" fmla="*/ 0 h 168"/>
                <a:gd name="T12" fmla="*/ 180 w 180"/>
                <a:gd name="T13" fmla="*/ 78 h 168"/>
                <a:gd name="T14" fmla="*/ 157 w 180"/>
                <a:gd name="T15" fmla="*/ 128 h 168"/>
                <a:gd name="T16" fmla="*/ 173 w 180"/>
                <a:gd name="T17" fmla="*/ 159 h 168"/>
                <a:gd name="T18" fmla="*/ 172 w 180"/>
                <a:gd name="T19" fmla="*/ 166 h 168"/>
                <a:gd name="T20" fmla="*/ 168 w 180"/>
                <a:gd name="T21" fmla="*/ 168 h 168"/>
                <a:gd name="T22" fmla="*/ 120 w 180"/>
                <a:gd name="T23" fmla="*/ 138 h 168"/>
                <a:gd name="T24" fmla="*/ 122 w 180"/>
                <a:gd name="T25" fmla="*/ 138 h 168"/>
                <a:gd name="T26" fmla="*/ 155 w 180"/>
                <a:gd name="T27" fmla="*/ 151 h 168"/>
                <a:gd name="T28" fmla="*/ 144 w 180"/>
                <a:gd name="T29" fmla="*/ 129 h 168"/>
                <a:gd name="T30" fmla="*/ 146 w 180"/>
                <a:gd name="T31" fmla="*/ 121 h 168"/>
                <a:gd name="T32" fmla="*/ 168 w 180"/>
                <a:gd name="T33" fmla="*/ 78 h 168"/>
                <a:gd name="T34" fmla="*/ 90 w 180"/>
                <a:gd name="T35" fmla="*/ 12 h 168"/>
                <a:gd name="T36" fmla="*/ 12 w 180"/>
                <a:gd name="T37" fmla="*/ 78 h 168"/>
                <a:gd name="T38" fmla="*/ 43 w 180"/>
                <a:gd name="T39" fmla="*/ 133 h 168"/>
                <a:gd name="T40" fmla="*/ 117 w 180"/>
                <a:gd name="T41" fmla="*/ 139 h 168"/>
                <a:gd name="T42" fmla="*/ 120 w 180"/>
                <a:gd name="T43" fmla="*/ 138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0" h="168">
                  <a:moveTo>
                    <a:pt x="168" y="168"/>
                  </a:moveTo>
                  <a:cubicBezTo>
                    <a:pt x="167" y="168"/>
                    <a:pt x="166" y="168"/>
                    <a:pt x="166" y="168"/>
                  </a:cubicBezTo>
                  <a:cubicBezTo>
                    <a:pt x="120" y="151"/>
                    <a:pt x="120" y="151"/>
                    <a:pt x="120" y="151"/>
                  </a:cubicBezTo>
                  <a:cubicBezTo>
                    <a:pt x="92" y="162"/>
                    <a:pt x="62" y="159"/>
                    <a:pt x="37" y="143"/>
                  </a:cubicBezTo>
                  <a:cubicBezTo>
                    <a:pt x="13" y="128"/>
                    <a:pt x="0" y="104"/>
                    <a:pt x="0" y="78"/>
                  </a:cubicBezTo>
                  <a:cubicBezTo>
                    <a:pt x="0" y="36"/>
                    <a:pt x="41" y="0"/>
                    <a:pt x="90" y="0"/>
                  </a:cubicBezTo>
                  <a:cubicBezTo>
                    <a:pt x="138" y="0"/>
                    <a:pt x="180" y="36"/>
                    <a:pt x="180" y="78"/>
                  </a:cubicBezTo>
                  <a:cubicBezTo>
                    <a:pt x="180" y="97"/>
                    <a:pt x="172" y="114"/>
                    <a:pt x="157" y="128"/>
                  </a:cubicBezTo>
                  <a:cubicBezTo>
                    <a:pt x="173" y="159"/>
                    <a:pt x="173" y="159"/>
                    <a:pt x="173" y="159"/>
                  </a:cubicBezTo>
                  <a:cubicBezTo>
                    <a:pt x="174" y="162"/>
                    <a:pt x="174" y="164"/>
                    <a:pt x="172" y="166"/>
                  </a:cubicBezTo>
                  <a:cubicBezTo>
                    <a:pt x="171" y="167"/>
                    <a:pt x="169" y="168"/>
                    <a:pt x="168" y="168"/>
                  </a:cubicBezTo>
                  <a:close/>
                  <a:moveTo>
                    <a:pt x="120" y="138"/>
                  </a:moveTo>
                  <a:cubicBezTo>
                    <a:pt x="120" y="138"/>
                    <a:pt x="121" y="138"/>
                    <a:pt x="122" y="138"/>
                  </a:cubicBezTo>
                  <a:cubicBezTo>
                    <a:pt x="155" y="151"/>
                    <a:pt x="155" y="151"/>
                    <a:pt x="155" y="151"/>
                  </a:cubicBezTo>
                  <a:cubicBezTo>
                    <a:pt x="144" y="129"/>
                    <a:pt x="144" y="129"/>
                    <a:pt x="144" y="129"/>
                  </a:cubicBezTo>
                  <a:cubicBezTo>
                    <a:pt x="143" y="126"/>
                    <a:pt x="144" y="123"/>
                    <a:pt x="146" y="121"/>
                  </a:cubicBezTo>
                  <a:cubicBezTo>
                    <a:pt x="160" y="110"/>
                    <a:pt x="168" y="95"/>
                    <a:pt x="168" y="78"/>
                  </a:cubicBezTo>
                  <a:cubicBezTo>
                    <a:pt x="168" y="42"/>
                    <a:pt x="132" y="12"/>
                    <a:pt x="90" y="12"/>
                  </a:cubicBezTo>
                  <a:cubicBezTo>
                    <a:pt x="47" y="12"/>
                    <a:pt x="12" y="42"/>
                    <a:pt x="12" y="78"/>
                  </a:cubicBezTo>
                  <a:cubicBezTo>
                    <a:pt x="12" y="99"/>
                    <a:pt x="23" y="120"/>
                    <a:pt x="43" y="133"/>
                  </a:cubicBezTo>
                  <a:cubicBezTo>
                    <a:pt x="65" y="147"/>
                    <a:pt x="93" y="149"/>
                    <a:pt x="117" y="139"/>
                  </a:cubicBezTo>
                  <a:cubicBezTo>
                    <a:pt x="118" y="138"/>
                    <a:pt x="119" y="138"/>
                    <a:pt x="120" y="1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218" name="Group 4">
            <a:extLst>
              <a:ext uri="{FF2B5EF4-FFF2-40B4-BE49-F238E27FC236}">
                <a16:creationId xmlns:a16="http://schemas.microsoft.com/office/drawing/2014/main" id="{6624F93D-A5D3-9049-9233-B5F6165978B5}"/>
              </a:ext>
            </a:extLst>
          </p:cNvPr>
          <p:cNvGrpSpPr>
            <a:grpSpLocks noChangeAspect="1"/>
          </p:cNvGrpSpPr>
          <p:nvPr userDrawn="1"/>
        </p:nvGrpSpPr>
        <p:grpSpPr bwMode="auto">
          <a:xfrm>
            <a:off x="5871933" y="3163253"/>
            <a:ext cx="495324" cy="388938"/>
            <a:chOff x="526" y="708"/>
            <a:chExt cx="433" cy="340"/>
          </a:xfrm>
          <a:solidFill>
            <a:schemeClr val="accent1"/>
          </a:solidFill>
        </p:grpSpPr>
        <p:sp>
          <p:nvSpPr>
            <p:cNvPr id="219" name="Freeform 5">
              <a:extLst>
                <a:ext uri="{FF2B5EF4-FFF2-40B4-BE49-F238E27FC236}">
                  <a16:creationId xmlns:a16="http://schemas.microsoft.com/office/drawing/2014/main" id="{2E8CDAC4-7731-2447-B17D-B9E13B8CEA82}"/>
                </a:ext>
              </a:extLst>
            </p:cNvPr>
            <p:cNvSpPr>
              <a:spLocks/>
            </p:cNvSpPr>
            <p:nvPr/>
          </p:nvSpPr>
          <p:spPr bwMode="auto">
            <a:xfrm>
              <a:off x="724" y="760"/>
              <a:ext cx="19" cy="288"/>
            </a:xfrm>
            <a:custGeom>
              <a:avLst/>
              <a:gdLst>
                <a:gd name="T0" fmla="*/ 6 w 12"/>
                <a:gd name="T1" fmla="*/ 193 h 193"/>
                <a:gd name="T2" fmla="*/ 0 w 12"/>
                <a:gd name="T3" fmla="*/ 187 h 193"/>
                <a:gd name="T4" fmla="*/ 0 w 12"/>
                <a:gd name="T5" fmla="*/ 6 h 193"/>
                <a:gd name="T6" fmla="*/ 6 w 12"/>
                <a:gd name="T7" fmla="*/ 0 h 193"/>
                <a:gd name="T8" fmla="*/ 12 w 12"/>
                <a:gd name="T9" fmla="*/ 6 h 193"/>
                <a:gd name="T10" fmla="*/ 12 w 12"/>
                <a:gd name="T11" fmla="*/ 187 h 193"/>
                <a:gd name="T12" fmla="*/ 6 w 12"/>
                <a:gd name="T13" fmla="*/ 193 h 193"/>
              </a:gdLst>
              <a:ahLst/>
              <a:cxnLst>
                <a:cxn ang="0">
                  <a:pos x="T0" y="T1"/>
                </a:cxn>
                <a:cxn ang="0">
                  <a:pos x="T2" y="T3"/>
                </a:cxn>
                <a:cxn ang="0">
                  <a:pos x="T4" y="T5"/>
                </a:cxn>
                <a:cxn ang="0">
                  <a:pos x="T6" y="T7"/>
                </a:cxn>
                <a:cxn ang="0">
                  <a:pos x="T8" y="T9"/>
                </a:cxn>
                <a:cxn ang="0">
                  <a:pos x="T10" y="T11"/>
                </a:cxn>
                <a:cxn ang="0">
                  <a:pos x="T12" y="T13"/>
                </a:cxn>
              </a:cxnLst>
              <a:rect l="0" t="0" r="r" b="b"/>
              <a:pathLst>
                <a:path w="12" h="193">
                  <a:moveTo>
                    <a:pt x="6" y="193"/>
                  </a:moveTo>
                  <a:cubicBezTo>
                    <a:pt x="3" y="193"/>
                    <a:pt x="0" y="191"/>
                    <a:pt x="0" y="187"/>
                  </a:cubicBezTo>
                  <a:cubicBezTo>
                    <a:pt x="0" y="6"/>
                    <a:pt x="0" y="6"/>
                    <a:pt x="0" y="6"/>
                  </a:cubicBezTo>
                  <a:cubicBezTo>
                    <a:pt x="0" y="3"/>
                    <a:pt x="3" y="0"/>
                    <a:pt x="6" y="0"/>
                  </a:cubicBezTo>
                  <a:cubicBezTo>
                    <a:pt x="9" y="0"/>
                    <a:pt x="12" y="3"/>
                    <a:pt x="12" y="6"/>
                  </a:cubicBezTo>
                  <a:cubicBezTo>
                    <a:pt x="12" y="187"/>
                    <a:pt x="12" y="187"/>
                    <a:pt x="12" y="187"/>
                  </a:cubicBezTo>
                  <a:cubicBezTo>
                    <a:pt x="12" y="191"/>
                    <a:pt x="9" y="193"/>
                    <a:pt x="6" y="1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20" name="Freeform 6">
              <a:extLst>
                <a:ext uri="{FF2B5EF4-FFF2-40B4-BE49-F238E27FC236}">
                  <a16:creationId xmlns:a16="http://schemas.microsoft.com/office/drawing/2014/main" id="{A2C94C49-2544-FA47-B321-D1783FB63860}"/>
                </a:ext>
              </a:extLst>
            </p:cNvPr>
            <p:cNvSpPr>
              <a:spLocks/>
            </p:cNvSpPr>
            <p:nvPr/>
          </p:nvSpPr>
          <p:spPr bwMode="auto">
            <a:xfrm>
              <a:off x="670" y="1030"/>
              <a:ext cx="126" cy="18"/>
            </a:xfrm>
            <a:custGeom>
              <a:avLst/>
              <a:gdLst>
                <a:gd name="T0" fmla="*/ 76 w 82"/>
                <a:gd name="T1" fmla="*/ 12 h 12"/>
                <a:gd name="T2" fmla="*/ 6 w 82"/>
                <a:gd name="T3" fmla="*/ 12 h 12"/>
                <a:gd name="T4" fmla="*/ 0 w 82"/>
                <a:gd name="T5" fmla="*/ 6 h 12"/>
                <a:gd name="T6" fmla="*/ 6 w 82"/>
                <a:gd name="T7" fmla="*/ 0 h 12"/>
                <a:gd name="T8" fmla="*/ 76 w 82"/>
                <a:gd name="T9" fmla="*/ 0 h 12"/>
                <a:gd name="T10" fmla="*/ 82 w 82"/>
                <a:gd name="T11" fmla="*/ 6 h 12"/>
                <a:gd name="T12" fmla="*/ 76 w 8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82" h="12">
                  <a:moveTo>
                    <a:pt x="76" y="12"/>
                  </a:moveTo>
                  <a:cubicBezTo>
                    <a:pt x="6" y="12"/>
                    <a:pt x="6" y="12"/>
                    <a:pt x="6" y="12"/>
                  </a:cubicBezTo>
                  <a:cubicBezTo>
                    <a:pt x="3" y="12"/>
                    <a:pt x="0" y="10"/>
                    <a:pt x="0" y="6"/>
                  </a:cubicBezTo>
                  <a:cubicBezTo>
                    <a:pt x="0" y="3"/>
                    <a:pt x="3" y="0"/>
                    <a:pt x="6" y="0"/>
                  </a:cubicBezTo>
                  <a:cubicBezTo>
                    <a:pt x="76" y="0"/>
                    <a:pt x="76" y="0"/>
                    <a:pt x="76" y="0"/>
                  </a:cubicBezTo>
                  <a:cubicBezTo>
                    <a:pt x="79" y="0"/>
                    <a:pt x="82" y="3"/>
                    <a:pt x="82" y="6"/>
                  </a:cubicBezTo>
                  <a:cubicBezTo>
                    <a:pt x="82" y="10"/>
                    <a:pt x="79" y="12"/>
                    <a:pt x="7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21" name="Freeform 7">
              <a:extLst>
                <a:ext uri="{FF2B5EF4-FFF2-40B4-BE49-F238E27FC236}">
                  <a16:creationId xmlns:a16="http://schemas.microsoft.com/office/drawing/2014/main" id="{781D715F-F7E0-F543-B710-788014F086A9}"/>
                </a:ext>
              </a:extLst>
            </p:cNvPr>
            <p:cNvSpPr>
              <a:spLocks/>
            </p:cNvSpPr>
            <p:nvPr/>
          </p:nvSpPr>
          <p:spPr bwMode="auto">
            <a:xfrm>
              <a:off x="526" y="727"/>
              <a:ext cx="146" cy="161"/>
            </a:xfrm>
            <a:custGeom>
              <a:avLst/>
              <a:gdLst>
                <a:gd name="T0" fmla="*/ 88 w 95"/>
                <a:gd name="T1" fmla="*/ 107 h 108"/>
                <a:gd name="T2" fmla="*/ 83 w 95"/>
                <a:gd name="T3" fmla="*/ 104 h 108"/>
                <a:gd name="T4" fmla="*/ 47 w 95"/>
                <a:gd name="T5" fmla="*/ 21 h 108"/>
                <a:gd name="T6" fmla="*/ 12 w 95"/>
                <a:gd name="T7" fmla="*/ 104 h 108"/>
                <a:gd name="T8" fmla="*/ 4 w 95"/>
                <a:gd name="T9" fmla="*/ 107 h 108"/>
                <a:gd name="T10" fmla="*/ 1 w 95"/>
                <a:gd name="T11" fmla="*/ 99 h 108"/>
                <a:gd name="T12" fmla="*/ 42 w 95"/>
                <a:gd name="T13" fmla="*/ 3 h 108"/>
                <a:gd name="T14" fmla="*/ 47 w 95"/>
                <a:gd name="T15" fmla="*/ 0 h 108"/>
                <a:gd name="T16" fmla="*/ 47 w 95"/>
                <a:gd name="T17" fmla="*/ 0 h 108"/>
                <a:gd name="T18" fmla="*/ 53 w 95"/>
                <a:gd name="T19" fmla="*/ 3 h 108"/>
                <a:gd name="T20" fmla="*/ 94 w 95"/>
                <a:gd name="T21" fmla="*/ 99 h 108"/>
                <a:gd name="T22" fmla="*/ 90 w 95"/>
                <a:gd name="T23" fmla="*/ 107 h 108"/>
                <a:gd name="T24" fmla="*/ 88 w 95"/>
                <a:gd name="T25" fmla="*/ 107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5" h="108">
                  <a:moveTo>
                    <a:pt x="88" y="107"/>
                  </a:moveTo>
                  <a:cubicBezTo>
                    <a:pt x="86" y="107"/>
                    <a:pt x="84" y="106"/>
                    <a:pt x="83" y="104"/>
                  </a:cubicBezTo>
                  <a:cubicBezTo>
                    <a:pt x="47" y="21"/>
                    <a:pt x="47" y="21"/>
                    <a:pt x="47" y="21"/>
                  </a:cubicBezTo>
                  <a:cubicBezTo>
                    <a:pt x="12" y="104"/>
                    <a:pt x="12" y="104"/>
                    <a:pt x="12" y="104"/>
                  </a:cubicBezTo>
                  <a:cubicBezTo>
                    <a:pt x="11" y="107"/>
                    <a:pt x="7" y="108"/>
                    <a:pt x="4" y="107"/>
                  </a:cubicBezTo>
                  <a:cubicBezTo>
                    <a:pt x="1" y="105"/>
                    <a:pt x="0" y="102"/>
                    <a:pt x="1" y="99"/>
                  </a:cubicBezTo>
                  <a:cubicBezTo>
                    <a:pt x="42" y="3"/>
                    <a:pt x="42" y="3"/>
                    <a:pt x="42" y="3"/>
                  </a:cubicBezTo>
                  <a:cubicBezTo>
                    <a:pt x="43" y="1"/>
                    <a:pt x="45" y="0"/>
                    <a:pt x="47" y="0"/>
                  </a:cubicBezTo>
                  <a:cubicBezTo>
                    <a:pt x="47" y="0"/>
                    <a:pt x="47" y="0"/>
                    <a:pt x="47" y="0"/>
                  </a:cubicBezTo>
                  <a:cubicBezTo>
                    <a:pt x="50" y="0"/>
                    <a:pt x="52" y="1"/>
                    <a:pt x="53" y="3"/>
                  </a:cubicBezTo>
                  <a:cubicBezTo>
                    <a:pt x="94" y="99"/>
                    <a:pt x="94" y="99"/>
                    <a:pt x="94" y="99"/>
                  </a:cubicBezTo>
                  <a:cubicBezTo>
                    <a:pt x="95" y="102"/>
                    <a:pt x="94" y="105"/>
                    <a:pt x="90" y="107"/>
                  </a:cubicBezTo>
                  <a:cubicBezTo>
                    <a:pt x="90" y="107"/>
                    <a:pt x="89" y="107"/>
                    <a:pt x="88"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22" name="Freeform 8">
              <a:extLst>
                <a:ext uri="{FF2B5EF4-FFF2-40B4-BE49-F238E27FC236}">
                  <a16:creationId xmlns:a16="http://schemas.microsoft.com/office/drawing/2014/main" id="{0449EDE6-204A-E142-A345-649467F3CCF8}"/>
                </a:ext>
              </a:extLst>
            </p:cNvPr>
            <p:cNvSpPr>
              <a:spLocks noEditPoints="1"/>
            </p:cNvSpPr>
            <p:nvPr/>
          </p:nvSpPr>
          <p:spPr bwMode="auto">
            <a:xfrm>
              <a:off x="697" y="708"/>
              <a:ext cx="73" cy="70"/>
            </a:xfrm>
            <a:custGeom>
              <a:avLst/>
              <a:gdLst>
                <a:gd name="T0" fmla="*/ 24 w 48"/>
                <a:gd name="T1" fmla="*/ 47 h 47"/>
                <a:gd name="T2" fmla="*/ 0 w 48"/>
                <a:gd name="T3" fmla="*/ 24 h 47"/>
                <a:gd name="T4" fmla="*/ 24 w 48"/>
                <a:gd name="T5" fmla="*/ 0 h 47"/>
                <a:gd name="T6" fmla="*/ 48 w 48"/>
                <a:gd name="T7" fmla="*/ 24 h 47"/>
                <a:gd name="T8" fmla="*/ 24 w 48"/>
                <a:gd name="T9" fmla="*/ 47 h 47"/>
                <a:gd name="T10" fmla="*/ 24 w 48"/>
                <a:gd name="T11" fmla="*/ 12 h 47"/>
                <a:gd name="T12" fmla="*/ 12 w 48"/>
                <a:gd name="T13" fmla="*/ 24 h 47"/>
                <a:gd name="T14" fmla="*/ 24 w 48"/>
                <a:gd name="T15" fmla="*/ 35 h 47"/>
                <a:gd name="T16" fmla="*/ 36 w 48"/>
                <a:gd name="T17" fmla="*/ 24 h 47"/>
                <a:gd name="T18" fmla="*/ 24 w 48"/>
                <a:gd name="T19" fmla="*/ 1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7">
                  <a:moveTo>
                    <a:pt x="24" y="47"/>
                  </a:moveTo>
                  <a:cubicBezTo>
                    <a:pt x="11" y="47"/>
                    <a:pt x="0" y="37"/>
                    <a:pt x="0" y="24"/>
                  </a:cubicBezTo>
                  <a:cubicBezTo>
                    <a:pt x="0" y="11"/>
                    <a:pt x="11" y="0"/>
                    <a:pt x="24" y="0"/>
                  </a:cubicBezTo>
                  <a:cubicBezTo>
                    <a:pt x="37" y="0"/>
                    <a:pt x="48" y="11"/>
                    <a:pt x="48" y="24"/>
                  </a:cubicBezTo>
                  <a:cubicBezTo>
                    <a:pt x="48" y="37"/>
                    <a:pt x="37" y="47"/>
                    <a:pt x="24" y="47"/>
                  </a:cubicBezTo>
                  <a:close/>
                  <a:moveTo>
                    <a:pt x="24" y="12"/>
                  </a:moveTo>
                  <a:cubicBezTo>
                    <a:pt x="18" y="12"/>
                    <a:pt x="12" y="17"/>
                    <a:pt x="12" y="24"/>
                  </a:cubicBezTo>
                  <a:cubicBezTo>
                    <a:pt x="12" y="30"/>
                    <a:pt x="18" y="35"/>
                    <a:pt x="24" y="35"/>
                  </a:cubicBezTo>
                  <a:cubicBezTo>
                    <a:pt x="30" y="35"/>
                    <a:pt x="36" y="30"/>
                    <a:pt x="36" y="24"/>
                  </a:cubicBezTo>
                  <a:cubicBezTo>
                    <a:pt x="36" y="17"/>
                    <a:pt x="30"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23" name="Freeform 9">
              <a:extLst>
                <a:ext uri="{FF2B5EF4-FFF2-40B4-BE49-F238E27FC236}">
                  <a16:creationId xmlns:a16="http://schemas.microsoft.com/office/drawing/2014/main" id="{E4CF1E8A-68D5-C344-B526-2ACB3B2BED2F}"/>
                </a:ext>
              </a:extLst>
            </p:cNvPr>
            <p:cNvSpPr>
              <a:spLocks noEditPoints="1"/>
            </p:cNvSpPr>
            <p:nvPr/>
          </p:nvSpPr>
          <p:spPr bwMode="auto">
            <a:xfrm>
              <a:off x="528" y="869"/>
              <a:ext cx="142" cy="84"/>
            </a:xfrm>
            <a:custGeom>
              <a:avLst/>
              <a:gdLst>
                <a:gd name="T0" fmla="*/ 46 w 93"/>
                <a:gd name="T1" fmla="*/ 56 h 56"/>
                <a:gd name="T2" fmla="*/ 0 w 93"/>
                <a:gd name="T3" fmla="*/ 6 h 56"/>
                <a:gd name="T4" fmla="*/ 6 w 93"/>
                <a:gd name="T5" fmla="*/ 0 h 56"/>
                <a:gd name="T6" fmla="*/ 87 w 93"/>
                <a:gd name="T7" fmla="*/ 0 h 56"/>
                <a:gd name="T8" fmla="*/ 93 w 93"/>
                <a:gd name="T9" fmla="*/ 6 h 56"/>
                <a:gd name="T10" fmla="*/ 46 w 93"/>
                <a:gd name="T11" fmla="*/ 56 h 56"/>
                <a:gd name="T12" fmla="*/ 12 w 93"/>
                <a:gd name="T13" fmla="*/ 12 h 56"/>
                <a:gd name="T14" fmla="*/ 46 w 93"/>
                <a:gd name="T15" fmla="*/ 44 h 56"/>
                <a:gd name="T16" fmla="*/ 81 w 93"/>
                <a:gd name="T17" fmla="*/ 12 h 56"/>
                <a:gd name="T18" fmla="*/ 12 w 93"/>
                <a:gd name="T19" fmla="*/ 1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56">
                  <a:moveTo>
                    <a:pt x="46" y="56"/>
                  </a:moveTo>
                  <a:cubicBezTo>
                    <a:pt x="20" y="56"/>
                    <a:pt x="0" y="35"/>
                    <a:pt x="0" y="6"/>
                  </a:cubicBezTo>
                  <a:cubicBezTo>
                    <a:pt x="0" y="3"/>
                    <a:pt x="2" y="0"/>
                    <a:pt x="6" y="0"/>
                  </a:cubicBezTo>
                  <a:cubicBezTo>
                    <a:pt x="87" y="0"/>
                    <a:pt x="87" y="0"/>
                    <a:pt x="87" y="0"/>
                  </a:cubicBezTo>
                  <a:cubicBezTo>
                    <a:pt x="91" y="0"/>
                    <a:pt x="93" y="3"/>
                    <a:pt x="93" y="6"/>
                  </a:cubicBezTo>
                  <a:cubicBezTo>
                    <a:pt x="93" y="35"/>
                    <a:pt x="73" y="56"/>
                    <a:pt x="46" y="56"/>
                  </a:cubicBezTo>
                  <a:close/>
                  <a:moveTo>
                    <a:pt x="12" y="12"/>
                  </a:moveTo>
                  <a:cubicBezTo>
                    <a:pt x="14" y="31"/>
                    <a:pt x="28" y="44"/>
                    <a:pt x="46" y="44"/>
                  </a:cubicBezTo>
                  <a:cubicBezTo>
                    <a:pt x="64" y="44"/>
                    <a:pt x="78" y="31"/>
                    <a:pt x="81" y="12"/>
                  </a:cubicBez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24" name="Freeform 10">
              <a:extLst>
                <a:ext uri="{FF2B5EF4-FFF2-40B4-BE49-F238E27FC236}">
                  <a16:creationId xmlns:a16="http://schemas.microsoft.com/office/drawing/2014/main" id="{58AF212D-5CEA-A842-96AF-38B282583057}"/>
                </a:ext>
              </a:extLst>
            </p:cNvPr>
            <p:cNvSpPr>
              <a:spLocks/>
            </p:cNvSpPr>
            <p:nvPr/>
          </p:nvSpPr>
          <p:spPr bwMode="auto">
            <a:xfrm>
              <a:off x="813" y="726"/>
              <a:ext cx="146" cy="162"/>
            </a:xfrm>
            <a:custGeom>
              <a:avLst/>
              <a:gdLst>
                <a:gd name="T0" fmla="*/ 6 w 95"/>
                <a:gd name="T1" fmla="*/ 108 h 109"/>
                <a:gd name="T2" fmla="*/ 4 w 95"/>
                <a:gd name="T3" fmla="*/ 108 h 109"/>
                <a:gd name="T4" fmla="*/ 1 w 95"/>
                <a:gd name="T5" fmla="*/ 100 h 109"/>
                <a:gd name="T6" fmla="*/ 42 w 95"/>
                <a:gd name="T7" fmla="*/ 4 h 109"/>
                <a:gd name="T8" fmla="*/ 47 w 95"/>
                <a:gd name="T9" fmla="*/ 0 h 109"/>
                <a:gd name="T10" fmla="*/ 47 w 95"/>
                <a:gd name="T11" fmla="*/ 0 h 109"/>
                <a:gd name="T12" fmla="*/ 53 w 95"/>
                <a:gd name="T13" fmla="*/ 4 h 109"/>
                <a:gd name="T14" fmla="*/ 94 w 95"/>
                <a:gd name="T15" fmla="*/ 100 h 109"/>
                <a:gd name="T16" fmla="*/ 90 w 95"/>
                <a:gd name="T17" fmla="*/ 108 h 109"/>
                <a:gd name="T18" fmla="*/ 83 w 95"/>
                <a:gd name="T19" fmla="*/ 105 h 109"/>
                <a:gd name="T20" fmla="*/ 47 w 95"/>
                <a:gd name="T21" fmla="*/ 22 h 109"/>
                <a:gd name="T22" fmla="*/ 12 w 95"/>
                <a:gd name="T23" fmla="*/ 105 h 109"/>
                <a:gd name="T24" fmla="*/ 6 w 95"/>
                <a:gd name="T25" fmla="*/ 108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5" h="109">
                  <a:moveTo>
                    <a:pt x="6" y="108"/>
                  </a:moveTo>
                  <a:cubicBezTo>
                    <a:pt x="6" y="108"/>
                    <a:pt x="5" y="108"/>
                    <a:pt x="4" y="108"/>
                  </a:cubicBezTo>
                  <a:cubicBezTo>
                    <a:pt x="1" y="106"/>
                    <a:pt x="0" y="103"/>
                    <a:pt x="1" y="100"/>
                  </a:cubicBezTo>
                  <a:cubicBezTo>
                    <a:pt x="42" y="4"/>
                    <a:pt x="42" y="4"/>
                    <a:pt x="42" y="4"/>
                  </a:cubicBezTo>
                  <a:cubicBezTo>
                    <a:pt x="43" y="2"/>
                    <a:pt x="45" y="0"/>
                    <a:pt x="47" y="0"/>
                  </a:cubicBezTo>
                  <a:cubicBezTo>
                    <a:pt x="47" y="0"/>
                    <a:pt x="47" y="0"/>
                    <a:pt x="47" y="0"/>
                  </a:cubicBezTo>
                  <a:cubicBezTo>
                    <a:pt x="50" y="0"/>
                    <a:pt x="52" y="2"/>
                    <a:pt x="53" y="4"/>
                  </a:cubicBezTo>
                  <a:cubicBezTo>
                    <a:pt x="94" y="100"/>
                    <a:pt x="94" y="100"/>
                    <a:pt x="94" y="100"/>
                  </a:cubicBezTo>
                  <a:cubicBezTo>
                    <a:pt x="95" y="103"/>
                    <a:pt x="93" y="106"/>
                    <a:pt x="90" y="108"/>
                  </a:cubicBezTo>
                  <a:cubicBezTo>
                    <a:pt x="87" y="109"/>
                    <a:pt x="84" y="108"/>
                    <a:pt x="83" y="105"/>
                  </a:cubicBezTo>
                  <a:cubicBezTo>
                    <a:pt x="47" y="22"/>
                    <a:pt x="47" y="22"/>
                    <a:pt x="47" y="22"/>
                  </a:cubicBezTo>
                  <a:cubicBezTo>
                    <a:pt x="12" y="105"/>
                    <a:pt x="12" y="105"/>
                    <a:pt x="12" y="105"/>
                  </a:cubicBezTo>
                  <a:cubicBezTo>
                    <a:pt x="11" y="107"/>
                    <a:pt x="9" y="108"/>
                    <a:pt x="6" y="1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25" name="Freeform 11">
              <a:extLst>
                <a:ext uri="{FF2B5EF4-FFF2-40B4-BE49-F238E27FC236}">
                  <a16:creationId xmlns:a16="http://schemas.microsoft.com/office/drawing/2014/main" id="{9067C848-4E37-864F-8284-E48FC9AB4158}"/>
                </a:ext>
              </a:extLst>
            </p:cNvPr>
            <p:cNvSpPr>
              <a:spLocks noEditPoints="1"/>
            </p:cNvSpPr>
            <p:nvPr/>
          </p:nvSpPr>
          <p:spPr bwMode="auto">
            <a:xfrm>
              <a:off x="813" y="869"/>
              <a:ext cx="144" cy="84"/>
            </a:xfrm>
            <a:custGeom>
              <a:avLst/>
              <a:gdLst>
                <a:gd name="T0" fmla="*/ 47 w 94"/>
                <a:gd name="T1" fmla="*/ 56 h 56"/>
                <a:gd name="T2" fmla="*/ 0 w 94"/>
                <a:gd name="T3" fmla="*/ 6 h 56"/>
                <a:gd name="T4" fmla="*/ 6 w 94"/>
                <a:gd name="T5" fmla="*/ 0 h 56"/>
                <a:gd name="T6" fmla="*/ 88 w 94"/>
                <a:gd name="T7" fmla="*/ 0 h 56"/>
                <a:gd name="T8" fmla="*/ 92 w 94"/>
                <a:gd name="T9" fmla="*/ 2 h 56"/>
                <a:gd name="T10" fmla="*/ 94 w 94"/>
                <a:gd name="T11" fmla="*/ 6 h 56"/>
                <a:gd name="T12" fmla="*/ 47 w 94"/>
                <a:gd name="T13" fmla="*/ 56 h 56"/>
                <a:gd name="T14" fmla="*/ 13 w 94"/>
                <a:gd name="T15" fmla="*/ 12 h 56"/>
                <a:gd name="T16" fmla="*/ 47 w 94"/>
                <a:gd name="T17" fmla="*/ 44 h 56"/>
                <a:gd name="T18" fmla="*/ 82 w 94"/>
                <a:gd name="T19" fmla="*/ 12 h 56"/>
                <a:gd name="T20" fmla="*/ 13 w 94"/>
                <a:gd name="T21" fmla="*/ 1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56">
                  <a:moveTo>
                    <a:pt x="47" y="56"/>
                  </a:moveTo>
                  <a:cubicBezTo>
                    <a:pt x="21" y="56"/>
                    <a:pt x="0" y="35"/>
                    <a:pt x="0" y="6"/>
                  </a:cubicBezTo>
                  <a:cubicBezTo>
                    <a:pt x="0" y="3"/>
                    <a:pt x="3" y="0"/>
                    <a:pt x="6" y="0"/>
                  </a:cubicBezTo>
                  <a:cubicBezTo>
                    <a:pt x="88" y="0"/>
                    <a:pt x="88" y="0"/>
                    <a:pt x="88" y="0"/>
                  </a:cubicBezTo>
                  <a:cubicBezTo>
                    <a:pt x="90" y="0"/>
                    <a:pt x="91" y="1"/>
                    <a:pt x="92" y="2"/>
                  </a:cubicBezTo>
                  <a:cubicBezTo>
                    <a:pt x="93" y="3"/>
                    <a:pt x="94" y="5"/>
                    <a:pt x="94" y="6"/>
                  </a:cubicBezTo>
                  <a:cubicBezTo>
                    <a:pt x="94" y="34"/>
                    <a:pt x="74" y="56"/>
                    <a:pt x="47" y="56"/>
                  </a:cubicBezTo>
                  <a:close/>
                  <a:moveTo>
                    <a:pt x="13" y="12"/>
                  </a:moveTo>
                  <a:cubicBezTo>
                    <a:pt x="15" y="31"/>
                    <a:pt x="29" y="44"/>
                    <a:pt x="47" y="44"/>
                  </a:cubicBezTo>
                  <a:cubicBezTo>
                    <a:pt x="65" y="44"/>
                    <a:pt x="79" y="31"/>
                    <a:pt x="82" y="12"/>
                  </a:cubicBezTo>
                  <a:lnTo>
                    <a:pt x="13"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26" name="Freeform 12">
              <a:extLst>
                <a:ext uri="{FF2B5EF4-FFF2-40B4-BE49-F238E27FC236}">
                  <a16:creationId xmlns:a16="http://schemas.microsoft.com/office/drawing/2014/main" id="{9A7B4980-F4B3-A149-A900-28415FEB81F6}"/>
                </a:ext>
              </a:extLst>
            </p:cNvPr>
            <p:cNvSpPr>
              <a:spLocks/>
            </p:cNvSpPr>
            <p:nvPr/>
          </p:nvSpPr>
          <p:spPr bwMode="auto">
            <a:xfrm>
              <a:off x="563" y="726"/>
              <a:ext cx="153" cy="18"/>
            </a:xfrm>
            <a:custGeom>
              <a:avLst/>
              <a:gdLst>
                <a:gd name="T0" fmla="*/ 94 w 100"/>
                <a:gd name="T1" fmla="*/ 12 h 12"/>
                <a:gd name="T2" fmla="*/ 6 w 100"/>
                <a:gd name="T3" fmla="*/ 12 h 12"/>
                <a:gd name="T4" fmla="*/ 0 w 100"/>
                <a:gd name="T5" fmla="*/ 6 h 12"/>
                <a:gd name="T6" fmla="*/ 6 w 100"/>
                <a:gd name="T7" fmla="*/ 0 h 12"/>
                <a:gd name="T8" fmla="*/ 94 w 100"/>
                <a:gd name="T9" fmla="*/ 0 h 12"/>
                <a:gd name="T10" fmla="*/ 100 w 100"/>
                <a:gd name="T11" fmla="*/ 6 h 12"/>
                <a:gd name="T12" fmla="*/ 94 w 10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00" h="12">
                  <a:moveTo>
                    <a:pt x="94" y="12"/>
                  </a:moveTo>
                  <a:cubicBezTo>
                    <a:pt x="6" y="12"/>
                    <a:pt x="6" y="12"/>
                    <a:pt x="6" y="12"/>
                  </a:cubicBezTo>
                  <a:cubicBezTo>
                    <a:pt x="2" y="12"/>
                    <a:pt x="0" y="10"/>
                    <a:pt x="0" y="6"/>
                  </a:cubicBezTo>
                  <a:cubicBezTo>
                    <a:pt x="0" y="3"/>
                    <a:pt x="2" y="0"/>
                    <a:pt x="6" y="0"/>
                  </a:cubicBezTo>
                  <a:cubicBezTo>
                    <a:pt x="94" y="0"/>
                    <a:pt x="94" y="0"/>
                    <a:pt x="94" y="0"/>
                  </a:cubicBezTo>
                  <a:cubicBezTo>
                    <a:pt x="98" y="0"/>
                    <a:pt x="100" y="3"/>
                    <a:pt x="100" y="6"/>
                  </a:cubicBezTo>
                  <a:cubicBezTo>
                    <a:pt x="100" y="10"/>
                    <a:pt x="98" y="12"/>
                    <a:pt x="9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27" name="Freeform 13">
              <a:extLst>
                <a:ext uri="{FF2B5EF4-FFF2-40B4-BE49-F238E27FC236}">
                  <a16:creationId xmlns:a16="http://schemas.microsoft.com/office/drawing/2014/main" id="{CD6B0A6B-597F-4E4C-A0FC-EFC38B204DD0}"/>
                </a:ext>
              </a:extLst>
            </p:cNvPr>
            <p:cNvSpPr>
              <a:spLocks/>
            </p:cNvSpPr>
            <p:nvPr/>
          </p:nvSpPr>
          <p:spPr bwMode="auto">
            <a:xfrm>
              <a:off x="750" y="726"/>
              <a:ext cx="172" cy="18"/>
            </a:xfrm>
            <a:custGeom>
              <a:avLst/>
              <a:gdLst>
                <a:gd name="T0" fmla="*/ 106 w 112"/>
                <a:gd name="T1" fmla="*/ 12 h 12"/>
                <a:gd name="T2" fmla="*/ 6 w 112"/>
                <a:gd name="T3" fmla="*/ 12 h 12"/>
                <a:gd name="T4" fmla="*/ 0 w 112"/>
                <a:gd name="T5" fmla="*/ 6 h 12"/>
                <a:gd name="T6" fmla="*/ 6 w 112"/>
                <a:gd name="T7" fmla="*/ 0 h 12"/>
                <a:gd name="T8" fmla="*/ 106 w 112"/>
                <a:gd name="T9" fmla="*/ 0 h 12"/>
                <a:gd name="T10" fmla="*/ 112 w 112"/>
                <a:gd name="T11" fmla="*/ 6 h 12"/>
                <a:gd name="T12" fmla="*/ 106 w 11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2" h="12">
                  <a:moveTo>
                    <a:pt x="106" y="12"/>
                  </a:moveTo>
                  <a:cubicBezTo>
                    <a:pt x="6" y="12"/>
                    <a:pt x="6" y="12"/>
                    <a:pt x="6" y="12"/>
                  </a:cubicBezTo>
                  <a:cubicBezTo>
                    <a:pt x="2" y="12"/>
                    <a:pt x="0" y="9"/>
                    <a:pt x="0" y="6"/>
                  </a:cubicBezTo>
                  <a:cubicBezTo>
                    <a:pt x="0" y="3"/>
                    <a:pt x="2" y="0"/>
                    <a:pt x="6" y="0"/>
                  </a:cubicBezTo>
                  <a:cubicBezTo>
                    <a:pt x="106" y="0"/>
                    <a:pt x="106" y="0"/>
                    <a:pt x="106" y="0"/>
                  </a:cubicBezTo>
                  <a:cubicBezTo>
                    <a:pt x="109" y="0"/>
                    <a:pt x="112" y="3"/>
                    <a:pt x="112" y="6"/>
                  </a:cubicBezTo>
                  <a:cubicBezTo>
                    <a:pt x="112" y="9"/>
                    <a:pt x="109" y="12"/>
                    <a:pt x="10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234" name="Group 127">
            <a:extLst>
              <a:ext uri="{FF2B5EF4-FFF2-40B4-BE49-F238E27FC236}">
                <a16:creationId xmlns:a16="http://schemas.microsoft.com/office/drawing/2014/main" id="{26DA099A-68DD-4F43-8FC7-141CAF6D1F91}"/>
              </a:ext>
            </a:extLst>
          </p:cNvPr>
          <p:cNvGrpSpPr>
            <a:grpSpLocks noChangeAspect="1"/>
          </p:cNvGrpSpPr>
          <p:nvPr userDrawn="1"/>
        </p:nvGrpSpPr>
        <p:grpSpPr bwMode="auto">
          <a:xfrm>
            <a:off x="7145733" y="3130536"/>
            <a:ext cx="464916" cy="454373"/>
            <a:chOff x="4656" y="1821"/>
            <a:chExt cx="441" cy="431"/>
          </a:xfrm>
          <a:solidFill>
            <a:schemeClr val="accent1"/>
          </a:solidFill>
        </p:grpSpPr>
        <p:sp>
          <p:nvSpPr>
            <p:cNvPr id="235" name="Freeform 128">
              <a:extLst>
                <a:ext uri="{FF2B5EF4-FFF2-40B4-BE49-F238E27FC236}">
                  <a16:creationId xmlns:a16="http://schemas.microsoft.com/office/drawing/2014/main" id="{78927280-4152-A345-AA5D-215134AE8360}"/>
                </a:ext>
              </a:extLst>
            </p:cNvPr>
            <p:cNvSpPr>
              <a:spLocks/>
            </p:cNvSpPr>
            <p:nvPr/>
          </p:nvSpPr>
          <p:spPr bwMode="auto">
            <a:xfrm>
              <a:off x="4682" y="2037"/>
              <a:ext cx="415" cy="215"/>
            </a:xfrm>
            <a:custGeom>
              <a:avLst/>
              <a:gdLst>
                <a:gd name="T0" fmla="*/ 7 w 271"/>
                <a:gd name="T1" fmla="*/ 144 h 144"/>
                <a:gd name="T2" fmla="*/ 2 w 271"/>
                <a:gd name="T3" fmla="*/ 142 h 144"/>
                <a:gd name="T4" fmla="*/ 3 w 271"/>
                <a:gd name="T5" fmla="*/ 134 h 144"/>
                <a:gd name="T6" fmla="*/ 111 w 271"/>
                <a:gd name="T7" fmla="*/ 38 h 144"/>
                <a:gd name="T8" fmla="*/ 119 w 271"/>
                <a:gd name="T9" fmla="*/ 38 h 144"/>
                <a:gd name="T10" fmla="*/ 175 w 271"/>
                <a:gd name="T11" fmla="*/ 83 h 144"/>
                <a:gd name="T12" fmla="*/ 261 w 271"/>
                <a:gd name="T13" fmla="*/ 2 h 144"/>
                <a:gd name="T14" fmla="*/ 269 w 271"/>
                <a:gd name="T15" fmla="*/ 3 h 144"/>
                <a:gd name="T16" fmla="*/ 269 w 271"/>
                <a:gd name="T17" fmla="*/ 11 h 144"/>
                <a:gd name="T18" fmla="*/ 179 w 271"/>
                <a:gd name="T19" fmla="*/ 95 h 144"/>
                <a:gd name="T20" fmla="*/ 171 w 271"/>
                <a:gd name="T21" fmla="*/ 95 h 144"/>
                <a:gd name="T22" fmla="*/ 115 w 271"/>
                <a:gd name="T23" fmla="*/ 50 h 144"/>
                <a:gd name="T24" fmla="*/ 11 w 271"/>
                <a:gd name="T25" fmla="*/ 143 h 144"/>
                <a:gd name="T26" fmla="*/ 7 w 271"/>
                <a:gd name="T27"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1" h="144">
                  <a:moveTo>
                    <a:pt x="7" y="144"/>
                  </a:moveTo>
                  <a:cubicBezTo>
                    <a:pt x="5" y="144"/>
                    <a:pt x="4" y="144"/>
                    <a:pt x="2" y="142"/>
                  </a:cubicBezTo>
                  <a:cubicBezTo>
                    <a:pt x="0" y="140"/>
                    <a:pt x="0" y="136"/>
                    <a:pt x="3" y="134"/>
                  </a:cubicBezTo>
                  <a:cubicBezTo>
                    <a:pt x="111" y="38"/>
                    <a:pt x="111" y="38"/>
                    <a:pt x="111" y="38"/>
                  </a:cubicBezTo>
                  <a:cubicBezTo>
                    <a:pt x="113" y="36"/>
                    <a:pt x="116" y="36"/>
                    <a:pt x="119" y="38"/>
                  </a:cubicBezTo>
                  <a:cubicBezTo>
                    <a:pt x="175" y="83"/>
                    <a:pt x="175" y="83"/>
                    <a:pt x="175" y="83"/>
                  </a:cubicBezTo>
                  <a:cubicBezTo>
                    <a:pt x="261" y="2"/>
                    <a:pt x="261" y="2"/>
                    <a:pt x="261" y="2"/>
                  </a:cubicBezTo>
                  <a:cubicBezTo>
                    <a:pt x="263" y="0"/>
                    <a:pt x="267" y="0"/>
                    <a:pt x="269" y="3"/>
                  </a:cubicBezTo>
                  <a:cubicBezTo>
                    <a:pt x="271" y="5"/>
                    <a:pt x="271" y="9"/>
                    <a:pt x="269" y="11"/>
                  </a:cubicBezTo>
                  <a:cubicBezTo>
                    <a:pt x="179" y="95"/>
                    <a:pt x="179" y="95"/>
                    <a:pt x="179" y="95"/>
                  </a:cubicBezTo>
                  <a:cubicBezTo>
                    <a:pt x="177" y="97"/>
                    <a:pt x="173" y="97"/>
                    <a:pt x="171" y="95"/>
                  </a:cubicBezTo>
                  <a:cubicBezTo>
                    <a:pt x="115" y="50"/>
                    <a:pt x="115" y="50"/>
                    <a:pt x="115" y="50"/>
                  </a:cubicBezTo>
                  <a:cubicBezTo>
                    <a:pt x="11" y="143"/>
                    <a:pt x="11" y="143"/>
                    <a:pt x="11" y="143"/>
                  </a:cubicBezTo>
                  <a:cubicBezTo>
                    <a:pt x="10" y="144"/>
                    <a:pt x="8" y="144"/>
                    <a:pt x="7" y="1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36" name="Freeform 129">
              <a:extLst>
                <a:ext uri="{FF2B5EF4-FFF2-40B4-BE49-F238E27FC236}">
                  <a16:creationId xmlns:a16="http://schemas.microsoft.com/office/drawing/2014/main" id="{7096CC96-16F5-7E42-AA31-AC96F5CDDF98}"/>
                </a:ext>
              </a:extLst>
            </p:cNvPr>
            <p:cNvSpPr>
              <a:spLocks/>
            </p:cNvSpPr>
            <p:nvPr/>
          </p:nvSpPr>
          <p:spPr bwMode="auto">
            <a:xfrm>
              <a:off x="5007" y="2038"/>
              <a:ext cx="90" cy="90"/>
            </a:xfrm>
            <a:custGeom>
              <a:avLst/>
              <a:gdLst>
                <a:gd name="T0" fmla="*/ 53 w 59"/>
                <a:gd name="T1" fmla="*/ 60 h 60"/>
                <a:gd name="T2" fmla="*/ 47 w 59"/>
                <a:gd name="T3" fmla="*/ 54 h 60"/>
                <a:gd name="T4" fmla="*/ 47 w 59"/>
                <a:gd name="T5" fmla="*/ 12 h 60"/>
                <a:gd name="T6" fmla="*/ 6 w 59"/>
                <a:gd name="T7" fmla="*/ 12 h 60"/>
                <a:gd name="T8" fmla="*/ 0 w 59"/>
                <a:gd name="T9" fmla="*/ 6 h 60"/>
                <a:gd name="T10" fmla="*/ 6 w 59"/>
                <a:gd name="T11" fmla="*/ 0 h 60"/>
                <a:gd name="T12" fmla="*/ 53 w 59"/>
                <a:gd name="T13" fmla="*/ 0 h 60"/>
                <a:gd name="T14" fmla="*/ 59 w 59"/>
                <a:gd name="T15" fmla="*/ 6 h 60"/>
                <a:gd name="T16" fmla="*/ 59 w 59"/>
                <a:gd name="T17" fmla="*/ 54 h 60"/>
                <a:gd name="T18" fmla="*/ 53 w 59"/>
                <a:gd name="T19"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 h="60">
                  <a:moveTo>
                    <a:pt x="53" y="60"/>
                  </a:moveTo>
                  <a:cubicBezTo>
                    <a:pt x="50" y="60"/>
                    <a:pt x="47" y="57"/>
                    <a:pt x="47" y="54"/>
                  </a:cubicBezTo>
                  <a:cubicBezTo>
                    <a:pt x="47" y="12"/>
                    <a:pt x="47" y="12"/>
                    <a:pt x="47" y="12"/>
                  </a:cubicBezTo>
                  <a:cubicBezTo>
                    <a:pt x="6" y="12"/>
                    <a:pt x="6" y="12"/>
                    <a:pt x="6" y="12"/>
                  </a:cubicBezTo>
                  <a:cubicBezTo>
                    <a:pt x="2" y="12"/>
                    <a:pt x="0" y="9"/>
                    <a:pt x="0" y="6"/>
                  </a:cubicBezTo>
                  <a:cubicBezTo>
                    <a:pt x="0" y="2"/>
                    <a:pt x="2" y="0"/>
                    <a:pt x="6" y="0"/>
                  </a:cubicBezTo>
                  <a:cubicBezTo>
                    <a:pt x="53" y="0"/>
                    <a:pt x="53" y="0"/>
                    <a:pt x="53" y="0"/>
                  </a:cubicBezTo>
                  <a:cubicBezTo>
                    <a:pt x="56" y="0"/>
                    <a:pt x="59" y="2"/>
                    <a:pt x="59" y="6"/>
                  </a:cubicBezTo>
                  <a:cubicBezTo>
                    <a:pt x="59" y="54"/>
                    <a:pt x="59" y="54"/>
                    <a:pt x="59" y="54"/>
                  </a:cubicBezTo>
                  <a:cubicBezTo>
                    <a:pt x="59" y="57"/>
                    <a:pt x="56" y="60"/>
                    <a:pt x="53"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37" name="Freeform 130">
              <a:extLst>
                <a:ext uri="{FF2B5EF4-FFF2-40B4-BE49-F238E27FC236}">
                  <a16:creationId xmlns:a16="http://schemas.microsoft.com/office/drawing/2014/main" id="{8C889260-9971-2F40-8AA7-F1A4FF7B8A74}"/>
                </a:ext>
              </a:extLst>
            </p:cNvPr>
            <p:cNvSpPr>
              <a:spLocks/>
            </p:cNvSpPr>
            <p:nvPr/>
          </p:nvSpPr>
          <p:spPr bwMode="auto">
            <a:xfrm>
              <a:off x="4656" y="1821"/>
              <a:ext cx="331" cy="307"/>
            </a:xfrm>
            <a:custGeom>
              <a:avLst/>
              <a:gdLst>
                <a:gd name="T0" fmla="*/ 60 w 216"/>
                <a:gd name="T1" fmla="*/ 205 h 205"/>
                <a:gd name="T2" fmla="*/ 57 w 216"/>
                <a:gd name="T3" fmla="*/ 204 h 205"/>
                <a:gd name="T4" fmla="*/ 0 w 216"/>
                <a:gd name="T5" fmla="*/ 108 h 205"/>
                <a:gd name="T6" fmla="*/ 108 w 216"/>
                <a:gd name="T7" fmla="*/ 0 h 205"/>
                <a:gd name="T8" fmla="*/ 216 w 216"/>
                <a:gd name="T9" fmla="*/ 108 h 205"/>
                <a:gd name="T10" fmla="*/ 196 w 216"/>
                <a:gd name="T11" fmla="*/ 171 h 205"/>
                <a:gd name="T12" fmla="*/ 188 w 216"/>
                <a:gd name="T13" fmla="*/ 172 h 205"/>
                <a:gd name="T14" fmla="*/ 186 w 216"/>
                <a:gd name="T15" fmla="*/ 164 h 205"/>
                <a:gd name="T16" fmla="*/ 204 w 216"/>
                <a:gd name="T17" fmla="*/ 108 h 205"/>
                <a:gd name="T18" fmla="*/ 108 w 216"/>
                <a:gd name="T19" fmla="*/ 12 h 205"/>
                <a:gd name="T20" fmla="*/ 12 w 216"/>
                <a:gd name="T21" fmla="*/ 108 h 205"/>
                <a:gd name="T22" fmla="*/ 63 w 216"/>
                <a:gd name="T23" fmla="*/ 193 h 205"/>
                <a:gd name="T24" fmla="*/ 65 w 216"/>
                <a:gd name="T25" fmla="*/ 201 h 205"/>
                <a:gd name="T26" fmla="*/ 60 w 216"/>
                <a:gd name="T27" fmla="*/ 205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6" h="205">
                  <a:moveTo>
                    <a:pt x="60" y="205"/>
                  </a:moveTo>
                  <a:cubicBezTo>
                    <a:pt x="59" y="205"/>
                    <a:pt x="58" y="204"/>
                    <a:pt x="57" y="204"/>
                  </a:cubicBezTo>
                  <a:cubicBezTo>
                    <a:pt x="22" y="185"/>
                    <a:pt x="0" y="148"/>
                    <a:pt x="0" y="108"/>
                  </a:cubicBezTo>
                  <a:cubicBezTo>
                    <a:pt x="0" y="49"/>
                    <a:pt x="48" y="0"/>
                    <a:pt x="108" y="0"/>
                  </a:cubicBezTo>
                  <a:cubicBezTo>
                    <a:pt x="167" y="0"/>
                    <a:pt x="216" y="49"/>
                    <a:pt x="216" y="108"/>
                  </a:cubicBezTo>
                  <a:cubicBezTo>
                    <a:pt x="216" y="131"/>
                    <a:pt x="209" y="153"/>
                    <a:pt x="196" y="171"/>
                  </a:cubicBezTo>
                  <a:cubicBezTo>
                    <a:pt x="194" y="173"/>
                    <a:pt x="190" y="174"/>
                    <a:pt x="188" y="172"/>
                  </a:cubicBezTo>
                  <a:cubicBezTo>
                    <a:pt x="185" y="170"/>
                    <a:pt x="184" y="167"/>
                    <a:pt x="186" y="164"/>
                  </a:cubicBezTo>
                  <a:cubicBezTo>
                    <a:pt x="198" y="148"/>
                    <a:pt x="204" y="128"/>
                    <a:pt x="204" y="108"/>
                  </a:cubicBezTo>
                  <a:cubicBezTo>
                    <a:pt x="204" y="56"/>
                    <a:pt x="161" y="12"/>
                    <a:pt x="108" y="12"/>
                  </a:cubicBezTo>
                  <a:cubicBezTo>
                    <a:pt x="55" y="12"/>
                    <a:pt x="12" y="56"/>
                    <a:pt x="12" y="108"/>
                  </a:cubicBezTo>
                  <a:cubicBezTo>
                    <a:pt x="12" y="144"/>
                    <a:pt x="31" y="177"/>
                    <a:pt x="63" y="193"/>
                  </a:cubicBezTo>
                  <a:cubicBezTo>
                    <a:pt x="66" y="195"/>
                    <a:pt x="67" y="198"/>
                    <a:pt x="65" y="201"/>
                  </a:cubicBezTo>
                  <a:cubicBezTo>
                    <a:pt x="64" y="203"/>
                    <a:pt x="62" y="205"/>
                    <a:pt x="60" y="20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38" name="Freeform 131">
              <a:extLst>
                <a:ext uri="{FF2B5EF4-FFF2-40B4-BE49-F238E27FC236}">
                  <a16:creationId xmlns:a16="http://schemas.microsoft.com/office/drawing/2014/main" id="{A5D47A1B-2141-4945-9F0E-589BB8088B6D}"/>
                </a:ext>
              </a:extLst>
            </p:cNvPr>
            <p:cNvSpPr>
              <a:spLocks/>
            </p:cNvSpPr>
            <p:nvPr/>
          </p:nvSpPr>
          <p:spPr bwMode="auto">
            <a:xfrm>
              <a:off x="4812" y="2035"/>
              <a:ext cx="19" cy="39"/>
            </a:xfrm>
            <a:custGeom>
              <a:avLst/>
              <a:gdLst>
                <a:gd name="T0" fmla="*/ 6 w 12"/>
                <a:gd name="T1" fmla="*/ 26 h 26"/>
                <a:gd name="T2" fmla="*/ 0 w 12"/>
                <a:gd name="T3" fmla="*/ 20 h 26"/>
                <a:gd name="T4" fmla="*/ 0 w 12"/>
                <a:gd name="T5" fmla="*/ 6 h 26"/>
                <a:gd name="T6" fmla="*/ 6 w 12"/>
                <a:gd name="T7" fmla="*/ 0 h 26"/>
                <a:gd name="T8" fmla="*/ 12 w 12"/>
                <a:gd name="T9" fmla="*/ 6 h 26"/>
                <a:gd name="T10" fmla="*/ 12 w 12"/>
                <a:gd name="T11" fmla="*/ 20 h 26"/>
                <a:gd name="T12" fmla="*/ 6 w 12"/>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2" h="26">
                  <a:moveTo>
                    <a:pt x="6" y="26"/>
                  </a:moveTo>
                  <a:cubicBezTo>
                    <a:pt x="3" y="26"/>
                    <a:pt x="0" y="23"/>
                    <a:pt x="0" y="20"/>
                  </a:cubicBezTo>
                  <a:cubicBezTo>
                    <a:pt x="0" y="6"/>
                    <a:pt x="0" y="6"/>
                    <a:pt x="0" y="6"/>
                  </a:cubicBezTo>
                  <a:cubicBezTo>
                    <a:pt x="0" y="3"/>
                    <a:pt x="3" y="0"/>
                    <a:pt x="6" y="0"/>
                  </a:cubicBezTo>
                  <a:cubicBezTo>
                    <a:pt x="9" y="0"/>
                    <a:pt x="12" y="3"/>
                    <a:pt x="12" y="6"/>
                  </a:cubicBezTo>
                  <a:cubicBezTo>
                    <a:pt x="12" y="20"/>
                    <a:pt x="12" y="20"/>
                    <a:pt x="12" y="20"/>
                  </a:cubicBezTo>
                  <a:cubicBezTo>
                    <a:pt x="12" y="23"/>
                    <a:pt x="9" y="26"/>
                    <a:pt x="6"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39" name="Freeform 132">
              <a:extLst>
                <a:ext uri="{FF2B5EF4-FFF2-40B4-BE49-F238E27FC236}">
                  <a16:creationId xmlns:a16="http://schemas.microsoft.com/office/drawing/2014/main" id="{C5C6BBAC-F34B-7C43-9879-1B7567B25FFB}"/>
                </a:ext>
              </a:extLst>
            </p:cNvPr>
            <p:cNvSpPr>
              <a:spLocks/>
            </p:cNvSpPr>
            <p:nvPr/>
          </p:nvSpPr>
          <p:spPr bwMode="auto">
            <a:xfrm>
              <a:off x="4812" y="1893"/>
              <a:ext cx="19" cy="39"/>
            </a:xfrm>
            <a:custGeom>
              <a:avLst/>
              <a:gdLst>
                <a:gd name="T0" fmla="*/ 6 w 12"/>
                <a:gd name="T1" fmla="*/ 26 h 26"/>
                <a:gd name="T2" fmla="*/ 0 w 12"/>
                <a:gd name="T3" fmla="*/ 20 h 26"/>
                <a:gd name="T4" fmla="*/ 0 w 12"/>
                <a:gd name="T5" fmla="*/ 6 h 26"/>
                <a:gd name="T6" fmla="*/ 6 w 12"/>
                <a:gd name="T7" fmla="*/ 0 h 26"/>
                <a:gd name="T8" fmla="*/ 12 w 12"/>
                <a:gd name="T9" fmla="*/ 6 h 26"/>
                <a:gd name="T10" fmla="*/ 12 w 12"/>
                <a:gd name="T11" fmla="*/ 20 h 26"/>
                <a:gd name="T12" fmla="*/ 6 w 12"/>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2" h="26">
                  <a:moveTo>
                    <a:pt x="6" y="26"/>
                  </a:moveTo>
                  <a:cubicBezTo>
                    <a:pt x="3" y="26"/>
                    <a:pt x="0" y="23"/>
                    <a:pt x="0" y="20"/>
                  </a:cubicBezTo>
                  <a:cubicBezTo>
                    <a:pt x="0" y="6"/>
                    <a:pt x="0" y="6"/>
                    <a:pt x="0" y="6"/>
                  </a:cubicBezTo>
                  <a:cubicBezTo>
                    <a:pt x="0" y="3"/>
                    <a:pt x="3" y="0"/>
                    <a:pt x="6" y="0"/>
                  </a:cubicBezTo>
                  <a:cubicBezTo>
                    <a:pt x="9" y="0"/>
                    <a:pt x="12" y="3"/>
                    <a:pt x="12" y="6"/>
                  </a:cubicBezTo>
                  <a:cubicBezTo>
                    <a:pt x="12" y="20"/>
                    <a:pt x="12" y="20"/>
                    <a:pt x="12" y="20"/>
                  </a:cubicBezTo>
                  <a:cubicBezTo>
                    <a:pt x="12" y="23"/>
                    <a:pt x="9" y="26"/>
                    <a:pt x="6"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40" name="Freeform 133">
              <a:extLst>
                <a:ext uri="{FF2B5EF4-FFF2-40B4-BE49-F238E27FC236}">
                  <a16:creationId xmlns:a16="http://schemas.microsoft.com/office/drawing/2014/main" id="{0E22282C-227B-014F-891F-C55AF7AEC82D}"/>
                </a:ext>
              </a:extLst>
            </p:cNvPr>
            <p:cNvSpPr>
              <a:spLocks/>
            </p:cNvSpPr>
            <p:nvPr/>
          </p:nvSpPr>
          <p:spPr bwMode="auto">
            <a:xfrm>
              <a:off x="4780" y="1914"/>
              <a:ext cx="81" cy="139"/>
            </a:xfrm>
            <a:custGeom>
              <a:avLst/>
              <a:gdLst>
                <a:gd name="T0" fmla="*/ 27 w 53"/>
                <a:gd name="T1" fmla="*/ 93 h 93"/>
                <a:gd name="T2" fmla="*/ 0 w 53"/>
                <a:gd name="T3" fmla="*/ 67 h 93"/>
                <a:gd name="T4" fmla="*/ 6 w 53"/>
                <a:gd name="T5" fmla="*/ 61 h 93"/>
                <a:gd name="T6" fmla="*/ 12 w 53"/>
                <a:gd name="T7" fmla="*/ 67 h 93"/>
                <a:gd name="T8" fmla="*/ 27 w 53"/>
                <a:gd name="T9" fmla="*/ 81 h 93"/>
                <a:gd name="T10" fmla="*/ 41 w 53"/>
                <a:gd name="T11" fmla="*/ 67 h 93"/>
                <a:gd name="T12" fmla="*/ 27 w 53"/>
                <a:gd name="T13" fmla="*/ 52 h 93"/>
                <a:gd name="T14" fmla="*/ 0 w 53"/>
                <a:gd name="T15" fmla="*/ 26 h 93"/>
                <a:gd name="T16" fmla="*/ 27 w 53"/>
                <a:gd name="T17" fmla="*/ 0 h 93"/>
                <a:gd name="T18" fmla="*/ 53 w 53"/>
                <a:gd name="T19" fmla="*/ 26 h 93"/>
                <a:gd name="T20" fmla="*/ 47 w 53"/>
                <a:gd name="T21" fmla="*/ 32 h 93"/>
                <a:gd name="T22" fmla="*/ 41 w 53"/>
                <a:gd name="T23" fmla="*/ 26 h 93"/>
                <a:gd name="T24" fmla="*/ 27 w 53"/>
                <a:gd name="T25" fmla="*/ 12 h 93"/>
                <a:gd name="T26" fmla="*/ 12 w 53"/>
                <a:gd name="T27" fmla="*/ 26 h 93"/>
                <a:gd name="T28" fmla="*/ 27 w 53"/>
                <a:gd name="T29" fmla="*/ 40 h 93"/>
                <a:gd name="T30" fmla="*/ 53 w 53"/>
                <a:gd name="T31" fmla="*/ 67 h 93"/>
                <a:gd name="T32" fmla="*/ 27 w 53"/>
                <a:gd name="T33"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 h="93">
                  <a:moveTo>
                    <a:pt x="27" y="93"/>
                  </a:moveTo>
                  <a:cubicBezTo>
                    <a:pt x="12" y="93"/>
                    <a:pt x="0" y="81"/>
                    <a:pt x="0" y="67"/>
                  </a:cubicBezTo>
                  <a:cubicBezTo>
                    <a:pt x="0" y="64"/>
                    <a:pt x="3" y="61"/>
                    <a:pt x="6" y="61"/>
                  </a:cubicBezTo>
                  <a:cubicBezTo>
                    <a:pt x="10" y="61"/>
                    <a:pt x="12" y="64"/>
                    <a:pt x="12" y="67"/>
                  </a:cubicBezTo>
                  <a:cubicBezTo>
                    <a:pt x="12" y="75"/>
                    <a:pt x="19" y="81"/>
                    <a:pt x="27" y="81"/>
                  </a:cubicBezTo>
                  <a:cubicBezTo>
                    <a:pt x="35" y="81"/>
                    <a:pt x="41" y="75"/>
                    <a:pt x="41" y="67"/>
                  </a:cubicBezTo>
                  <a:cubicBezTo>
                    <a:pt x="41" y="59"/>
                    <a:pt x="35" y="52"/>
                    <a:pt x="27" y="52"/>
                  </a:cubicBezTo>
                  <a:cubicBezTo>
                    <a:pt x="12" y="52"/>
                    <a:pt x="0" y="41"/>
                    <a:pt x="0" y="26"/>
                  </a:cubicBezTo>
                  <a:cubicBezTo>
                    <a:pt x="0" y="12"/>
                    <a:pt x="12" y="0"/>
                    <a:pt x="27" y="0"/>
                  </a:cubicBezTo>
                  <a:cubicBezTo>
                    <a:pt x="41" y="0"/>
                    <a:pt x="53" y="12"/>
                    <a:pt x="53" y="26"/>
                  </a:cubicBezTo>
                  <a:cubicBezTo>
                    <a:pt x="53" y="29"/>
                    <a:pt x="51" y="32"/>
                    <a:pt x="47" y="32"/>
                  </a:cubicBezTo>
                  <a:cubicBezTo>
                    <a:pt x="44" y="32"/>
                    <a:pt x="41" y="29"/>
                    <a:pt x="41" y="26"/>
                  </a:cubicBezTo>
                  <a:cubicBezTo>
                    <a:pt x="41" y="18"/>
                    <a:pt x="35" y="12"/>
                    <a:pt x="27" y="12"/>
                  </a:cubicBezTo>
                  <a:cubicBezTo>
                    <a:pt x="19" y="12"/>
                    <a:pt x="12" y="18"/>
                    <a:pt x="12" y="26"/>
                  </a:cubicBezTo>
                  <a:cubicBezTo>
                    <a:pt x="12" y="34"/>
                    <a:pt x="19" y="40"/>
                    <a:pt x="27" y="40"/>
                  </a:cubicBezTo>
                  <a:cubicBezTo>
                    <a:pt x="41" y="40"/>
                    <a:pt x="53" y="52"/>
                    <a:pt x="53" y="67"/>
                  </a:cubicBezTo>
                  <a:cubicBezTo>
                    <a:pt x="53" y="81"/>
                    <a:pt x="41" y="93"/>
                    <a:pt x="27"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241" name="Group 21">
            <a:extLst>
              <a:ext uri="{FF2B5EF4-FFF2-40B4-BE49-F238E27FC236}">
                <a16:creationId xmlns:a16="http://schemas.microsoft.com/office/drawing/2014/main" id="{DF8633A8-0907-CE44-BEF9-83365247F289}"/>
              </a:ext>
            </a:extLst>
          </p:cNvPr>
          <p:cNvGrpSpPr>
            <a:grpSpLocks noChangeAspect="1"/>
          </p:cNvGrpSpPr>
          <p:nvPr userDrawn="1"/>
        </p:nvGrpSpPr>
        <p:grpSpPr bwMode="auto">
          <a:xfrm>
            <a:off x="8420433" y="3170602"/>
            <a:ext cx="473118" cy="374241"/>
            <a:chOff x="526" y="695"/>
            <a:chExt cx="445" cy="352"/>
          </a:xfrm>
          <a:solidFill>
            <a:schemeClr val="accent1"/>
          </a:solidFill>
        </p:grpSpPr>
        <p:sp>
          <p:nvSpPr>
            <p:cNvPr id="242" name="Freeform 241">
              <a:extLst>
                <a:ext uri="{FF2B5EF4-FFF2-40B4-BE49-F238E27FC236}">
                  <a16:creationId xmlns:a16="http://schemas.microsoft.com/office/drawing/2014/main" id="{0AA12124-D907-9A4D-80E8-82D0A9B109B0}"/>
                </a:ext>
              </a:extLst>
            </p:cNvPr>
            <p:cNvSpPr>
              <a:spLocks/>
            </p:cNvSpPr>
            <p:nvPr/>
          </p:nvSpPr>
          <p:spPr bwMode="auto">
            <a:xfrm>
              <a:off x="526" y="741"/>
              <a:ext cx="382" cy="306"/>
            </a:xfrm>
            <a:custGeom>
              <a:avLst/>
              <a:gdLst>
                <a:gd name="T0" fmla="*/ 243 w 250"/>
                <a:gd name="T1" fmla="*/ 191 h 204"/>
                <a:gd name="T2" fmla="*/ 13 w 250"/>
                <a:gd name="T3" fmla="*/ 191 h 204"/>
                <a:gd name="T4" fmla="*/ 13 w 250"/>
                <a:gd name="T5" fmla="*/ 8 h 204"/>
                <a:gd name="T6" fmla="*/ 7 w 250"/>
                <a:gd name="T7" fmla="*/ 0 h 204"/>
                <a:gd name="T8" fmla="*/ 0 w 250"/>
                <a:gd name="T9" fmla="*/ 8 h 204"/>
                <a:gd name="T10" fmla="*/ 0 w 250"/>
                <a:gd name="T11" fmla="*/ 198 h 204"/>
                <a:gd name="T12" fmla="*/ 7 w 250"/>
                <a:gd name="T13" fmla="*/ 204 h 204"/>
                <a:gd name="T14" fmla="*/ 243 w 250"/>
                <a:gd name="T15" fmla="*/ 204 h 204"/>
                <a:gd name="T16" fmla="*/ 250 w 250"/>
                <a:gd name="T17" fmla="*/ 198 h 204"/>
                <a:gd name="T18" fmla="*/ 243 w 250"/>
                <a:gd name="T19" fmla="*/ 191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0" h="204">
                  <a:moveTo>
                    <a:pt x="243" y="191"/>
                  </a:moveTo>
                  <a:cubicBezTo>
                    <a:pt x="13" y="191"/>
                    <a:pt x="13" y="191"/>
                    <a:pt x="13" y="191"/>
                  </a:cubicBezTo>
                  <a:cubicBezTo>
                    <a:pt x="13" y="8"/>
                    <a:pt x="13" y="8"/>
                    <a:pt x="13" y="8"/>
                  </a:cubicBezTo>
                  <a:cubicBezTo>
                    <a:pt x="13" y="4"/>
                    <a:pt x="10" y="0"/>
                    <a:pt x="7" y="0"/>
                  </a:cubicBezTo>
                  <a:cubicBezTo>
                    <a:pt x="3" y="0"/>
                    <a:pt x="0" y="4"/>
                    <a:pt x="0" y="8"/>
                  </a:cubicBezTo>
                  <a:cubicBezTo>
                    <a:pt x="0" y="198"/>
                    <a:pt x="0" y="198"/>
                    <a:pt x="0" y="198"/>
                  </a:cubicBezTo>
                  <a:cubicBezTo>
                    <a:pt x="0" y="201"/>
                    <a:pt x="3" y="204"/>
                    <a:pt x="7" y="204"/>
                  </a:cubicBezTo>
                  <a:cubicBezTo>
                    <a:pt x="243" y="204"/>
                    <a:pt x="243" y="204"/>
                    <a:pt x="243" y="204"/>
                  </a:cubicBezTo>
                  <a:cubicBezTo>
                    <a:pt x="247" y="204"/>
                    <a:pt x="250" y="201"/>
                    <a:pt x="250" y="198"/>
                  </a:cubicBezTo>
                  <a:cubicBezTo>
                    <a:pt x="250" y="194"/>
                    <a:pt x="247" y="191"/>
                    <a:pt x="243" y="1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43" name="Freeform 242">
              <a:extLst>
                <a:ext uri="{FF2B5EF4-FFF2-40B4-BE49-F238E27FC236}">
                  <a16:creationId xmlns:a16="http://schemas.microsoft.com/office/drawing/2014/main" id="{F4562066-1535-0A41-9AF3-02D89DD896A2}"/>
                </a:ext>
              </a:extLst>
            </p:cNvPr>
            <p:cNvSpPr>
              <a:spLocks noEditPoints="1"/>
            </p:cNvSpPr>
            <p:nvPr/>
          </p:nvSpPr>
          <p:spPr bwMode="auto">
            <a:xfrm>
              <a:off x="573" y="695"/>
              <a:ext cx="398" cy="284"/>
            </a:xfrm>
            <a:custGeom>
              <a:avLst/>
              <a:gdLst>
                <a:gd name="T0" fmla="*/ 208 w 260"/>
                <a:gd name="T1" fmla="*/ 0 h 190"/>
                <a:gd name="T2" fmla="*/ 157 w 260"/>
                <a:gd name="T3" fmla="*/ 51 h 190"/>
                <a:gd name="T4" fmla="*/ 173 w 260"/>
                <a:gd name="T5" fmla="*/ 89 h 190"/>
                <a:gd name="T6" fmla="*/ 149 w 260"/>
                <a:gd name="T7" fmla="*/ 122 h 190"/>
                <a:gd name="T8" fmla="*/ 139 w 260"/>
                <a:gd name="T9" fmla="*/ 120 h 190"/>
                <a:gd name="T10" fmla="*/ 122 w 260"/>
                <a:gd name="T11" fmla="*/ 126 h 190"/>
                <a:gd name="T12" fmla="*/ 104 w 260"/>
                <a:gd name="T13" fmla="*/ 113 h 190"/>
                <a:gd name="T14" fmla="*/ 106 w 260"/>
                <a:gd name="T15" fmla="*/ 104 h 190"/>
                <a:gd name="T16" fmla="*/ 80 w 260"/>
                <a:gd name="T17" fmla="*/ 78 h 190"/>
                <a:gd name="T18" fmla="*/ 55 w 260"/>
                <a:gd name="T19" fmla="*/ 104 h 190"/>
                <a:gd name="T20" fmla="*/ 59 w 260"/>
                <a:gd name="T21" fmla="*/ 118 h 190"/>
                <a:gd name="T22" fmla="*/ 37 w 260"/>
                <a:gd name="T23" fmla="*/ 141 h 190"/>
                <a:gd name="T24" fmla="*/ 26 w 260"/>
                <a:gd name="T25" fmla="*/ 139 h 190"/>
                <a:gd name="T26" fmla="*/ 0 w 260"/>
                <a:gd name="T27" fmla="*/ 164 h 190"/>
                <a:gd name="T28" fmla="*/ 26 w 260"/>
                <a:gd name="T29" fmla="*/ 190 h 190"/>
                <a:gd name="T30" fmla="*/ 52 w 260"/>
                <a:gd name="T31" fmla="*/ 164 h 190"/>
                <a:gd name="T32" fmla="*/ 47 w 260"/>
                <a:gd name="T33" fmla="*/ 150 h 190"/>
                <a:gd name="T34" fmla="*/ 69 w 260"/>
                <a:gd name="T35" fmla="*/ 127 h 190"/>
                <a:gd name="T36" fmla="*/ 80 w 260"/>
                <a:gd name="T37" fmla="*/ 130 h 190"/>
                <a:gd name="T38" fmla="*/ 97 w 260"/>
                <a:gd name="T39" fmla="*/ 123 h 190"/>
                <a:gd name="T40" fmla="*/ 115 w 260"/>
                <a:gd name="T41" fmla="*/ 137 h 190"/>
                <a:gd name="T42" fmla="*/ 113 w 260"/>
                <a:gd name="T43" fmla="*/ 146 h 190"/>
                <a:gd name="T44" fmla="*/ 139 w 260"/>
                <a:gd name="T45" fmla="*/ 171 h 190"/>
                <a:gd name="T46" fmla="*/ 165 w 260"/>
                <a:gd name="T47" fmla="*/ 146 h 190"/>
                <a:gd name="T48" fmla="*/ 159 w 260"/>
                <a:gd name="T49" fmla="*/ 130 h 190"/>
                <a:gd name="T50" fmla="*/ 183 w 260"/>
                <a:gd name="T51" fmla="*/ 97 h 190"/>
                <a:gd name="T52" fmla="*/ 208 w 260"/>
                <a:gd name="T53" fmla="*/ 103 h 190"/>
                <a:gd name="T54" fmla="*/ 260 w 260"/>
                <a:gd name="T55" fmla="*/ 51 h 190"/>
                <a:gd name="T56" fmla="*/ 208 w 260"/>
                <a:gd name="T57" fmla="*/ 0 h 190"/>
                <a:gd name="T58" fmla="*/ 38 w 260"/>
                <a:gd name="T59" fmla="*/ 164 h 190"/>
                <a:gd name="T60" fmla="*/ 26 w 260"/>
                <a:gd name="T61" fmla="*/ 177 h 190"/>
                <a:gd name="T62" fmla="*/ 13 w 260"/>
                <a:gd name="T63" fmla="*/ 164 h 190"/>
                <a:gd name="T64" fmla="*/ 26 w 260"/>
                <a:gd name="T65" fmla="*/ 152 h 190"/>
                <a:gd name="T66" fmla="*/ 28 w 260"/>
                <a:gd name="T67" fmla="*/ 152 h 190"/>
                <a:gd name="T68" fmla="*/ 37 w 260"/>
                <a:gd name="T69" fmla="*/ 161 h 190"/>
                <a:gd name="T70" fmla="*/ 38 w 260"/>
                <a:gd name="T71" fmla="*/ 164 h 190"/>
                <a:gd name="T72" fmla="*/ 80 w 260"/>
                <a:gd name="T73" fmla="*/ 116 h 190"/>
                <a:gd name="T74" fmla="*/ 78 w 260"/>
                <a:gd name="T75" fmla="*/ 116 h 190"/>
                <a:gd name="T76" fmla="*/ 69 w 260"/>
                <a:gd name="T77" fmla="*/ 107 h 190"/>
                <a:gd name="T78" fmla="*/ 69 w 260"/>
                <a:gd name="T79" fmla="*/ 104 h 190"/>
                <a:gd name="T80" fmla="*/ 80 w 260"/>
                <a:gd name="T81" fmla="*/ 91 h 190"/>
                <a:gd name="T82" fmla="*/ 93 w 260"/>
                <a:gd name="T83" fmla="*/ 104 h 190"/>
                <a:gd name="T84" fmla="*/ 93 w 260"/>
                <a:gd name="T85" fmla="*/ 105 h 190"/>
                <a:gd name="T86" fmla="*/ 85 w 260"/>
                <a:gd name="T87" fmla="*/ 115 h 190"/>
                <a:gd name="T88" fmla="*/ 80 w 260"/>
                <a:gd name="T89" fmla="*/ 116 h 190"/>
                <a:gd name="T90" fmla="*/ 151 w 260"/>
                <a:gd name="T91" fmla="*/ 146 h 190"/>
                <a:gd name="T92" fmla="*/ 139 w 260"/>
                <a:gd name="T93" fmla="*/ 158 h 190"/>
                <a:gd name="T94" fmla="*/ 126 w 260"/>
                <a:gd name="T95" fmla="*/ 146 h 190"/>
                <a:gd name="T96" fmla="*/ 126 w 260"/>
                <a:gd name="T97" fmla="*/ 145 h 190"/>
                <a:gd name="T98" fmla="*/ 134 w 260"/>
                <a:gd name="T99" fmla="*/ 134 h 190"/>
                <a:gd name="T100" fmla="*/ 139 w 260"/>
                <a:gd name="T101" fmla="*/ 133 h 190"/>
                <a:gd name="T102" fmla="*/ 140 w 260"/>
                <a:gd name="T103" fmla="*/ 133 h 190"/>
                <a:gd name="T104" fmla="*/ 151 w 260"/>
                <a:gd name="T105" fmla="*/ 141 h 190"/>
                <a:gd name="T106" fmla="*/ 151 w 260"/>
                <a:gd name="T107" fmla="*/ 146 h 190"/>
                <a:gd name="T108" fmla="*/ 208 w 260"/>
                <a:gd name="T109" fmla="*/ 90 h 190"/>
                <a:gd name="T110" fmla="*/ 191 w 260"/>
                <a:gd name="T111" fmla="*/ 86 h 190"/>
                <a:gd name="T112" fmla="*/ 181 w 260"/>
                <a:gd name="T113" fmla="*/ 78 h 190"/>
                <a:gd name="T114" fmla="*/ 170 w 260"/>
                <a:gd name="T115" fmla="*/ 51 h 190"/>
                <a:gd name="T116" fmla="*/ 208 w 260"/>
                <a:gd name="T117" fmla="*/ 13 h 190"/>
                <a:gd name="T118" fmla="*/ 247 w 260"/>
                <a:gd name="T119" fmla="*/ 51 h 190"/>
                <a:gd name="T120" fmla="*/ 208 w 260"/>
                <a:gd name="T121" fmla="*/ 9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60" h="190">
                  <a:moveTo>
                    <a:pt x="208" y="0"/>
                  </a:moveTo>
                  <a:cubicBezTo>
                    <a:pt x="180" y="0"/>
                    <a:pt x="157" y="23"/>
                    <a:pt x="157" y="51"/>
                  </a:cubicBezTo>
                  <a:cubicBezTo>
                    <a:pt x="157" y="66"/>
                    <a:pt x="163" y="80"/>
                    <a:pt x="173" y="89"/>
                  </a:cubicBezTo>
                  <a:cubicBezTo>
                    <a:pt x="149" y="122"/>
                    <a:pt x="149" y="122"/>
                    <a:pt x="149" y="122"/>
                  </a:cubicBezTo>
                  <a:cubicBezTo>
                    <a:pt x="145" y="121"/>
                    <a:pt x="142" y="120"/>
                    <a:pt x="139" y="120"/>
                  </a:cubicBezTo>
                  <a:cubicBezTo>
                    <a:pt x="133" y="120"/>
                    <a:pt x="126" y="122"/>
                    <a:pt x="122" y="126"/>
                  </a:cubicBezTo>
                  <a:cubicBezTo>
                    <a:pt x="104" y="113"/>
                    <a:pt x="104" y="113"/>
                    <a:pt x="104" y="113"/>
                  </a:cubicBezTo>
                  <a:cubicBezTo>
                    <a:pt x="106" y="110"/>
                    <a:pt x="106" y="107"/>
                    <a:pt x="106" y="104"/>
                  </a:cubicBezTo>
                  <a:cubicBezTo>
                    <a:pt x="106" y="90"/>
                    <a:pt x="94" y="78"/>
                    <a:pt x="80" y="78"/>
                  </a:cubicBezTo>
                  <a:cubicBezTo>
                    <a:pt x="67" y="78"/>
                    <a:pt x="55" y="90"/>
                    <a:pt x="55" y="104"/>
                  </a:cubicBezTo>
                  <a:cubicBezTo>
                    <a:pt x="55" y="109"/>
                    <a:pt x="56" y="114"/>
                    <a:pt x="59" y="118"/>
                  </a:cubicBezTo>
                  <a:cubicBezTo>
                    <a:pt x="37" y="141"/>
                    <a:pt x="37" y="141"/>
                    <a:pt x="37" y="141"/>
                  </a:cubicBezTo>
                  <a:cubicBezTo>
                    <a:pt x="34" y="139"/>
                    <a:pt x="30" y="139"/>
                    <a:pt x="26" y="139"/>
                  </a:cubicBezTo>
                  <a:cubicBezTo>
                    <a:pt x="12" y="139"/>
                    <a:pt x="0" y="150"/>
                    <a:pt x="0" y="164"/>
                  </a:cubicBezTo>
                  <a:cubicBezTo>
                    <a:pt x="0" y="179"/>
                    <a:pt x="12" y="190"/>
                    <a:pt x="26" y="190"/>
                  </a:cubicBezTo>
                  <a:cubicBezTo>
                    <a:pt x="40" y="190"/>
                    <a:pt x="52" y="179"/>
                    <a:pt x="52" y="164"/>
                  </a:cubicBezTo>
                  <a:cubicBezTo>
                    <a:pt x="52" y="159"/>
                    <a:pt x="50" y="155"/>
                    <a:pt x="47" y="150"/>
                  </a:cubicBezTo>
                  <a:cubicBezTo>
                    <a:pt x="69" y="127"/>
                    <a:pt x="69" y="127"/>
                    <a:pt x="69" y="127"/>
                  </a:cubicBezTo>
                  <a:cubicBezTo>
                    <a:pt x="72" y="129"/>
                    <a:pt x="77" y="130"/>
                    <a:pt x="80" y="130"/>
                  </a:cubicBezTo>
                  <a:cubicBezTo>
                    <a:pt x="86" y="130"/>
                    <a:pt x="93" y="127"/>
                    <a:pt x="97" y="123"/>
                  </a:cubicBezTo>
                  <a:cubicBezTo>
                    <a:pt x="115" y="137"/>
                    <a:pt x="115" y="137"/>
                    <a:pt x="115" y="137"/>
                  </a:cubicBezTo>
                  <a:cubicBezTo>
                    <a:pt x="114" y="139"/>
                    <a:pt x="113" y="142"/>
                    <a:pt x="113" y="146"/>
                  </a:cubicBezTo>
                  <a:cubicBezTo>
                    <a:pt x="113" y="159"/>
                    <a:pt x="125" y="171"/>
                    <a:pt x="139" y="171"/>
                  </a:cubicBezTo>
                  <a:cubicBezTo>
                    <a:pt x="153" y="171"/>
                    <a:pt x="165" y="159"/>
                    <a:pt x="165" y="146"/>
                  </a:cubicBezTo>
                  <a:cubicBezTo>
                    <a:pt x="165" y="139"/>
                    <a:pt x="162" y="134"/>
                    <a:pt x="159" y="130"/>
                  </a:cubicBezTo>
                  <a:cubicBezTo>
                    <a:pt x="183" y="97"/>
                    <a:pt x="183" y="97"/>
                    <a:pt x="183" y="97"/>
                  </a:cubicBezTo>
                  <a:cubicBezTo>
                    <a:pt x="191" y="101"/>
                    <a:pt x="199" y="103"/>
                    <a:pt x="208" y="103"/>
                  </a:cubicBezTo>
                  <a:cubicBezTo>
                    <a:pt x="237" y="103"/>
                    <a:pt x="260" y="80"/>
                    <a:pt x="260" y="51"/>
                  </a:cubicBezTo>
                  <a:cubicBezTo>
                    <a:pt x="260" y="23"/>
                    <a:pt x="237" y="0"/>
                    <a:pt x="208" y="0"/>
                  </a:cubicBezTo>
                  <a:close/>
                  <a:moveTo>
                    <a:pt x="38" y="164"/>
                  </a:moveTo>
                  <a:cubicBezTo>
                    <a:pt x="38" y="172"/>
                    <a:pt x="33" y="177"/>
                    <a:pt x="26" y="177"/>
                  </a:cubicBezTo>
                  <a:cubicBezTo>
                    <a:pt x="19" y="177"/>
                    <a:pt x="13" y="172"/>
                    <a:pt x="13" y="164"/>
                  </a:cubicBezTo>
                  <a:cubicBezTo>
                    <a:pt x="13" y="157"/>
                    <a:pt x="19" y="152"/>
                    <a:pt x="26" y="152"/>
                  </a:cubicBezTo>
                  <a:cubicBezTo>
                    <a:pt x="27" y="152"/>
                    <a:pt x="28" y="152"/>
                    <a:pt x="28" y="152"/>
                  </a:cubicBezTo>
                  <a:cubicBezTo>
                    <a:pt x="33" y="153"/>
                    <a:pt x="37" y="156"/>
                    <a:pt x="37" y="161"/>
                  </a:cubicBezTo>
                  <a:cubicBezTo>
                    <a:pt x="38" y="162"/>
                    <a:pt x="38" y="164"/>
                    <a:pt x="38" y="164"/>
                  </a:cubicBezTo>
                  <a:close/>
                  <a:moveTo>
                    <a:pt x="80" y="116"/>
                  </a:moveTo>
                  <a:cubicBezTo>
                    <a:pt x="80" y="116"/>
                    <a:pt x="79" y="116"/>
                    <a:pt x="78" y="116"/>
                  </a:cubicBezTo>
                  <a:cubicBezTo>
                    <a:pt x="74" y="115"/>
                    <a:pt x="69" y="112"/>
                    <a:pt x="69" y="107"/>
                  </a:cubicBezTo>
                  <a:cubicBezTo>
                    <a:pt x="69" y="106"/>
                    <a:pt x="69" y="105"/>
                    <a:pt x="69" y="104"/>
                  </a:cubicBezTo>
                  <a:cubicBezTo>
                    <a:pt x="69" y="97"/>
                    <a:pt x="74" y="91"/>
                    <a:pt x="80" y="91"/>
                  </a:cubicBezTo>
                  <a:cubicBezTo>
                    <a:pt x="87" y="91"/>
                    <a:pt x="93" y="97"/>
                    <a:pt x="93" y="104"/>
                  </a:cubicBezTo>
                  <a:cubicBezTo>
                    <a:pt x="93" y="105"/>
                    <a:pt x="93" y="105"/>
                    <a:pt x="93" y="105"/>
                  </a:cubicBezTo>
                  <a:cubicBezTo>
                    <a:pt x="93" y="109"/>
                    <a:pt x="90" y="114"/>
                    <a:pt x="85" y="115"/>
                  </a:cubicBezTo>
                  <a:cubicBezTo>
                    <a:pt x="84" y="116"/>
                    <a:pt x="82" y="116"/>
                    <a:pt x="80" y="116"/>
                  </a:cubicBezTo>
                  <a:close/>
                  <a:moveTo>
                    <a:pt x="151" y="146"/>
                  </a:moveTo>
                  <a:cubicBezTo>
                    <a:pt x="151" y="152"/>
                    <a:pt x="145" y="158"/>
                    <a:pt x="139" y="158"/>
                  </a:cubicBezTo>
                  <a:cubicBezTo>
                    <a:pt x="132" y="158"/>
                    <a:pt x="126" y="152"/>
                    <a:pt x="126" y="146"/>
                  </a:cubicBezTo>
                  <a:cubicBezTo>
                    <a:pt x="126" y="145"/>
                    <a:pt x="126" y="145"/>
                    <a:pt x="126" y="145"/>
                  </a:cubicBezTo>
                  <a:cubicBezTo>
                    <a:pt x="126" y="139"/>
                    <a:pt x="130" y="136"/>
                    <a:pt x="134" y="134"/>
                  </a:cubicBezTo>
                  <a:cubicBezTo>
                    <a:pt x="135" y="133"/>
                    <a:pt x="137" y="133"/>
                    <a:pt x="139" y="133"/>
                  </a:cubicBezTo>
                  <a:cubicBezTo>
                    <a:pt x="140" y="133"/>
                    <a:pt x="140" y="133"/>
                    <a:pt x="140" y="133"/>
                  </a:cubicBezTo>
                  <a:cubicBezTo>
                    <a:pt x="144" y="133"/>
                    <a:pt x="149" y="137"/>
                    <a:pt x="151" y="141"/>
                  </a:cubicBezTo>
                  <a:cubicBezTo>
                    <a:pt x="151" y="142"/>
                    <a:pt x="151" y="144"/>
                    <a:pt x="151" y="146"/>
                  </a:cubicBezTo>
                  <a:close/>
                  <a:moveTo>
                    <a:pt x="208" y="90"/>
                  </a:moveTo>
                  <a:cubicBezTo>
                    <a:pt x="202" y="90"/>
                    <a:pt x="197" y="89"/>
                    <a:pt x="191" y="86"/>
                  </a:cubicBezTo>
                  <a:cubicBezTo>
                    <a:pt x="188" y="84"/>
                    <a:pt x="184" y="82"/>
                    <a:pt x="181" y="78"/>
                  </a:cubicBezTo>
                  <a:cubicBezTo>
                    <a:pt x="175" y="72"/>
                    <a:pt x="170" y="62"/>
                    <a:pt x="170" y="51"/>
                  </a:cubicBezTo>
                  <a:cubicBezTo>
                    <a:pt x="170" y="30"/>
                    <a:pt x="187" y="13"/>
                    <a:pt x="208" y="13"/>
                  </a:cubicBezTo>
                  <a:cubicBezTo>
                    <a:pt x="230" y="13"/>
                    <a:pt x="247" y="30"/>
                    <a:pt x="247" y="51"/>
                  </a:cubicBezTo>
                  <a:cubicBezTo>
                    <a:pt x="247" y="73"/>
                    <a:pt x="230" y="90"/>
                    <a:pt x="208"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44" name="Freeform 243">
              <a:extLst>
                <a:ext uri="{FF2B5EF4-FFF2-40B4-BE49-F238E27FC236}">
                  <a16:creationId xmlns:a16="http://schemas.microsoft.com/office/drawing/2014/main" id="{B9353C7F-D73E-B741-B879-7A160E097286}"/>
                </a:ext>
              </a:extLst>
            </p:cNvPr>
            <p:cNvSpPr>
              <a:spLocks/>
            </p:cNvSpPr>
            <p:nvPr/>
          </p:nvSpPr>
          <p:spPr bwMode="auto">
            <a:xfrm>
              <a:off x="885" y="800"/>
              <a:ext cx="17" cy="16"/>
            </a:xfrm>
            <a:custGeom>
              <a:avLst/>
              <a:gdLst>
                <a:gd name="T0" fmla="*/ 0 w 17"/>
                <a:gd name="T1" fmla="*/ 0 h 16"/>
                <a:gd name="T2" fmla="*/ 17 w 17"/>
                <a:gd name="T3" fmla="*/ 0 h 16"/>
                <a:gd name="T4" fmla="*/ 17 w 17"/>
                <a:gd name="T5" fmla="*/ 16 h 16"/>
                <a:gd name="T6" fmla="*/ 0 w 17"/>
                <a:gd name="T7" fmla="*/ 16 h 16"/>
                <a:gd name="T8" fmla="*/ 0 w 17"/>
                <a:gd name="T9" fmla="*/ 0 h 16"/>
                <a:gd name="T10" fmla="*/ 0 w 17"/>
                <a:gd name="T11" fmla="*/ 0 h 16"/>
              </a:gdLst>
              <a:ahLst/>
              <a:cxnLst>
                <a:cxn ang="0">
                  <a:pos x="T0" y="T1"/>
                </a:cxn>
                <a:cxn ang="0">
                  <a:pos x="T2" y="T3"/>
                </a:cxn>
                <a:cxn ang="0">
                  <a:pos x="T4" y="T5"/>
                </a:cxn>
                <a:cxn ang="0">
                  <a:pos x="T6" y="T7"/>
                </a:cxn>
                <a:cxn ang="0">
                  <a:pos x="T8" y="T9"/>
                </a:cxn>
                <a:cxn ang="0">
                  <a:pos x="T10" y="T11"/>
                </a:cxn>
              </a:cxnLst>
              <a:rect l="0" t="0" r="r" b="b"/>
              <a:pathLst>
                <a:path w="17" h="16">
                  <a:moveTo>
                    <a:pt x="0" y="0"/>
                  </a:moveTo>
                  <a:lnTo>
                    <a:pt x="17" y="0"/>
                  </a:lnTo>
                  <a:lnTo>
                    <a:pt x="17" y="16"/>
                  </a:lnTo>
                  <a:lnTo>
                    <a:pt x="0" y="16"/>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45" name="Freeform 244">
              <a:extLst>
                <a:ext uri="{FF2B5EF4-FFF2-40B4-BE49-F238E27FC236}">
                  <a16:creationId xmlns:a16="http://schemas.microsoft.com/office/drawing/2014/main" id="{6486A7B7-4FAD-3449-8DAB-F23DCD605F83}"/>
                </a:ext>
              </a:extLst>
            </p:cNvPr>
            <p:cNvSpPr>
              <a:spLocks/>
            </p:cNvSpPr>
            <p:nvPr/>
          </p:nvSpPr>
          <p:spPr bwMode="auto">
            <a:xfrm>
              <a:off x="861" y="725"/>
              <a:ext cx="65" cy="67"/>
            </a:xfrm>
            <a:custGeom>
              <a:avLst/>
              <a:gdLst>
                <a:gd name="T0" fmla="*/ 21 w 43"/>
                <a:gd name="T1" fmla="*/ 0 h 45"/>
                <a:gd name="T2" fmla="*/ 6 w 43"/>
                <a:gd name="T3" fmla="*/ 6 h 45"/>
                <a:gd name="T4" fmla="*/ 0 w 43"/>
                <a:gd name="T5" fmla="*/ 18 h 45"/>
                <a:gd name="T6" fmla="*/ 10 w 43"/>
                <a:gd name="T7" fmla="*/ 19 h 45"/>
                <a:gd name="T8" fmla="*/ 14 w 43"/>
                <a:gd name="T9" fmla="*/ 12 h 45"/>
                <a:gd name="T10" fmla="*/ 21 w 43"/>
                <a:gd name="T11" fmla="*/ 9 h 45"/>
                <a:gd name="T12" fmla="*/ 28 w 43"/>
                <a:gd name="T13" fmla="*/ 11 h 45"/>
                <a:gd name="T14" fmla="*/ 31 w 43"/>
                <a:gd name="T15" fmla="*/ 17 h 45"/>
                <a:gd name="T16" fmla="*/ 29 w 43"/>
                <a:gd name="T17" fmla="*/ 22 h 45"/>
                <a:gd name="T18" fmla="*/ 24 w 43"/>
                <a:gd name="T19" fmla="*/ 27 h 45"/>
                <a:gd name="T20" fmla="*/ 17 w 43"/>
                <a:gd name="T21" fmla="*/ 35 h 45"/>
                <a:gd name="T22" fmla="*/ 15 w 43"/>
                <a:gd name="T23" fmla="*/ 43 h 45"/>
                <a:gd name="T24" fmla="*/ 16 w 43"/>
                <a:gd name="T25" fmla="*/ 45 h 45"/>
                <a:gd name="T26" fmla="*/ 26 w 43"/>
                <a:gd name="T27" fmla="*/ 45 h 45"/>
                <a:gd name="T28" fmla="*/ 27 w 43"/>
                <a:gd name="T29" fmla="*/ 39 h 45"/>
                <a:gd name="T30" fmla="*/ 31 w 43"/>
                <a:gd name="T31" fmla="*/ 34 h 45"/>
                <a:gd name="T32" fmla="*/ 40 w 43"/>
                <a:gd name="T33" fmla="*/ 25 h 45"/>
                <a:gd name="T34" fmla="*/ 43 w 43"/>
                <a:gd name="T35" fmla="*/ 17 h 45"/>
                <a:gd name="T36" fmla="*/ 36 w 43"/>
                <a:gd name="T37" fmla="*/ 6 h 45"/>
                <a:gd name="T38" fmla="*/ 21 w 43"/>
                <a:gd name="T39"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45">
                  <a:moveTo>
                    <a:pt x="21" y="0"/>
                  </a:moveTo>
                  <a:cubicBezTo>
                    <a:pt x="15" y="0"/>
                    <a:pt x="10" y="2"/>
                    <a:pt x="6" y="6"/>
                  </a:cubicBezTo>
                  <a:cubicBezTo>
                    <a:pt x="2" y="9"/>
                    <a:pt x="0" y="13"/>
                    <a:pt x="0" y="18"/>
                  </a:cubicBezTo>
                  <a:cubicBezTo>
                    <a:pt x="10" y="19"/>
                    <a:pt x="10" y="19"/>
                    <a:pt x="10" y="19"/>
                  </a:cubicBezTo>
                  <a:cubicBezTo>
                    <a:pt x="11" y="16"/>
                    <a:pt x="12" y="13"/>
                    <a:pt x="14" y="12"/>
                  </a:cubicBezTo>
                  <a:cubicBezTo>
                    <a:pt x="16" y="10"/>
                    <a:pt x="19" y="9"/>
                    <a:pt x="21" y="9"/>
                  </a:cubicBezTo>
                  <a:cubicBezTo>
                    <a:pt x="25" y="9"/>
                    <a:pt x="27" y="10"/>
                    <a:pt x="28" y="11"/>
                  </a:cubicBezTo>
                  <a:cubicBezTo>
                    <a:pt x="30" y="13"/>
                    <a:pt x="31" y="15"/>
                    <a:pt x="31" y="17"/>
                  </a:cubicBezTo>
                  <a:cubicBezTo>
                    <a:pt x="31" y="19"/>
                    <a:pt x="31" y="20"/>
                    <a:pt x="29" y="22"/>
                  </a:cubicBezTo>
                  <a:cubicBezTo>
                    <a:pt x="29" y="23"/>
                    <a:pt x="27" y="25"/>
                    <a:pt x="24" y="27"/>
                  </a:cubicBezTo>
                  <a:cubicBezTo>
                    <a:pt x="20" y="30"/>
                    <a:pt x="19" y="32"/>
                    <a:pt x="17" y="35"/>
                  </a:cubicBezTo>
                  <a:cubicBezTo>
                    <a:pt x="16" y="36"/>
                    <a:pt x="15" y="39"/>
                    <a:pt x="15" y="43"/>
                  </a:cubicBezTo>
                  <a:cubicBezTo>
                    <a:pt x="15" y="43"/>
                    <a:pt x="15" y="44"/>
                    <a:pt x="16" y="45"/>
                  </a:cubicBezTo>
                  <a:cubicBezTo>
                    <a:pt x="26" y="45"/>
                    <a:pt x="26" y="45"/>
                    <a:pt x="26" y="45"/>
                  </a:cubicBezTo>
                  <a:cubicBezTo>
                    <a:pt x="26" y="43"/>
                    <a:pt x="26" y="40"/>
                    <a:pt x="27" y="39"/>
                  </a:cubicBezTo>
                  <a:cubicBezTo>
                    <a:pt x="27" y="38"/>
                    <a:pt x="28" y="36"/>
                    <a:pt x="31" y="34"/>
                  </a:cubicBezTo>
                  <a:cubicBezTo>
                    <a:pt x="36" y="30"/>
                    <a:pt x="39" y="27"/>
                    <a:pt x="40" y="25"/>
                  </a:cubicBezTo>
                  <a:cubicBezTo>
                    <a:pt x="42" y="23"/>
                    <a:pt x="43" y="20"/>
                    <a:pt x="43" y="17"/>
                  </a:cubicBezTo>
                  <a:cubicBezTo>
                    <a:pt x="43" y="13"/>
                    <a:pt x="40" y="9"/>
                    <a:pt x="36" y="6"/>
                  </a:cubicBezTo>
                  <a:cubicBezTo>
                    <a:pt x="33" y="2"/>
                    <a:pt x="27"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246" name="Group 71">
            <a:extLst>
              <a:ext uri="{FF2B5EF4-FFF2-40B4-BE49-F238E27FC236}">
                <a16:creationId xmlns:a16="http://schemas.microsoft.com/office/drawing/2014/main" id="{812AA5DC-A4DD-534D-91AC-87DD09713D05}"/>
              </a:ext>
            </a:extLst>
          </p:cNvPr>
          <p:cNvGrpSpPr>
            <a:grpSpLocks noChangeAspect="1"/>
          </p:cNvGrpSpPr>
          <p:nvPr userDrawn="1"/>
        </p:nvGrpSpPr>
        <p:grpSpPr bwMode="auto">
          <a:xfrm>
            <a:off x="9667337" y="3111955"/>
            <a:ext cx="516168" cy="491534"/>
            <a:chOff x="6721" y="1874"/>
            <a:chExt cx="440" cy="419"/>
          </a:xfrm>
          <a:solidFill>
            <a:schemeClr val="accent1"/>
          </a:solidFill>
        </p:grpSpPr>
        <p:sp>
          <p:nvSpPr>
            <p:cNvPr id="247" name="Freeform 72">
              <a:extLst>
                <a:ext uri="{FF2B5EF4-FFF2-40B4-BE49-F238E27FC236}">
                  <a16:creationId xmlns:a16="http://schemas.microsoft.com/office/drawing/2014/main" id="{1D7E026E-1643-2347-9166-545F7A08B43D}"/>
                </a:ext>
              </a:extLst>
            </p:cNvPr>
            <p:cNvSpPr>
              <a:spLocks noEditPoints="1"/>
            </p:cNvSpPr>
            <p:nvPr/>
          </p:nvSpPr>
          <p:spPr bwMode="auto">
            <a:xfrm>
              <a:off x="7033" y="1952"/>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8" y="0"/>
                    <a:pt x="48" y="10"/>
                    <a:pt x="48" y="24"/>
                  </a:cubicBezTo>
                  <a:cubicBezTo>
                    <a:pt x="48" y="37"/>
                    <a:pt x="38"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48" name="Freeform 73">
              <a:extLst>
                <a:ext uri="{FF2B5EF4-FFF2-40B4-BE49-F238E27FC236}">
                  <a16:creationId xmlns:a16="http://schemas.microsoft.com/office/drawing/2014/main" id="{5351C73B-0BA7-0241-A5BE-40597F228322}"/>
                </a:ext>
              </a:extLst>
            </p:cNvPr>
            <p:cNvSpPr>
              <a:spLocks noEditPoints="1"/>
            </p:cNvSpPr>
            <p:nvPr/>
          </p:nvSpPr>
          <p:spPr bwMode="auto">
            <a:xfrm>
              <a:off x="6979" y="1898"/>
              <a:ext cx="182" cy="180"/>
            </a:xfrm>
            <a:custGeom>
              <a:avLst/>
              <a:gdLst>
                <a:gd name="T0" fmla="*/ 48 w 119"/>
                <a:gd name="T1" fmla="*/ 120 h 120"/>
                <a:gd name="T2" fmla="*/ 42 w 119"/>
                <a:gd name="T3" fmla="*/ 104 h 120"/>
                <a:gd name="T4" fmla="*/ 22 w 119"/>
                <a:gd name="T5" fmla="*/ 102 h 120"/>
                <a:gd name="T6" fmla="*/ 1 w 119"/>
                <a:gd name="T7" fmla="*/ 79 h 120"/>
                <a:gd name="T8" fmla="*/ 4 w 119"/>
                <a:gd name="T9" fmla="*/ 71 h 120"/>
                <a:gd name="T10" fmla="*/ 11 w 119"/>
                <a:gd name="T11" fmla="*/ 60 h 120"/>
                <a:gd name="T12" fmla="*/ 4 w 119"/>
                <a:gd name="T13" fmla="*/ 48 h 120"/>
                <a:gd name="T14" fmla="*/ 2 w 119"/>
                <a:gd name="T15" fmla="*/ 40 h 120"/>
                <a:gd name="T16" fmla="*/ 22 w 119"/>
                <a:gd name="T17" fmla="*/ 17 h 120"/>
                <a:gd name="T18" fmla="*/ 42 w 119"/>
                <a:gd name="T19" fmla="*/ 15 h 120"/>
                <a:gd name="T20" fmla="*/ 48 w 119"/>
                <a:gd name="T21" fmla="*/ 0 h 120"/>
                <a:gd name="T22" fmla="*/ 78 w 119"/>
                <a:gd name="T23" fmla="*/ 6 h 120"/>
                <a:gd name="T24" fmla="*/ 89 w 119"/>
                <a:gd name="T25" fmla="*/ 22 h 120"/>
                <a:gd name="T26" fmla="*/ 102 w 119"/>
                <a:gd name="T27" fmla="*/ 16 h 120"/>
                <a:gd name="T28" fmla="*/ 117 w 119"/>
                <a:gd name="T29" fmla="*/ 40 h 120"/>
                <a:gd name="T30" fmla="*/ 115 w 119"/>
                <a:gd name="T31" fmla="*/ 48 h 120"/>
                <a:gd name="T32" fmla="*/ 107 w 119"/>
                <a:gd name="T33" fmla="*/ 60 h 120"/>
                <a:gd name="T34" fmla="*/ 115 w 119"/>
                <a:gd name="T35" fmla="*/ 71 h 120"/>
                <a:gd name="T36" fmla="*/ 106 w 119"/>
                <a:gd name="T37" fmla="*/ 100 h 120"/>
                <a:gd name="T38" fmla="*/ 97 w 119"/>
                <a:gd name="T39" fmla="*/ 102 h 120"/>
                <a:gd name="T40" fmla="*/ 78 w 119"/>
                <a:gd name="T41" fmla="*/ 104 h 120"/>
                <a:gd name="T42" fmla="*/ 72 w 119"/>
                <a:gd name="T43" fmla="*/ 120 h 120"/>
                <a:gd name="T44" fmla="*/ 66 w 119"/>
                <a:gd name="T45" fmla="*/ 108 h 120"/>
                <a:gd name="T46" fmla="*/ 71 w 119"/>
                <a:gd name="T47" fmla="*/ 94 h 120"/>
                <a:gd name="T48" fmla="*/ 92 w 119"/>
                <a:gd name="T49" fmla="*/ 85 h 120"/>
                <a:gd name="T50" fmla="*/ 104 w 119"/>
                <a:gd name="T51" fmla="*/ 78 h 120"/>
                <a:gd name="T52" fmla="*/ 95 w 119"/>
                <a:gd name="T53" fmla="*/ 68 h 120"/>
                <a:gd name="T54" fmla="*/ 94 w 119"/>
                <a:gd name="T55" fmla="*/ 51 h 120"/>
                <a:gd name="T56" fmla="*/ 104 w 119"/>
                <a:gd name="T57" fmla="*/ 41 h 120"/>
                <a:gd name="T58" fmla="*/ 92 w 119"/>
                <a:gd name="T59" fmla="*/ 34 h 120"/>
                <a:gd name="T60" fmla="*/ 70 w 119"/>
                <a:gd name="T61" fmla="*/ 25 h 120"/>
                <a:gd name="T62" fmla="*/ 66 w 119"/>
                <a:gd name="T63" fmla="*/ 12 h 120"/>
                <a:gd name="T64" fmla="*/ 54 w 119"/>
                <a:gd name="T65" fmla="*/ 19 h 120"/>
                <a:gd name="T66" fmla="*/ 35 w 119"/>
                <a:gd name="T67" fmla="*/ 33 h 120"/>
                <a:gd name="T68" fmla="*/ 21 w 119"/>
                <a:gd name="T69" fmla="*/ 30 h 120"/>
                <a:gd name="T70" fmla="*/ 22 w 119"/>
                <a:gd name="T71" fmla="*/ 45 h 120"/>
                <a:gd name="T72" fmla="*/ 23 w 119"/>
                <a:gd name="T73" fmla="*/ 60 h 120"/>
                <a:gd name="T74" fmla="*/ 22 w 119"/>
                <a:gd name="T75" fmla="*/ 74 h 120"/>
                <a:gd name="T76" fmla="*/ 21 w 119"/>
                <a:gd name="T77" fmla="*/ 89 h 120"/>
                <a:gd name="T78" fmla="*/ 35 w 119"/>
                <a:gd name="T79" fmla="*/ 86 h 120"/>
                <a:gd name="T80" fmla="*/ 54 w 119"/>
                <a:gd name="T81" fmla="*/ 10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9" h="120">
                  <a:moveTo>
                    <a:pt x="72" y="120"/>
                  </a:moveTo>
                  <a:cubicBezTo>
                    <a:pt x="48" y="120"/>
                    <a:pt x="48" y="120"/>
                    <a:pt x="48" y="120"/>
                  </a:cubicBezTo>
                  <a:cubicBezTo>
                    <a:pt x="45" y="120"/>
                    <a:pt x="42" y="117"/>
                    <a:pt x="42" y="114"/>
                  </a:cubicBezTo>
                  <a:cubicBezTo>
                    <a:pt x="42" y="104"/>
                    <a:pt x="42" y="104"/>
                    <a:pt x="42" y="104"/>
                  </a:cubicBezTo>
                  <a:cubicBezTo>
                    <a:pt x="38" y="102"/>
                    <a:pt x="34" y="100"/>
                    <a:pt x="30" y="97"/>
                  </a:cubicBezTo>
                  <a:cubicBezTo>
                    <a:pt x="22" y="102"/>
                    <a:pt x="22" y="102"/>
                    <a:pt x="22" y="102"/>
                  </a:cubicBezTo>
                  <a:cubicBezTo>
                    <a:pt x="19" y="104"/>
                    <a:pt x="15" y="103"/>
                    <a:pt x="13" y="100"/>
                  </a:cubicBezTo>
                  <a:cubicBezTo>
                    <a:pt x="1" y="79"/>
                    <a:pt x="1" y="79"/>
                    <a:pt x="1" y="79"/>
                  </a:cubicBezTo>
                  <a:cubicBezTo>
                    <a:pt x="1" y="78"/>
                    <a:pt x="0" y="76"/>
                    <a:pt x="1" y="75"/>
                  </a:cubicBezTo>
                  <a:cubicBezTo>
                    <a:pt x="1" y="73"/>
                    <a:pt x="2" y="72"/>
                    <a:pt x="4" y="71"/>
                  </a:cubicBezTo>
                  <a:cubicBezTo>
                    <a:pt x="12" y="66"/>
                    <a:pt x="12" y="66"/>
                    <a:pt x="12" y="66"/>
                  </a:cubicBezTo>
                  <a:cubicBezTo>
                    <a:pt x="12" y="64"/>
                    <a:pt x="11" y="62"/>
                    <a:pt x="11" y="60"/>
                  </a:cubicBezTo>
                  <a:cubicBezTo>
                    <a:pt x="11" y="57"/>
                    <a:pt x="12" y="55"/>
                    <a:pt x="12" y="53"/>
                  </a:cubicBezTo>
                  <a:cubicBezTo>
                    <a:pt x="4" y="48"/>
                    <a:pt x="4" y="48"/>
                    <a:pt x="4" y="48"/>
                  </a:cubicBezTo>
                  <a:cubicBezTo>
                    <a:pt x="2" y="47"/>
                    <a:pt x="1" y="46"/>
                    <a:pt x="1" y="44"/>
                  </a:cubicBezTo>
                  <a:cubicBezTo>
                    <a:pt x="1" y="43"/>
                    <a:pt x="1" y="41"/>
                    <a:pt x="2" y="40"/>
                  </a:cubicBezTo>
                  <a:cubicBezTo>
                    <a:pt x="14" y="19"/>
                    <a:pt x="14" y="19"/>
                    <a:pt x="14" y="19"/>
                  </a:cubicBezTo>
                  <a:cubicBezTo>
                    <a:pt x="15" y="16"/>
                    <a:pt x="19" y="15"/>
                    <a:pt x="22" y="17"/>
                  </a:cubicBezTo>
                  <a:cubicBezTo>
                    <a:pt x="30" y="22"/>
                    <a:pt x="30" y="22"/>
                    <a:pt x="30" y="22"/>
                  </a:cubicBezTo>
                  <a:cubicBezTo>
                    <a:pt x="34" y="19"/>
                    <a:pt x="38" y="17"/>
                    <a:pt x="42" y="15"/>
                  </a:cubicBezTo>
                  <a:cubicBezTo>
                    <a:pt x="42" y="6"/>
                    <a:pt x="42" y="6"/>
                    <a:pt x="42" y="6"/>
                  </a:cubicBezTo>
                  <a:cubicBezTo>
                    <a:pt x="42" y="2"/>
                    <a:pt x="45" y="0"/>
                    <a:pt x="48" y="0"/>
                  </a:cubicBezTo>
                  <a:cubicBezTo>
                    <a:pt x="72" y="0"/>
                    <a:pt x="72" y="0"/>
                    <a:pt x="72" y="0"/>
                  </a:cubicBezTo>
                  <a:cubicBezTo>
                    <a:pt x="76" y="0"/>
                    <a:pt x="78" y="2"/>
                    <a:pt x="78" y="6"/>
                  </a:cubicBezTo>
                  <a:cubicBezTo>
                    <a:pt x="78" y="15"/>
                    <a:pt x="78" y="15"/>
                    <a:pt x="78" y="15"/>
                  </a:cubicBezTo>
                  <a:cubicBezTo>
                    <a:pt x="82" y="17"/>
                    <a:pt x="86" y="19"/>
                    <a:pt x="89" y="22"/>
                  </a:cubicBezTo>
                  <a:cubicBezTo>
                    <a:pt x="97" y="17"/>
                    <a:pt x="97" y="17"/>
                    <a:pt x="97" y="17"/>
                  </a:cubicBezTo>
                  <a:cubicBezTo>
                    <a:pt x="99" y="16"/>
                    <a:pt x="100" y="16"/>
                    <a:pt x="102" y="16"/>
                  </a:cubicBezTo>
                  <a:cubicBezTo>
                    <a:pt x="103" y="17"/>
                    <a:pt x="105" y="18"/>
                    <a:pt x="105" y="19"/>
                  </a:cubicBezTo>
                  <a:cubicBezTo>
                    <a:pt x="117" y="40"/>
                    <a:pt x="117" y="40"/>
                    <a:pt x="117" y="40"/>
                  </a:cubicBezTo>
                  <a:cubicBezTo>
                    <a:pt x="118" y="41"/>
                    <a:pt x="118" y="43"/>
                    <a:pt x="118" y="44"/>
                  </a:cubicBezTo>
                  <a:cubicBezTo>
                    <a:pt x="118" y="46"/>
                    <a:pt x="117" y="47"/>
                    <a:pt x="115" y="48"/>
                  </a:cubicBezTo>
                  <a:cubicBezTo>
                    <a:pt x="107" y="53"/>
                    <a:pt x="107" y="53"/>
                    <a:pt x="107" y="53"/>
                  </a:cubicBezTo>
                  <a:cubicBezTo>
                    <a:pt x="107" y="55"/>
                    <a:pt x="107" y="57"/>
                    <a:pt x="107" y="60"/>
                  </a:cubicBezTo>
                  <a:cubicBezTo>
                    <a:pt x="107" y="62"/>
                    <a:pt x="107" y="64"/>
                    <a:pt x="107" y="66"/>
                  </a:cubicBezTo>
                  <a:cubicBezTo>
                    <a:pt x="115" y="71"/>
                    <a:pt x="115" y="71"/>
                    <a:pt x="115" y="71"/>
                  </a:cubicBezTo>
                  <a:cubicBezTo>
                    <a:pt x="118" y="73"/>
                    <a:pt x="119" y="76"/>
                    <a:pt x="118" y="79"/>
                  </a:cubicBezTo>
                  <a:cubicBezTo>
                    <a:pt x="106" y="100"/>
                    <a:pt x="106" y="100"/>
                    <a:pt x="106" y="100"/>
                  </a:cubicBezTo>
                  <a:cubicBezTo>
                    <a:pt x="105" y="101"/>
                    <a:pt x="104" y="102"/>
                    <a:pt x="102" y="103"/>
                  </a:cubicBezTo>
                  <a:cubicBezTo>
                    <a:pt x="100" y="103"/>
                    <a:pt x="99" y="103"/>
                    <a:pt x="97" y="102"/>
                  </a:cubicBezTo>
                  <a:cubicBezTo>
                    <a:pt x="89" y="97"/>
                    <a:pt x="89" y="97"/>
                    <a:pt x="89" y="97"/>
                  </a:cubicBezTo>
                  <a:cubicBezTo>
                    <a:pt x="86" y="100"/>
                    <a:pt x="82" y="102"/>
                    <a:pt x="78" y="104"/>
                  </a:cubicBezTo>
                  <a:cubicBezTo>
                    <a:pt x="78" y="114"/>
                    <a:pt x="78" y="114"/>
                    <a:pt x="78" y="114"/>
                  </a:cubicBezTo>
                  <a:cubicBezTo>
                    <a:pt x="78" y="117"/>
                    <a:pt x="76" y="120"/>
                    <a:pt x="72" y="120"/>
                  </a:cubicBezTo>
                  <a:close/>
                  <a:moveTo>
                    <a:pt x="54" y="108"/>
                  </a:moveTo>
                  <a:cubicBezTo>
                    <a:pt x="66" y="108"/>
                    <a:pt x="66" y="108"/>
                    <a:pt x="66" y="108"/>
                  </a:cubicBezTo>
                  <a:cubicBezTo>
                    <a:pt x="66" y="100"/>
                    <a:pt x="66" y="100"/>
                    <a:pt x="66" y="100"/>
                  </a:cubicBezTo>
                  <a:cubicBezTo>
                    <a:pt x="66" y="97"/>
                    <a:pt x="68" y="95"/>
                    <a:pt x="71" y="94"/>
                  </a:cubicBezTo>
                  <a:cubicBezTo>
                    <a:pt x="76" y="92"/>
                    <a:pt x="81" y="90"/>
                    <a:pt x="85" y="86"/>
                  </a:cubicBezTo>
                  <a:cubicBezTo>
                    <a:pt x="87" y="84"/>
                    <a:pt x="89" y="83"/>
                    <a:pt x="92" y="85"/>
                  </a:cubicBezTo>
                  <a:cubicBezTo>
                    <a:pt x="98" y="89"/>
                    <a:pt x="98" y="89"/>
                    <a:pt x="98" y="89"/>
                  </a:cubicBezTo>
                  <a:cubicBezTo>
                    <a:pt x="104" y="78"/>
                    <a:pt x="104" y="78"/>
                    <a:pt x="104" y="78"/>
                  </a:cubicBezTo>
                  <a:cubicBezTo>
                    <a:pt x="97" y="74"/>
                    <a:pt x="97" y="74"/>
                    <a:pt x="97" y="74"/>
                  </a:cubicBezTo>
                  <a:cubicBezTo>
                    <a:pt x="95" y="73"/>
                    <a:pt x="94" y="70"/>
                    <a:pt x="95" y="68"/>
                  </a:cubicBezTo>
                  <a:cubicBezTo>
                    <a:pt x="95" y="65"/>
                    <a:pt x="95" y="62"/>
                    <a:pt x="95" y="60"/>
                  </a:cubicBezTo>
                  <a:cubicBezTo>
                    <a:pt x="95" y="57"/>
                    <a:pt x="95" y="54"/>
                    <a:pt x="94" y="51"/>
                  </a:cubicBezTo>
                  <a:cubicBezTo>
                    <a:pt x="94" y="49"/>
                    <a:pt x="95" y="46"/>
                    <a:pt x="97" y="45"/>
                  </a:cubicBezTo>
                  <a:cubicBezTo>
                    <a:pt x="104" y="41"/>
                    <a:pt x="104" y="41"/>
                    <a:pt x="104" y="41"/>
                  </a:cubicBezTo>
                  <a:cubicBezTo>
                    <a:pt x="98" y="30"/>
                    <a:pt x="98" y="30"/>
                    <a:pt x="98" y="30"/>
                  </a:cubicBezTo>
                  <a:cubicBezTo>
                    <a:pt x="92" y="34"/>
                    <a:pt x="92" y="34"/>
                    <a:pt x="92" y="34"/>
                  </a:cubicBezTo>
                  <a:cubicBezTo>
                    <a:pt x="89" y="36"/>
                    <a:pt x="87" y="35"/>
                    <a:pt x="85" y="33"/>
                  </a:cubicBezTo>
                  <a:cubicBezTo>
                    <a:pt x="81" y="30"/>
                    <a:pt x="76" y="27"/>
                    <a:pt x="70" y="25"/>
                  </a:cubicBezTo>
                  <a:cubicBezTo>
                    <a:pt x="68" y="24"/>
                    <a:pt x="66" y="22"/>
                    <a:pt x="66" y="19"/>
                  </a:cubicBezTo>
                  <a:cubicBezTo>
                    <a:pt x="66" y="12"/>
                    <a:pt x="66" y="12"/>
                    <a:pt x="66" y="12"/>
                  </a:cubicBezTo>
                  <a:cubicBezTo>
                    <a:pt x="54" y="12"/>
                    <a:pt x="54" y="12"/>
                    <a:pt x="54" y="12"/>
                  </a:cubicBezTo>
                  <a:cubicBezTo>
                    <a:pt x="54" y="19"/>
                    <a:pt x="54" y="19"/>
                    <a:pt x="54" y="19"/>
                  </a:cubicBezTo>
                  <a:cubicBezTo>
                    <a:pt x="54" y="22"/>
                    <a:pt x="53" y="24"/>
                    <a:pt x="50" y="25"/>
                  </a:cubicBezTo>
                  <a:cubicBezTo>
                    <a:pt x="44" y="27"/>
                    <a:pt x="39" y="30"/>
                    <a:pt x="35" y="33"/>
                  </a:cubicBezTo>
                  <a:cubicBezTo>
                    <a:pt x="33" y="35"/>
                    <a:pt x="30" y="36"/>
                    <a:pt x="28" y="34"/>
                  </a:cubicBezTo>
                  <a:cubicBezTo>
                    <a:pt x="21" y="30"/>
                    <a:pt x="21" y="30"/>
                    <a:pt x="21" y="30"/>
                  </a:cubicBezTo>
                  <a:cubicBezTo>
                    <a:pt x="15" y="41"/>
                    <a:pt x="15" y="41"/>
                    <a:pt x="15" y="41"/>
                  </a:cubicBezTo>
                  <a:cubicBezTo>
                    <a:pt x="22" y="45"/>
                    <a:pt x="22" y="45"/>
                    <a:pt x="22" y="45"/>
                  </a:cubicBezTo>
                  <a:cubicBezTo>
                    <a:pt x="24" y="46"/>
                    <a:pt x="25" y="49"/>
                    <a:pt x="25" y="51"/>
                  </a:cubicBezTo>
                  <a:cubicBezTo>
                    <a:pt x="24" y="54"/>
                    <a:pt x="23" y="57"/>
                    <a:pt x="23" y="60"/>
                  </a:cubicBezTo>
                  <a:cubicBezTo>
                    <a:pt x="23" y="62"/>
                    <a:pt x="24" y="65"/>
                    <a:pt x="24" y="68"/>
                  </a:cubicBezTo>
                  <a:cubicBezTo>
                    <a:pt x="25" y="70"/>
                    <a:pt x="24" y="73"/>
                    <a:pt x="22" y="74"/>
                  </a:cubicBezTo>
                  <a:cubicBezTo>
                    <a:pt x="15" y="78"/>
                    <a:pt x="15" y="78"/>
                    <a:pt x="15" y="78"/>
                  </a:cubicBezTo>
                  <a:cubicBezTo>
                    <a:pt x="21" y="89"/>
                    <a:pt x="21" y="89"/>
                    <a:pt x="21" y="89"/>
                  </a:cubicBezTo>
                  <a:cubicBezTo>
                    <a:pt x="28" y="85"/>
                    <a:pt x="28" y="85"/>
                    <a:pt x="28" y="85"/>
                  </a:cubicBezTo>
                  <a:cubicBezTo>
                    <a:pt x="30" y="84"/>
                    <a:pt x="33" y="84"/>
                    <a:pt x="35" y="86"/>
                  </a:cubicBezTo>
                  <a:cubicBezTo>
                    <a:pt x="39" y="89"/>
                    <a:pt x="44" y="92"/>
                    <a:pt x="50" y="94"/>
                  </a:cubicBezTo>
                  <a:cubicBezTo>
                    <a:pt x="53" y="95"/>
                    <a:pt x="54" y="97"/>
                    <a:pt x="54" y="100"/>
                  </a:cubicBezTo>
                  <a:lnTo>
                    <a:pt x="5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49" name="Freeform 74">
              <a:extLst>
                <a:ext uri="{FF2B5EF4-FFF2-40B4-BE49-F238E27FC236}">
                  <a16:creationId xmlns:a16="http://schemas.microsoft.com/office/drawing/2014/main" id="{D0E469F3-B678-D945-AFB3-6BFFD229CAFC}"/>
                </a:ext>
              </a:extLst>
            </p:cNvPr>
            <p:cNvSpPr>
              <a:spLocks noEditPoints="1"/>
            </p:cNvSpPr>
            <p:nvPr/>
          </p:nvSpPr>
          <p:spPr bwMode="auto">
            <a:xfrm>
              <a:off x="6776" y="2095"/>
              <a:ext cx="330" cy="198"/>
            </a:xfrm>
            <a:custGeom>
              <a:avLst/>
              <a:gdLst>
                <a:gd name="T0" fmla="*/ 210 w 216"/>
                <a:gd name="T1" fmla="*/ 132 h 132"/>
                <a:gd name="T2" fmla="*/ 6 w 216"/>
                <a:gd name="T3" fmla="*/ 132 h 132"/>
                <a:gd name="T4" fmla="*/ 0 w 216"/>
                <a:gd name="T5" fmla="*/ 126 h 132"/>
                <a:gd name="T6" fmla="*/ 0 w 216"/>
                <a:gd name="T7" fmla="*/ 6 h 132"/>
                <a:gd name="T8" fmla="*/ 6 w 216"/>
                <a:gd name="T9" fmla="*/ 0 h 132"/>
                <a:gd name="T10" fmla="*/ 210 w 216"/>
                <a:gd name="T11" fmla="*/ 0 h 132"/>
                <a:gd name="T12" fmla="*/ 216 w 216"/>
                <a:gd name="T13" fmla="*/ 6 h 132"/>
                <a:gd name="T14" fmla="*/ 216 w 216"/>
                <a:gd name="T15" fmla="*/ 126 h 132"/>
                <a:gd name="T16" fmla="*/ 210 w 216"/>
                <a:gd name="T17" fmla="*/ 132 h 132"/>
                <a:gd name="T18" fmla="*/ 12 w 216"/>
                <a:gd name="T19" fmla="*/ 120 h 132"/>
                <a:gd name="T20" fmla="*/ 204 w 216"/>
                <a:gd name="T21" fmla="*/ 120 h 132"/>
                <a:gd name="T22" fmla="*/ 204 w 216"/>
                <a:gd name="T23" fmla="*/ 12 h 132"/>
                <a:gd name="T24" fmla="*/ 12 w 216"/>
                <a:gd name="T25" fmla="*/ 12 h 132"/>
                <a:gd name="T26" fmla="*/ 12 w 216"/>
                <a:gd name="T27" fmla="*/ 12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6" h="132">
                  <a:moveTo>
                    <a:pt x="210" y="132"/>
                  </a:moveTo>
                  <a:cubicBezTo>
                    <a:pt x="6" y="132"/>
                    <a:pt x="6" y="132"/>
                    <a:pt x="6" y="132"/>
                  </a:cubicBezTo>
                  <a:cubicBezTo>
                    <a:pt x="3" y="132"/>
                    <a:pt x="0" y="129"/>
                    <a:pt x="0" y="126"/>
                  </a:cubicBezTo>
                  <a:cubicBezTo>
                    <a:pt x="0" y="6"/>
                    <a:pt x="0" y="6"/>
                    <a:pt x="0" y="6"/>
                  </a:cubicBezTo>
                  <a:cubicBezTo>
                    <a:pt x="0" y="2"/>
                    <a:pt x="3" y="0"/>
                    <a:pt x="6" y="0"/>
                  </a:cubicBezTo>
                  <a:cubicBezTo>
                    <a:pt x="210" y="0"/>
                    <a:pt x="210" y="0"/>
                    <a:pt x="210" y="0"/>
                  </a:cubicBezTo>
                  <a:cubicBezTo>
                    <a:pt x="214" y="0"/>
                    <a:pt x="216" y="2"/>
                    <a:pt x="216" y="6"/>
                  </a:cubicBezTo>
                  <a:cubicBezTo>
                    <a:pt x="216" y="126"/>
                    <a:pt x="216" y="126"/>
                    <a:pt x="216" y="126"/>
                  </a:cubicBezTo>
                  <a:cubicBezTo>
                    <a:pt x="216" y="129"/>
                    <a:pt x="214" y="132"/>
                    <a:pt x="210" y="132"/>
                  </a:cubicBezTo>
                  <a:close/>
                  <a:moveTo>
                    <a:pt x="12" y="120"/>
                  </a:moveTo>
                  <a:cubicBezTo>
                    <a:pt x="204" y="120"/>
                    <a:pt x="204" y="120"/>
                    <a:pt x="204" y="120"/>
                  </a:cubicBezTo>
                  <a:cubicBezTo>
                    <a:pt x="204" y="12"/>
                    <a:pt x="204" y="12"/>
                    <a:pt x="204" y="12"/>
                  </a:cubicBezTo>
                  <a:cubicBezTo>
                    <a:pt x="12" y="12"/>
                    <a:pt x="12" y="12"/>
                    <a:pt x="12" y="12"/>
                  </a:cubicBezTo>
                  <a:lnTo>
                    <a:pt x="12"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50" name="Freeform 75">
              <a:extLst>
                <a:ext uri="{FF2B5EF4-FFF2-40B4-BE49-F238E27FC236}">
                  <a16:creationId xmlns:a16="http://schemas.microsoft.com/office/drawing/2014/main" id="{B77FEEF7-7A7C-6643-BD56-5BEB58280FD6}"/>
                </a:ext>
              </a:extLst>
            </p:cNvPr>
            <p:cNvSpPr>
              <a:spLocks/>
            </p:cNvSpPr>
            <p:nvPr/>
          </p:nvSpPr>
          <p:spPr bwMode="auto">
            <a:xfrm>
              <a:off x="6776" y="2049"/>
              <a:ext cx="330" cy="64"/>
            </a:xfrm>
            <a:custGeom>
              <a:avLst/>
              <a:gdLst>
                <a:gd name="T0" fmla="*/ 210 w 216"/>
                <a:gd name="T1" fmla="*/ 43 h 43"/>
                <a:gd name="T2" fmla="*/ 6 w 216"/>
                <a:gd name="T3" fmla="*/ 43 h 43"/>
                <a:gd name="T4" fmla="*/ 1 w 216"/>
                <a:gd name="T5" fmla="*/ 40 h 43"/>
                <a:gd name="T6" fmla="*/ 1 w 216"/>
                <a:gd name="T7" fmla="*/ 35 h 43"/>
                <a:gd name="T8" fmla="*/ 11 w 216"/>
                <a:gd name="T9" fmla="*/ 5 h 43"/>
                <a:gd name="T10" fmla="*/ 18 w 216"/>
                <a:gd name="T11" fmla="*/ 1 h 43"/>
                <a:gd name="T12" fmla="*/ 22 w 216"/>
                <a:gd name="T13" fmla="*/ 8 h 43"/>
                <a:gd name="T14" fmla="*/ 15 w 216"/>
                <a:gd name="T15" fmla="*/ 31 h 43"/>
                <a:gd name="T16" fmla="*/ 210 w 216"/>
                <a:gd name="T17" fmla="*/ 31 h 43"/>
                <a:gd name="T18" fmla="*/ 216 w 216"/>
                <a:gd name="T19" fmla="*/ 37 h 43"/>
                <a:gd name="T20" fmla="*/ 210 w 216"/>
                <a:gd name="T21"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6" h="43">
                  <a:moveTo>
                    <a:pt x="210" y="43"/>
                  </a:moveTo>
                  <a:cubicBezTo>
                    <a:pt x="6" y="43"/>
                    <a:pt x="6" y="43"/>
                    <a:pt x="6" y="43"/>
                  </a:cubicBezTo>
                  <a:cubicBezTo>
                    <a:pt x="4" y="43"/>
                    <a:pt x="3" y="42"/>
                    <a:pt x="1" y="40"/>
                  </a:cubicBezTo>
                  <a:cubicBezTo>
                    <a:pt x="0" y="38"/>
                    <a:pt x="0" y="36"/>
                    <a:pt x="1" y="35"/>
                  </a:cubicBezTo>
                  <a:cubicBezTo>
                    <a:pt x="11" y="5"/>
                    <a:pt x="11" y="5"/>
                    <a:pt x="11" y="5"/>
                  </a:cubicBezTo>
                  <a:cubicBezTo>
                    <a:pt x="12" y="2"/>
                    <a:pt x="15" y="0"/>
                    <a:pt x="18" y="1"/>
                  </a:cubicBezTo>
                  <a:cubicBezTo>
                    <a:pt x="21" y="2"/>
                    <a:pt x="23" y="5"/>
                    <a:pt x="22" y="8"/>
                  </a:cubicBezTo>
                  <a:cubicBezTo>
                    <a:pt x="15" y="31"/>
                    <a:pt x="15" y="31"/>
                    <a:pt x="15" y="31"/>
                  </a:cubicBezTo>
                  <a:cubicBezTo>
                    <a:pt x="210" y="31"/>
                    <a:pt x="210" y="31"/>
                    <a:pt x="210" y="31"/>
                  </a:cubicBezTo>
                  <a:cubicBezTo>
                    <a:pt x="214" y="31"/>
                    <a:pt x="216" y="33"/>
                    <a:pt x="216" y="37"/>
                  </a:cubicBezTo>
                  <a:cubicBezTo>
                    <a:pt x="216" y="40"/>
                    <a:pt x="214" y="43"/>
                    <a:pt x="210"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51" name="Freeform 76">
              <a:extLst>
                <a:ext uri="{FF2B5EF4-FFF2-40B4-BE49-F238E27FC236}">
                  <a16:creationId xmlns:a16="http://schemas.microsoft.com/office/drawing/2014/main" id="{3B035025-AC90-7E49-BF74-FB46A87DC5B1}"/>
                </a:ext>
              </a:extLst>
            </p:cNvPr>
            <p:cNvSpPr>
              <a:spLocks/>
            </p:cNvSpPr>
            <p:nvPr/>
          </p:nvSpPr>
          <p:spPr bwMode="auto">
            <a:xfrm>
              <a:off x="6897" y="1988"/>
              <a:ext cx="72" cy="18"/>
            </a:xfrm>
            <a:custGeom>
              <a:avLst/>
              <a:gdLst>
                <a:gd name="T0" fmla="*/ 41 w 47"/>
                <a:gd name="T1" fmla="*/ 12 h 12"/>
                <a:gd name="T2" fmla="*/ 6 w 47"/>
                <a:gd name="T3" fmla="*/ 12 h 12"/>
                <a:gd name="T4" fmla="*/ 0 w 47"/>
                <a:gd name="T5" fmla="*/ 6 h 12"/>
                <a:gd name="T6" fmla="*/ 6 w 47"/>
                <a:gd name="T7" fmla="*/ 0 h 12"/>
                <a:gd name="T8" fmla="*/ 41 w 47"/>
                <a:gd name="T9" fmla="*/ 0 h 12"/>
                <a:gd name="T10" fmla="*/ 47 w 47"/>
                <a:gd name="T11" fmla="*/ 6 h 12"/>
                <a:gd name="T12" fmla="*/ 41 w 47"/>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7" h="12">
                  <a:moveTo>
                    <a:pt x="41" y="12"/>
                  </a:moveTo>
                  <a:cubicBezTo>
                    <a:pt x="6" y="12"/>
                    <a:pt x="6" y="12"/>
                    <a:pt x="6" y="12"/>
                  </a:cubicBezTo>
                  <a:cubicBezTo>
                    <a:pt x="2" y="12"/>
                    <a:pt x="0" y="9"/>
                    <a:pt x="0" y="6"/>
                  </a:cubicBezTo>
                  <a:cubicBezTo>
                    <a:pt x="0" y="2"/>
                    <a:pt x="2" y="0"/>
                    <a:pt x="6" y="0"/>
                  </a:cubicBezTo>
                  <a:cubicBezTo>
                    <a:pt x="41" y="0"/>
                    <a:pt x="41" y="0"/>
                    <a:pt x="41" y="0"/>
                  </a:cubicBezTo>
                  <a:cubicBezTo>
                    <a:pt x="45" y="0"/>
                    <a:pt x="47" y="2"/>
                    <a:pt x="47" y="6"/>
                  </a:cubicBezTo>
                  <a:cubicBezTo>
                    <a:pt x="47" y="9"/>
                    <a:pt x="45" y="12"/>
                    <a:pt x="4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52" name="Freeform 77">
              <a:extLst>
                <a:ext uri="{FF2B5EF4-FFF2-40B4-BE49-F238E27FC236}">
                  <a16:creationId xmlns:a16="http://schemas.microsoft.com/office/drawing/2014/main" id="{4B9EEDFD-B5F6-5942-AA55-8425057F8DD4}"/>
                </a:ext>
              </a:extLst>
            </p:cNvPr>
            <p:cNvSpPr>
              <a:spLocks/>
            </p:cNvSpPr>
            <p:nvPr/>
          </p:nvSpPr>
          <p:spPr bwMode="auto">
            <a:xfrm>
              <a:off x="6846" y="1995"/>
              <a:ext cx="78" cy="77"/>
            </a:xfrm>
            <a:custGeom>
              <a:avLst/>
              <a:gdLst>
                <a:gd name="T0" fmla="*/ 44 w 51"/>
                <a:gd name="T1" fmla="*/ 51 h 51"/>
                <a:gd name="T2" fmla="*/ 40 w 51"/>
                <a:gd name="T3" fmla="*/ 49 h 51"/>
                <a:gd name="T4" fmla="*/ 2 w 51"/>
                <a:gd name="T5" fmla="*/ 11 h 51"/>
                <a:gd name="T6" fmla="*/ 2 w 51"/>
                <a:gd name="T7" fmla="*/ 2 h 51"/>
                <a:gd name="T8" fmla="*/ 11 w 51"/>
                <a:gd name="T9" fmla="*/ 2 h 51"/>
                <a:gd name="T10" fmla="*/ 48 w 51"/>
                <a:gd name="T11" fmla="*/ 40 h 51"/>
                <a:gd name="T12" fmla="*/ 48 w 51"/>
                <a:gd name="T13" fmla="*/ 49 h 51"/>
                <a:gd name="T14" fmla="*/ 44 w 51"/>
                <a:gd name="T15" fmla="*/ 51 h 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51">
                  <a:moveTo>
                    <a:pt x="44" y="51"/>
                  </a:moveTo>
                  <a:cubicBezTo>
                    <a:pt x="43" y="51"/>
                    <a:pt x="41" y="50"/>
                    <a:pt x="40" y="49"/>
                  </a:cubicBezTo>
                  <a:cubicBezTo>
                    <a:pt x="2" y="11"/>
                    <a:pt x="2" y="11"/>
                    <a:pt x="2" y="11"/>
                  </a:cubicBezTo>
                  <a:cubicBezTo>
                    <a:pt x="0" y="9"/>
                    <a:pt x="0" y="5"/>
                    <a:pt x="2" y="2"/>
                  </a:cubicBezTo>
                  <a:cubicBezTo>
                    <a:pt x="4" y="0"/>
                    <a:pt x="8" y="0"/>
                    <a:pt x="11" y="2"/>
                  </a:cubicBezTo>
                  <a:cubicBezTo>
                    <a:pt x="48" y="40"/>
                    <a:pt x="48" y="40"/>
                    <a:pt x="48" y="40"/>
                  </a:cubicBezTo>
                  <a:cubicBezTo>
                    <a:pt x="51" y="43"/>
                    <a:pt x="51" y="47"/>
                    <a:pt x="48" y="49"/>
                  </a:cubicBezTo>
                  <a:cubicBezTo>
                    <a:pt x="47" y="50"/>
                    <a:pt x="46" y="51"/>
                    <a:pt x="44"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53" name="Freeform 78">
              <a:extLst>
                <a:ext uri="{FF2B5EF4-FFF2-40B4-BE49-F238E27FC236}">
                  <a16:creationId xmlns:a16="http://schemas.microsoft.com/office/drawing/2014/main" id="{8B50B4AE-2180-ED47-B4DC-A8F6FCB2FDBB}"/>
                </a:ext>
              </a:extLst>
            </p:cNvPr>
            <p:cNvSpPr>
              <a:spLocks noEditPoints="1"/>
            </p:cNvSpPr>
            <p:nvPr/>
          </p:nvSpPr>
          <p:spPr bwMode="auto">
            <a:xfrm>
              <a:off x="6721" y="1874"/>
              <a:ext cx="165" cy="162"/>
            </a:xfrm>
            <a:custGeom>
              <a:avLst/>
              <a:gdLst>
                <a:gd name="T0" fmla="*/ 54 w 108"/>
                <a:gd name="T1" fmla="*/ 108 h 108"/>
                <a:gd name="T2" fmla="*/ 0 w 108"/>
                <a:gd name="T3" fmla="*/ 54 h 108"/>
                <a:gd name="T4" fmla="*/ 54 w 108"/>
                <a:gd name="T5" fmla="*/ 0 h 108"/>
                <a:gd name="T6" fmla="*/ 108 w 108"/>
                <a:gd name="T7" fmla="*/ 54 h 108"/>
                <a:gd name="T8" fmla="*/ 54 w 108"/>
                <a:gd name="T9" fmla="*/ 108 h 108"/>
                <a:gd name="T10" fmla="*/ 54 w 108"/>
                <a:gd name="T11" fmla="*/ 12 h 108"/>
                <a:gd name="T12" fmla="*/ 12 w 108"/>
                <a:gd name="T13" fmla="*/ 54 h 108"/>
                <a:gd name="T14" fmla="*/ 54 w 108"/>
                <a:gd name="T15" fmla="*/ 96 h 108"/>
                <a:gd name="T16" fmla="*/ 96 w 108"/>
                <a:gd name="T17" fmla="*/ 54 h 108"/>
                <a:gd name="T18" fmla="*/ 54 w 108"/>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08">
                  <a:moveTo>
                    <a:pt x="54" y="108"/>
                  </a:moveTo>
                  <a:cubicBezTo>
                    <a:pt x="25" y="108"/>
                    <a:pt x="0" y="84"/>
                    <a:pt x="0" y="54"/>
                  </a:cubicBezTo>
                  <a:cubicBezTo>
                    <a:pt x="0" y="24"/>
                    <a:pt x="25" y="0"/>
                    <a:pt x="54" y="0"/>
                  </a:cubicBezTo>
                  <a:cubicBezTo>
                    <a:pt x="84" y="0"/>
                    <a:pt x="108" y="24"/>
                    <a:pt x="108" y="54"/>
                  </a:cubicBezTo>
                  <a:cubicBezTo>
                    <a:pt x="108" y="84"/>
                    <a:pt x="84" y="108"/>
                    <a:pt x="54" y="108"/>
                  </a:cubicBezTo>
                  <a:close/>
                  <a:moveTo>
                    <a:pt x="54" y="12"/>
                  </a:moveTo>
                  <a:cubicBezTo>
                    <a:pt x="31" y="12"/>
                    <a:pt x="12" y="31"/>
                    <a:pt x="12" y="54"/>
                  </a:cubicBezTo>
                  <a:cubicBezTo>
                    <a:pt x="12" y="77"/>
                    <a:pt x="31" y="96"/>
                    <a:pt x="54" y="96"/>
                  </a:cubicBezTo>
                  <a:cubicBezTo>
                    <a:pt x="78" y="96"/>
                    <a:pt x="96" y="77"/>
                    <a:pt x="96" y="54"/>
                  </a:cubicBezTo>
                  <a:cubicBezTo>
                    <a:pt x="96" y="31"/>
                    <a:pt x="7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54" name="Freeform 79">
              <a:extLst>
                <a:ext uri="{FF2B5EF4-FFF2-40B4-BE49-F238E27FC236}">
                  <a16:creationId xmlns:a16="http://schemas.microsoft.com/office/drawing/2014/main" id="{3D3213DB-D615-0D43-8639-180B31371C41}"/>
                </a:ext>
              </a:extLst>
            </p:cNvPr>
            <p:cNvSpPr>
              <a:spLocks noEditPoints="1"/>
            </p:cNvSpPr>
            <p:nvPr/>
          </p:nvSpPr>
          <p:spPr bwMode="auto">
            <a:xfrm>
              <a:off x="6941" y="2203"/>
              <a:ext cx="128" cy="54"/>
            </a:xfrm>
            <a:custGeom>
              <a:avLst/>
              <a:gdLst>
                <a:gd name="T0" fmla="*/ 78 w 84"/>
                <a:gd name="T1" fmla="*/ 36 h 36"/>
                <a:gd name="T2" fmla="*/ 6 w 84"/>
                <a:gd name="T3" fmla="*/ 36 h 36"/>
                <a:gd name="T4" fmla="*/ 0 w 84"/>
                <a:gd name="T5" fmla="*/ 30 h 36"/>
                <a:gd name="T6" fmla="*/ 0 w 84"/>
                <a:gd name="T7" fmla="*/ 6 h 36"/>
                <a:gd name="T8" fmla="*/ 6 w 84"/>
                <a:gd name="T9" fmla="*/ 0 h 36"/>
                <a:gd name="T10" fmla="*/ 78 w 84"/>
                <a:gd name="T11" fmla="*/ 0 h 36"/>
                <a:gd name="T12" fmla="*/ 84 w 84"/>
                <a:gd name="T13" fmla="*/ 6 h 36"/>
                <a:gd name="T14" fmla="*/ 84 w 84"/>
                <a:gd name="T15" fmla="*/ 30 h 36"/>
                <a:gd name="T16" fmla="*/ 78 w 84"/>
                <a:gd name="T17" fmla="*/ 36 h 36"/>
                <a:gd name="T18" fmla="*/ 12 w 84"/>
                <a:gd name="T19" fmla="*/ 24 h 36"/>
                <a:gd name="T20" fmla="*/ 72 w 84"/>
                <a:gd name="T21" fmla="*/ 24 h 36"/>
                <a:gd name="T22" fmla="*/ 72 w 84"/>
                <a:gd name="T23" fmla="*/ 12 h 36"/>
                <a:gd name="T24" fmla="*/ 12 w 84"/>
                <a:gd name="T25" fmla="*/ 12 h 36"/>
                <a:gd name="T26" fmla="*/ 12 w 84"/>
                <a:gd name="T27" fmla="*/ 2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36">
                  <a:moveTo>
                    <a:pt x="78" y="36"/>
                  </a:moveTo>
                  <a:cubicBezTo>
                    <a:pt x="6" y="36"/>
                    <a:pt x="6" y="36"/>
                    <a:pt x="6" y="36"/>
                  </a:cubicBezTo>
                  <a:cubicBezTo>
                    <a:pt x="3" y="36"/>
                    <a:pt x="0" y="33"/>
                    <a:pt x="0" y="30"/>
                  </a:cubicBezTo>
                  <a:cubicBezTo>
                    <a:pt x="0" y="6"/>
                    <a:pt x="0" y="6"/>
                    <a:pt x="0" y="6"/>
                  </a:cubicBezTo>
                  <a:cubicBezTo>
                    <a:pt x="0" y="2"/>
                    <a:pt x="3" y="0"/>
                    <a:pt x="6" y="0"/>
                  </a:cubicBezTo>
                  <a:cubicBezTo>
                    <a:pt x="78" y="0"/>
                    <a:pt x="78" y="0"/>
                    <a:pt x="78" y="0"/>
                  </a:cubicBezTo>
                  <a:cubicBezTo>
                    <a:pt x="82" y="0"/>
                    <a:pt x="84" y="2"/>
                    <a:pt x="84" y="6"/>
                  </a:cubicBezTo>
                  <a:cubicBezTo>
                    <a:pt x="84" y="30"/>
                    <a:pt x="84" y="30"/>
                    <a:pt x="84" y="30"/>
                  </a:cubicBezTo>
                  <a:cubicBezTo>
                    <a:pt x="84" y="33"/>
                    <a:pt x="82" y="36"/>
                    <a:pt x="78" y="36"/>
                  </a:cubicBezTo>
                  <a:close/>
                  <a:moveTo>
                    <a:pt x="12" y="24"/>
                  </a:moveTo>
                  <a:cubicBezTo>
                    <a:pt x="72" y="24"/>
                    <a:pt x="72" y="24"/>
                    <a:pt x="72" y="24"/>
                  </a:cubicBezTo>
                  <a:cubicBezTo>
                    <a:pt x="72" y="12"/>
                    <a:pt x="72" y="12"/>
                    <a:pt x="72" y="12"/>
                  </a:cubicBezTo>
                  <a:cubicBezTo>
                    <a:pt x="12" y="12"/>
                    <a:pt x="12" y="12"/>
                    <a:pt x="12" y="12"/>
                  </a:cubicBezTo>
                  <a:lnTo>
                    <a:pt x="12"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255" name="Group 83">
            <a:extLst>
              <a:ext uri="{FF2B5EF4-FFF2-40B4-BE49-F238E27FC236}">
                <a16:creationId xmlns:a16="http://schemas.microsoft.com/office/drawing/2014/main" id="{55833B4A-F17D-B241-A9BA-CAA65D15AF3C}"/>
              </a:ext>
            </a:extLst>
          </p:cNvPr>
          <p:cNvGrpSpPr>
            <a:grpSpLocks noChangeAspect="1"/>
          </p:cNvGrpSpPr>
          <p:nvPr userDrawn="1"/>
        </p:nvGrpSpPr>
        <p:grpSpPr bwMode="auto">
          <a:xfrm>
            <a:off x="5862737" y="4307059"/>
            <a:ext cx="513716" cy="502040"/>
            <a:chOff x="2584" y="1926"/>
            <a:chExt cx="440" cy="430"/>
          </a:xfrm>
          <a:solidFill>
            <a:schemeClr val="accent1"/>
          </a:solidFill>
        </p:grpSpPr>
        <p:sp>
          <p:nvSpPr>
            <p:cNvPr id="256" name="Freeform 84">
              <a:extLst>
                <a:ext uri="{FF2B5EF4-FFF2-40B4-BE49-F238E27FC236}">
                  <a16:creationId xmlns:a16="http://schemas.microsoft.com/office/drawing/2014/main" id="{62D09E4A-E7E8-5A4A-85DE-1B4599C0D0C4}"/>
                </a:ext>
              </a:extLst>
            </p:cNvPr>
            <p:cNvSpPr>
              <a:spLocks noEditPoints="1"/>
            </p:cNvSpPr>
            <p:nvPr/>
          </p:nvSpPr>
          <p:spPr bwMode="auto">
            <a:xfrm>
              <a:off x="2749" y="2033"/>
              <a:ext cx="165" cy="162"/>
            </a:xfrm>
            <a:custGeom>
              <a:avLst/>
              <a:gdLst>
                <a:gd name="T0" fmla="*/ 54 w 108"/>
                <a:gd name="T1" fmla="*/ 108 h 108"/>
                <a:gd name="T2" fmla="*/ 0 w 108"/>
                <a:gd name="T3" fmla="*/ 54 h 108"/>
                <a:gd name="T4" fmla="*/ 54 w 108"/>
                <a:gd name="T5" fmla="*/ 0 h 108"/>
                <a:gd name="T6" fmla="*/ 108 w 108"/>
                <a:gd name="T7" fmla="*/ 54 h 108"/>
                <a:gd name="T8" fmla="*/ 54 w 108"/>
                <a:gd name="T9" fmla="*/ 108 h 108"/>
                <a:gd name="T10" fmla="*/ 54 w 108"/>
                <a:gd name="T11" fmla="*/ 12 h 108"/>
                <a:gd name="T12" fmla="*/ 12 w 108"/>
                <a:gd name="T13" fmla="*/ 54 h 108"/>
                <a:gd name="T14" fmla="*/ 54 w 108"/>
                <a:gd name="T15" fmla="*/ 96 h 108"/>
                <a:gd name="T16" fmla="*/ 96 w 108"/>
                <a:gd name="T17" fmla="*/ 54 h 108"/>
                <a:gd name="T18" fmla="*/ 54 w 108"/>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08">
                  <a:moveTo>
                    <a:pt x="54" y="108"/>
                  </a:moveTo>
                  <a:cubicBezTo>
                    <a:pt x="24" y="108"/>
                    <a:pt x="0" y="84"/>
                    <a:pt x="0" y="54"/>
                  </a:cubicBezTo>
                  <a:cubicBezTo>
                    <a:pt x="0" y="24"/>
                    <a:pt x="24" y="0"/>
                    <a:pt x="54" y="0"/>
                  </a:cubicBezTo>
                  <a:cubicBezTo>
                    <a:pt x="84" y="0"/>
                    <a:pt x="108" y="24"/>
                    <a:pt x="108" y="54"/>
                  </a:cubicBezTo>
                  <a:cubicBezTo>
                    <a:pt x="108" y="84"/>
                    <a:pt x="84" y="108"/>
                    <a:pt x="54" y="108"/>
                  </a:cubicBezTo>
                  <a:close/>
                  <a:moveTo>
                    <a:pt x="54" y="12"/>
                  </a:moveTo>
                  <a:cubicBezTo>
                    <a:pt x="31" y="12"/>
                    <a:pt x="12" y="31"/>
                    <a:pt x="12" y="54"/>
                  </a:cubicBezTo>
                  <a:cubicBezTo>
                    <a:pt x="12" y="77"/>
                    <a:pt x="31" y="96"/>
                    <a:pt x="54" y="96"/>
                  </a:cubicBezTo>
                  <a:cubicBezTo>
                    <a:pt x="77" y="96"/>
                    <a:pt x="96" y="77"/>
                    <a:pt x="96" y="54"/>
                  </a:cubicBezTo>
                  <a:cubicBezTo>
                    <a:pt x="96" y="31"/>
                    <a:pt x="77"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57" name="Freeform 85">
              <a:extLst>
                <a:ext uri="{FF2B5EF4-FFF2-40B4-BE49-F238E27FC236}">
                  <a16:creationId xmlns:a16="http://schemas.microsoft.com/office/drawing/2014/main" id="{B59559F8-B7D8-E64A-9FF8-99BE86B67197}"/>
                </a:ext>
              </a:extLst>
            </p:cNvPr>
            <p:cNvSpPr>
              <a:spLocks noEditPoints="1"/>
            </p:cNvSpPr>
            <p:nvPr/>
          </p:nvSpPr>
          <p:spPr bwMode="auto">
            <a:xfrm>
              <a:off x="2584" y="1989"/>
              <a:ext cx="73"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58" name="Freeform 86">
              <a:extLst>
                <a:ext uri="{FF2B5EF4-FFF2-40B4-BE49-F238E27FC236}">
                  <a16:creationId xmlns:a16="http://schemas.microsoft.com/office/drawing/2014/main" id="{CB47EC8D-F2B8-9F4C-B06A-5E3E2F46DBEF}"/>
                </a:ext>
              </a:extLst>
            </p:cNvPr>
            <p:cNvSpPr>
              <a:spLocks noEditPoints="1"/>
            </p:cNvSpPr>
            <p:nvPr/>
          </p:nvSpPr>
          <p:spPr bwMode="auto">
            <a:xfrm>
              <a:off x="2951" y="1926"/>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59" name="Freeform 87">
              <a:extLst>
                <a:ext uri="{FF2B5EF4-FFF2-40B4-BE49-F238E27FC236}">
                  <a16:creationId xmlns:a16="http://schemas.microsoft.com/office/drawing/2014/main" id="{DFF5E73F-F4A1-184B-8EF1-E99450FD4003}"/>
                </a:ext>
              </a:extLst>
            </p:cNvPr>
            <p:cNvSpPr>
              <a:spLocks noEditPoints="1"/>
            </p:cNvSpPr>
            <p:nvPr/>
          </p:nvSpPr>
          <p:spPr bwMode="auto">
            <a:xfrm>
              <a:off x="2584" y="2284"/>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60" name="Freeform 88">
              <a:extLst>
                <a:ext uri="{FF2B5EF4-FFF2-40B4-BE49-F238E27FC236}">
                  <a16:creationId xmlns:a16="http://schemas.microsoft.com/office/drawing/2014/main" id="{4315EC7A-FDF7-B047-92A8-C59FD41F2ACE}"/>
                </a:ext>
              </a:extLst>
            </p:cNvPr>
            <p:cNvSpPr>
              <a:spLocks noEditPoints="1"/>
            </p:cNvSpPr>
            <p:nvPr/>
          </p:nvSpPr>
          <p:spPr bwMode="auto">
            <a:xfrm>
              <a:off x="2795" y="2284"/>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61" name="Freeform 89">
              <a:extLst>
                <a:ext uri="{FF2B5EF4-FFF2-40B4-BE49-F238E27FC236}">
                  <a16:creationId xmlns:a16="http://schemas.microsoft.com/office/drawing/2014/main" id="{5CFD3D7D-9ADA-AA40-8FB5-1D7E3F968532}"/>
                </a:ext>
              </a:extLst>
            </p:cNvPr>
            <p:cNvSpPr>
              <a:spLocks/>
            </p:cNvSpPr>
            <p:nvPr/>
          </p:nvSpPr>
          <p:spPr bwMode="auto">
            <a:xfrm>
              <a:off x="2634" y="2159"/>
              <a:ext cx="152" cy="149"/>
            </a:xfrm>
            <a:custGeom>
              <a:avLst/>
              <a:gdLst>
                <a:gd name="T0" fmla="*/ 12 w 152"/>
                <a:gd name="T1" fmla="*/ 149 h 149"/>
                <a:gd name="T2" fmla="*/ 0 w 152"/>
                <a:gd name="T3" fmla="*/ 136 h 149"/>
                <a:gd name="T4" fmla="*/ 139 w 152"/>
                <a:gd name="T5" fmla="*/ 0 h 149"/>
                <a:gd name="T6" fmla="*/ 152 w 152"/>
                <a:gd name="T7" fmla="*/ 13 h 149"/>
                <a:gd name="T8" fmla="*/ 12 w 152"/>
                <a:gd name="T9" fmla="*/ 149 h 149"/>
              </a:gdLst>
              <a:ahLst/>
              <a:cxnLst>
                <a:cxn ang="0">
                  <a:pos x="T0" y="T1"/>
                </a:cxn>
                <a:cxn ang="0">
                  <a:pos x="T2" y="T3"/>
                </a:cxn>
                <a:cxn ang="0">
                  <a:pos x="T4" y="T5"/>
                </a:cxn>
                <a:cxn ang="0">
                  <a:pos x="T6" y="T7"/>
                </a:cxn>
                <a:cxn ang="0">
                  <a:pos x="T8" y="T9"/>
                </a:cxn>
              </a:cxnLst>
              <a:rect l="0" t="0" r="r" b="b"/>
              <a:pathLst>
                <a:path w="152" h="149">
                  <a:moveTo>
                    <a:pt x="12" y="149"/>
                  </a:moveTo>
                  <a:lnTo>
                    <a:pt x="0" y="136"/>
                  </a:lnTo>
                  <a:lnTo>
                    <a:pt x="139" y="0"/>
                  </a:lnTo>
                  <a:lnTo>
                    <a:pt x="152" y="13"/>
                  </a:lnTo>
                  <a:lnTo>
                    <a:pt x="12"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62" name="Freeform 90">
              <a:extLst>
                <a:ext uri="{FF2B5EF4-FFF2-40B4-BE49-F238E27FC236}">
                  <a16:creationId xmlns:a16="http://schemas.microsoft.com/office/drawing/2014/main" id="{BC3144C7-6411-9D4D-B367-CCFF229DB9B8}"/>
                </a:ext>
              </a:extLst>
            </p:cNvPr>
            <p:cNvSpPr>
              <a:spLocks/>
            </p:cNvSpPr>
            <p:nvPr/>
          </p:nvSpPr>
          <p:spPr bwMode="auto">
            <a:xfrm>
              <a:off x="2877" y="1975"/>
              <a:ext cx="98" cy="96"/>
            </a:xfrm>
            <a:custGeom>
              <a:avLst/>
              <a:gdLst>
                <a:gd name="T0" fmla="*/ 13 w 98"/>
                <a:gd name="T1" fmla="*/ 96 h 96"/>
                <a:gd name="T2" fmla="*/ 0 w 98"/>
                <a:gd name="T3" fmla="*/ 82 h 96"/>
                <a:gd name="T4" fmla="*/ 84 w 98"/>
                <a:gd name="T5" fmla="*/ 0 h 96"/>
                <a:gd name="T6" fmla="*/ 98 w 98"/>
                <a:gd name="T7" fmla="*/ 12 h 96"/>
                <a:gd name="T8" fmla="*/ 13 w 98"/>
                <a:gd name="T9" fmla="*/ 96 h 96"/>
              </a:gdLst>
              <a:ahLst/>
              <a:cxnLst>
                <a:cxn ang="0">
                  <a:pos x="T0" y="T1"/>
                </a:cxn>
                <a:cxn ang="0">
                  <a:pos x="T2" y="T3"/>
                </a:cxn>
                <a:cxn ang="0">
                  <a:pos x="T4" y="T5"/>
                </a:cxn>
                <a:cxn ang="0">
                  <a:pos x="T6" y="T7"/>
                </a:cxn>
                <a:cxn ang="0">
                  <a:pos x="T8" y="T9"/>
                </a:cxn>
              </a:cxnLst>
              <a:rect l="0" t="0" r="r" b="b"/>
              <a:pathLst>
                <a:path w="98" h="96">
                  <a:moveTo>
                    <a:pt x="13" y="96"/>
                  </a:moveTo>
                  <a:lnTo>
                    <a:pt x="0" y="82"/>
                  </a:lnTo>
                  <a:lnTo>
                    <a:pt x="84" y="0"/>
                  </a:lnTo>
                  <a:lnTo>
                    <a:pt x="98" y="12"/>
                  </a:lnTo>
                  <a:lnTo>
                    <a:pt x="13"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63" name="Freeform 91">
              <a:extLst>
                <a:ext uri="{FF2B5EF4-FFF2-40B4-BE49-F238E27FC236}">
                  <a16:creationId xmlns:a16="http://schemas.microsoft.com/office/drawing/2014/main" id="{6E2C42D8-3319-674B-8133-E01915A2D52A}"/>
                </a:ext>
              </a:extLst>
            </p:cNvPr>
            <p:cNvSpPr>
              <a:spLocks/>
            </p:cNvSpPr>
            <p:nvPr/>
          </p:nvSpPr>
          <p:spPr bwMode="auto">
            <a:xfrm>
              <a:off x="2642" y="2029"/>
              <a:ext cx="125" cy="66"/>
            </a:xfrm>
            <a:custGeom>
              <a:avLst/>
              <a:gdLst>
                <a:gd name="T0" fmla="*/ 119 w 125"/>
                <a:gd name="T1" fmla="*/ 66 h 66"/>
                <a:gd name="T2" fmla="*/ 0 w 125"/>
                <a:gd name="T3" fmla="*/ 16 h 66"/>
                <a:gd name="T4" fmla="*/ 7 w 125"/>
                <a:gd name="T5" fmla="*/ 0 h 66"/>
                <a:gd name="T6" fmla="*/ 125 w 125"/>
                <a:gd name="T7" fmla="*/ 49 h 66"/>
                <a:gd name="T8" fmla="*/ 119 w 125"/>
                <a:gd name="T9" fmla="*/ 66 h 66"/>
              </a:gdLst>
              <a:ahLst/>
              <a:cxnLst>
                <a:cxn ang="0">
                  <a:pos x="T0" y="T1"/>
                </a:cxn>
                <a:cxn ang="0">
                  <a:pos x="T2" y="T3"/>
                </a:cxn>
                <a:cxn ang="0">
                  <a:pos x="T4" y="T5"/>
                </a:cxn>
                <a:cxn ang="0">
                  <a:pos x="T6" y="T7"/>
                </a:cxn>
                <a:cxn ang="0">
                  <a:pos x="T8" y="T9"/>
                </a:cxn>
              </a:cxnLst>
              <a:rect l="0" t="0" r="r" b="b"/>
              <a:pathLst>
                <a:path w="125" h="66">
                  <a:moveTo>
                    <a:pt x="119" y="66"/>
                  </a:moveTo>
                  <a:lnTo>
                    <a:pt x="0" y="16"/>
                  </a:lnTo>
                  <a:lnTo>
                    <a:pt x="7" y="0"/>
                  </a:lnTo>
                  <a:lnTo>
                    <a:pt x="125" y="49"/>
                  </a:lnTo>
                  <a:lnTo>
                    <a:pt x="119"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64" name="Freeform 92">
              <a:extLst>
                <a:ext uri="{FF2B5EF4-FFF2-40B4-BE49-F238E27FC236}">
                  <a16:creationId xmlns:a16="http://schemas.microsoft.com/office/drawing/2014/main" id="{8081C512-E672-CD44-BBE3-358BA6E0D14A}"/>
                </a:ext>
              </a:extLst>
            </p:cNvPr>
            <p:cNvSpPr>
              <a:spLocks/>
            </p:cNvSpPr>
            <p:nvPr/>
          </p:nvSpPr>
          <p:spPr bwMode="auto">
            <a:xfrm>
              <a:off x="2891" y="2142"/>
              <a:ext cx="74" cy="44"/>
            </a:xfrm>
            <a:custGeom>
              <a:avLst/>
              <a:gdLst>
                <a:gd name="T0" fmla="*/ 66 w 74"/>
                <a:gd name="T1" fmla="*/ 44 h 44"/>
                <a:gd name="T2" fmla="*/ 0 w 74"/>
                <a:gd name="T3" fmla="*/ 17 h 44"/>
                <a:gd name="T4" fmla="*/ 8 w 74"/>
                <a:gd name="T5" fmla="*/ 0 h 44"/>
                <a:gd name="T6" fmla="*/ 74 w 74"/>
                <a:gd name="T7" fmla="*/ 27 h 44"/>
                <a:gd name="T8" fmla="*/ 66 w 74"/>
                <a:gd name="T9" fmla="*/ 44 h 44"/>
              </a:gdLst>
              <a:ahLst/>
              <a:cxnLst>
                <a:cxn ang="0">
                  <a:pos x="T0" y="T1"/>
                </a:cxn>
                <a:cxn ang="0">
                  <a:pos x="T2" y="T3"/>
                </a:cxn>
                <a:cxn ang="0">
                  <a:pos x="T4" y="T5"/>
                </a:cxn>
                <a:cxn ang="0">
                  <a:pos x="T6" y="T7"/>
                </a:cxn>
                <a:cxn ang="0">
                  <a:pos x="T8" y="T9"/>
                </a:cxn>
              </a:cxnLst>
              <a:rect l="0" t="0" r="r" b="b"/>
              <a:pathLst>
                <a:path w="74" h="44">
                  <a:moveTo>
                    <a:pt x="66" y="44"/>
                  </a:moveTo>
                  <a:lnTo>
                    <a:pt x="0" y="17"/>
                  </a:lnTo>
                  <a:lnTo>
                    <a:pt x="8" y="0"/>
                  </a:lnTo>
                  <a:lnTo>
                    <a:pt x="74" y="27"/>
                  </a:lnTo>
                  <a:lnTo>
                    <a:pt x="66"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65" name="Rectangle 93">
              <a:extLst>
                <a:ext uri="{FF2B5EF4-FFF2-40B4-BE49-F238E27FC236}">
                  <a16:creationId xmlns:a16="http://schemas.microsoft.com/office/drawing/2014/main" id="{55AC4F32-9438-A14E-8D3B-30633B19540D}"/>
                </a:ext>
              </a:extLst>
            </p:cNvPr>
            <p:cNvSpPr>
              <a:spLocks noChangeArrowheads="1"/>
            </p:cNvSpPr>
            <p:nvPr/>
          </p:nvSpPr>
          <p:spPr bwMode="auto">
            <a:xfrm>
              <a:off x="2822" y="2186"/>
              <a:ext cx="19" cy="10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66" name="Freeform 94">
              <a:extLst>
                <a:ext uri="{FF2B5EF4-FFF2-40B4-BE49-F238E27FC236}">
                  <a16:creationId xmlns:a16="http://schemas.microsoft.com/office/drawing/2014/main" id="{B353D0A6-EF38-0447-A7B3-679682F67888}"/>
                </a:ext>
              </a:extLst>
            </p:cNvPr>
            <p:cNvSpPr>
              <a:spLocks noEditPoints="1"/>
            </p:cNvSpPr>
            <p:nvPr/>
          </p:nvSpPr>
          <p:spPr bwMode="auto">
            <a:xfrm>
              <a:off x="2951" y="2150"/>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267" name="Group 59">
            <a:extLst>
              <a:ext uri="{FF2B5EF4-FFF2-40B4-BE49-F238E27FC236}">
                <a16:creationId xmlns:a16="http://schemas.microsoft.com/office/drawing/2014/main" id="{EF54C6A6-4BD1-DD43-B133-D4D226C9EE9F}"/>
              </a:ext>
            </a:extLst>
          </p:cNvPr>
          <p:cNvGrpSpPr>
            <a:grpSpLocks noChangeAspect="1"/>
          </p:cNvGrpSpPr>
          <p:nvPr userDrawn="1"/>
        </p:nvGrpSpPr>
        <p:grpSpPr bwMode="auto">
          <a:xfrm>
            <a:off x="7131257" y="4307059"/>
            <a:ext cx="493868" cy="502040"/>
            <a:chOff x="5696" y="644"/>
            <a:chExt cx="423" cy="430"/>
          </a:xfrm>
          <a:solidFill>
            <a:schemeClr val="accent1"/>
          </a:solidFill>
        </p:grpSpPr>
        <p:sp>
          <p:nvSpPr>
            <p:cNvPr id="268" name="Freeform 60">
              <a:extLst>
                <a:ext uri="{FF2B5EF4-FFF2-40B4-BE49-F238E27FC236}">
                  <a16:creationId xmlns:a16="http://schemas.microsoft.com/office/drawing/2014/main" id="{2DF46A1E-62FB-7842-A1DF-1D64EE7FCC0F}"/>
                </a:ext>
              </a:extLst>
            </p:cNvPr>
            <p:cNvSpPr>
              <a:spLocks noEditPoints="1"/>
            </p:cNvSpPr>
            <p:nvPr/>
          </p:nvSpPr>
          <p:spPr bwMode="auto">
            <a:xfrm>
              <a:off x="5852" y="644"/>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69" name="Freeform 61">
              <a:extLst>
                <a:ext uri="{FF2B5EF4-FFF2-40B4-BE49-F238E27FC236}">
                  <a16:creationId xmlns:a16="http://schemas.microsoft.com/office/drawing/2014/main" id="{BCA1753F-E6EB-1940-8BE6-7A70C8DF218E}"/>
                </a:ext>
              </a:extLst>
            </p:cNvPr>
            <p:cNvSpPr>
              <a:spLocks noEditPoints="1"/>
            </p:cNvSpPr>
            <p:nvPr/>
          </p:nvSpPr>
          <p:spPr bwMode="auto">
            <a:xfrm>
              <a:off x="5852" y="967"/>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70" name="Freeform 62">
              <a:extLst>
                <a:ext uri="{FF2B5EF4-FFF2-40B4-BE49-F238E27FC236}">
                  <a16:creationId xmlns:a16="http://schemas.microsoft.com/office/drawing/2014/main" id="{FF51CD50-D176-8646-A186-FB4270CF1C91}"/>
                </a:ext>
              </a:extLst>
            </p:cNvPr>
            <p:cNvSpPr>
              <a:spLocks noEditPoints="1"/>
            </p:cNvSpPr>
            <p:nvPr/>
          </p:nvSpPr>
          <p:spPr bwMode="auto">
            <a:xfrm>
              <a:off x="6008" y="967"/>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71" name="Freeform 63">
              <a:extLst>
                <a:ext uri="{FF2B5EF4-FFF2-40B4-BE49-F238E27FC236}">
                  <a16:creationId xmlns:a16="http://schemas.microsoft.com/office/drawing/2014/main" id="{1DC2FFD3-7641-234A-B73A-9039B77A4C14}"/>
                </a:ext>
              </a:extLst>
            </p:cNvPr>
            <p:cNvSpPr>
              <a:spLocks noEditPoints="1"/>
            </p:cNvSpPr>
            <p:nvPr/>
          </p:nvSpPr>
          <p:spPr bwMode="auto">
            <a:xfrm>
              <a:off x="5696" y="967"/>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72" name="Rectangle 64">
              <a:extLst>
                <a:ext uri="{FF2B5EF4-FFF2-40B4-BE49-F238E27FC236}">
                  <a16:creationId xmlns:a16="http://schemas.microsoft.com/office/drawing/2014/main" id="{3900C2DB-FA6B-D741-97DE-59BAC7FFBDBD}"/>
                </a:ext>
              </a:extLst>
            </p:cNvPr>
            <p:cNvSpPr>
              <a:spLocks noChangeArrowheads="1"/>
            </p:cNvSpPr>
            <p:nvPr/>
          </p:nvSpPr>
          <p:spPr bwMode="auto">
            <a:xfrm>
              <a:off x="5898" y="743"/>
              <a:ext cx="19" cy="2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73" name="Freeform 65">
              <a:extLst>
                <a:ext uri="{FF2B5EF4-FFF2-40B4-BE49-F238E27FC236}">
                  <a16:creationId xmlns:a16="http://schemas.microsoft.com/office/drawing/2014/main" id="{3C85F200-5885-C74D-8D1C-4D9CD9852A78}"/>
                </a:ext>
              </a:extLst>
            </p:cNvPr>
            <p:cNvSpPr>
              <a:spLocks/>
            </p:cNvSpPr>
            <p:nvPr/>
          </p:nvSpPr>
          <p:spPr bwMode="auto">
            <a:xfrm>
              <a:off x="5742" y="859"/>
              <a:ext cx="331" cy="116"/>
            </a:xfrm>
            <a:custGeom>
              <a:avLst/>
              <a:gdLst>
                <a:gd name="T0" fmla="*/ 216 w 216"/>
                <a:gd name="T1" fmla="*/ 78 h 78"/>
                <a:gd name="T2" fmla="*/ 204 w 216"/>
                <a:gd name="T3" fmla="*/ 78 h 78"/>
                <a:gd name="T4" fmla="*/ 138 w 216"/>
                <a:gd name="T5" fmla="*/ 12 h 78"/>
                <a:gd name="T6" fmla="*/ 72 w 216"/>
                <a:gd name="T7" fmla="*/ 12 h 78"/>
                <a:gd name="T8" fmla="*/ 12 w 216"/>
                <a:gd name="T9" fmla="*/ 78 h 78"/>
                <a:gd name="T10" fmla="*/ 0 w 216"/>
                <a:gd name="T11" fmla="*/ 78 h 78"/>
                <a:gd name="T12" fmla="*/ 72 w 216"/>
                <a:gd name="T13" fmla="*/ 0 h 78"/>
                <a:gd name="T14" fmla="*/ 138 w 216"/>
                <a:gd name="T15" fmla="*/ 0 h 78"/>
                <a:gd name="T16" fmla="*/ 216 w 216"/>
                <a:gd name="T17"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6" h="78">
                  <a:moveTo>
                    <a:pt x="216" y="78"/>
                  </a:moveTo>
                  <a:cubicBezTo>
                    <a:pt x="204" y="78"/>
                    <a:pt x="204" y="78"/>
                    <a:pt x="204" y="78"/>
                  </a:cubicBezTo>
                  <a:cubicBezTo>
                    <a:pt x="204" y="42"/>
                    <a:pt x="175" y="12"/>
                    <a:pt x="138" y="12"/>
                  </a:cubicBezTo>
                  <a:cubicBezTo>
                    <a:pt x="72" y="12"/>
                    <a:pt x="72" y="12"/>
                    <a:pt x="72" y="12"/>
                  </a:cubicBezTo>
                  <a:cubicBezTo>
                    <a:pt x="37" y="12"/>
                    <a:pt x="12" y="40"/>
                    <a:pt x="12" y="78"/>
                  </a:cubicBezTo>
                  <a:cubicBezTo>
                    <a:pt x="0" y="78"/>
                    <a:pt x="0" y="78"/>
                    <a:pt x="0" y="78"/>
                  </a:cubicBezTo>
                  <a:cubicBezTo>
                    <a:pt x="0" y="33"/>
                    <a:pt x="31" y="0"/>
                    <a:pt x="72" y="0"/>
                  </a:cubicBezTo>
                  <a:cubicBezTo>
                    <a:pt x="138" y="0"/>
                    <a:pt x="138" y="0"/>
                    <a:pt x="138" y="0"/>
                  </a:cubicBezTo>
                  <a:cubicBezTo>
                    <a:pt x="181" y="0"/>
                    <a:pt x="216" y="35"/>
                    <a:pt x="216"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274" name="Group 40">
            <a:extLst>
              <a:ext uri="{FF2B5EF4-FFF2-40B4-BE49-F238E27FC236}">
                <a16:creationId xmlns:a16="http://schemas.microsoft.com/office/drawing/2014/main" id="{AF2CB69D-CBB7-0741-B4F3-6F052ABCDA2C}"/>
              </a:ext>
            </a:extLst>
          </p:cNvPr>
          <p:cNvGrpSpPr>
            <a:grpSpLocks noChangeAspect="1"/>
          </p:cNvGrpSpPr>
          <p:nvPr userDrawn="1"/>
        </p:nvGrpSpPr>
        <p:grpSpPr bwMode="auto">
          <a:xfrm>
            <a:off x="8413589" y="4350552"/>
            <a:ext cx="486806" cy="415054"/>
            <a:chOff x="4653" y="690"/>
            <a:chExt cx="441" cy="376"/>
          </a:xfrm>
          <a:solidFill>
            <a:schemeClr val="accent1"/>
          </a:solidFill>
        </p:grpSpPr>
        <p:sp>
          <p:nvSpPr>
            <p:cNvPr id="275" name="Freeform 41">
              <a:extLst>
                <a:ext uri="{FF2B5EF4-FFF2-40B4-BE49-F238E27FC236}">
                  <a16:creationId xmlns:a16="http://schemas.microsoft.com/office/drawing/2014/main" id="{FDCBE251-79E8-114A-B376-CEEF3221D205}"/>
                </a:ext>
              </a:extLst>
            </p:cNvPr>
            <p:cNvSpPr>
              <a:spLocks noEditPoints="1"/>
            </p:cNvSpPr>
            <p:nvPr/>
          </p:nvSpPr>
          <p:spPr bwMode="auto">
            <a:xfrm>
              <a:off x="4653" y="815"/>
              <a:ext cx="110" cy="180"/>
            </a:xfrm>
            <a:custGeom>
              <a:avLst/>
              <a:gdLst>
                <a:gd name="T0" fmla="*/ 54 w 72"/>
                <a:gd name="T1" fmla="*/ 120 h 120"/>
                <a:gd name="T2" fmla="*/ 18 w 72"/>
                <a:gd name="T3" fmla="*/ 120 h 120"/>
                <a:gd name="T4" fmla="*/ 12 w 72"/>
                <a:gd name="T5" fmla="*/ 114 h 120"/>
                <a:gd name="T6" fmla="*/ 12 w 72"/>
                <a:gd name="T7" fmla="*/ 65 h 120"/>
                <a:gd name="T8" fmla="*/ 0 w 72"/>
                <a:gd name="T9" fmla="*/ 42 h 120"/>
                <a:gd name="T10" fmla="*/ 0 w 72"/>
                <a:gd name="T11" fmla="*/ 6 h 120"/>
                <a:gd name="T12" fmla="*/ 6 w 72"/>
                <a:gd name="T13" fmla="*/ 0 h 120"/>
                <a:gd name="T14" fmla="*/ 66 w 72"/>
                <a:gd name="T15" fmla="*/ 0 h 120"/>
                <a:gd name="T16" fmla="*/ 72 w 72"/>
                <a:gd name="T17" fmla="*/ 6 h 120"/>
                <a:gd name="T18" fmla="*/ 72 w 72"/>
                <a:gd name="T19" fmla="*/ 42 h 120"/>
                <a:gd name="T20" fmla="*/ 60 w 72"/>
                <a:gd name="T21" fmla="*/ 65 h 120"/>
                <a:gd name="T22" fmla="*/ 60 w 72"/>
                <a:gd name="T23" fmla="*/ 114 h 120"/>
                <a:gd name="T24" fmla="*/ 54 w 72"/>
                <a:gd name="T25" fmla="*/ 120 h 120"/>
                <a:gd name="T26" fmla="*/ 24 w 72"/>
                <a:gd name="T27" fmla="*/ 108 h 120"/>
                <a:gd name="T28" fmla="*/ 48 w 72"/>
                <a:gd name="T29" fmla="*/ 108 h 120"/>
                <a:gd name="T30" fmla="*/ 48 w 72"/>
                <a:gd name="T31" fmla="*/ 60 h 120"/>
                <a:gd name="T32" fmla="*/ 54 w 72"/>
                <a:gd name="T33" fmla="*/ 54 h 120"/>
                <a:gd name="T34" fmla="*/ 60 w 72"/>
                <a:gd name="T35" fmla="*/ 42 h 120"/>
                <a:gd name="T36" fmla="*/ 60 w 72"/>
                <a:gd name="T37" fmla="*/ 12 h 120"/>
                <a:gd name="T38" fmla="*/ 12 w 72"/>
                <a:gd name="T39" fmla="*/ 12 h 120"/>
                <a:gd name="T40" fmla="*/ 12 w 72"/>
                <a:gd name="T41" fmla="*/ 42 h 120"/>
                <a:gd name="T42" fmla="*/ 18 w 72"/>
                <a:gd name="T43" fmla="*/ 54 h 120"/>
                <a:gd name="T44" fmla="*/ 24 w 72"/>
                <a:gd name="T45" fmla="*/ 60 h 120"/>
                <a:gd name="T46" fmla="*/ 24 w 72"/>
                <a:gd name="T4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120">
                  <a:moveTo>
                    <a:pt x="54" y="120"/>
                  </a:moveTo>
                  <a:cubicBezTo>
                    <a:pt x="18" y="120"/>
                    <a:pt x="18" y="120"/>
                    <a:pt x="18" y="120"/>
                  </a:cubicBezTo>
                  <a:cubicBezTo>
                    <a:pt x="15" y="120"/>
                    <a:pt x="12" y="117"/>
                    <a:pt x="12" y="114"/>
                  </a:cubicBezTo>
                  <a:cubicBezTo>
                    <a:pt x="12" y="65"/>
                    <a:pt x="12" y="65"/>
                    <a:pt x="12" y="65"/>
                  </a:cubicBezTo>
                  <a:cubicBezTo>
                    <a:pt x="4" y="62"/>
                    <a:pt x="0" y="55"/>
                    <a:pt x="0" y="42"/>
                  </a:cubicBezTo>
                  <a:cubicBezTo>
                    <a:pt x="0" y="6"/>
                    <a:pt x="0" y="6"/>
                    <a:pt x="0" y="6"/>
                  </a:cubicBezTo>
                  <a:cubicBezTo>
                    <a:pt x="0" y="2"/>
                    <a:pt x="3" y="0"/>
                    <a:pt x="6" y="0"/>
                  </a:cubicBezTo>
                  <a:cubicBezTo>
                    <a:pt x="66" y="0"/>
                    <a:pt x="66" y="0"/>
                    <a:pt x="66" y="0"/>
                  </a:cubicBezTo>
                  <a:cubicBezTo>
                    <a:pt x="69" y="0"/>
                    <a:pt x="72" y="2"/>
                    <a:pt x="72" y="6"/>
                  </a:cubicBezTo>
                  <a:cubicBezTo>
                    <a:pt x="72" y="42"/>
                    <a:pt x="72" y="42"/>
                    <a:pt x="72" y="42"/>
                  </a:cubicBezTo>
                  <a:cubicBezTo>
                    <a:pt x="72" y="55"/>
                    <a:pt x="68" y="62"/>
                    <a:pt x="60" y="65"/>
                  </a:cubicBezTo>
                  <a:cubicBezTo>
                    <a:pt x="60" y="114"/>
                    <a:pt x="60" y="114"/>
                    <a:pt x="60" y="114"/>
                  </a:cubicBezTo>
                  <a:cubicBezTo>
                    <a:pt x="60" y="117"/>
                    <a:pt x="57" y="120"/>
                    <a:pt x="54" y="120"/>
                  </a:cubicBezTo>
                  <a:close/>
                  <a:moveTo>
                    <a:pt x="24" y="108"/>
                  </a:moveTo>
                  <a:cubicBezTo>
                    <a:pt x="48" y="108"/>
                    <a:pt x="48" y="108"/>
                    <a:pt x="48" y="108"/>
                  </a:cubicBezTo>
                  <a:cubicBezTo>
                    <a:pt x="48" y="60"/>
                    <a:pt x="48" y="60"/>
                    <a:pt x="48" y="60"/>
                  </a:cubicBezTo>
                  <a:cubicBezTo>
                    <a:pt x="48" y="56"/>
                    <a:pt x="51" y="54"/>
                    <a:pt x="54" y="54"/>
                  </a:cubicBezTo>
                  <a:cubicBezTo>
                    <a:pt x="57" y="54"/>
                    <a:pt x="60" y="54"/>
                    <a:pt x="60" y="42"/>
                  </a:cubicBezTo>
                  <a:cubicBezTo>
                    <a:pt x="60" y="12"/>
                    <a:pt x="60" y="12"/>
                    <a:pt x="60" y="12"/>
                  </a:cubicBezTo>
                  <a:cubicBezTo>
                    <a:pt x="12" y="12"/>
                    <a:pt x="12" y="12"/>
                    <a:pt x="12" y="12"/>
                  </a:cubicBezTo>
                  <a:cubicBezTo>
                    <a:pt x="12" y="42"/>
                    <a:pt x="12" y="42"/>
                    <a:pt x="12" y="42"/>
                  </a:cubicBezTo>
                  <a:cubicBezTo>
                    <a:pt x="12" y="54"/>
                    <a:pt x="15" y="54"/>
                    <a:pt x="18" y="54"/>
                  </a:cubicBezTo>
                  <a:cubicBezTo>
                    <a:pt x="21" y="54"/>
                    <a:pt x="24" y="56"/>
                    <a:pt x="24" y="60"/>
                  </a:cubicBezTo>
                  <a:lnTo>
                    <a:pt x="2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76" name="Freeform 42">
              <a:extLst>
                <a:ext uri="{FF2B5EF4-FFF2-40B4-BE49-F238E27FC236}">
                  <a16:creationId xmlns:a16="http://schemas.microsoft.com/office/drawing/2014/main" id="{33EAB03F-1708-934A-9326-DCEC1E3BE1BF}"/>
                </a:ext>
              </a:extLst>
            </p:cNvPr>
            <p:cNvSpPr>
              <a:spLocks noEditPoints="1"/>
            </p:cNvSpPr>
            <p:nvPr/>
          </p:nvSpPr>
          <p:spPr bwMode="auto">
            <a:xfrm>
              <a:off x="4984" y="815"/>
              <a:ext cx="110" cy="180"/>
            </a:xfrm>
            <a:custGeom>
              <a:avLst/>
              <a:gdLst>
                <a:gd name="T0" fmla="*/ 54 w 72"/>
                <a:gd name="T1" fmla="*/ 120 h 120"/>
                <a:gd name="T2" fmla="*/ 18 w 72"/>
                <a:gd name="T3" fmla="*/ 120 h 120"/>
                <a:gd name="T4" fmla="*/ 12 w 72"/>
                <a:gd name="T5" fmla="*/ 114 h 120"/>
                <a:gd name="T6" fmla="*/ 12 w 72"/>
                <a:gd name="T7" fmla="*/ 65 h 120"/>
                <a:gd name="T8" fmla="*/ 0 w 72"/>
                <a:gd name="T9" fmla="*/ 42 h 120"/>
                <a:gd name="T10" fmla="*/ 0 w 72"/>
                <a:gd name="T11" fmla="*/ 6 h 120"/>
                <a:gd name="T12" fmla="*/ 6 w 72"/>
                <a:gd name="T13" fmla="*/ 0 h 120"/>
                <a:gd name="T14" fmla="*/ 66 w 72"/>
                <a:gd name="T15" fmla="*/ 0 h 120"/>
                <a:gd name="T16" fmla="*/ 72 w 72"/>
                <a:gd name="T17" fmla="*/ 6 h 120"/>
                <a:gd name="T18" fmla="*/ 72 w 72"/>
                <a:gd name="T19" fmla="*/ 42 h 120"/>
                <a:gd name="T20" fmla="*/ 60 w 72"/>
                <a:gd name="T21" fmla="*/ 65 h 120"/>
                <a:gd name="T22" fmla="*/ 60 w 72"/>
                <a:gd name="T23" fmla="*/ 114 h 120"/>
                <a:gd name="T24" fmla="*/ 54 w 72"/>
                <a:gd name="T25" fmla="*/ 120 h 120"/>
                <a:gd name="T26" fmla="*/ 24 w 72"/>
                <a:gd name="T27" fmla="*/ 108 h 120"/>
                <a:gd name="T28" fmla="*/ 48 w 72"/>
                <a:gd name="T29" fmla="*/ 108 h 120"/>
                <a:gd name="T30" fmla="*/ 48 w 72"/>
                <a:gd name="T31" fmla="*/ 60 h 120"/>
                <a:gd name="T32" fmla="*/ 54 w 72"/>
                <a:gd name="T33" fmla="*/ 54 h 120"/>
                <a:gd name="T34" fmla="*/ 60 w 72"/>
                <a:gd name="T35" fmla="*/ 42 h 120"/>
                <a:gd name="T36" fmla="*/ 60 w 72"/>
                <a:gd name="T37" fmla="*/ 12 h 120"/>
                <a:gd name="T38" fmla="*/ 12 w 72"/>
                <a:gd name="T39" fmla="*/ 12 h 120"/>
                <a:gd name="T40" fmla="*/ 12 w 72"/>
                <a:gd name="T41" fmla="*/ 42 h 120"/>
                <a:gd name="T42" fmla="*/ 18 w 72"/>
                <a:gd name="T43" fmla="*/ 54 h 120"/>
                <a:gd name="T44" fmla="*/ 24 w 72"/>
                <a:gd name="T45" fmla="*/ 60 h 120"/>
                <a:gd name="T46" fmla="*/ 24 w 72"/>
                <a:gd name="T4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120">
                  <a:moveTo>
                    <a:pt x="54" y="120"/>
                  </a:moveTo>
                  <a:cubicBezTo>
                    <a:pt x="18" y="120"/>
                    <a:pt x="18" y="120"/>
                    <a:pt x="18" y="120"/>
                  </a:cubicBezTo>
                  <a:cubicBezTo>
                    <a:pt x="15" y="120"/>
                    <a:pt x="12" y="117"/>
                    <a:pt x="12" y="114"/>
                  </a:cubicBezTo>
                  <a:cubicBezTo>
                    <a:pt x="12" y="65"/>
                    <a:pt x="12" y="65"/>
                    <a:pt x="12" y="65"/>
                  </a:cubicBezTo>
                  <a:cubicBezTo>
                    <a:pt x="4" y="62"/>
                    <a:pt x="0" y="55"/>
                    <a:pt x="0" y="42"/>
                  </a:cubicBezTo>
                  <a:cubicBezTo>
                    <a:pt x="0" y="6"/>
                    <a:pt x="0" y="6"/>
                    <a:pt x="0" y="6"/>
                  </a:cubicBezTo>
                  <a:cubicBezTo>
                    <a:pt x="0" y="2"/>
                    <a:pt x="3" y="0"/>
                    <a:pt x="6" y="0"/>
                  </a:cubicBezTo>
                  <a:cubicBezTo>
                    <a:pt x="66" y="0"/>
                    <a:pt x="66" y="0"/>
                    <a:pt x="66" y="0"/>
                  </a:cubicBezTo>
                  <a:cubicBezTo>
                    <a:pt x="69" y="0"/>
                    <a:pt x="72" y="2"/>
                    <a:pt x="72" y="6"/>
                  </a:cubicBezTo>
                  <a:cubicBezTo>
                    <a:pt x="72" y="42"/>
                    <a:pt x="72" y="42"/>
                    <a:pt x="72" y="42"/>
                  </a:cubicBezTo>
                  <a:cubicBezTo>
                    <a:pt x="72" y="55"/>
                    <a:pt x="68" y="62"/>
                    <a:pt x="60" y="65"/>
                  </a:cubicBezTo>
                  <a:cubicBezTo>
                    <a:pt x="60" y="114"/>
                    <a:pt x="60" y="114"/>
                    <a:pt x="60" y="114"/>
                  </a:cubicBezTo>
                  <a:cubicBezTo>
                    <a:pt x="60" y="117"/>
                    <a:pt x="57" y="120"/>
                    <a:pt x="54" y="120"/>
                  </a:cubicBezTo>
                  <a:close/>
                  <a:moveTo>
                    <a:pt x="24" y="108"/>
                  </a:moveTo>
                  <a:cubicBezTo>
                    <a:pt x="48" y="108"/>
                    <a:pt x="48" y="108"/>
                    <a:pt x="48" y="108"/>
                  </a:cubicBezTo>
                  <a:cubicBezTo>
                    <a:pt x="48" y="60"/>
                    <a:pt x="48" y="60"/>
                    <a:pt x="48" y="60"/>
                  </a:cubicBezTo>
                  <a:cubicBezTo>
                    <a:pt x="48" y="56"/>
                    <a:pt x="51" y="54"/>
                    <a:pt x="54" y="54"/>
                  </a:cubicBezTo>
                  <a:cubicBezTo>
                    <a:pt x="57" y="54"/>
                    <a:pt x="60" y="54"/>
                    <a:pt x="60" y="42"/>
                  </a:cubicBezTo>
                  <a:cubicBezTo>
                    <a:pt x="60" y="12"/>
                    <a:pt x="60" y="12"/>
                    <a:pt x="60" y="12"/>
                  </a:cubicBezTo>
                  <a:cubicBezTo>
                    <a:pt x="12" y="12"/>
                    <a:pt x="12" y="12"/>
                    <a:pt x="12" y="12"/>
                  </a:cubicBezTo>
                  <a:cubicBezTo>
                    <a:pt x="12" y="42"/>
                    <a:pt x="12" y="42"/>
                    <a:pt x="12" y="42"/>
                  </a:cubicBezTo>
                  <a:cubicBezTo>
                    <a:pt x="12" y="54"/>
                    <a:pt x="15" y="54"/>
                    <a:pt x="18" y="54"/>
                  </a:cubicBezTo>
                  <a:cubicBezTo>
                    <a:pt x="21" y="54"/>
                    <a:pt x="24" y="56"/>
                    <a:pt x="24" y="60"/>
                  </a:cubicBezTo>
                  <a:lnTo>
                    <a:pt x="2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77" name="Freeform 43">
              <a:extLst>
                <a:ext uri="{FF2B5EF4-FFF2-40B4-BE49-F238E27FC236}">
                  <a16:creationId xmlns:a16="http://schemas.microsoft.com/office/drawing/2014/main" id="{0B22C036-1BF3-914B-849D-BDC1213AB0A1}"/>
                </a:ext>
              </a:extLst>
            </p:cNvPr>
            <p:cNvSpPr>
              <a:spLocks noEditPoints="1"/>
            </p:cNvSpPr>
            <p:nvPr/>
          </p:nvSpPr>
          <p:spPr bwMode="auto">
            <a:xfrm>
              <a:off x="4800" y="815"/>
              <a:ext cx="147" cy="251"/>
            </a:xfrm>
            <a:custGeom>
              <a:avLst/>
              <a:gdLst>
                <a:gd name="T0" fmla="*/ 66 w 96"/>
                <a:gd name="T1" fmla="*/ 168 h 168"/>
                <a:gd name="T2" fmla="*/ 30 w 96"/>
                <a:gd name="T3" fmla="*/ 168 h 168"/>
                <a:gd name="T4" fmla="*/ 24 w 96"/>
                <a:gd name="T5" fmla="*/ 162 h 168"/>
                <a:gd name="T6" fmla="*/ 24 w 96"/>
                <a:gd name="T7" fmla="*/ 95 h 168"/>
                <a:gd name="T8" fmla="*/ 0 w 96"/>
                <a:gd name="T9" fmla="*/ 66 h 168"/>
                <a:gd name="T10" fmla="*/ 0 w 96"/>
                <a:gd name="T11" fmla="*/ 6 h 168"/>
                <a:gd name="T12" fmla="*/ 6 w 96"/>
                <a:gd name="T13" fmla="*/ 0 h 168"/>
                <a:gd name="T14" fmla="*/ 90 w 96"/>
                <a:gd name="T15" fmla="*/ 0 h 168"/>
                <a:gd name="T16" fmla="*/ 96 w 96"/>
                <a:gd name="T17" fmla="*/ 6 h 168"/>
                <a:gd name="T18" fmla="*/ 96 w 96"/>
                <a:gd name="T19" fmla="*/ 66 h 168"/>
                <a:gd name="T20" fmla="*/ 72 w 96"/>
                <a:gd name="T21" fmla="*/ 95 h 168"/>
                <a:gd name="T22" fmla="*/ 72 w 96"/>
                <a:gd name="T23" fmla="*/ 162 h 168"/>
                <a:gd name="T24" fmla="*/ 66 w 96"/>
                <a:gd name="T25" fmla="*/ 168 h 168"/>
                <a:gd name="T26" fmla="*/ 36 w 96"/>
                <a:gd name="T27" fmla="*/ 156 h 168"/>
                <a:gd name="T28" fmla="*/ 60 w 96"/>
                <a:gd name="T29" fmla="*/ 156 h 168"/>
                <a:gd name="T30" fmla="*/ 60 w 96"/>
                <a:gd name="T31" fmla="*/ 90 h 168"/>
                <a:gd name="T32" fmla="*/ 66 w 96"/>
                <a:gd name="T33" fmla="*/ 84 h 168"/>
                <a:gd name="T34" fmla="*/ 84 w 96"/>
                <a:gd name="T35" fmla="*/ 66 h 168"/>
                <a:gd name="T36" fmla="*/ 84 w 96"/>
                <a:gd name="T37" fmla="*/ 12 h 168"/>
                <a:gd name="T38" fmla="*/ 12 w 96"/>
                <a:gd name="T39" fmla="*/ 12 h 168"/>
                <a:gd name="T40" fmla="*/ 12 w 96"/>
                <a:gd name="T41" fmla="*/ 66 h 168"/>
                <a:gd name="T42" fmla="*/ 30 w 96"/>
                <a:gd name="T43" fmla="*/ 84 h 168"/>
                <a:gd name="T44" fmla="*/ 36 w 96"/>
                <a:gd name="T45" fmla="*/ 90 h 168"/>
                <a:gd name="T46" fmla="*/ 36 w 96"/>
                <a:gd name="T47"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6" h="168">
                  <a:moveTo>
                    <a:pt x="66" y="168"/>
                  </a:moveTo>
                  <a:cubicBezTo>
                    <a:pt x="30" y="168"/>
                    <a:pt x="30" y="168"/>
                    <a:pt x="30" y="168"/>
                  </a:cubicBezTo>
                  <a:cubicBezTo>
                    <a:pt x="27" y="168"/>
                    <a:pt x="24" y="165"/>
                    <a:pt x="24" y="162"/>
                  </a:cubicBezTo>
                  <a:cubicBezTo>
                    <a:pt x="24" y="95"/>
                    <a:pt x="24" y="95"/>
                    <a:pt x="24" y="95"/>
                  </a:cubicBezTo>
                  <a:cubicBezTo>
                    <a:pt x="10" y="92"/>
                    <a:pt x="0" y="80"/>
                    <a:pt x="0" y="66"/>
                  </a:cubicBezTo>
                  <a:cubicBezTo>
                    <a:pt x="0" y="6"/>
                    <a:pt x="0" y="6"/>
                    <a:pt x="0" y="6"/>
                  </a:cubicBezTo>
                  <a:cubicBezTo>
                    <a:pt x="0" y="2"/>
                    <a:pt x="3" y="0"/>
                    <a:pt x="6" y="0"/>
                  </a:cubicBezTo>
                  <a:cubicBezTo>
                    <a:pt x="90" y="0"/>
                    <a:pt x="90" y="0"/>
                    <a:pt x="90" y="0"/>
                  </a:cubicBezTo>
                  <a:cubicBezTo>
                    <a:pt x="93" y="0"/>
                    <a:pt x="96" y="2"/>
                    <a:pt x="96" y="6"/>
                  </a:cubicBezTo>
                  <a:cubicBezTo>
                    <a:pt x="96" y="66"/>
                    <a:pt x="96" y="66"/>
                    <a:pt x="96" y="66"/>
                  </a:cubicBezTo>
                  <a:cubicBezTo>
                    <a:pt x="96" y="80"/>
                    <a:pt x="86" y="92"/>
                    <a:pt x="72" y="95"/>
                  </a:cubicBezTo>
                  <a:cubicBezTo>
                    <a:pt x="72" y="162"/>
                    <a:pt x="72" y="162"/>
                    <a:pt x="72" y="162"/>
                  </a:cubicBezTo>
                  <a:cubicBezTo>
                    <a:pt x="72" y="165"/>
                    <a:pt x="69" y="168"/>
                    <a:pt x="66" y="168"/>
                  </a:cubicBezTo>
                  <a:close/>
                  <a:moveTo>
                    <a:pt x="36" y="156"/>
                  </a:moveTo>
                  <a:cubicBezTo>
                    <a:pt x="60" y="156"/>
                    <a:pt x="60" y="156"/>
                    <a:pt x="60" y="156"/>
                  </a:cubicBezTo>
                  <a:cubicBezTo>
                    <a:pt x="60" y="90"/>
                    <a:pt x="60" y="90"/>
                    <a:pt x="60" y="90"/>
                  </a:cubicBezTo>
                  <a:cubicBezTo>
                    <a:pt x="60" y="86"/>
                    <a:pt x="63" y="84"/>
                    <a:pt x="66" y="84"/>
                  </a:cubicBezTo>
                  <a:cubicBezTo>
                    <a:pt x="76" y="84"/>
                    <a:pt x="84" y="76"/>
                    <a:pt x="84" y="66"/>
                  </a:cubicBezTo>
                  <a:cubicBezTo>
                    <a:pt x="84" y="12"/>
                    <a:pt x="84" y="12"/>
                    <a:pt x="84" y="12"/>
                  </a:cubicBezTo>
                  <a:cubicBezTo>
                    <a:pt x="12" y="12"/>
                    <a:pt x="12" y="12"/>
                    <a:pt x="12" y="12"/>
                  </a:cubicBezTo>
                  <a:cubicBezTo>
                    <a:pt x="12" y="66"/>
                    <a:pt x="12" y="66"/>
                    <a:pt x="12" y="66"/>
                  </a:cubicBezTo>
                  <a:cubicBezTo>
                    <a:pt x="12" y="76"/>
                    <a:pt x="20" y="84"/>
                    <a:pt x="30" y="84"/>
                  </a:cubicBezTo>
                  <a:cubicBezTo>
                    <a:pt x="33" y="84"/>
                    <a:pt x="36" y="86"/>
                    <a:pt x="36" y="90"/>
                  </a:cubicBezTo>
                  <a:lnTo>
                    <a:pt x="36"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78" name="Freeform 44">
              <a:extLst>
                <a:ext uri="{FF2B5EF4-FFF2-40B4-BE49-F238E27FC236}">
                  <a16:creationId xmlns:a16="http://schemas.microsoft.com/office/drawing/2014/main" id="{E8B7DC9C-B6E3-214C-96AB-8281516F4326}"/>
                </a:ext>
              </a:extLst>
            </p:cNvPr>
            <p:cNvSpPr>
              <a:spLocks noEditPoints="1"/>
            </p:cNvSpPr>
            <p:nvPr/>
          </p:nvSpPr>
          <p:spPr bwMode="auto">
            <a:xfrm>
              <a:off x="4671" y="726"/>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79" name="Freeform 45">
              <a:extLst>
                <a:ext uri="{FF2B5EF4-FFF2-40B4-BE49-F238E27FC236}">
                  <a16:creationId xmlns:a16="http://schemas.microsoft.com/office/drawing/2014/main" id="{397E29E0-4660-AC44-AA91-82129C1E3367}"/>
                </a:ext>
              </a:extLst>
            </p:cNvPr>
            <p:cNvSpPr>
              <a:spLocks noEditPoints="1"/>
            </p:cNvSpPr>
            <p:nvPr/>
          </p:nvSpPr>
          <p:spPr bwMode="auto">
            <a:xfrm>
              <a:off x="5002" y="726"/>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80" name="Freeform 46">
              <a:extLst>
                <a:ext uri="{FF2B5EF4-FFF2-40B4-BE49-F238E27FC236}">
                  <a16:creationId xmlns:a16="http://schemas.microsoft.com/office/drawing/2014/main" id="{30250504-C013-FB41-8C0E-CC245995DB46}"/>
                </a:ext>
              </a:extLst>
            </p:cNvPr>
            <p:cNvSpPr>
              <a:spLocks noEditPoints="1"/>
            </p:cNvSpPr>
            <p:nvPr/>
          </p:nvSpPr>
          <p:spPr bwMode="auto">
            <a:xfrm>
              <a:off x="4818" y="690"/>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5"/>
                    <a:pt x="0" y="36"/>
                  </a:cubicBezTo>
                  <a:cubicBezTo>
                    <a:pt x="0" y="16"/>
                    <a:pt x="16" y="0"/>
                    <a:pt x="36" y="0"/>
                  </a:cubicBezTo>
                  <a:cubicBezTo>
                    <a:pt x="56" y="0"/>
                    <a:pt x="72" y="16"/>
                    <a:pt x="72" y="36"/>
                  </a:cubicBezTo>
                  <a:cubicBezTo>
                    <a:pt x="72" y="55"/>
                    <a:pt x="56" y="72"/>
                    <a:pt x="36" y="72"/>
                  </a:cubicBezTo>
                  <a:close/>
                  <a:moveTo>
                    <a:pt x="36" y="12"/>
                  </a:moveTo>
                  <a:cubicBezTo>
                    <a:pt x="23" y="12"/>
                    <a:pt x="12" y="22"/>
                    <a:pt x="12" y="36"/>
                  </a:cubicBezTo>
                  <a:cubicBezTo>
                    <a:pt x="12" y="49"/>
                    <a:pt x="23" y="60"/>
                    <a:pt x="36" y="60"/>
                  </a:cubicBezTo>
                  <a:cubicBezTo>
                    <a:pt x="49" y="60"/>
                    <a:pt x="60" y="49"/>
                    <a:pt x="60" y="36"/>
                  </a:cubicBezTo>
                  <a:cubicBezTo>
                    <a:pt x="60" y="22"/>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281" name="Group 122">
            <a:extLst>
              <a:ext uri="{FF2B5EF4-FFF2-40B4-BE49-F238E27FC236}">
                <a16:creationId xmlns:a16="http://schemas.microsoft.com/office/drawing/2014/main" id="{67283CD5-0255-B34C-BF7E-E084473C74C8}"/>
              </a:ext>
            </a:extLst>
          </p:cNvPr>
          <p:cNvGrpSpPr>
            <a:grpSpLocks noChangeAspect="1"/>
          </p:cNvGrpSpPr>
          <p:nvPr userDrawn="1"/>
        </p:nvGrpSpPr>
        <p:grpSpPr bwMode="auto">
          <a:xfrm>
            <a:off x="9677138" y="4315989"/>
            <a:ext cx="496566" cy="484180"/>
            <a:chOff x="487" y="3214"/>
            <a:chExt cx="441" cy="430"/>
          </a:xfrm>
          <a:solidFill>
            <a:schemeClr val="accent1"/>
          </a:solidFill>
        </p:grpSpPr>
        <p:sp>
          <p:nvSpPr>
            <p:cNvPr id="282" name="Freeform 123">
              <a:extLst>
                <a:ext uri="{FF2B5EF4-FFF2-40B4-BE49-F238E27FC236}">
                  <a16:creationId xmlns:a16="http://schemas.microsoft.com/office/drawing/2014/main" id="{72773FE5-CE95-0F4A-A086-070B43C2F3E0}"/>
                </a:ext>
              </a:extLst>
            </p:cNvPr>
            <p:cNvSpPr>
              <a:spLocks noEditPoints="1"/>
            </p:cNvSpPr>
            <p:nvPr/>
          </p:nvSpPr>
          <p:spPr bwMode="auto">
            <a:xfrm>
              <a:off x="579" y="3214"/>
              <a:ext cx="257" cy="233"/>
            </a:xfrm>
            <a:custGeom>
              <a:avLst/>
              <a:gdLst>
                <a:gd name="T0" fmla="*/ 66 w 168"/>
                <a:gd name="T1" fmla="*/ 156 h 156"/>
                <a:gd name="T2" fmla="*/ 62 w 168"/>
                <a:gd name="T3" fmla="*/ 154 h 156"/>
                <a:gd name="T4" fmla="*/ 28 w 168"/>
                <a:gd name="T5" fmla="*/ 120 h 156"/>
                <a:gd name="T6" fmla="*/ 18 w 168"/>
                <a:gd name="T7" fmla="*/ 120 h 156"/>
                <a:gd name="T8" fmla="*/ 0 w 168"/>
                <a:gd name="T9" fmla="*/ 102 h 156"/>
                <a:gd name="T10" fmla="*/ 0 w 168"/>
                <a:gd name="T11" fmla="*/ 18 h 156"/>
                <a:gd name="T12" fmla="*/ 18 w 168"/>
                <a:gd name="T13" fmla="*/ 0 h 156"/>
                <a:gd name="T14" fmla="*/ 150 w 168"/>
                <a:gd name="T15" fmla="*/ 0 h 156"/>
                <a:gd name="T16" fmla="*/ 168 w 168"/>
                <a:gd name="T17" fmla="*/ 18 h 156"/>
                <a:gd name="T18" fmla="*/ 168 w 168"/>
                <a:gd name="T19" fmla="*/ 102 h 156"/>
                <a:gd name="T20" fmla="*/ 150 w 168"/>
                <a:gd name="T21" fmla="*/ 120 h 156"/>
                <a:gd name="T22" fmla="*/ 72 w 168"/>
                <a:gd name="T23" fmla="*/ 120 h 156"/>
                <a:gd name="T24" fmla="*/ 72 w 168"/>
                <a:gd name="T25" fmla="*/ 150 h 156"/>
                <a:gd name="T26" fmla="*/ 69 w 168"/>
                <a:gd name="T27" fmla="*/ 156 h 156"/>
                <a:gd name="T28" fmla="*/ 66 w 168"/>
                <a:gd name="T29" fmla="*/ 156 h 156"/>
                <a:gd name="T30" fmla="*/ 18 w 168"/>
                <a:gd name="T31" fmla="*/ 12 h 156"/>
                <a:gd name="T32" fmla="*/ 12 w 168"/>
                <a:gd name="T33" fmla="*/ 18 h 156"/>
                <a:gd name="T34" fmla="*/ 12 w 168"/>
                <a:gd name="T35" fmla="*/ 102 h 156"/>
                <a:gd name="T36" fmla="*/ 18 w 168"/>
                <a:gd name="T37" fmla="*/ 108 h 156"/>
                <a:gd name="T38" fmla="*/ 30 w 168"/>
                <a:gd name="T39" fmla="*/ 108 h 156"/>
                <a:gd name="T40" fmla="*/ 34 w 168"/>
                <a:gd name="T41" fmla="*/ 110 h 156"/>
                <a:gd name="T42" fmla="*/ 60 w 168"/>
                <a:gd name="T43" fmla="*/ 136 h 156"/>
                <a:gd name="T44" fmla="*/ 60 w 168"/>
                <a:gd name="T45" fmla="*/ 114 h 156"/>
                <a:gd name="T46" fmla="*/ 66 w 168"/>
                <a:gd name="T47" fmla="*/ 108 h 156"/>
                <a:gd name="T48" fmla="*/ 150 w 168"/>
                <a:gd name="T49" fmla="*/ 108 h 156"/>
                <a:gd name="T50" fmla="*/ 156 w 168"/>
                <a:gd name="T51" fmla="*/ 102 h 156"/>
                <a:gd name="T52" fmla="*/ 156 w 168"/>
                <a:gd name="T53" fmla="*/ 18 h 156"/>
                <a:gd name="T54" fmla="*/ 150 w 168"/>
                <a:gd name="T55" fmla="*/ 12 h 156"/>
                <a:gd name="T56" fmla="*/ 18 w 168"/>
                <a:gd name="T57"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8" h="156">
                  <a:moveTo>
                    <a:pt x="66" y="156"/>
                  </a:moveTo>
                  <a:cubicBezTo>
                    <a:pt x="65" y="156"/>
                    <a:pt x="63" y="156"/>
                    <a:pt x="62" y="154"/>
                  </a:cubicBezTo>
                  <a:cubicBezTo>
                    <a:pt x="28" y="120"/>
                    <a:pt x="28" y="120"/>
                    <a:pt x="28" y="120"/>
                  </a:cubicBezTo>
                  <a:cubicBezTo>
                    <a:pt x="18" y="120"/>
                    <a:pt x="18" y="120"/>
                    <a:pt x="18" y="120"/>
                  </a:cubicBezTo>
                  <a:cubicBezTo>
                    <a:pt x="8" y="120"/>
                    <a:pt x="0" y="112"/>
                    <a:pt x="0" y="102"/>
                  </a:cubicBezTo>
                  <a:cubicBezTo>
                    <a:pt x="0" y="18"/>
                    <a:pt x="0" y="18"/>
                    <a:pt x="0" y="18"/>
                  </a:cubicBezTo>
                  <a:cubicBezTo>
                    <a:pt x="0" y="8"/>
                    <a:pt x="8" y="0"/>
                    <a:pt x="18" y="0"/>
                  </a:cubicBezTo>
                  <a:cubicBezTo>
                    <a:pt x="150" y="0"/>
                    <a:pt x="150" y="0"/>
                    <a:pt x="150" y="0"/>
                  </a:cubicBezTo>
                  <a:cubicBezTo>
                    <a:pt x="160" y="0"/>
                    <a:pt x="168" y="8"/>
                    <a:pt x="168" y="18"/>
                  </a:cubicBezTo>
                  <a:cubicBezTo>
                    <a:pt x="168" y="102"/>
                    <a:pt x="168" y="102"/>
                    <a:pt x="168" y="102"/>
                  </a:cubicBezTo>
                  <a:cubicBezTo>
                    <a:pt x="168" y="112"/>
                    <a:pt x="160" y="120"/>
                    <a:pt x="150" y="120"/>
                  </a:cubicBezTo>
                  <a:cubicBezTo>
                    <a:pt x="72" y="120"/>
                    <a:pt x="72" y="120"/>
                    <a:pt x="72" y="120"/>
                  </a:cubicBezTo>
                  <a:cubicBezTo>
                    <a:pt x="72" y="150"/>
                    <a:pt x="72" y="150"/>
                    <a:pt x="72" y="150"/>
                  </a:cubicBezTo>
                  <a:cubicBezTo>
                    <a:pt x="72" y="153"/>
                    <a:pt x="71" y="155"/>
                    <a:pt x="69" y="156"/>
                  </a:cubicBezTo>
                  <a:cubicBezTo>
                    <a:pt x="68" y="156"/>
                    <a:pt x="67" y="156"/>
                    <a:pt x="66" y="156"/>
                  </a:cubicBezTo>
                  <a:close/>
                  <a:moveTo>
                    <a:pt x="18" y="12"/>
                  </a:moveTo>
                  <a:cubicBezTo>
                    <a:pt x="15" y="12"/>
                    <a:pt x="12" y="15"/>
                    <a:pt x="12" y="18"/>
                  </a:cubicBezTo>
                  <a:cubicBezTo>
                    <a:pt x="12" y="102"/>
                    <a:pt x="12" y="102"/>
                    <a:pt x="12" y="102"/>
                  </a:cubicBezTo>
                  <a:cubicBezTo>
                    <a:pt x="12" y="105"/>
                    <a:pt x="15" y="108"/>
                    <a:pt x="18" y="108"/>
                  </a:cubicBezTo>
                  <a:cubicBezTo>
                    <a:pt x="30" y="108"/>
                    <a:pt x="30" y="108"/>
                    <a:pt x="30" y="108"/>
                  </a:cubicBezTo>
                  <a:cubicBezTo>
                    <a:pt x="32" y="108"/>
                    <a:pt x="33" y="109"/>
                    <a:pt x="34" y="110"/>
                  </a:cubicBezTo>
                  <a:cubicBezTo>
                    <a:pt x="60" y="136"/>
                    <a:pt x="60" y="136"/>
                    <a:pt x="60" y="136"/>
                  </a:cubicBezTo>
                  <a:cubicBezTo>
                    <a:pt x="60" y="114"/>
                    <a:pt x="60" y="114"/>
                    <a:pt x="60" y="114"/>
                  </a:cubicBezTo>
                  <a:cubicBezTo>
                    <a:pt x="60" y="111"/>
                    <a:pt x="63" y="108"/>
                    <a:pt x="66" y="108"/>
                  </a:cubicBezTo>
                  <a:cubicBezTo>
                    <a:pt x="150" y="108"/>
                    <a:pt x="150" y="108"/>
                    <a:pt x="150" y="108"/>
                  </a:cubicBezTo>
                  <a:cubicBezTo>
                    <a:pt x="154" y="108"/>
                    <a:pt x="156" y="105"/>
                    <a:pt x="156" y="102"/>
                  </a:cubicBezTo>
                  <a:cubicBezTo>
                    <a:pt x="156" y="18"/>
                    <a:pt x="156" y="18"/>
                    <a:pt x="156" y="18"/>
                  </a:cubicBezTo>
                  <a:cubicBezTo>
                    <a:pt x="156" y="15"/>
                    <a:pt x="154" y="12"/>
                    <a:pt x="150" y="12"/>
                  </a:cubicBezTo>
                  <a:lnTo>
                    <a:pt x="18"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83" name="Freeform 124">
              <a:extLst>
                <a:ext uri="{FF2B5EF4-FFF2-40B4-BE49-F238E27FC236}">
                  <a16:creationId xmlns:a16="http://schemas.microsoft.com/office/drawing/2014/main" id="{6CDD5E0D-6567-8F41-ADDA-4873270097A1}"/>
                </a:ext>
              </a:extLst>
            </p:cNvPr>
            <p:cNvSpPr>
              <a:spLocks noEditPoints="1"/>
            </p:cNvSpPr>
            <p:nvPr/>
          </p:nvSpPr>
          <p:spPr bwMode="auto">
            <a:xfrm>
              <a:off x="790" y="3411"/>
              <a:ext cx="110" cy="108"/>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84" name="Freeform 125">
              <a:extLst>
                <a:ext uri="{FF2B5EF4-FFF2-40B4-BE49-F238E27FC236}">
                  <a16:creationId xmlns:a16="http://schemas.microsoft.com/office/drawing/2014/main" id="{5E033DBE-D634-B34B-A4D9-A3AB7C0A517D}"/>
                </a:ext>
              </a:extLst>
            </p:cNvPr>
            <p:cNvSpPr>
              <a:spLocks noEditPoints="1"/>
            </p:cNvSpPr>
            <p:nvPr/>
          </p:nvSpPr>
          <p:spPr bwMode="auto">
            <a:xfrm>
              <a:off x="763" y="3501"/>
              <a:ext cx="165" cy="89"/>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85" name="Freeform 126">
              <a:extLst>
                <a:ext uri="{FF2B5EF4-FFF2-40B4-BE49-F238E27FC236}">
                  <a16:creationId xmlns:a16="http://schemas.microsoft.com/office/drawing/2014/main" id="{88700ED7-B9BA-B04A-9A1A-F877F79FB300}"/>
                </a:ext>
              </a:extLst>
            </p:cNvPr>
            <p:cNvSpPr>
              <a:spLocks noEditPoints="1"/>
            </p:cNvSpPr>
            <p:nvPr/>
          </p:nvSpPr>
          <p:spPr bwMode="auto">
            <a:xfrm>
              <a:off x="515" y="3411"/>
              <a:ext cx="110" cy="108"/>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86" name="Freeform 127">
              <a:extLst>
                <a:ext uri="{FF2B5EF4-FFF2-40B4-BE49-F238E27FC236}">
                  <a16:creationId xmlns:a16="http://schemas.microsoft.com/office/drawing/2014/main" id="{BD63F862-ED81-B442-A78A-FA6F5D451E40}"/>
                </a:ext>
              </a:extLst>
            </p:cNvPr>
            <p:cNvSpPr>
              <a:spLocks noEditPoints="1"/>
            </p:cNvSpPr>
            <p:nvPr/>
          </p:nvSpPr>
          <p:spPr bwMode="auto">
            <a:xfrm>
              <a:off x="487" y="3501"/>
              <a:ext cx="165" cy="89"/>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87" name="Freeform 128">
              <a:extLst>
                <a:ext uri="{FF2B5EF4-FFF2-40B4-BE49-F238E27FC236}">
                  <a16:creationId xmlns:a16="http://schemas.microsoft.com/office/drawing/2014/main" id="{52268FC6-A33C-ED46-9336-05D86CD13697}"/>
                </a:ext>
              </a:extLst>
            </p:cNvPr>
            <p:cNvSpPr>
              <a:spLocks noEditPoints="1"/>
            </p:cNvSpPr>
            <p:nvPr/>
          </p:nvSpPr>
          <p:spPr bwMode="auto">
            <a:xfrm>
              <a:off x="652" y="3465"/>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88" name="Freeform 129">
              <a:extLst>
                <a:ext uri="{FF2B5EF4-FFF2-40B4-BE49-F238E27FC236}">
                  <a16:creationId xmlns:a16="http://schemas.microsoft.com/office/drawing/2014/main" id="{56D30168-2DF4-C24E-A79D-080A99416751}"/>
                </a:ext>
              </a:extLst>
            </p:cNvPr>
            <p:cNvSpPr>
              <a:spLocks noEditPoints="1"/>
            </p:cNvSpPr>
            <p:nvPr/>
          </p:nvSpPr>
          <p:spPr bwMode="auto">
            <a:xfrm>
              <a:off x="625" y="3554"/>
              <a:ext cx="165" cy="90"/>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89" name="Freeform 130">
              <a:extLst>
                <a:ext uri="{FF2B5EF4-FFF2-40B4-BE49-F238E27FC236}">
                  <a16:creationId xmlns:a16="http://schemas.microsoft.com/office/drawing/2014/main" id="{A4CCAC9E-9F1D-7349-BC9A-B1EF22D519BF}"/>
                </a:ext>
              </a:extLst>
            </p:cNvPr>
            <p:cNvSpPr>
              <a:spLocks/>
            </p:cNvSpPr>
            <p:nvPr/>
          </p:nvSpPr>
          <p:spPr bwMode="auto">
            <a:xfrm>
              <a:off x="634" y="3250"/>
              <a:ext cx="147" cy="18"/>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90" name="Freeform 131">
              <a:extLst>
                <a:ext uri="{FF2B5EF4-FFF2-40B4-BE49-F238E27FC236}">
                  <a16:creationId xmlns:a16="http://schemas.microsoft.com/office/drawing/2014/main" id="{747CB487-9672-EB4E-BF7A-C18B01144E97}"/>
                </a:ext>
              </a:extLst>
            </p:cNvPr>
            <p:cNvSpPr>
              <a:spLocks/>
            </p:cNvSpPr>
            <p:nvPr/>
          </p:nvSpPr>
          <p:spPr bwMode="auto">
            <a:xfrm>
              <a:off x="634" y="3286"/>
              <a:ext cx="147" cy="18"/>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91" name="Freeform 132">
              <a:extLst>
                <a:ext uri="{FF2B5EF4-FFF2-40B4-BE49-F238E27FC236}">
                  <a16:creationId xmlns:a16="http://schemas.microsoft.com/office/drawing/2014/main" id="{5B3A23BE-3A97-9841-A871-547EA51CCD45}"/>
                </a:ext>
              </a:extLst>
            </p:cNvPr>
            <p:cNvSpPr>
              <a:spLocks/>
            </p:cNvSpPr>
            <p:nvPr/>
          </p:nvSpPr>
          <p:spPr bwMode="auto">
            <a:xfrm>
              <a:off x="634" y="3322"/>
              <a:ext cx="147" cy="17"/>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292" name="Group 140">
            <a:extLst>
              <a:ext uri="{FF2B5EF4-FFF2-40B4-BE49-F238E27FC236}">
                <a16:creationId xmlns:a16="http://schemas.microsoft.com/office/drawing/2014/main" id="{AA388C1F-8ED0-A044-89DE-83D0EEEFC80D}"/>
              </a:ext>
            </a:extLst>
          </p:cNvPr>
          <p:cNvGrpSpPr>
            <a:grpSpLocks noChangeAspect="1"/>
          </p:cNvGrpSpPr>
          <p:nvPr userDrawn="1"/>
        </p:nvGrpSpPr>
        <p:grpSpPr bwMode="auto">
          <a:xfrm>
            <a:off x="10942164" y="1923077"/>
            <a:ext cx="513762" cy="513760"/>
            <a:chOff x="1560" y="3157"/>
            <a:chExt cx="426" cy="426"/>
          </a:xfrm>
          <a:solidFill>
            <a:schemeClr val="accent1"/>
          </a:solidFill>
        </p:grpSpPr>
        <p:sp>
          <p:nvSpPr>
            <p:cNvPr id="293" name="Freeform 141">
              <a:extLst>
                <a:ext uri="{FF2B5EF4-FFF2-40B4-BE49-F238E27FC236}">
                  <a16:creationId xmlns:a16="http://schemas.microsoft.com/office/drawing/2014/main" id="{6DC37675-C2E9-FC4D-97FC-14D1439C69D6}"/>
                </a:ext>
              </a:extLst>
            </p:cNvPr>
            <p:cNvSpPr>
              <a:spLocks noEditPoints="1"/>
            </p:cNvSpPr>
            <p:nvPr/>
          </p:nvSpPr>
          <p:spPr bwMode="auto">
            <a:xfrm>
              <a:off x="1702" y="3211"/>
              <a:ext cx="142" cy="141"/>
            </a:xfrm>
            <a:custGeom>
              <a:avLst/>
              <a:gdLst>
                <a:gd name="T0" fmla="*/ 48 w 96"/>
                <a:gd name="T1" fmla="*/ 96 h 96"/>
                <a:gd name="T2" fmla="*/ 0 w 96"/>
                <a:gd name="T3" fmla="*/ 48 h 96"/>
                <a:gd name="T4" fmla="*/ 48 w 96"/>
                <a:gd name="T5" fmla="*/ 0 h 96"/>
                <a:gd name="T6" fmla="*/ 96 w 96"/>
                <a:gd name="T7" fmla="*/ 48 h 96"/>
                <a:gd name="T8" fmla="*/ 48 w 96"/>
                <a:gd name="T9" fmla="*/ 96 h 96"/>
                <a:gd name="T10" fmla="*/ 48 w 96"/>
                <a:gd name="T11" fmla="*/ 12 h 96"/>
                <a:gd name="T12" fmla="*/ 12 w 96"/>
                <a:gd name="T13" fmla="*/ 48 h 96"/>
                <a:gd name="T14" fmla="*/ 48 w 96"/>
                <a:gd name="T15" fmla="*/ 84 h 96"/>
                <a:gd name="T16" fmla="*/ 84 w 96"/>
                <a:gd name="T17" fmla="*/ 48 h 96"/>
                <a:gd name="T18" fmla="*/ 48 w 96"/>
                <a:gd name="T19" fmla="*/ 1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96"/>
                  </a:moveTo>
                  <a:cubicBezTo>
                    <a:pt x="22" y="96"/>
                    <a:pt x="0" y="75"/>
                    <a:pt x="0" y="48"/>
                  </a:cubicBezTo>
                  <a:cubicBezTo>
                    <a:pt x="0" y="22"/>
                    <a:pt x="22" y="0"/>
                    <a:pt x="48" y="0"/>
                  </a:cubicBezTo>
                  <a:cubicBezTo>
                    <a:pt x="75" y="0"/>
                    <a:pt x="96" y="22"/>
                    <a:pt x="96" y="48"/>
                  </a:cubicBezTo>
                  <a:cubicBezTo>
                    <a:pt x="96" y="75"/>
                    <a:pt x="75" y="96"/>
                    <a:pt x="48" y="96"/>
                  </a:cubicBezTo>
                  <a:close/>
                  <a:moveTo>
                    <a:pt x="48" y="12"/>
                  </a:moveTo>
                  <a:cubicBezTo>
                    <a:pt x="28" y="12"/>
                    <a:pt x="12" y="29"/>
                    <a:pt x="12" y="48"/>
                  </a:cubicBezTo>
                  <a:cubicBezTo>
                    <a:pt x="12" y="68"/>
                    <a:pt x="28" y="84"/>
                    <a:pt x="48" y="84"/>
                  </a:cubicBezTo>
                  <a:cubicBezTo>
                    <a:pt x="68" y="84"/>
                    <a:pt x="84" y="68"/>
                    <a:pt x="84" y="48"/>
                  </a:cubicBezTo>
                  <a:cubicBezTo>
                    <a:pt x="84" y="29"/>
                    <a:pt x="68" y="12"/>
                    <a:pt x="4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94" name="Freeform 142">
              <a:extLst>
                <a:ext uri="{FF2B5EF4-FFF2-40B4-BE49-F238E27FC236}">
                  <a16:creationId xmlns:a16="http://schemas.microsoft.com/office/drawing/2014/main" id="{4F2931D0-0ECD-044F-B8D7-5EE83E53FC2A}"/>
                </a:ext>
              </a:extLst>
            </p:cNvPr>
            <p:cNvSpPr>
              <a:spLocks noEditPoints="1"/>
            </p:cNvSpPr>
            <p:nvPr/>
          </p:nvSpPr>
          <p:spPr bwMode="auto">
            <a:xfrm>
              <a:off x="1643" y="3157"/>
              <a:ext cx="262" cy="392"/>
            </a:xfrm>
            <a:custGeom>
              <a:avLst/>
              <a:gdLst>
                <a:gd name="T0" fmla="*/ 88 w 177"/>
                <a:gd name="T1" fmla="*/ 265 h 265"/>
                <a:gd name="T2" fmla="*/ 88 w 177"/>
                <a:gd name="T3" fmla="*/ 265 h 265"/>
                <a:gd name="T4" fmla="*/ 83 w 177"/>
                <a:gd name="T5" fmla="*/ 262 h 265"/>
                <a:gd name="T6" fmla="*/ 0 w 177"/>
                <a:gd name="T7" fmla="*/ 89 h 265"/>
                <a:gd name="T8" fmla="*/ 88 w 177"/>
                <a:gd name="T9" fmla="*/ 0 h 265"/>
                <a:gd name="T10" fmla="*/ 177 w 177"/>
                <a:gd name="T11" fmla="*/ 89 h 265"/>
                <a:gd name="T12" fmla="*/ 93 w 177"/>
                <a:gd name="T13" fmla="*/ 262 h 265"/>
                <a:gd name="T14" fmla="*/ 88 w 177"/>
                <a:gd name="T15" fmla="*/ 265 h 265"/>
                <a:gd name="T16" fmla="*/ 88 w 177"/>
                <a:gd name="T17" fmla="*/ 12 h 265"/>
                <a:gd name="T18" fmla="*/ 12 w 177"/>
                <a:gd name="T19" fmla="*/ 89 h 265"/>
                <a:gd name="T20" fmla="*/ 88 w 177"/>
                <a:gd name="T21" fmla="*/ 248 h 265"/>
                <a:gd name="T22" fmla="*/ 165 w 177"/>
                <a:gd name="T23" fmla="*/ 89 h 265"/>
                <a:gd name="T24" fmla="*/ 88 w 177"/>
                <a:gd name="T25" fmla="*/ 1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7" h="265">
                  <a:moveTo>
                    <a:pt x="88" y="265"/>
                  </a:moveTo>
                  <a:cubicBezTo>
                    <a:pt x="88" y="265"/>
                    <a:pt x="88" y="265"/>
                    <a:pt x="88" y="265"/>
                  </a:cubicBezTo>
                  <a:cubicBezTo>
                    <a:pt x="86" y="265"/>
                    <a:pt x="84" y="264"/>
                    <a:pt x="83" y="262"/>
                  </a:cubicBezTo>
                  <a:cubicBezTo>
                    <a:pt x="80" y="257"/>
                    <a:pt x="0" y="135"/>
                    <a:pt x="0" y="89"/>
                  </a:cubicBezTo>
                  <a:cubicBezTo>
                    <a:pt x="0" y="40"/>
                    <a:pt x="40" y="0"/>
                    <a:pt x="88" y="0"/>
                  </a:cubicBezTo>
                  <a:cubicBezTo>
                    <a:pt x="137" y="0"/>
                    <a:pt x="177" y="40"/>
                    <a:pt x="177" y="89"/>
                  </a:cubicBezTo>
                  <a:cubicBezTo>
                    <a:pt x="177" y="135"/>
                    <a:pt x="97" y="257"/>
                    <a:pt x="93" y="262"/>
                  </a:cubicBezTo>
                  <a:cubicBezTo>
                    <a:pt x="92" y="264"/>
                    <a:pt x="90" y="265"/>
                    <a:pt x="88" y="265"/>
                  </a:cubicBezTo>
                  <a:close/>
                  <a:moveTo>
                    <a:pt x="88" y="12"/>
                  </a:moveTo>
                  <a:cubicBezTo>
                    <a:pt x="46" y="12"/>
                    <a:pt x="12" y="47"/>
                    <a:pt x="12" y="89"/>
                  </a:cubicBezTo>
                  <a:cubicBezTo>
                    <a:pt x="12" y="126"/>
                    <a:pt x="71" y="220"/>
                    <a:pt x="88" y="248"/>
                  </a:cubicBezTo>
                  <a:cubicBezTo>
                    <a:pt x="106" y="220"/>
                    <a:pt x="165" y="126"/>
                    <a:pt x="165" y="89"/>
                  </a:cubicBezTo>
                  <a:cubicBezTo>
                    <a:pt x="165" y="47"/>
                    <a:pt x="130" y="12"/>
                    <a:pt x="8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95" name="Freeform 143">
              <a:extLst>
                <a:ext uri="{FF2B5EF4-FFF2-40B4-BE49-F238E27FC236}">
                  <a16:creationId xmlns:a16="http://schemas.microsoft.com/office/drawing/2014/main" id="{2A0F5EEC-4050-F048-8AF4-786AD6520BE2}"/>
                </a:ext>
              </a:extLst>
            </p:cNvPr>
            <p:cNvSpPr>
              <a:spLocks noEditPoints="1"/>
            </p:cNvSpPr>
            <p:nvPr/>
          </p:nvSpPr>
          <p:spPr bwMode="auto">
            <a:xfrm>
              <a:off x="1560" y="3499"/>
              <a:ext cx="426" cy="84"/>
            </a:xfrm>
            <a:custGeom>
              <a:avLst/>
              <a:gdLst>
                <a:gd name="T0" fmla="*/ 144 w 288"/>
                <a:gd name="T1" fmla="*/ 57 h 57"/>
                <a:gd name="T2" fmla="*/ 0 w 288"/>
                <a:gd name="T3" fmla="*/ 27 h 57"/>
                <a:gd name="T4" fmla="*/ 83 w 288"/>
                <a:gd name="T5" fmla="*/ 0 h 57"/>
                <a:gd name="T6" fmla="*/ 90 w 288"/>
                <a:gd name="T7" fmla="*/ 5 h 57"/>
                <a:gd name="T8" fmla="*/ 84 w 288"/>
                <a:gd name="T9" fmla="*/ 12 h 57"/>
                <a:gd name="T10" fmla="*/ 13 w 288"/>
                <a:gd name="T11" fmla="*/ 27 h 57"/>
                <a:gd name="T12" fmla="*/ 144 w 288"/>
                <a:gd name="T13" fmla="*/ 45 h 57"/>
                <a:gd name="T14" fmla="*/ 276 w 288"/>
                <a:gd name="T15" fmla="*/ 27 h 57"/>
                <a:gd name="T16" fmla="*/ 204 w 288"/>
                <a:gd name="T17" fmla="*/ 12 h 57"/>
                <a:gd name="T18" fmla="*/ 198 w 288"/>
                <a:gd name="T19" fmla="*/ 5 h 57"/>
                <a:gd name="T20" fmla="*/ 205 w 288"/>
                <a:gd name="T21" fmla="*/ 0 h 57"/>
                <a:gd name="T22" fmla="*/ 288 w 288"/>
                <a:gd name="T23" fmla="*/ 27 h 57"/>
                <a:gd name="T24" fmla="*/ 144 w 288"/>
                <a:gd name="T25" fmla="*/ 57 h 57"/>
                <a:gd name="T26" fmla="*/ 276 w 288"/>
                <a:gd name="T27" fmla="*/ 28 h 57"/>
                <a:gd name="T28" fmla="*/ 276 w 288"/>
                <a:gd name="T29"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8" h="57">
                  <a:moveTo>
                    <a:pt x="144" y="57"/>
                  </a:moveTo>
                  <a:cubicBezTo>
                    <a:pt x="130" y="57"/>
                    <a:pt x="0" y="57"/>
                    <a:pt x="0" y="27"/>
                  </a:cubicBezTo>
                  <a:cubicBezTo>
                    <a:pt x="0" y="14"/>
                    <a:pt x="28" y="5"/>
                    <a:pt x="83" y="0"/>
                  </a:cubicBezTo>
                  <a:cubicBezTo>
                    <a:pt x="87" y="0"/>
                    <a:pt x="89" y="2"/>
                    <a:pt x="90" y="5"/>
                  </a:cubicBezTo>
                  <a:cubicBezTo>
                    <a:pt x="90" y="9"/>
                    <a:pt x="88" y="12"/>
                    <a:pt x="84" y="12"/>
                  </a:cubicBezTo>
                  <a:cubicBezTo>
                    <a:pt x="33" y="16"/>
                    <a:pt x="16" y="24"/>
                    <a:pt x="13" y="27"/>
                  </a:cubicBezTo>
                  <a:cubicBezTo>
                    <a:pt x="18" y="34"/>
                    <a:pt x="65" y="45"/>
                    <a:pt x="144" y="45"/>
                  </a:cubicBezTo>
                  <a:cubicBezTo>
                    <a:pt x="223" y="45"/>
                    <a:pt x="270" y="34"/>
                    <a:pt x="276" y="27"/>
                  </a:cubicBezTo>
                  <a:cubicBezTo>
                    <a:pt x="273" y="24"/>
                    <a:pt x="255" y="16"/>
                    <a:pt x="204" y="12"/>
                  </a:cubicBezTo>
                  <a:cubicBezTo>
                    <a:pt x="200" y="12"/>
                    <a:pt x="198" y="9"/>
                    <a:pt x="198" y="5"/>
                  </a:cubicBezTo>
                  <a:cubicBezTo>
                    <a:pt x="199" y="2"/>
                    <a:pt x="201" y="0"/>
                    <a:pt x="205" y="0"/>
                  </a:cubicBezTo>
                  <a:cubicBezTo>
                    <a:pt x="260" y="5"/>
                    <a:pt x="288" y="14"/>
                    <a:pt x="288" y="27"/>
                  </a:cubicBezTo>
                  <a:cubicBezTo>
                    <a:pt x="288" y="57"/>
                    <a:pt x="159" y="57"/>
                    <a:pt x="144" y="57"/>
                  </a:cubicBezTo>
                  <a:close/>
                  <a:moveTo>
                    <a:pt x="276" y="28"/>
                  </a:moveTo>
                  <a:cubicBezTo>
                    <a:pt x="276" y="28"/>
                    <a:pt x="276" y="28"/>
                    <a:pt x="276"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296" name="Group 265">
            <a:extLst>
              <a:ext uri="{FF2B5EF4-FFF2-40B4-BE49-F238E27FC236}">
                <a16:creationId xmlns:a16="http://schemas.microsoft.com/office/drawing/2014/main" id="{DB574722-631E-164E-AF27-0911A2FEC321}"/>
              </a:ext>
            </a:extLst>
          </p:cNvPr>
          <p:cNvGrpSpPr>
            <a:grpSpLocks noChangeAspect="1"/>
          </p:cNvGrpSpPr>
          <p:nvPr userDrawn="1"/>
        </p:nvGrpSpPr>
        <p:grpSpPr bwMode="auto">
          <a:xfrm>
            <a:off x="9686502" y="1940477"/>
            <a:ext cx="477838" cy="478960"/>
            <a:chOff x="4480" y="2998"/>
            <a:chExt cx="426" cy="427"/>
          </a:xfrm>
          <a:solidFill>
            <a:schemeClr val="accent1"/>
          </a:solidFill>
        </p:grpSpPr>
        <p:sp>
          <p:nvSpPr>
            <p:cNvPr id="297" name="Freeform 266">
              <a:extLst>
                <a:ext uri="{FF2B5EF4-FFF2-40B4-BE49-F238E27FC236}">
                  <a16:creationId xmlns:a16="http://schemas.microsoft.com/office/drawing/2014/main" id="{B9360F8F-35A5-2948-A337-3FA5820849CE}"/>
                </a:ext>
              </a:extLst>
            </p:cNvPr>
            <p:cNvSpPr>
              <a:spLocks noEditPoints="1"/>
            </p:cNvSpPr>
            <p:nvPr/>
          </p:nvSpPr>
          <p:spPr bwMode="auto">
            <a:xfrm>
              <a:off x="4480" y="2998"/>
              <a:ext cx="426" cy="427"/>
            </a:xfrm>
            <a:custGeom>
              <a:avLst/>
              <a:gdLst>
                <a:gd name="T0" fmla="*/ 144 w 288"/>
                <a:gd name="T1" fmla="*/ 288 h 288"/>
                <a:gd name="T2" fmla="*/ 0 w 288"/>
                <a:gd name="T3" fmla="*/ 141 h 288"/>
                <a:gd name="T4" fmla="*/ 138 w 288"/>
                <a:gd name="T5" fmla="*/ 0 h 288"/>
                <a:gd name="T6" fmla="*/ 144 w 288"/>
                <a:gd name="T7" fmla="*/ 0 h 288"/>
                <a:gd name="T8" fmla="*/ 288 w 288"/>
                <a:gd name="T9" fmla="*/ 143 h 288"/>
                <a:gd name="T10" fmla="*/ 144 w 288"/>
                <a:gd name="T11" fmla="*/ 288 h 288"/>
                <a:gd name="T12" fmla="*/ 144 w 288"/>
                <a:gd name="T13" fmla="*/ 12 h 288"/>
                <a:gd name="T14" fmla="*/ 139 w 288"/>
                <a:gd name="T15" fmla="*/ 12 h 288"/>
                <a:gd name="T16" fmla="*/ 12 w 288"/>
                <a:gd name="T17" fmla="*/ 141 h 288"/>
                <a:gd name="T18" fmla="*/ 144 w 288"/>
                <a:gd name="T19" fmla="*/ 276 h 288"/>
                <a:gd name="T20" fmla="*/ 276 w 288"/>
                <a:gd name="T21" fmla="*/ 143 h 288"/>
                <a:gd name="T22" fmla="*/ 144 w 288"/>
                <a:gd name="T23"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8" h="288">
                  <a:moveTo>
                    <a:pt x="144" y="288"/>
                  </a:moveTo>
                  <a:cubicBezTo>
                    <a:pt x="65" y="288"/>
                    <a:pt x="0" y="222"/>
                    <a:pt x="0" y="141"/>
                  </a:cubicBezTo>
                  <a:cubicBezTo>
                    <a:pt x="0" y="64"/>
                    <a:pt x="60" y="3"/>
                    <a:pt x="138" y="0"/>
                  </a:cubicBezTo>
                  <a:cubicBezTo>
                    <a:pt x="140" y="0"/>
                    <a:pt x="142" y="0"/>
                    <a:pt x="144" y="0"/>
                  </a:cubicBezTo>
                  <a:cubicBezTo>
                    <a:pt x="224" y="0"/>
                    <a:pt x="288" y="64"/>
                    <a:pt x="288" y="143"/>
                  </a:cubicBezTo>
                  <a:cubicBezTo>
                    <a:pt x="288" y="223"/>
                    <a:pt x="224" y="288"/>
                    <a:pt x="144" y="288"/>
                  </a:cubicBezTo>
                  <a:close/>
                  <a:moveTo>
                    <a:pt x="144" y="12"/>
                  </a:moveTo>
                  <a:cubicBezTo>
                    <a:pt x="143" y="12"/>
                    <a:pt x="141" y="12"/>
                    <a:pt x="139" y="12"/>
                  </a:cubicBezTo>
                  <a:cubicBezTo>
                    <a:pt x="67" y="15"/>
                    <a:pt x="12" y="70"/>
                    <a:pt x="12" y="141"/>
                  </a:cubicBezTo>
                  <a:cubicBezTo>
                    <a:pt x="12" y="215"/>
                    <a:pt x="71" y="276"/>
                    <a:pt x="144" y="276"/>
                  </a:cubicBezTo>
                  <a:cubicBezTo>
                    <a:pt x="217" y="276"/>
                    <a:pt x="276" y="216"/>
                    <a:pt x="276" y="143"/>
                  </a:cubicBezTo>
                  <a:cubicBezTo>
                    <a:pt x="276" y="71"/>
                    <a:pt x="217"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98" name="Freeform 267">
              <a:extLst>
                <a:ext uri="{FF2B5EF4-FFF2-40B4-BE49-F238E27FC236}">
                  <a16:creationId xmlns:a16="http://schemas.microsoft.com/office/drawing/2014/main" id="{D12E7AA0-6D6F-1C44-A651-D3A086359C5B}"/>
                </a:ext>
              </a:extLst>
            </p:cNvPr>
            <p:cNvSpPr>
              <a:spLocks/>
            </p:cNvSpPr>
            <p:nvPr/>
          </p:nvSpPr>
          <p:spPr bwMode="auto">
            <a:xfrm>
              <a:off x="4569" y="3001"/>
              <a:ext cx="123" cy="419"/>
            </a:xfrm>
            <a:custGeom>
              <a:avLst/>
              <a:gdLst>
                <a:gd name="T0" fmla="*/ 74 w 83"/>
                <a:gd name="T1" fmla="*/ 283 h 283"/>
                <a:gd name="T2" fmla="*/ 74 w 83"/>
                <a:gd name="T3" fmla="*/ 0 h 283"/>
                <a:gd name="T4" fmla="*/ 83 w 83"/>
                <a:gd name="T5" fmla="*/ 8 h 283"/>
                <a:gd name="T6" fmla="*/ 83 w 83"/>
                <a:gd name="T7" fmla="*/ 276 h 283"/>
                <a:gd name="T8" fmla="*/ 74 w 83"/>
                <a:gd name="T9" fmla="*/ 283 h 283"/>
              </a:gdLst>
              <a:ahLst/>
              <a:cxnLst>
                <a:cxn ang="0">
                  <a:pos x="T0" y="T1"/>
                </a:cxn>
                <a:cxn ang="0">
                  <a:pos x="T2" y="T3"/>
                </a:cxn>
                <a:cxn ang="0">
                  <a:pos x="T4" y="T5"/>
                </a:cxn>
                <a:cxn ang="0">
                  <a:pos x="T6" y="T7"/>
                </a:cxn>
                <a:cxn ang="0">
                  <a:pos x="T8" y="T9"/>
                </a:cxn>
              </a:cxnLst>
              <a:rect l="0" t="0" r="r" b="b"/>
              <a:pathLst>
                <a:path w="83" h="283">
                  <a:moveTo>
                    <a:pt x="74" y="283"/>
                  </a:moveTo>
                  <a:cubicBezTo>
                    <a:pt x="0" y="186"/>
                    <a:pt x="1" y="80"/>
                    <a:pt x="74" y="0"/>
                  </a:cubicBezTo>
                  <a:cubicBezTo>
                    <a:pt x="83" y="8"/>
                    <a:pt x="83" y="8"/>
                    <a:pt x="83" y="8"/>
                  </a:cubicBezTo>
                  <a:cubicBezTo>
                    <a:pt x="13" y="84"/>
                    <a:pt x="13" y="182"/>
                    <a:pt x="83" y="276"/>
                  </a:cubicBezTo>
                  <a:lnTo>
                    <a:pt x="74" y="2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99" name="Freeform 268">
              <a:extLst>
                <a:ext uri="{FF2B5EF4-FFF2-40B4-BE49-F238E27FC236}">
                  <a16:creationId xmlns:a16="http://schemas.microsoft.com/office/drawing/2014/main" id="{106A933E-5559-2E41-A345-731A2E0F8E12}"/>
                </a:ext>
              </a:extLst>
            </p:cNvPr>
            <p:cNvSpPr>
              <a:spLocks/>
            </p:cNvSpPr>
            <p:nvPr/>
          </p:nvSpPr>
          <p:spPr bwMode="auto">
            <a:xfrm>
              <a:off x="4696" y="3001"/>
              <a:ext cx="123" cy="419"/>
            </a:xfrm>
            <a:custGeom>
              <a:avLst/>
              <a:gdLst>
                <a:gd name="T0" fmla="*/ 9 w 83"/>
                <a:gd name="T1" fmla="*/ 283 h 283"/>
                <a:gd name="T2" fmla="*/ 0 w 83"/>
                <a:gd name="T3" fmla="*/ 276 h 283"/>
                <a:gd name="T4" fmla="*/ 0 w 83"/>
                <a:gd name="T5" fmla="*/ 8 h 283"/>
                <a:gd name="T6" fmla="*/ 9 w 83"/>
                <a:gd name="T7" fmla="*/ 0 h 283"/>
                <a:gd name="T8" fmla="*/ 9 w 83"/>
                <a:gd name="T9" fmla="*/ 283 h 283"/>
              </a:gdLst>
              <a:ahLst/>
              <a:cxnLst>
                <a:cxn ang="0">
                  <a:pos x="T0" y="T1"/>
                </a:cxn>
                <a:cxn ang="0">
                  <a:pos x="T2" y="T3"/>
                </a:cxn>
                <a:cxn ang="0">
                  <a:pos x="T4" y="T5"/>
                </a:cxn>
                <a:cxn ang="0">
                  <a:pos x="T6" y="T7"/>
                </a:cxn>
                <a:cxn ang="0">
                  <a:pos x="T8" y="T9"/>
                </a:cxn>
              </a:cxnLst>
              <a:rect l="0" t="0" r="r" b="b"/>
              <a:pathLst>
                <a:path w="83" h="283">
                  <a:moveTo>
                    <a:pt x="9" y="283"/>
                  </a:moveTo>
                  <a:cubicBezTo>
                    <a:pt x="0" y="276"/>
                    <a:pt x="0" y="276"/>
                    <a:pt x="0" y="276"/>
                  </a:cubicBezTo>
                  <a:cubicBezTo>
                    <a:pt x="70" y="182"/>
                    <a:pt x="70" y="84"/>
                    <a:pt x="0" y="8"/>
                  </a:cubicBezTo>
                  <a:cubicBezTo>
                    <a:pt x="9" y="0"/>
                    <a:pt x="9" y="0"/>
                    <a:pt x="9" y="0"/>
                  </a:cubicBezTo>
                  <a:cubicBezTo>
                    <a:pt x="82" y="80"/>
                    <a:pt x="83" y="186"/>
                    <a:pt x="9" y="2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300" name="Rectangle 269">
              <a:extLst>
                <a:ext uri="{FF2B5EF4-FFF2-40B4-BE49-F238E27FC236}">
                  <a16:creationId xmlns:a16="http://schemas.microsoft.com/office/drawing/2014/main" id="{9C2B5A47-940D-EA48-BAA9-4D26EB1A3E33}"/>
                </a:ext>
              </a:extLst>
            </p:cNvPr>
            <p:cNvSpPr>
              <a:spLocks noChangeArrowheads="1"/>
            </p:cNvSpPr>
            <p:nvPr/>
          </p:nvSpPr>
          <p:spPr bwMode="auto">
            <a:xfrm>
              <a:off x="4516" y="3300"/>
              <a:ext cx="356"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301" name="Rectangle 270">
              <a:extLst>
                <a:ext uri="{FF2B5EF4-FFF2-40B4-BE49-F238E27FC236}">
                  <a16:creationId xmlns:a16="http://schemas.microsoft.com/office/drawing/2014/main" id="{C426CD1A-3E99-F54E-9271-6DE70CA75D4B}"/>
                </a:ext>
              </a:extLst>
            </p:cNvPr>
            <p:cNvSpPr>
              <a:spLocks noChangeArrowheads="1"/>
            </p:cNvSpPr>
            <p:nvPr/>
          </p:nvSpPr>
          <p:spPr bwMode="auto">
            <a:xfrm>
              <a:off x="4523" y="3087"/>
              <a:ext cx="339"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302" name="Rectangle 271">
              <a:extLst>
                <a:ext uri="{FF2B5EF4-FFF2-40B4-BE49-F238E27FC236}">
                  <a16:creationId xmlns:a16="http://schemas.microsoft.com/office/drawing/2014/main" id="{B3811124-B17C-D94B-8AD1-A4CCDE5EA500}"/>
                </a:ext>
              </a:extLst>
            </p:cNvPr>
            <p:cNvSpPr>
              <a:spLocks noChangeArrowheads="1"/>
            </p:cNvSpPr>
            <p:nvPr/>
          </p:nvSpPr>
          <p:spPr bwMode="auto">
            <a:xfrm>
              <a:off x="4489" y="3194"/>
              <a:ext cx="408"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303" name="Group 92">
            <a:extLst>
              <a:ext uri="{FF2B5EF4-FFF2-40B4-BE49-F238E27FC236}">
                <a16:creationId xmlns:a16="http://schemas.microsoft.com/office/drawing/2014/main" id="{31B23D09-8735-2E48-9CB2-8770D647F10C}"/>
              </a:ext>
            </a:extLst>
          </p:cNvPr>
          <p:cNvGrpSpPr>
            <a:grpSpLocks noChangeAspect="1"/>
          </p:cNvGrpSpPr>
          <p:nvPr userDrawn="1"/>
        </p:nvGrpSpPr>
        <p:grpSpPr bwMode="auto">
          <a:xfrm>
            <a:off x="4560155" y="5528336"/>
            <a:ext cx="578644" cy="412766"/>
            <a:chOff x="341" y="1769"/>
            <a:chExt cx="450" cy="321"/>
          </a:xfrm>
          <a:solidFill>
            <a:schemeClr val="accent1"/>
          </a:solidFill>
        </p:grpSpPr>
        <p:sp>
          <p:nvSpPr>
            <p:cNvPr id="304" name="Freeform 93">
              <a:extLst>
                <a:ext uri="{FF2B5EF4-FFF2-40B4-BE49-F238E27FC236}">
                  <a16:creationId xmlns:a16="http://schemas.microsoft.com/office/drawing/2014/main" id="{D6BFE993-EF88-464D-8FCD-289EC0330F6D}"/>
                </a:ext>
              </a:extLst>
            </p:cNvPr>
            <p:cNvSpPr>
              <a:spLocks noEditPoints="1"/>
            </p:cNvSpPr>
            <p:nvPr/>
          </p:nvSpPr>
          <p:spPr bwMode="auto">
            <a:xfrm>
              <a:off x="447" y="1923"/>
              <a:ext cx="101" cy="167"/>
            </a:xfrm>
            <a:custGeom>
              <a:avLst/>
              <a:gdLst>
                <a:gd name="T0" fmla="*/ 68 w 68"/>
                <a:gd name="T1" fmla="*/ 14 h 113"/>
                <a:gd name="T2" fmla="*/ 54 w 68"/>
                <a:gd name="T3" fmla="*/ 0 h 113"/>
                <a:gd name="T4" fmla="*/ 13 w 68"/>
                <a:gd name="T5" fmla="*/ 0 h 113"/>
                <a:gd name="T6" fmla="*/ 0 w 68"/>
                <a:gd name="T7" fmla="*/ 14 h 113"/>
                <a:gd name="T8" fmla="*/ 0 w 68"/>
                <a:gd name="T9" fmla="*/ 100 h 113"/>
                <a:gd name="T10" fmla="*/ 13 w 68"/>
                <a:gd name="T11" fmla="*/ 113 h 113"/>
                <a:gd name="T12" fmla="*/ 54 w 68"/>
                <a:gd name="T13" fmla="*/ 113 h 113"/>
                <a:gd name="T14" fmla="*/ 68 w 68"/>
                <a:gd name="T15" fmla="*/ 100 h 113"/>
                <a:gd name="T16" fmla="*/ 68 w 68"/>
                <a:gd name="T17" fmla="*/ 14 h 113"/>
                <a:gd name="T18" fmla="*/ 58 w 68"/>
                <a:gd name="T19" fmla="*/ 100 h 113"/>
                <a:gd name="T20" fmla="*/ 54 w 68"/>
                <a:gd name="T21" fmla="*/ 104 h 113"/>
                <a:gd name="T22" fmla="*/ 13 w 68"/>
                <a:gd name="T23" fmla="*/ 104 h 113"/>
                <a:gd name="T24" fmla="*/ 9 w 68"/>
                <a:gd name="T25" fmla="*/ 100 h 113"/>
                <a:gd name="T26" fmla="*/ 9 w 68"/>
                <a:gd name="T27" fmla="*/ 90 h 113"/>
                <a:gd name="T28" fmla="*/ 58 w 68"/>
                <a:gd name="T29" fmla="*/ 90 h 113"/>
                <a:gd name="T30" fmla="*/ 58 w 68"/>
                <a:gd name="T31" fmla="*/ 100 h 113"/>
                <a:gd name="T32" fmla="*/ 58 w 68"/>
                <a:gd name="T33" fmla="*/ 81 h 113"/>
                <a:gd name="T34" fmla="*/ 9 w 68"/>
                <a:gd name="T35" fmla="*/ 81 h 113"/>
                <a:gd name="T36" fmla="*/ 9 w 68"/>
                <a:gd name="T37" fmla="*/ 31 h 113"/>
                <a:gd name="T38" fmla="*/ 58 w 68"/>
                <a:gd name="T39" fmla="*/ 31 h 113"/>
                <a:gd name="T40" fmla="*/ 58 w 68"/>
                <a:gd name="T41" fmla="*/ 81 h 113"/>
                <a:gd name="T42" fmla="*/ 58 w 68"/>
                <a:gd name="T43" fmla="*/ 22 h 113"/>
                <a:gd name="T44" fmla="*/ 9 w 68"/>
                <a:gd name="T45" fmla="*/ 22 h 113"/>
                <a:gd name="T46" fmla="*/ 9 w 68"/>
                <a:gd name="T47" fmla="*/ 14 h 113"/>
                <a:gd name="T48" fmla="*/ 13 w 68"/>
                <a:gd name="T49" fmla="*/ 9 h 113"/>
                <a:gd name="T50" fmla="*/ 54 w 68"/>
                <a:gd name="T51" fmla="*/ 9 h 113"/>
                <a:gd name="T52" fmla="*/ 58 w 68"/>
                <a:gd name="T53" fmla="*/ 14 h 113"/>
                <a:gd name="T54" fmla="*/ 58 w 68"/>
                <a:gd name="T55" fmla="*/ 22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8" h="113">
                  <a:moveTo>
                    <a:pt x="68" y="14"/>
                  </a:moveTo>
                  <a:cubicBezTo>
                    <a:pt x="68" y="6"/>
                    <a:pt x="62" y="0"/>
                    <a:pt x="54" y="0"/>
                  </a:cubicBezTo>
                  <a:cubicBezTo>
                    <a:pt x="13" y="0"/>
                    <a:pt x="13" y="0"/>
                    <a:pt x="13" y="0"/>
                  </a:cubicBezTo>
                  <a:cubicBezTo>
                    <a:pt x="6" y="0"/>
                    <a:pt x="0" y="6"/>
                    <a:pt x="0" y="14"/>
                  </a:cubicBezTo>
                  <a:cubicBezTo>
                    <a:pt x="0" y="100"/>
                    <a:pt x="0" y="100"/>
                    <a:pt x="0" y="100"/>
                  </a:cubicBezTo>
                  <a:cubicBezTo>
                    <a:pt x="0" y="107"/>
                    <a:pt x="6" y="113"/>
                    <a:pt x="13" y="113"/>
                  </a:cubicBezTo>
                  <a:cubicBezTo>
                    <a:pt x="54" y="113"/>
                    <a:pt x="54" y="113"/>
                    <a:pt x="54" y="113"/>
                  </a:cubicBezTo>
                  <a:cubicBezTo>
                    <a:pt x="62" y="113"/>
                    <a:pt x="68" y="107"/>
                    <a:pt x="68" y="100"/>
                  </a:cubicBezTo>
                  <a:lnTo>
                    <a:pt x="68" y="14"/>
                  </a:lnTo>
                  <a:close/>
                  <a:moveTo>
                    <a:pt x="58" y="100"/>
                  </a:moveTo>
                  <a:cubicBezTo>
                    <a:pt x="58" y="102"/>
                    <a:pt x="56" y="104"/>
                    <a:pt x="54" y="104"/>
                  </a:cubicBezTo>
                  <a:cubicBezTo>
                    <a:pt x="13" y="104"/>
                    <a:pt x="13" y="104"/>
                    <a:pt x="13" y="104"/>
                  </a:cubicBezTo>
                  <a:cubicBezTo>
                    <a:pt x="11" y="104"/>
                    <a:pt x="9" y="102"/>
                    <a:pt x="9" y="100"/>
                  </a:cubicBezTo>
                  <a:cubicBezTo>
                    <a:pt x="9" y="90"/>
                    <a:pt x="9" y="90"/>
                    <a:pt x="9" y="90"/>
                  </a:cubicBezTo>
                  <a:cubicBezTo>
                    <a:pt x="58" y="90"/>
                    <a:pt x="58" y="90"/>
                    <a:pt x="58" y="90"/>
                  </a:cubicBezTo>
                  <a:lnTo>
                    <a:pt x="58" y="100"/>
                  </a:lnTo>
                  <a:close/>
                  <a:moveTo>
                    <a:pt x="58" y="81"/>
                  </a:moveTo>
                  <a:cubicBezTo>
                    <a:pt x="9" y="81"/>
                    <a:pt x="9" y="81"/>
                    <a:pt x="9" y="81"/>
                  </a:cubicBezTo>
                  <a:cubicBezTo>
                    <a:pt x="9" y="31"/>
                    <a:pt x="9" y="31"/>
                    <a:pt x="9" y="31"/>
                  </a:cubicBezTo>
                  <a:cubicBezTo>
                    <a:pt x="58" y="31"/>
                    <a:pt x="58" y="31"/>
                    <a:pt x="58" y="31"/>
                  </a:cubicBezTo>
                  <a:lnTo>
                    <a:pt x="58" y="81"/>
                  </a:lnTo>
                  <a:close/>
                  <a:moveTo>
                    <a:pt x="58" y="22"/>
                  </a:moveTo>
                  <a:cubicBezTo>
                    <a:pt x="9" y="22"/>
                    <a:pt x="9" y="22"/>
                    <a:pt x="9" y="22"/>
                  </a:cubicBezTo>
                  <a:cubicBezTo>
                    <a:pt x="9" y="14"/>
                    <a:pt x="9" y="14"/>
                    <a:pt x="9" y="14"/>
                  </a:cubicBezTo>
                  <a:cubicBezTo>
                    <a:pt x="9" y="11"/>
                    <a:pt x="11" y="9"/>
                    <a:pt x="13" y="9"/>
                  </a:cubicBezTo>
                  <a:cubicBezTo>
                    <a:pt x="54" y="9"/>
                    <a:pt x="54" y="9"/>
                    <a:pt x="54" y="9"/>
                  </a:cubicBezTo>
                  <a:cubicBezTo>
                    <a:pt x="56" y="9"/>
                    <a:pt x="58" y="11"/>
                    <a:pt x="58" y="14"/>
                  </a:cubicBezTo>
                  <a:lnTo>
                    <a:pt x="58"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05" name="Freeform 94">
              <a:extLst>
                <a:ext uri="{FF2B5EF4-FFF2-40B4-BE49-F238E27FC236}">
                  <a16:creationId xmlns:a16="http://schemas.microsoft.com/office/drawing/2014/main" id="{37409101-31C8-E04F-8744-C456BF4053A3}"/>
                </a:ext>
              </a:extLst>
            </p:cNvPr>
            <p:cNvSpPr>
              <a:spLocks/>
            </p:cNvSpPr>
            <p:nvPr/>
          </p:nvSpPr>
          <p:spPr bwMode="auto">
            <a:xfrm>
              <a:off x="417" y="1806"/>
              <a:ext cx="321" cy="194"/>
            </a:xfrm>
            <a:custGeom>
              <a:avLst/>
              <a:gdLst>
                <a:gd name="T0" fmla="*/ 217 w 217"/>
                <a:gd name="T1" fmla="*/ 5 h 131"/>
                <a:gd name="T2" fmla="*/ 212 w 217"/>
                <a:gd name="T3" fmla="*/ 0 h 131"/>
                <a:gd name="T4" fmla="*/ 5 w 217"/>
                <a:gd name="T5" fmla="*/ 0 h 131"/>
                <a:gd name="T6" fmla="*/ 0 w 217"/>
                <a:gd name="T7" fmla="*/ 5 h 131"/>
                <a:gd name="T8" fmla="*/ 0 w 217"/>
                <a:gd name="T9" fmla="*/ 29 h 131"/>
                <a:gd name="T10" fmla="*/ 10 w 217"/>
                <a:gd name="T11" fmla="*/ 29 h 131"/>
                <a:gd name="T12" fmla="*/ 10 w 217"/>
                <a:gd name="T13" fmla="*/ 10 h 131"/>
                <a:gd name="T14" fmla="*/ 207 w 217"/>
                <a:gd name="T15" fmla="*/ 10 h 131"/>
                <a:gd name="T16" fmla="*/ 207 w 217"/>
                <a:gd name="T17" fmla="*/ 121 h 131"/>
                <a:gd name="T18" fmla="*/ 97 w 217"/>
                <a:gd name="T19" fmla="*/ 121 h 131"/>
                <a:gd name="T20" fmla="*/ 97 w 217"/>
                <a:gd name="T21" fmla="*/ 131 h 131"/>
                <a:gd name="T22" fmla="*/ 212 w 217"/>
                <a:gd name="T23" fmla="*/ 131 h 131"/>
                <a:gd name="T24" fmla="*/ 217 w 217"/>
                <a:gd name="T25" fmla="*/ 126 h 131"/>
                <a:gd name="T26" fmla="*/ 217 w 217"/>
                <a:gd name="T27" fmla="*/ 5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7" h="131">
                  <a:moveTo>
                    <a:pt x="217" y="5"/>
                  </a:moveTo>
                  <a:cubicBezTo>
                    <a:pt x="217" y="2"/>
                    <a:pt x="215" y="0"/>
                    <a:pt x="212" y="0"/>
                  </a:cubicBezTo>
                  <a:cubicBezTo>
                    <a:pt x="5" y="0"/>
                    <a:pt x="5" y="0"/>
                    <a:pt x="5" y="0"/>
                  </a:cubicBezTo>
                  <a:cubicBezTo>
                    <a:pt x="2" y="0"/>
                    <a:pt x="0" y="2"/>
                    <a:pt x="0" y="5"/>
                  </a:cubicBezTo>
                  <a:cubicBezTo>
                    <a:pt x="0" y="29"/>
                    <a:pt x="0" y="29"/>
                    <a:pt x="0" y="29"/>
                  </a:cubicBezTo>
                  <a:cubicBezTo>
                    <a:pt x="10" y="29"/>
                    <a:pt x="10" y="29"/>
                    <a:pt x="10" y="29"/>
                  </a:cubicBezTo>
                  <a:cubicBezTo>
                    <a:pt x="10" y="10"/>
                    <a:pt x="10" y="10"/>
                    <a:pt x="10" y="10"/>
                  </a:cubicBezTo>
                  <a:cubicBezTo>
                    <a:pt x="207" y="10"/>
                    <a:pt x="207" y="10"/>
                    <a:pt x="207" y="10"/>
                  </a:cubicBezTo>
                  <a:cubicBezTo>
                    <a:pt x="207" y="121"/>
                    <a:pt x="207" y="121"/>
                    <a:pt x="207" y="121"/>
                  </a:cubicBezTo>
                  <a:cubicBezTo>
                    <a:pt x="97" y="121"/>
                    <a:pt x="97" y="121"/>
                    <a:pt x="97" y="121"/>
                  </a:cubicBezTo>
                  <a:cubicBezTo>
                    <a:pt x="97" y="131"/>
                    <a:pt x="97" y="131"/>
                    <a:pt x="97" y="131"/>
                  </a:cubicBezTo>
                  <a:cubicBezTo>
                    <a:pt x="212" y="131"/>
                    <a:pt x="212" y="131"/>
                    <a:pt x="212" y="131"/>
                  </a:cubicBezTo>
                  <a:cubicBezTo>
                    <a:pt x="215" y="131"/>
                    <a:pt x="217" y="129"/>
                    <a:pt x="217" y="126"/>
                  </a:cubicBezTo>
                  <a:lnTo>
                    <a:pt x="217"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06" name="Freeform 95">
              <a:extLst>
                <a:ext uri="{FF2B5EF4-FFF2-40B4-BE49-F238E27FC236}">
                  <a16:creationId xmlns:a16="http://schemas.microsoft.com/office/drawing/2014/main" id="{844F5876-66F7-7740-8476-CDBA4D0E8A4C}"/>
                </a:ext>
              </a:extLst>
            </p:cNvPr>
            <p:cNvSpPr>
              <a:spLocks/>
            </p:cNvSpPr>
            <p:nvPr/>
          </p:nvSpPr>
          <p:spPr bwMode="auto">
            <a:xfrm>
              <a:off x="382" y="1769"/>
              <a:ext cx="409" cy="321"/>
            </a:xfrm>
            <a:custGeom>
              <a:avLst/>
              <a:gdLst>
                <a:gd name="T0" fmla="*/ 272 w 277"/>
                <a:gd name="T1" fmla="*/ 171 h 217"/>
                <a:gd name="T2" fmla="*/ 265 w 277"/>
                <a:gd name="T3" fmla="*/ 171 h 217"/>
                <a:gd name="T4" fmla="*/ 265 w 277"/>
                <a:gd name="T5" fmla="*/ 24 h 217"/>
                <a:gd name="T6" fmla="*/ 242 w 277"/>
                <a:gd name="T7" fmla="*/ 0 h 217"/>
                <a:gd name="T8" fmla="*/ 23 w 277"/>
                <a:gd name="T9" fmla="*/ 0 h 217"/>
                <a:gd name="T10" fmla="*/ 0 w 277"/>
                <a:gd name="T11" fmla="*/ 24 h 217"/>
                <a:gd name="T12" fmla="*/ 0 w 277"/>
                <a:gd name="T13" fmla="*/ 54 h 217"/>
                <a:gd name="T14" fmla="*/ 10 w 277"/>
                <a:gd name="T15" fmla="*/ 54 h 217"/>
                <a:gd name="T16" fmla="*/ 10 w 277"/>
                <a:gd name="T17" fmla="*/ 24 h 217"/>
                <a:gd name="T18" fmla="*/ 23 w 277"/>
                <a:gd name="T19" fmla="*/ 10 h 217"/>
                <a:gd name="T20" fmla="*/ 242 w 277"/>
                <a:gd name="T21" fmla="*/ 10 h 217"/>
                <a:gd name="T22" fmla="*/ 255 w 277"/>
                <a:gd name="T23" fmla="*/ 24 h 217"/>
                <a:gd name="T24" fmla="*/ 255 w 277"/>
                <a:gd name="T25" fmla="*/ 171 h 217"/>
                <a:gd name="T26" fmla="*/ 163 w 277"/>
                <a:gd name="T27" fmla="*/ 171 h 217"/>
                <a:gd name="T28" fmla="*/ 158 w 277"/>
                <a:gd name="T29" fmla="*/ 176 h 217"/>
                <a:gd name="T30" fmla="*/ 158 w 277"/>
                <a:gd name="T31" fmla="*/ 183 h 217"/>
                <a:gd name="T32" fmla="*/ 121 w 277"/>
                <a:gd name="T33" fmla="*/ 183 h 217"/>
                <a:gd name="T34" fmla="*/ 121 w 277"/>
                <a:gd name="T35" fmla="*/ 193 h 217"/>
                <a:gd name="T36" fmla="*/ 163 w 277"/>
                <a:gd name="T37" fmla="*/ 193 h 217"/>
                <a:gd name="T38" fmla="*/ 168 w 277"/>
                <a:gd name="T39" fmla="*/ 188 h 217"/>
                <a:gd name="T40" fmla="*/ 168 w 277"/>
                <a:gd name="T41" fmla="*/ 181 h 217"/>
                <a:gd name="T42" fmla="*/ 267 w 277"/>
                <a:gd name="T43" fmla="*/ 181 h 217"/>
                <a:gd name="T44" fmla="*/ 267 w 277"/>
                <a:gd name="T45" fmla="*/ 200 h 217"/>
                <a:gd name="T46" fmla="*/ 260 w 277"/>
                <a:gd name="T47" fmla="*/ 207 h 217"/>
                <a:gd name="T48" fmla="*/ 121 w 277"/>
                <a:gd name="T49" fmla="*/ 207 h 217"/>
                <a:gd name="T50" fmla="*/ 121 w 277"/>
                <a:gd name="T51" fmla="*/ 208 h 217"/>
                <a:gd name="T52" fmla="*/ 117 w 277"/>
                <a:gd name="T53" fmla="*/ 216 h 217"/>
                <a:gd name="T54" fmla="*/ 116 w 277"/>
                <a:gd name="T55" fmla="*/ 217 h 217"/>
                <a:gd name="T56" fmla="*/ 260 w 277"/>
                <a:gd name="T57" fmla="*/ 217 h 217"/>
                <a:gd name="T58" fmla="*/ 277 w 277"/>
                <a:gd name="T59" fmla="*/ 200 h 217"/>
                <a:gd name="T60" fmla="*/ 277 w 277"/>
                <a:gd name="T61" fmla="*/ 176 h 217"/>
                <a:gd name="T62" fmla="*/ 272 w 277"/>
                <a:gd name="T63" fmla="*/ 171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7" h="217">
                  <a:moveTo>
                    <a:pt x="272" y="171"/>
                  </a:moveTo>
                  <a:cubicBezTo>
                    <a:pt x="265" y="171"/>
                    <a:pt x="265" y="171"/>
                    <a:pt x="265" y="171"/>
                  </a:cubicBezTo>
                  <a:cubicBezTo>
                    <a:pt x="265" y="24"/>
                    <a:pt x="265" y="24"/>
                    <a:pt x="265" y="24"/>
                  </a:cubicBezTo>
                  <a:cubicBezTo>
                    <a:pt x="265" y="11"/>
                    <a:pt x="255" y="0"/>
                    <a:pt x="242" y="0"/>
                  </a:cubicBezTo>
                  <a:cubicBezTo>
                    <a:pt x="23" y="0"/>
                    <a:pt x="23" y="0"/>
                    <a:pt x="23" y="0"/>
                  </a:cubicBezTo>
                  <a:cubicBezTo>
                    <a:pt x="10" y="0"/>
                    <a:pt x="0" y="11"/>
                    <a:pt x="0" y="24"/>
                  </a:cubicBezTo>
                  <a:cubicBezTo>
                    <a:pt x="0" y="54"/>
                    <a:pt x="0" y="54"/>
                    <a:pt x="0" y="54"/>
                  </a:cubicBezTo>
                  <a:cubicBezTo>
                    <a:pt x="10" y="54"/>
                    <a:pt x="10" y="54"/>
                    <a:pt x="10" y="54"/>
                  </a:cubicBezTo>
                  <a:cubicBezTo>
                    <a:pt x="10" y="24"/>
                    <a:pt x="10" y="24"/>
                    <a:pt x="10" y="24"/>
                  </a:cubicBezTo>
                  <a:cubicBezTo>
                    <a:pt x="10" y="16"/>
                    <a:pt x="16" y="10"/>
                    <a:pt x="23" y="10"/>
                  </a:cubicBezTo>
                  <a:cubicBezTo>
                    <a:pt x="242" y="10"/>
                    <a:pt x="242" y="10"/>
                    <a:pt x="242" y="10"/>
                  </a:cubicBezTo>
                  <a:cubicBezTo>
                    <a:pt x="249" y="10"/>
                    <a:pt x="255" y="16"/>
                    <a:pt x="255" y="24"/>
                  </a:cubicBezTo>
                  <a:cubicBezTo>
                    <a:pt x="255" y="171"/>
                    <a:pt x="255" y="171"/>
                    <a:pt x="255" y="171"/>
                  </a:cubicBezTo>
                  <a:cubicBezTo>
                    <a:pt x="163" y="171"/>
                    <a:pt x="163" y="171"/>
                    <a:pt x="163" y="171"/>
                  </a:cubicBezTo>
                  <a:cubicBezTo>
                    <a:pt x="160" y="171"/>
                    <a:pt x="158" y="173"/>
                    <a:pt x="158" y="176"/>
                  </a:cubicBezTo>
                  <a:cubicBezTo>
                    <a:pt x="158" y="183"/>
                    <a:pt x="158" y="183"/>
                    <a:pt x="158" y="183"/>
                  </a:cubicBezTo>
                  <a:cubicBezTo>
                    <a:pt x="121" y="183"/>
                    <a:pt x="121" y="183"/>
                    <a:pt x="121" y="183"/>
                  </a:cubicBezTo>
                  <a:cubicBezTo>
                    <a:pt x="121" y="193"/>
                    <a:pt x="121" y="193"/>
                    <a:pt x="121" y="193"/>
                  </a:cubicBezTo>
                  <a:cubicBezTo>
                    <a:pt x="163" y="193"/>
                    <a:pt x="163" y="193"/>
                    <a:pt x="163" y="193"/>
                  </a:cubicBezTo>
                  <a:cubicBezTo>
                    <a:pt x="166" y="193"/>
                    <a:pt x="168" y="191"/>
                    <a:pt x="168" y="188"/>
                  </a:cubicBezTo>
                  <a:cubicBezTo>
                    <a:pt x="168" y="181"/>
                    <a:pt x="168" y="181"/>
                    <a:pt x="168" y="181"/>
                  </a:cubicBezTo>
                  <a:cubicBezTo>
                    <a:pt x="267" y="181"/>
                    <a:pt x="267" y="181"/>
                    <a:pt x="267" y="181"/>
                  </a:cubicBezTo>
                  <a:cubicBezTo>
                    <a:pt x="267" y="200"/>
                    <a:pt x="267" y="200"/>
                    <a:pt x="267" y="200"/>
                  </a:cubicBezTo>
                  <a:cubicBezTo>
                    <a:pt x="267" y="204"/>
                    <a:pt x="264" y="207"/>
                    <a:pt x="260" y="207"/>
                  </a:cubicBezTo>
                  <a:cubicBezTo>
                    <a:pt x="121" y="207"/>
                    <a:pt x="121" y="207"/>
                    <a:pt x="121" y="207"/>
                  </a:cubicBezTo>
                  <a:cubicBezTo>
                    <a:pt x="121" y="208"/>
                    <a:pt x="121" y="208"/>
                    <a:pt x="121" y="208"/>
                  </a:cubicBezTo>
                  <a:cubicBezTo>
                    <a:pt x="120" y="211"/>
                    <a:pt x="119" y="213"/>
                    <a:pt x="117" y="216"/>
                  </a:cubicBezTo>
                  <a:cubicBezTo>
                    <a:pt x="116" y="217"/>
                    <a:pt x="116" y="217"/>
                    <a:pt x="116" y="217"/>
                  </a:cubicBezTo>
                  <a:cubicBezTo>
                    <a:pt x="260" y="217"/>
                    <a:pt x="260" y="217"/>
                    <a:pt x="260" y="217"/>
                  </a:cubicBezTo>
                  <a:cubicBezTo>
                    <a:pt x="270" y="217"/>
                    <a:pt x="277" y="209"/>
                    <a:pt x="277" y="200"/>
                  </a:cubicBezTo>
                  <a:cubicBezTo>
                    <a:pt x="277" y="176"/>
                    <a:pt x="277" y="176"/>
                    <a:pt x="277" y="176"/>
                  </a:cubicBezTo>
                  <a:cubicBezTo>
                    <a:pt x="277" y="173"/>
                    <a:pt x="275" y="171"/>
                    <a:pt x="272" y="1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07" name="Freeform 96">
              <a:extLst>
                <a:ext uri="{FF2B5EF4-FFF2-40B4-BE49-F238E27FC236}">
                  <a16:creationId xmlns:a16="http://schemas.microsoft.com/office/drawing/2014/main" id="{A289E8F4-C028-6148-B109-3D339897DCB7}"/>
                </a:ext>
              </a:extLst>
            </p:cNvPr>
            <p:cNvSpPr>
              <a:spLocks/>
            </p:cNvSpPr>
            <p:nvPr/>
          </p:nvSpPr>
          <p:spPr bwMode="auto">
            <a:xfrm>
              <a:off x="369" y="1895"/>
              <a:ext cx="115" cy="154"/>
            </a:xfrm>
            <a:custGeom>
              <a:avLst/>
              <a:gdLst>
                <a:gd name="T0" fmla="*/ 78 w 78"/>
                <a:gd name="T1" fmla="*/ 9 h 104"/>
                <a:gd name="T2" fmla="*/ 78 w 78"/>
                <a:gd name="T3" fmla="*/ 5 h 104"/>
                <a:gd name="T4" fmla="*/ 73 w 78"/>
                <a:gd name="T5" fmla="*/ 0 h 104"/>
                <a:gd name="T6" fmla="*/ 5 w 78"/>
                <a:gd name="T7" fmla="*/ 0 h 104"/>
                <a:gd name="T8" fmla="*/ 0 w 78"/>
                <a:gd name="T9" fmla="*/ 5 h 104"/>
                <a:gd name="T10" fmla="*/ 0 w 78"/>
                <a:gd name="T11" fmla="*/ 100 h 104"/>
                <a:gd name="T12" fmla="*/ 5 w 78"/>
                <a:gd name="T13" fmla="*/ 104 h 104"/>
                <a:gd name="T14" fmla="*/ 43 w 78"/>
                <a:gd name="T15" fmla="*/ 104 h 104"/>
                <a:gd name="T16" fmla="*/ 43 w 78"/>
                <a:gd name="T17" fmla="*/ 95 h 104"/>
                <a:gd name="T18" fmla="*/ 10 w 78"/>
                <a:gd name="T19" fmla="*/ 95 h 104"/>
                <a:gd name="T20" fmla="*/ 10 w 78"/>
                <a:gd name="T21" fmla="*/ 9 h 104"/>
                <a:gd name="T22" fmla="*/ 78 w 78"/>
                <a:gd name="T23" fmla="*/ 9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8" h="104">
                  <a:moveTo>
                    <a:pt x="78" y="9"/>
                  </a:moveTo>
                  <a:cubicBezTo>
                    <a:pt x="78" y="5"/>
                    <a:pt x="78" y="5"/>
                    <a:pt x="78" y="5"/>
                  </a:cubicBezTo>
                  <a:cubicBezTo>
                    <a:pt x="78" y="2"/>
                    <a:pt x="76" y="0"/>
                    <a:pt x="73" y="0"/>
                  </a:cubicBezTo>
                  <a:cubicBezTo>
                    <a:pt x="5" y="0"/>
                    <a:pt x="5" y="0"/>
                    <a:pt x="5" y="0"/>
                  </a:cubicBezTo>
                  <a:cubicBezTo>
                    <a:pt x="3" y="0"/>
                    <a:pt x="0" y="2"/>
                    <a:pt x="0" y="5"/>
                  </a:cubicBezTo>
                  <a:cubicBezTo>
                    <a:pt x="0" y="100"/>
                    <a:pt x="0" y="100"/>
                    <a:pt x="0" y="100"/>
                  </a:cubicBezTo>
                  <a:cubicBezTo>
                    <a:pt x="0" y="102"/>
                    <a:pt x="3" y="104"/>
                    <a:pt x="5" y="104"/>
                  </a:cubicBezTo>
                  <a:cubicBezTo>
                    <a:pt x="43" y="104"/>
                    <a:pt x="43" y="104"/>
                    <a:pt x="43" y="104"/>
                  </a:cubicBezTo>
                  <a:cubicBezTo>
                    <a:pt x="43" y="95"/>
                    <a:pt x="43" y="95"/>
                    <a:pt x="43" y="95"/>
                  </a:cubicBezTo>
                  <a:cubicBezTo>
                    <a:pt x="10" y="95"/>
                    <a:pt x="10" y="95"/>
                    <a:pt x="10" y="95"/>
                  </a:cubicBezTo>
                  <a:cubicBezTo>
                    <a:pt x="10" y="9"/>
                    <a:pt x="10" y="9"/>
                    <a:pt x="10" y="9"/>
                  </a:cubicBezTo>
                  <a:lnTo>
                    <a:pt x="78"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08" name="Freeform 97">
              <a:extLst>
                <a:ext uri="{FF2B5EF4-FFF2-40B4-BE49-F238E27FC236}">
                  <a16:creationId xmlns:a16="http://schemas.microsoft.com/office/drawing/2014/main" id="{30B1422A-1FC0-E644-86CF-3A9C1C0E7009}"/>
                </a:ext>
              </a:extLst>
            </p:cNvPr>
            <p:cNvSpPr>
              <a:spLocks/>
            </p:cNvSpPr>
            <p:nvPr/>
          </p:nvSpPr>
          <p:spPr bwMode="auto">
            <a:xfrm>
              <a:off x="341" y="1864"/>
              <a:ext cx="171" cy="226"/>
            </a:xfrm>
            <a:custGeom>
              <a:avLst/>
              <a:gdLst>
                <a:gd name="T0" fmla="*/ 99 w 116"/>
                <a:gd name="T1" fmla="*/ 9 h 153"/>
                <a:gd name="T2" fmla="*/ 106 w 116"/>
                <a:gd name="T3" fmla="*/ 17 h 153"/>
                <a:gd name="T4" fmla="*/ 106 w 116"/>
                <a:gd name="T5" fmla="*/ 31 h 153"/>
                <a:gd name="T6" fmla="*/ 116 w 116"/>
                <a:gd name="T7" fmla="*/ 31 h 153"/>
                <a:gd name="T8" fmla="*/ 116 w 116"/>
                <a:gd name="T9" fmla="*/ 17 h 153"/>
                <a:gd name="T10" fmla="*/ 99 w 116"/>
                <a:gd name="T11" fmla="*/ 0 h 153"/>
                <a:gd name="T12" fmla="*/ 17 w 116"/>
                <a:gd name="T13" fmla="*/ 0 h 153"/>
                <a:gd name="T14" fmla="*/ 0 w 116"/>
                <a:gd name="T15" fmla="*/ 17 h 153"/>
                <a:gd name="T16" fmla="*/ 0 w 116"/>
                <a:gd name="T17" fmla="*/ 136 h 153"/>
                <a:gd name="T18" fmla="*/ 17 w 116"/>
                <a:gd name="T19" fmla="*/ 153 h 153"/>
                <a:gd name="T20" fmla="*/ 68 w 116"/>
                <a:gd name="T21" fmla="*/ 153 h 153"/>
                <a:gd name="T22" fmla="*/ 67 w 116"/>
                <a:gd name="T23" fmla="*/ 152 h 153"/>
                <a:gd name="T24" fmla="*/ 63 w 116"/>
                <a:gd name="T25" fmla="*/ 144 h 153"/>
                <a:gd name="T26" fmla="*/ 63 w 116"/>
                <a:gd name="T27" fmla="*/ 144 h 153"/>
                <a:gd name="T28" fmla="*/ 17 w 116"/>
                <a:gd name="T29" fmla="*/ 144 h 153"/>
                <a:gd name="T30" fmla="*/ 10 w 116"/>
                <a:gd name="T31" fmla="*/ 136 h 153"/>
                <a:gd name="T32" fmla="*/ 10 w 116"/>
                <a:gd name="T33" fmla="*/ 17 h 153"/>
                <a:gd name="T34" fmla="*/ 17 w 116"/>
                <a:gd name="T35" fmla="*/ 9 h 153"/>
                <a:gd name="T36" fmla="*/ 99 w 116"/>
                <a:gd name="T37" fmla="*/ 9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6" h="153">
                  <a:moveTo>
                    <a:pt x="99" y="9"/>
                  </a:moveTo>
                  <a:cubicBezTo>
                    <a:pt x="103" y="9"/>
                    <a:pt x="106" y="13"/>
                    <a:pt x="106" y="17"/>
                  </a:cubicBezTo>
                  <a:cubicBezTo>
                    <a:pt x="106" y="31"/>
                    <a:pt x="106" y="31"/>
                    <a:pt x="106" y="31"/>
                  </a:cubicBezTo>
                  <a:cubicBezTo>
                    <a:pt x="116" y="31"/>
                    <a:pt x="116" y="31"/>
                    <a:pt x="116" y="31"/>
                  </a:cubicBezTo>
                  <a:cubicBezTo>
                    <a:pt x="116" y="17"/>
                    <a:pt x="116" y="17"/>
                    <a:pt x="116" y="17"/>
                  </a:cubicBezTo>
                  <a:cubicBezTo>
                    <a:pt x="116" y="7"/>
                    <a:pt x="108" y="0"/>
                    <a:pt x="99" y="0"/>
                  </a:cubicBezTo>
                  <a:cubicBezTo>
                    <a:pt x="17" y="0"/>
                    <a:pt x="17" y="0"/>
                    <a:pt x="17" y="0"/>
                  </a:cubicBezTo>
                  <a:cubicBezTo>
                    <a:pt x="8" y="0"/>
                    <a:pt x="0" y="7"/>
                    <a:pt x="0" y="17"/>
                  </a:cubicBezTo>
                  <a:cubicBezTo>
                    <a:pt x="0" y="136"/>
                    <a:pt x="0" y="136"/>
                    <a:pt x="0" y="136"/>
                  </a:cubicBezTo>
                  <a:cubicBezTo>
                    <a:pt x="0" y="145"/>
                    <a:pt x="8" y="153"/>
                    <a:pt x="17" y="153"/>
                  </a:cubicBezTo>
                  <a:cubicBezTo>
                    <a:pt x="68" y="153"/>
                    <a:pt x="68" y="153"/>
                    <a:pt x="68" y="153"/>
                  </a:cubicBezTo>
                  <a:cubicBezTo>
                    <a:pt x="67" y="152"/>
                    <a:pt x="67" y="152"/>
                    <a:pt x="67" y="152"/>
                  </a:cubicBezTo>
                  <a:cubicBezTo>
                    <a:pt x="65" y="150"/>
                    <a:pt x="64" y="147"/>
                    <a:pt x="63" y="144"/>
                  </a:cubicBezTo>
                  <a:cubicBezTo>
                    <a:pt x="63" y="144"/>
                    <a:pt x="63" y="144"/>
                    <a:pt x="63" y="144"/>
                  </a:cubicBezTo>
                  <a:cubicBezTo>
                    <a:pt x="17" y="144"/>
                    <a:pt x="17" y="144"/>
                    <a:pt x="17" y="144"/>
                  </a:cubicBezTo>
                  <a:cubicBezTo>
                    <a:pt x="13" y="144"/>
                    <a:pt x="10" y="140"/>
                    <a:pt x="10" y="136"/>
                  </a:cubicBezTo>
                  <a:cubicBezTo>
                    <a:pt x="10" y="17"/>
                    <a:pt x="10" y="17"/>
                    <a:pt x="10" y="17"/>
                  </a:cubicBezTo>
                  <a:cubicBezTo>
                    <a:pt x="10" y="13"/>
                    <a:pt x="13" y="9"/>
                    <a:pt x="17" y="9"/>
                  </a:cubicBezTo>
                  <a:lnTo>
                    <a:pt x="99"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09" name="Oval 98">
              <a:extLst>
                <a:ext uri="{FF2B5EF4-FFF2-40B4-BE49-F238E27FC236}">
                  <a16:creationId xmlns:a16="http://schemas.microsoft.com/office/drawing/2014/main" id="{A4B792FB-71CE-1145-960B-B90FBEB0B650}"/>
                </a:ext>
              </a:extLst>
            </p:cNvPr>
            <p:cNvSpPr>
              <a:spLocks noChangeArrowheads="1"/>
            </p:cNvSpPr>
            <p:nvPr/>
          </p:nvSpPr>
          <p:spPr bwMode="auto">
            <a:xfrm>
              <a:off x="490" y="2059"/>
              <a:ext cx="13" cy="1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10" name="Oval 99">
              <a:extLst>
                <a:ext uri="{FF2B5EF4-FFF2-40B4-BE49-F238E27FC236}">
                  <a16:creationId xmlns:a16="http://schemas.microsoft.com/office/drawing/2014/main" id="{5EF5F9D8-CCE3-2343-807F-0CF85E03EAF0}"/>
                </a:ext>
              </a:extLst>
            </p:cNvPr>
            <p:cNvSpPr>
              <a:spLocks noChangeArrowheads="1"/>
            </p:cNvSpPr>
            <p:nvPr/>
          </p:nvSpPr>
          <p:spPr bwMode="auto">
            <a:xfrm>
              <a:off x="422" y="1882"/>
              <a:ext cx="9" cy="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11" name="Oval 100">
              <a:extLst>
                <a:ext uri="{FF2B5EF4-FFF2-40B4-BE49-F238E27FC236}">
                  <a16:creationId xmlns:a16="http://schemas.microsoft.com/office/drawing/2014/main" id="{3D380F82-1897-C145-8D61-C6B842E53DF3}"/>
                </a:ext>
              </a:extLst>
            </p:cNvPr>
            <p:cNvSpPr>
              <a:spLocks noChangeArrowheads="1"/>
            </p:cNvSpPr>
            <p:nvPr/>
          </p:nvSpPr>
          <p:spPr bwMode="auto">
            <a:xfrm>
              <a:off x="417" y="2053"/>
              <a:ext cx="18" cy="2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grpSp>
      <p:grpSp>
        <p:nvGrpSpPr>
          <p:cNvPr id="312" name="Group 4">
            <a:extLst>
              <a:ext uri="{FF2B5EF4-FFF2-40B4-BE49-F238E27FC236}">
                <a16:creationId xmlns:a16="http://schemas.microsoft.com/office/drawing/2014/main" id="{84C17A15-152C-A348-853A-B692B4282DA1}"/>
              </a:ext>
            </a:extLst>
          </p:cNvPr>
          <p:cNvGrpSpPr>
            <a:grpSpLocks noChangeAspect="1"/>
          </p:cNvGrpSpPr>
          <p:nvPr userDrawn="1"/>
        </p:nvGrpSpPr>
        <p:grpSpPr bwMode="auto">
          <a:xfrm>
            <a:off x="5877270" y="5532782"/>
            <a:ext cx="484650" cy="403874"/>
            <a:chOff x="348" y="472"/>
            <a:chExt cx="426" cy="355"/>
          </a:xfrm>
          <a:solidFill>
            <a:schemeClr val="accent1"/>
          </a:solidFill>
        </p:grpSpPr>
        <p:sp>
          <p:nvSpPr>
            <p:cNvPr id="313" name="Freeform 5">
              <a:extLst>
                <a:ext uri="{FF2B5EF4-FFF2-40B4-BE49-F238E27FC236}">
                  <a16:creationId xmlns:a16="http://schemas.microsoft.com/office/drawing/2014/main" id="{719C8B8C-D094-D74C-AF4C-E723A3C19C5E}"/>
                </a:ext>
              </a:extLst>
            </p:cNvPr>
            <p:cNvSpPr>
              <a:spLocks/>
            </p:cNvSpPr>
            <p:nvPr/>
          </p:nvSpPr>
          <p:spPr bwMode="auto">
            <a:xfrm>
              <a:off x="348" y="543"/>
              <a:ext cx="373" cy="18"/>
            </a:xfrm>
            <a:custGeom>
              <a:avLst/>
              <a:gdLst>
                <a:gd name="T0" fmla="*/ 246 w 252"/>
                <a:gd name="T1" fmla="*/ 12 h 12"/>
                <a:gd name="T2" fmla="*/ 6 w 252"/>
                <a:gd name="T3" fmla="*/ 12 h 12"/>
                <a:gd name="T4" fmla="*/ 0 w 252"/>
                <a:gd name="T5" fmla="*/ 6 h 12"/>
                <a:gd name="T6" fmla="*/ 6 w 252"/>
                <a:gd name="T7" fmla="*/ 0 h 12"/>
                <a:gd name="T8" fmla="*/ 246 w 252"/>
                <a:gd name="T9" fmla="*/ 0 h 12"/>
                <a:gd name="T10" fmla="*/ 252 w 252"/>
                <a:gd name="T11" fmla="*/ 6 h 12"/>
                <a:gd name="T12" fmla="*/ 246 w 25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52" h="12">
                  <a:moveTo>
                    <a:pt x="246" y="12"/>
                  </a:moveTo>
                  <a:cubicBezTo>
                    <a:pt x="6" y="12"/>
                    <a:pt x="6" y="12"/>
                    <a:pt x="6" y="12"/>
                  </a:cubicBezTo>
                  <a:cubicBezTo>
                    <a:pt x="3" y="12"/>
                    <a:pt x="0" y="9"/>
                    <a:pt x="0" y="6"/>
                  </a:cubicBezTo>
                  <a:cubicBezTo>
                    <a:pt x="0" y="3"/>
                    <a:pt x="3" y="0"/>
                    <a:pt x="6" y="0"/>
                  </a:cubicBezTo>
                  <a:cubicBezTo>
                    <a:pt x="246" y="0"/>
                    <a:pt x="246" y="0"/>
                    <a:pt x="246" y="0"/>
                  </a:cubicBezTo>
                  <a:cubicBezTo>
                    <a:pt x="250" y="0"/>
                    <a:pt x="252" y="3"/>
                    <a:pt x="252" y="6"/>
                  </a:cubicBezTo>
                  <a:cubicBezTo>
                    <a:pt x="252" y="9"/>
                    <a:pt x="250" y="12"/>
                    <a:pt x="24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14" name="Oval 6">
              <a:extLst>
                <a:ext uri="{FF2B5EF4-FFF2-40B4-BE49-F238E27FC236}">
                  <a16:creationId xmlns:a16="http://schemas.microsoft.com/office/drawing/2014/main" id="{0E3079FA-EBC0-1C4F-BF6F-4EF1A488E97C}"/>
                </a:ext>
              </a:extLst>
            </p:cNvPr>
            <p:cNvSpPr>
              <a:spLocks noChangeArrowheads="1"/>
            </p:cNvSpPr>
            <p:nvPr/>
          </p:nvSpPr>
          <p:spPr bwMode="auto">
            <a:xfrm>
              <a:off x="401" y="507"/>
              <a:ext cx="18"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15" name="Oval 7">
              <a:extLst>
                <a:ext uri="{FF2B5EF4-FFF2-40B4-BE49-F238E27FC236}">
                  <a16:creationId xmlns:a16="http://schemas.microsoft.com/office/drawing/2014/main" id="{1020AE0A-3CB9-274A-B949-2F4B93C8FE61}"/>
                </a:ext>
              </a:extLst>
            </p:cNvPr>
            <p:cNvSpPr>
              <a:spLocks noChangeArrowheads="1"/>
            </p:cNvSpPr>
            <p:nvPr/>
          </p:nvSpPr>
          <p:spPr bwMode="auto">
            <a:xfrm>
              <a:off x="437" y="507"/>
              <a:ext cx="17"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16" name="Oval 8">
              <a:extLst>
                <a:ext uri="{FF2B5EF4-FFF2-40B4-BE49-F238E27FC236}">
                  <a16:creationId xmlns:a16="http://schemas.microsoft.com/office/drawing/2014/main" id="{98F34F8F-ABB7-4848-A76F-9F6C562D9670}"/>
                </a:ext>
              </a:extLst>
            </p:cNvPr>
            <p:cNvSpPr>
              <a:spLocks noChangeArrowheads="1"/>
            </p:cNvSpPr>
            <p:nvPr/>
          </p:nvSpPr>
          <p:spPr bwMode="auto">
            <a:xfrm>
              <a:off x="472" y="507"/>
              <a:ext cx="18"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17" name="Freeform 9">
              <a:extLst>
                <a:ext uri="{FF2B5EF4-FFF2-40B4-BE49-F238E27FC236}">
                  <a16:creationId xmlns:a16="http://schemas.microsoft.com/office/drawing/2014/main" id="{AA090CA5-2F52-AF46-BB3E-337567489E55}"/>
                </a:ext>
              </a:extLst>
            </p:cNvPr>
            <p:cNvSpPr>
              <a:spLocks noEditPoints="1"/>
            </p:cNvSpPr>
            <p:nvPr/>
          </p:nvSpPr>
          <p:spPr bwMode="auto">
            <a:xfrm>
              <a:off x="348" y="472"/>
              <a:ext cx="373" cy="284"/>
            </a:xfrm>
            <a:custGeom>
              <a:avLst/>
              <a:gdLst>
                <a:gd name="T0" fmla="*/ 222 w 252"/>
                <a:gd name="T1" fmla="*/ 192 h 192"/>
                <a:gd name="T2" fmla="*/ 30 w 252"/>
                <a:gd name="T3" fmla="*/ 192 h 192"/>
                <a:gd name="T4" fmla="*/ 0 w 252"/>
                <a:gd name="T5" fmla="*/ 162 h 192"/>
                <a:gd name="T6" fmla="*/ 0 w 252"/>
                <a:gd name="T7" fmla="*/ 30 h 192"/>
                <a:gd name="T8" fmla="*/ 30 w 252"/>
                <a:gd name="T9" fmla="*/ 0 h 192"/>
                <a:gd name="T10" fmla="*/ 222 w 252"/>
                <a:gd name="T11" fmla="*/ 0 h 192"/>
                <a:gd name="T12" fmla="*/ 252 w 252"/>
                <a:gd name="T13" fmla="*/ 30 h 192"/>
                <a:gd name="T14" fmla="*/ 252 w 252"/>
                <a:gd name="T15" fmla="*/ 162 h 192"/>
                <a:gd name="T16" fmla="*/ 222 w 252"/>
                <a:gd name="T17" fmla="*/ 192 h 192"/>
                <a:gd name="T18" fmla="*/ 30 w 252"/>
                <a:gd name="T19" fmla="*/ 12 h 192"/>
                <a:gd name="T20" fmla="*/ 12 w 252"/>
                <a:gd name="T21" fmla="*/ 30 h 192"/>
                <a:gd name="T22" fmla="*/ 12 w 252"/>
                <a:gd name="T23" fmla="*/ 162 h 192"/>
                <a:gd name="T24" fmla="*/ 30 w 252"/>
                <a:gd name="T25" fmla="*/ 180 h 192"/>
                <a:gd name="T26" fmla="*/ 222 w 252"/>
                <a:gd name="T27" fmla="*/ 180 h 192"/>
                <a:gd name="T28" fmla="*/ 240 w 252"/>
                <a:gd name="T29" fmla="*/ 162 h 192"/>
                <a:gd name="T30" fmla="*/ 240 w 252"/>
                <a:gd name="T31" fmla="*/ 30 h 192"/>
                <a:gd name="T32" fmla="*/ 222 w 252"/>
                <a:gd name="T33" fmla="*/ 12 h 192"/>
                <a:gd name="T34" fmla="*/ 30 w 252"/>
                <a:gd name="T35"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2" h="192">
                  <a:moveTo>
                    <a:pt x="222" y="192"/>
                  </a:moveTo>
                  <a:cubicBezTo>
                    <a:pt x="30" y="192"/>
                    <a:pt x="30" y="192"/>
                    <a:pt x="30" y="192"/>
                  </a:cubicBezTo>
                  <a:cubicBezTo>
                    <a:pt x="14" y="192"/>
                    <a:pt x="0" y="179"/>
                    <a:pt x="0" y="162"/>
                  </a:cubicBezTo>
                  <a:cubicBezTo>
                    <a:pt x="0" y="30"/>
                    <a:pt x="0" y="30"/>
                    <a:pt x="0" y="30"/>
                  </a:cubicBezTo>
                  <a:cubicBezTo>
                    <a:pt x="0" y="13"/>
                    <a:pt x="14" y="0"/>
                    <a:pt x="30" y="0"/>
                  </a:cubicBezTo>
                  <a:cubicBezTo>
                    <a:pt x="222" y="0"/>
                    <a:pt x="222" y="0"/>
                    <a:pt x="222" y="0"/>
                  </a:cubicBezTo>
                  <a:cubicBezTo>
                    <a:pt x="239" y="0"/>
                    <a:pt x="252" y="13"/>
                    <a:pt x="252" y="30"/>
                  </a:cubicBezTo>
                  <a:cubicBezTo>
                    <a:pt x="252" y="162"/>
                    <a:pt x="252" y="162"/>
                    <a:pt x="252" y="162"/>
                  </a:cubicBezTo>
                  <a:cubicBezTo>
                    <a:pt x="252" y="179"/>
                    <a:pt x="239" y="192"/>
                    <a:pt x="222" y="192"/>
                  </a:cubicBezTo>
                  <a:close/>
                  <a:moveTo>
                    <a:pt x="30" y="12"/>
                  </a:moveTo>
                  <a:cubicBezTo>
                    <a:pt x="20" y="12"/>
                    <a:pt x="12" y="20"/>
                    <a:pt x="12" y="30"/>
                  </a:cubicBezTo>
                  <a:cubicBezTo>
                    <a:pt x="12" y="162"/>
                    <a:pt x="12" y="162"/>
                    <a:pt x="12" y="162"/>
                  </a:cubicBezTo>
                  <a:cubicBezTo>
                    <a:pt x="12" y="172"/>
                    <a:pt x="20" y="180"/>
                    <a:pt x="30" y="180"/>
                  </a:cubicBezTo>
                  <a:cubicBezTo>
                    <a:pt x="222" y="180"/>
                    <a:pt x="222" y="180"/>
                    <a:pt x="222" y="180"/>
                  </a:cubicBezTo>
                  <a:cubicBezTo>
                    <a:pt x="232" y="180"/>
                    <a:pt x="240" y="172"/>
                    <a:pt x="240" y="162"/>
                  </a:cubicBezTo>
                  <a:cubicBezTo>
                    <a:pt x="240" y="30"/>
                    <a:pt x="240" y="30"/>
                    <a:pt x="240" y="30"/>
                  </a:cubicBezTo>
                  <a:cubicBezTo>
                    <a:pt x="240" y="20"/>
                    <a:pt x="232" y="12"/>
                    <a:pt x="222" y="12"/>
                  </a:cubicBezTo>
                  <a:lnTo>
                    <a:pt x="3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18" name="Freeform 10">
              <a:extLst>
                <a:ext uri="{FF2B5EF4-FFF2-40B4-BE49-F238E27FC236}">
                  <a16:creationId xmlns:a16="http://schemas.microsoft.com/office/drawing/2014/main" id="{8894367A-92E9-164E-BC86-5B276995A8E7}"/>
                </a:ext>
              </a:extLst>
            </p:cNvPr>
            <p:cNvSpPr>
              <a:spLocks/>
            </p:cNvSpPr>
            <p:nvPr/>
          </p:nvSpPr>
          <p:spPr bwMode="auto">
            <a:xfrm>
              <a:off x="703" y="61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19" name="Freeform 11">
              <a:extLst>
                <a:ext uri="{FF2B5EF4-FFF2-40B4-BE49-F238E27FC236}">
                  <a16:creationId xmlns:a16="http://schemas.microsoft.com/office/drawing/2014/main" id="{8C879DF6-8A8C-D14C-9B9C-E0EB824DC79F}"/>
                </a:ext>
              </a:extLst>
            </p:cNvPr>
            <p:cNvSpPr>
              <a:spLocks/>
            </p:cNvSpPr>
            <p:nvPr/>
          </p:nvSpPr>
          <p:spPr bwMode="auto">
            <a:xfrm>
              <a:off x="401" y="543"/>
              <a:ext cx="373" cy="284"/>
            </a:xfrm>
            <a:custGeom>
              <a:avLst/>
              <a:gdLst>
                <a:gd name="T0" fmla="*/ 222 w 252"/>
                <a:gd name="T1" fmla="*/ 192 h 192"/>
                <a:gd name="T2" fmla="*/ 30 w 252"/>
                <a:gd name="T3" fmla="*/ 192 h 192"/>
                <a:gd name="T4" fmla="*/ 0 w 252"/>
                <a:gd name="T5" fmla="*/ 162 h 192"/>
                <a:gd name="T6" fmla="*/ 0 w 252"/>
                <a:gd name="T7" fmla="*/ 138 h 192"/>
                <a:gd name="T8" fmla="*/ 6 w 252"/>
                <a:gd name="T9" fmla="*/ 132 h 192"/>
                <a:gd name="T10" fmla="*/ 12 w 252"/>
                <a:gd name="T11" fmla="*/ 138 h 192"/>
                <a:gd name="T12" fmla="*/ 12 w 252"/>
                <a:gd name="T13" fmla="*/ 162 h 192"/>
                <a:gd name="T14" fmla="*/ 30 w 252"/>
                <a:gd name="T15" fmla="*/ 180 h 192"/>
                <a:gd name="T16" fmla="*/ 222 w 252"/>
                <a:gd name="T17" fmla="*/ 180 h 192"/>
                <a:gd name="T18" fmla="*/ 240 w 252"/>
                <a:gd name="T19" fmla="*/ 162 h 192"/>
                <a:gd name="T20" fmla="*/ 240 w 252"/>
                <a:gd name="T21" fmla="*/ 30 h 192"/>
                <a:gd name="T22" fmla="*/ 222 w 252"/>
                <a:gd name="T23" fmla="*/ 12 h 192"/>
                <a:gd name="T24" fmla="*/ 210 w 252"/>
                <a:gd name="T25" fmla="*/ 12 h 192"/>
                <a:gd name="T26" fmla="*/ 204 w 252"/>
                <a:gd name="T27" fmla="*/ 6 h 192"/>
                <a:gd name="T28" fmla="*/ 210 w 252"/>
                <a:gd name="T29" fmla="*/ 0 h 192"/>
                <a:gd name="T30" fmla="*/ 222 w 252"/>
                <a:gd name="T31" fmla="*/ 0 h 192"/>
                <a:gd name="T32" fmla="*/ 252 w 252"/>
                <a:gd name="T33" fmla="*/ 30 h 192"/>
                <a:gd name="T34" fmla="*/ 252 w 252"/>
                <a:gd name="T35" fmla="*/ 162 h 192"/>
                <a:gd name="T36" fmla="*/ 222 w 252"/>
                <a:gd name="T3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192">
                  <a:moveTo>
                    <a:pt x="222" y="192"/>
                  </a:moveTo>
                  <a:cubicBezTo>
                    <a:pt x="30" y="192"/>
                    <a:pt x="30" y="192"/>
                    <a:pt x="30" y="192"/>
                  </a:cubicBezTo>
                  <a:cubicBezTo>
                    <a:pt x="14" y="192"/>
                    <a:pt x="0" y="179"/>
                    <a:pt x="0" y="162"/>
                  </a:cubicBezTo>
                  <a:cubicBezTo>
                    <a:pt x="0" y="138"/>
                    <a:pt x="0" y="138"/>
                    <a:pt x="0" y="138"/>
                  </a:cubicBezTo>
                  <a:cubicBezTo>
                    <a:pt x="0" y="135"/>
                    <a:pt x="3" y="132"/>
                    <a:pt x="6" y="132"/>
                  </a:cubicBezTo>
                  <a:cubicBezTo>
                    <a:pt x="10" y="132"/>
                    <a:pt x="12" y="135"/>
                    <a:pt x="12" y="138"/>
                  </a:cubicBezTo>
                  <a:cubicBezTo>
                    <a:pt x="12" y="162"/>
                    <a:pt x="12" y="162"/>
                    <a:pt x="12" y="162"/>
                  </a:cubicBezTo>
                  <a:cubicBezTo>
                    <a:pt x="12" y="172"/>
                    <a:pt x="20" y="180"/>
                    <a:pt x="30" y="180"/>
                  </a:cubicBezTo>
                  <a:cubicBezTo>
                    <a:pt x="222" y="180"/>
                    <a:pt x="222" y="180"/>
                    <a:pt x="222" y="180"/>
                  </a:cubicBezTo>
                  <a:cubicBezTo>
                    <a:pt x="232" y="180"/>
                    <a:pt x="240" y="172"/>
                    <a:pt x="240" y="162"/>
                  </a:cubicBezTo>
                  <a:cubicBezTo>
                    <a:pt x="240" y="30"/>
                    <a:pt x="240" y="30"/>
                    <a:pt x="240" y="30"/>
                  </a:cubicBezTo>
                  <a:cubicBezTo>
                    <a:pt x="240" y="20"/>
                    <a:pt x="232" y="12"/>
                    <a:pt x="222" y="12"/>
                  </a:cubicBezTo>
                  <a:cubicBezTo>
                    <a:pt x="210" y="12"/>
                    <a:pt x="210" y="12"/>
                    <a:pt x="210" y="12"/>
                  </a:cubicBezTo>
                  <a:cubicBezTo>
                    <a:pt x="207" y="12"/>
                    <a:pt x="204" y="9"/>
                    <a:pt x="204" y="6"/>
                  </a:cubicBezTo>
                  <a:cubicBezTo>
                    <a:pt x="204" y="3"/>
                    <a:pt x="207" y="0"/>
                    <a:pt x="210" y="0"/>
                  </a:cubicBezTo>
                  <a:cubicBezTo>
                    <a:pt x="222" y="0"/>
                    <a:pt x="222" y="0"/>
                    <a:pt x="222" y="0"/>
                  </a:cubicBezTo>
                  <a:cubicBezTo>
                    <a:pt x="239" y="0"/>
                    <a:pt x="252" y="13"/>
                    <a:pt x="252" y="30"/>
                  </a:cubicBezTo>
                  <a:cubicBezTo>
                    <a:pt x="252" y="162"/>
                    <a:pt x="252" y="162"/>
                    <a:pt x="252" y="162"/>
                  </a:cubicBezTo>
                  <a:cubicBezTo>
                    <a:pt x="252" y="179"/>
                    <a:pt x="239" y="192"/>
                    <a:pt x="222" y="1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sp>
        <p:nvSpPr>
          <p:cNvPr id="320" name="Freeform 132">
            <a:extLst>
              <a:ext uri="{FF2B5EF4-FFF2-40B4-BE49-F238E27FC236}">
                <a16:creationId xmlns:a16="http://schemas.microsoft.com/office/drawing/2014/main" id="{45BDCAD5-FFA8-D94A-91ED-271D762E1EF5}"/>
              </a:ext>
            </a:extLst>
          </p:cNvPr>
          <p:cNvSpPr>
            <a:spLocks noEditPoints="1"/>
          </p:cNvSpPr>
          <p:nvPr userDrawn="1"/>
        </p:nvSpPr>
        <p:spPr bwMode="auto">
          <a:xfrm>
            <a:off x="8409731" y="5515535"/>
            <a:ext cx="494523" cy="438368"/>
          </a:xfrm>
          <a:custGeom>
            <a:avLst/>
            <a:gdLst>
              <a:gd name="T0" fmla="*/ 9 w 133"/>
              <a:gd name="T1" fmla="*/ 0 h 116"/>
              <a:gd name="T2" fmla="*/ 0 w 133"/>
              <a:gd name="T3" fmla="*/ 91 h 116"/>
              <a:gd name="T4" fmla="*/ 56 w 133"/>
              <a:gd name="T5" fmla="*/ 99 h 116"/>
              <a:gd name="T6" fmla="*/ 39 w 133"/>
              <a:gd name="T7" fmla="*/ 110 h 116"/>
              <a:gd name="T8" fmla="*/ 39 w 133"/>
              <a:gd name="T9" fmla="*/ 116 h 116"/>
              <a:gd name="T10" fmla="*/ 97 w 133"/>
              <a:gd name="T11" fmla="*/ 113 h 116"/>
              <a:gd name="T12" fmla="*/ 78 w 133"/>
              <a:gd name="T13" fmla="*/ 110 h 116"/>
              <a:gd name="T14" fmla="*/ 124 w 133"/>
              <a:gd name="T15" fmla="*/ 99 h 116"/>
              <a:gd name="T16" fmla="*/ 133 w 133"/>
              <a:gd name="T17" fmla="*/ 8 h 116"/>
              <a:gd name="T18" fmla="*/ 72 w 133"/>
              <a:gd name="T19" fmla="*/ 110 h 116"/>
              <a:gd name="T20" fmla="*/ 61 w 133"/>
              <a:gd name="T21" fmla="*/ 99 h 116"/>
              <a:gd name="T22" fmla="*/ 72 w 133"/>
              <a:gd name="T23" fmla="*/ 110 h 116"/>
              <a:gd name="T24" fmla="*/ 124 w 133"/>
              <a:gd name="T25" fmla="*/ 94 h 116"/>
              <a:gd name="T26" fmla="*/ 6 w 133"/>
              <a:gd name="T27" fmla="*/ 91 h 116"/>
              <a:gd name="T28" fmla="*/ 9 w 133"/>
              <a:gd name="T29" fmla="*/ 5 h 116"/>
              <a:gd name="T30" fmla="*/ 127 w 133"/>
              <a:gd name="T31" fmla="*/ 8 h 116"/>
              <a:gd name="T32" fmla="*/ 109 w 133"/>
              <a:gd name="T33" fmla="*/ 36 h 116"/>
              <a:gd name="T34" fmla="*/ 68 w 133"/>
              <a:gd name="T35" fmla="*/ 19 h 116"/>
              <a:gd name="T36" fmla="*/ 30 w 133"/>
              <a:gd name="T37" fmla="*/ 36 h 116"/>
              <a:gd name="T38" fmla="*/ 30 w 133"/>
              <a:gd name="T39" fmla="*/ 36 h 116"/>
              <a:gd name="T40" fmla="*/ 28 w 133"/>
              <a:gd name="T41" fmla="*/ 37 h 116"/>
              <a:gd name="T42" fmla="*/ 28 w 133"/>
              <a:gd name="T43" fmla="*/ 57 h 116"/>
              <a:gd name="T44" fmla="*/ 23 w 133"/>
              <a:gd name="T45" fmla="*/ 76 h 116"/>
              <a:gd name="T46" fmla="*/ 36 w 133"/>
              <a:gd name="T47" fmla="*/ 77 h 116"/>
              <a:gd name="T48" fmla="*/ 39 w 133"/>
              <a:gd name="T49" fmla="*/ 73 h 116"/>
              <a:gd name="T50" fmla="*/ 34 w 133"/>
              <a:gd name="T51" fmla="*/ 43 h 116"/>
              <a:gd name="T52" fmla="*/ 45 w 133"/>
              <a:gd name="T53" fmla="*/ 66 h 116"/>
              <a:gd name="T54" fmla="*/ 68 w 133"/>
              <a:gd name="T55" fmla="*/ 79 h 116"/>
              <a:gd name="T56" fmla="*/ 71 w 133"/>
              <a:gd name="T57" fmla="*/ 79 h 116"/>
              <a:gd name="T58" fmla="*/ 94 w 133"/>
              <a:gd name="T59" fmla="*/ 66 h 116"/>
              <a:gd name="T60" fmla="*/ 109 w 133"/>
              <a:gd name="T61" fmla="*/ 41 h 116"/>
              <a:gd name="T62" fmla="*/ 109 w 133"/>
              <a:gd name="T63" fmla="*/ 36 h 116"/>
              <a:gd name="T64" fmla="*/ 31 w 133"/>
              <a:gd name="T65" fmla="*/ 66 h 116"/>
              <a:gd name="T66" fmla="*/ 29 w 133"/>
              <a:gd name="T67" fmla="*/ 71 h 116"/>
              <a:gd name="T68" fmla="*/ 69 w 133"/>
              <a:gd name="T69" fmla="*/ 74 h 116"/>
              <a:gd name="T70" fmla="*/ 50 w 133"/>
              <a:gd name="T71" fmla="*/ 50 h 116"/>
              <a:gd name="T72" fmla="*/ 69 w 133"/>
              <a:gd name="T73" fmla="*/ 58 h 116"/>
              <a:gd name="T74" fmla="*/ 89 w 133"/>
              <a:gd name="T75" fmla="*/ 50 h 116"/>
              <a:gd name="T76" fmla="*/ 69 w 133"/>
              <a:gd name="T77" fmla="*/ 52 h 116"/>
              <a:gd name="T78" fmla="*/ 69 w 133"/>
              <a:gd name="T79" fmla="*/ 25 h 116"/>
              <a:gd name="T80" fmla="*/ 69 w 133"/>
              <a:gd name="T81" fmla="*/ 5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33" h="116">
                <a:moveTo>
                  <a:pt x="124" y="0"/>
                </a:moveTo>
                <a:cubicBezTo>
                  <a:pt x="9" y="0"/>
                  <a:pt x="9" y="0"/>
                  <a:pt x="9" y="0"/>
                </a:cubicBezTo>
                <a:cubicBezTo>
                  <a:pt x="4" y="0"/>
                  <a:pt x="0" y="4"/>
                  <a:pt x="0" y="8"/>
                </a:cubicBezTo>
                <a:cubicBezTo>
                  <a:pt x="0" y="91"/>
                  <a:pt x="0" y="91"/>
                  <a:pt x="0" y="91"/>
                </a:cubicBezTo>
                <a:cubicBezTo>
                  <a:pt x="0" y="95"/>
                  <a:pt x="4" y="99"/>
                  <a:pt x="9" y="99"/>
                </a:cubicBezTo>
                <a:cubicBezTo>
                  <a:pt x="56" y="99"/>
                  <a:pt x="56" y="99"/>
                  <a:pt x="56" y="99"/>
                </a:cubicBezTo>
                <a:cubicBezTo>
                  <a:pt x="56" y="110"/>
                  <a:pt x="56" y="110"/>
                  <a:pt x="56" y="110"/>
                </a:cubicBezTo>
                <a:cubicBezTo>
                  <a:pt x="39" y="110"/>
                  <a:pt x="39" y="110"/>
                  <a:pt x="39" y="110"/>
                </a:cubicBezTo>
                <a:cubicBezTo>
                  <a:pt x="37" y="110"/>
                  <a:pt x="36" y="111"/>
                  <a:pt x="36" y="113"/>
                </a:cubicBezTo>
                <a:cubicBezTo>
                  <a:pt x="36" y="114"/>
                  <a:pt x="37" y="116"/>
                  <a:pt x="39" y="116"/>
                </a:cubicBezTo>
                <a:cubicBezTo>
                  <a:pt x="94" y="116"/>
                  <a:pt x="94" y="116"/>
                  <a:pt x="94" y="116"/>
                </a:cubicBezTo>
                <a:cubicBezTo>
                  <a:pt x="96" y="116"/>
                  <a:pt x="97" y="114"/>
                  <a:pt x="97" y="113"/>
                </a:cubicBezTo>
                <a:cubicBezTo>
                  <a:pt x="97" y="111"/>
                  <a:pt x="96" y="110"/>
                  <a:pt x="94" y="110"/>
                </a:cubicBezTo>
                <a:cubicBezTo>
                  <a:pt x="78" y="110"/>
                  <a:pt x="78" y="110"/>
                  <a:pt x="78" y="110"/>
                </a:cubicBezTo>
                <a:cubicBezTo>
                  <a:pt x="78" y="99"/>
                  <a:pt x="78" y="99"/>
                  <a:pt x="78" y="99"/>
                </a:cubicBezTo>
                <a:cubicBezTo>
                  <a:pt x="124" y="99"/>
                  <a:pt x="124" y="99"/>
                  <a:pt x="124" y="99"/>
                </a:cubicBezTo>
                <a:cubicBezTo>
                  <a:pt x="129" y="99"/>
                  <a:pt x="133" y="95"/>
                  <a:pt x="133" y="91"/>
                </a:cubicBezTo>
                <a:cubicBezTo>
                  <a:pt x="133" y="8"/>
                  <a:pt x="133" y="8"/>
                  <a:pt x="133" y="8"/>
                </a:cubicBezTo>
                <a:cubicBezTo>
                  <a:pt x="133" y="4"/>
                  <a:pt x="129" y="0"/>
                  <a:pt x="124" y="0"/>
                </a:cubicBezTo>
                <a:close/>
                <a:moveTo>
                  <a:pt x="72" y="110"/>
                </a:moveTo>
                <a:cubicBezTo>
                  <a:pt x="61" y="110"/>
                  <a:pt x="61" y="110"/>
                  <a:pt x="61" y="110"/>
                </a:cubicBezTo>
                <a:cubicBezTo>
                  <a:pt x="61" y="99"/>
                  <a:pt x="61" y="99"/>
                  <a:pt x="61" y="99"/>
                </a:cubicBezTo>
                <a:cubicBezTo>
                  <a:pt x="72" y="99"/>
                  <a:pt x="72" y="99"/>
                  <a:pt x="72" y="99"/>
                </a:cubicBezTo>
                <a:lnTo>
                  <a:pt x="72" y="110"/>
                </a:lnTo>
                <a:close/>
                <a:moveTo>
                  <a:pt x="127" y="91"/>
                </a:moveTo>
                <a:cubicBezTo>
                  <a:pt x="127" y="92"/>
                  <a:pt x="126" y="94"/>
                  <a:pt x="124" y="94"/>
                </a:cubicBezTo>
                <a:cubicBezTo>
                  <a:pt x="9" y="94"/>
                  <a:pt x="9" y="94"/>
                  <a:pt x="9" y="94"/>
                </a:cubicBezTo>
                <a:cubicBezTo>
                  <a:pt x="7" y="94"/>
                  <a:pt x="6" y="92"/>
                  <a:pt x="6" y="91"/>
                </a:cubicBezTo>
                <a:cubicBezTo>
                  <a:pt x="6" y="8"/>
                  <a:pt x="6" y="8"/>
                  <a:pt x="6" y="8"/>
                </a:cubicBezTo>
                <a:cubicBezTo>
                  <a:pt x="6" y="7"/>
                  <a:pt x="7" y="5"/>
                  <a:pt x="9" y="5"/>
                </a:cubicBezTo>
                <a:cubicBezTo>
                  <a:pt x="124" y="5"/>
                  <a:pt x="124" y="5"/>
                  <a:pt x="124" y="5"/>
                </a:cubicBezTo>
                <a:cubicBezTo>
                  <a:pt x="126" y="5"/>
                  <a:pt x="127" y="7"/>
                  <a:pt x="127" y="8"/>
                </a:cubicBezTo>
                <a:lnTo>
                  <a:pt x="127" y="91"/>
                </a:lnTo>
                <a:close/>
                <a:moveTo>
                  <a:pt x="109" y="36"/>
                </a:moveTo>
                <a:cubicBezTo>
                  <a:pt x="70" y="19"/>
                  <a:pt x="70" y="19"/>
                  <a:pt x="70" y="19"/>
                </a:cubicBezTo>
                <a:cubicBezTo>
                  <a:pt x="70" y="19"/>
                  <a:pt x="69" y="19"/>
                  <a:pt x="68" y="19"/>
                </a:cubicBezTo>
                <a:cubicBezTo>
                  <a:pt x="30" y="36"/>
                  <a:pt x="30" y="36"/>
                  <a:pt x="30" y="36"/>
                </a:cubicBezTo>
                <a:cubicBezTo>
                  <a:pt x="30" y="36"/>
                  <a:pt x="30" y="36"/>
                  <a:pt x="30" y="36"/>
                </a:cubicBezTo>
                <a:cubicBezTo>
                  <a:pt x="30" y="36"/>
                  <a:pt x="30" y="36"/>
                  <a:pt x="30" y="36"/>
                </a:cubicBezTo>
                <a:cubicBezTo>
                  <a:pt x="30" y="36"/>
                  <a:pt x="30" y="36"/>
                  <a:pt x="30" y="36"/>
                </a:cubicBezTo>
                <a:cubicBezTo>
                  <a:pt x="29" y="36"/>
                  <a:pt x="29" y="36"/>
                  <a:pt x="29" y="37"/>
                </a:cubicBezTo>
                <a:cubicBezTo>
                  <a:pt x="29" y="37"/>
                  <a:pt x="28" y="37"/>
                  <a:pt x="28" y="37"/>
                </a:cubicBezTo>
                <a:cubicBezTo>
                  <a:pt x="28" y="37"/>
                  <a:pt x="28" y="38"/>
                  <a:pt x="28" y="38"/>
                </a:cubicBezTo>
                <a:cubicBezTo>
                  <a:pt x="28" y="57"/>
                  <a:pt x="28" y="57"/>
                  <a:pt x="28" y="57"/>
                </a:cubicBezTo>
                <a:cubicBezTo>
                  <a:pt x="23" y="73"/>
                  <a:pt x="23" y="73"/>
                  <a:pt x="23" y="73"/>
                </a:cubicBezTo>
                <a:cubicBezTo>
                  <a:pt x="22" y="74"/>
                  <a:pt x="22" y="75"/>
                  <a:pt x="23" y="76"/>
                </a:cubicBezTo>
                <a:cubicBezTo>
                  <a:pt x="24" y="77"/>
                  <a:pt x="24" y="77"/>
                  <a:pt x="25" y="77"/>
                </a:cubicBezTo>
                <a:cubicBezTo>
                  <a:pt x="36" y="77"/>
                  <a:pt x="36" y="77"/>
                  <a:pt x="36" y="77"/>
                </a:cubicBezTo>
                <a:cubicBezTo>
                  <a:pt x="37" y="77"/>
                  <a:pt x="38" y="77"/>
                  <a:pt x="38" y="76"/>
                </a:cubicBezTo>
                <a:cubicBezTo>
                  <a:pt x="39" y="75"/>
                  <a:pt x="39" y="74"/>
                  <a:pt x="39" y="73"/>
                </a:cubicBezTo>
                <a:cubicBezTo>
                  <a:pt x="34" y="57"/>
                  <a:pt x="34" y="57"/>
                  <a:pt x="34" y="57"/>
                </a:cubicBezTo>
                <a:cubicBezTo>
                  <a:pt x="34" y="43"/>
                  <a:pt x="34" y="43"/>
                  <a:pt x="34" y="43"/>
                </a:cubicBezTo>
                <a:cubicBezTo>
                  <a:pt x="45" y="47"/>
                  <a:pt x="45" y="47"/>
                  <a:pt x="45" y="47"/>
                </a:cubicBezTo>
                <a:cubicBezTo>
                  <a:pt x="45" y="66"/>
                  <a:pt x="45" y="66"/>
                  <a:pt x="45" y="66"/>
                </a:cubicBezTo>
                <a:cubicBezTo>
                  <a:pt x="45" y="67"/>
                  <a:pt x="45" y="68"/>
                  <a:pt x="46" y="68"/>
                </a:cubicBezTo>
                <a:cubicBezTo>
                  <a:pt x="68" y="79"/>
                  <a:pt x="68" y="79"/>
                  <a:pt x="68" y="79"/>
                </a:cubicBezTo>
                <a:cubicBezTo>
                  <a:pt x="68" y="80"/>
                  <a:pt x="69" y="80"/>
                  <a:pt x="69" y="80"/>
                </a:cubicBezTo>
                <a:cubicBezTo>
                  <a:pt x="70" y="80"/>
                  <a:pt x="70" y="80"/>
                  <a:pt x="71" y="79"/>
                </a:cubicBezTo>
                <a:cubicBezTo>
                  <a:pt x="93" y="68"/>
                  <a:pt x="93" y="68"/>
                  <a:pt x="93" y="68"/>
                </a:cubicBezTo>
                <a:cubicBezTo>
                  <a:pt x="94" y="68"/>
                  <a:pt x="94" y="67"/>
                  <a:pt x="94" y="66"/>
                </a:cubicBezTo>
                <a:cubicBezTo>
                  <a:pt x="94" y="47"/>
                  <a:pt x="94" y="47"/>
                  <a:pt x="94" y="47"/>
                </a:cubicBezTo>
                <a:cubicBezTo>
                  <a:pt x="109" y="41"/>
                  <a:pt x="109" y="41"/>
                  <a:pt x="109" y="41"/>
                </a:cubicBezTo>
                <a:cubicBezTo>
                  <a:pt x="110" y="41"/>
                  <a:pt x="111" y="40"/>
                  <a:pt x="111" y="38"/>
                </a:cubicBezTo>
                <a:cubicBezTo>
                  <a:pt x="111" y="37"/>
                  <a:pt x="110" y="36"/>
                  <a:pt x="109" y="36"/>
                </a:cubicBezTo>
                <a:close/>
                <a:moveTo>
                  <a:pt x="29" y="71"/>
                </a:moveTo>
                <a:cubicBezTo>
                  <a:pt x="31" y="66"/>
                  <a:pt x="31" y="66"/>
                  <a:pt x="31" y="66"/>
                </a:cubicBezTo>
                <a:cubicBezTo>
                  <a:pt x="32" y="71"/>
                  <a:pt x="32" y="71"/>
                  <a:pt x="32" y="71"/>
                </a:cubicBezTo>
                <a:lnTo>
                  <a:pt x="29" y="71"/>
                </a:lnTo>
                <a:close/>
                <a:moveTo>
                  <a:pt x="89" y="64"/>
                </a:moveTo>
                <a:cubicBezTo>
                  <a:pt x="69" y="74"/>
                  <a:pt x="69" y="74"/>
                  <a:pt x="69" y="74"/>
                </a:cubicBezTo>
                <a:cubicBezTo>
                  <a:pt x="50" y="64"/>
                  <a:pt x="50" y="64"/>
                  <a:pt x="50" y="64"/>
                </a:cubicBezTo>
                <a:cubicBezTo>
                  <a:pt x="50" y="50"/>
                  <a:pt x="50" y="50"/>
                  <a:pt x="50" y="50"/>
                </a:cubicBezTo>
                <a:cubicBezTo>
                  <a:pt x="68" y="57"/>
                  <a:pt x="68" y="57"/>
                  <a:pt x="68" y="57"/>
                </a:cubicBezTo>
                <a:cubicBezTo>
                  <a:pt x="69" y="58"/>
                  <a:pt x="69" y="58"/>
                  <a:pt x="69" y="58"/>
                </a:cubicBezTo>
                <a:cubicBezTo>
                  <a:pt x="70" y="58"/>
                  <a:pt x="70" y="58"/>
                  <a:pt x="70" y="57"/>
                </a:cubicBezTo>
                <a:cubicBezTo>
                  <a:pt x="89" y="50"/>
                  <a:pt x="89" y="50"/>
                  <a:pt x="89" y="50"/>
                </a:cubicBezTo>
                <a:lnTo>
                  <a:pt x="89" y="64"/>
                </a:lnTo>
                <a:close/>
                <a:moveTo>
                  <a:pt x="69" y="52"/>
                </a:moveTo>
                <a:cubicBezTo>
                  <a:pt x="38" y="38"/>
                  <a:pt x="38" y="38"/>
                  <a:pt x="38" y="38"/>
                </a:cubicBezTo>
                <a:cubicBezTo>
                  <a:pt x="69" y="25"/>
                  <a:pt x="69" y="25"/>
                  <a:pt x="69" y="25"/>
                </a:cubicBezTo>
                <a:cubicBezTo>
                  <a:pt x="101" y="38"/>
                  <a:pt x="101" y="38"/>
                  <a:pt x="101" y="38"/>
                </a:cubicBezTo>
                <a:lnTo>
                  <a:pt x="69" y="52"/>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rtl="0"/>
            <a:endParaRPr lang="en-US" dirty="0">
              <a:latin typeface="+mj-lt"/>
            </a:endParaRPr>
          </a:p>
        </p:txBody>
      </p:sp>
      <p:grpSp>
        <p:nvGrpSpPr>
          <p:cNvPr id="325" name="Group 104">
            <a:extLst>
              <a:ext uri="{FF2B5EF4-FFF2-40B4-BE49-F238E27FC236}">
                <a16:creationId xmlns:a16="http://schemas.microsoft.com/office/drawing/2014/main" id="{C933286F-FB2B-2B48-B689-90FB1B740D79}"/>
              </a:ext>
            </a:extLst>
          </p:cNvPr>
          <p:cNvGrpSpPr>
            <a:grpSpLocks noChangeAspect="1"/>
          </p:cNvGrpSpPr>
          <p:nvPr userDrawn="1"/>
        </p:nvGrpSpPr>
        <p:grpSpPr bwMode="auto">
          <a:xfrm>
            <a:off x="7207268" y="5477733"/>
            <a:ext cx="341846" cy="513972"/>
            <a:chOff x="1443" y="2997"/>
            <a:chExt cx="284" cy="427"/>
          </a:xfrm>
          <a:solidFill>
            <a:schemeClr val="accent1"/>
          </a:solidFill>
        </p:grpSpPr>
        <p:sp>
          <p:nvSpPr>
            <p:cNvPr id="326" name="Freeform 105">
              <a:extLst>
                <a:ext uri="{FF2B5EF4-FFF2-40B4-BE49-F238E27FC236}">
                  <a16:creationId xmlns:a16="http://schemas.microsoft.com/office/drawing/2014/main" id="{EBD25FD2-6E1F-C448-BE38-E904E3A2FB73}"/>
                </a:ext>
              </a:extLst>
            </p:cNvPr>
            <p:cNvSpPr>
              <a:spLocks noEditPoints="1"/>
            </p:cNvSpPr>
            <p:nvPr/>
          </p:nvSpPr>
          <p:spPr bwMode="auto">
            <a:xfrm>
              <a:off x="1462" y="3104"/>
              <a:ext cx="261" cy="320"/>
            </a:xfrm>
            <a:custGeom>
              <a:avLst/>
              <a:gdLst>
                <a:gd name="T0" fmla="*/ 155 w 176"/>
                <a:gd name="T1" fmla="*/ 216 h 216"/>
                <a:gd name="T2" fmla="*/ 59 w 176"/>
                <a:gd name="T3" fmla="*/ 216 h 216"/>
                <a:gd name="T4" fmla="*/ 54 w 176"/>
                <a:gd name="T5" fmla="*/ 213 h 216"/>
                <a:gd name="T6" fmla="*/ 6 w 176"/>
                <a:gd name="T7" fmla="*/ 141 h 216"/>
                <a:gd name="T8" fmla="*/ 4 w 176"/>
                <a:gd name="T9" fmla="*/ 116 h 216"/>
                <a:gd name="T10" fmla="*/ 17 w 176"/>
                <a:gd name="T11" fmla="*/ 108 h 216"/>
                <a:gd name="T12" fmla="*/ 59 w 176"/>
                <a:gd name="T13" fmla="*/ 137 h 216"/>
                <a:gd name="T14" fmla="*/ 59 w 176"/>
                <a:gd name="T15" fmla="*/ 24 h 216"/>
                <a:gd name="T16" fmla="*/ 83 w 176"/>
                <a:gd name="T17" fmla="*/ 0 h 216"/>
                <a:gd name="T18" fmla="*/ 107 w 176"/>
                <a:gd name="T19" fmla="*/ 24 h 216"/>
                <a:gd name="T20" fmla="*/ 107 w 176"/>
                <a:gd name="T21" fmla="*/ 92 h 216"/>
                <a:gd name="T22" fmla="*/ 156 w 176"/>
                <a:gd name="T23" fmla="*/ 108 h 216"/>
                <a:gd name="T24" fmla="*/ 173 w 176"/>
                <a:gd name="T25" fmla="*/ 145 h 216"/>
                <a:gd name="T26" fmla="*/ 161 w 176"/>
                <a:gd name="T27" fmla="*/ 211 h 216"/>
                <a:gd name="T28" fmla="*/ 155 w 176"/>
                <a:gd name="T29" fmla="*/ 216 h 216"/>
                <a:gd name="T30" fmla="*/ 62 w 176"/>
                <a:gd name="T31" fmla="*/ 204 h 216"/>
                <a:gd name="T32" fmla="*/ 150 w 176"/>
                <a:gd name="T33" fmla="*/ 204 h 216"/>
                <a:gd name="T34" fmla="*/ 161 w 176"/>
                <a:gd name="T35" fmla="*/ 143 h 216"/>
                <a:gd name="T36" fmla="*/ 152 w 176"/>
                <a:gd name="T37" fmla="*/ 120 h 216"/>
                <a:gd name="T38" fmla="*/ 99 w 176"/>
                <a:gd name="T39" fmla="*/ 102 h 216"/>
                <a:gd name="T40" fmla="*/ 95 w 176"/>
                <a:gd name="T41" fmla="*/ 96 h 216"/>
                <a:gd name="T42" fmla="*/ 95 w 176"/>
                <a:gd name="T43" fmla="*/ 24 h 216"/>
                <a:gd name="T44" fmla="*/ 83 w 176"/>
                <a:gd name="T45" fmla="*/ 12 h 216"/>
                <a:gd name="T46" fmla="*/ 71 w 176"/>
                <a:gd name="T47" fmla="*/ 24 h 216"/>
                <a:gd name="T48" fmla="*/ 71 w 176"/>
                <a:gd name="T49" fmla="*/ 156 h 216"/>
                <a:gd name="T50" fmla="*/ 67 w 176"/>
                <a:gd name="T51" fmla="*/ 162 h 216"/>
                <a:gd name="T52" fmla="*/ 60 w 176"/>
                <a:gd name="T53" fmla="*/ 159 h 216"/>
                <a:gd name="T54" fmla="*/ 17 w 176"/>
                <a:gd name="T55" fmla="*/ 120 h 216"/>
                <a:gd name="T56" fmla="*/ 14 w 176"/>
                <a:gd name="T57" fmla="*/ 121 h 216"/>
                <a:gd name="T58" fmla="*/ 16 w 176"/>
                <a:gd name="T59" fmla="*/ 135 h 216"/>
                <a:gd name="T60" fmla="*/ 62 w 176"/>
                <a:gd name="T61" fmla="*/ 204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6" h="216">
                  <a:moveTo>
                    <a:pt x="155" y="216"/>
                  </a:moveTo>
                  <a:cubicBezTo>
                    <a:pt x="59" y="216"/>
                    <a:pt x="59" y="216"/>
                    <a:pt x="59" y="216"/>
                  </a:cubicBezTo>
                  <a:cubicBezTo>
                    <a:pt x="57" y="216"/>
                    <a:pt x="55" y="215"/>
                    <a:pt x="54" y="213"/>
                  </a:cubicBezTo>
                  <a:cubicBezTo>
                    <a:pt x="6" y="141"/>
                    <a:pt x="6" y="141"/>
                    <a:pt x="6" y="141"/>
                  </a:cubicBezTo>
                  <a:cubicBezTo>
                    <a:pt x="2" y="135"/>
                    <a:pt x="0" y="124"/>
                    <a:pt x="4" y="116"/>
                  </a:cubicBezTo>
                  <a:cubicBezTo>
                    <a:pt x="6" y="111"/>
                    <a:pt x="11" y="108"/>
                    <a:pt x="17" y="108"/>
                  </a:cubicBezTo>
                  <a:cubicBezTo>
                    <a:pt x="30" y="108"/>
                    <a:pt x="42" y="113"/>
                    <a:pt x="59" y="137"/>
                  </a:cubicBezTo>
                  <a:cubicBezTo>
                    <a:pt x="59" y="24"/>
                    <a:pt x="59" y="24"/>
                    <a:pt x="59" y="24"/>
                  </a:cubicBezTo>
                  <a:cubicBezTo>
                    <a:pt x="59" y="11"/>
                    <a:pt x="70" y="0"/>
                    <a:pt x="83" y="0"/>
                  </a:cubicBezTo>
                  <a:cubicBezTo>
                    <a:pt x="96" y="0"/>
                    <a:pt x="107" y="11"/>
                    <a:pt x="107" y="24"/>
                  </a:cubicBezTo>
                  <a:cubicBezTo>
                    <a:pt x="107" y="92"/>
                    <a:pt x="107" y="92"/>
                    <a:pt x="107" y="92"/>
                  </a:cubicBezTo>
                  <a:cubicBezTo>
                    <a:pt x="156" y="108"/>
                    <a:pt x="156" y="108"/>
                    <a:pt x="156" y="108"/>
                  </a:cubicBezTo>
                  <a:cubicBezTo>
                    <a:pt x="172" y="113"/>
                    <a:pt x="176" y="131"/>
                    <a:pt x="173" y="145"/>
                  </a:cubicBezTo>
                  <a:cubicBezTo>
                    <a:pt x="161" y="211"/>
                    <a:pt x="161" y="211"/>
                    <a:pt x="161" y="211"/>
                  </a:cubicBezTo>
                  <a:cubicBezTo>
                    <a:pt x="161" y="214"/>
                    <a:pt x="158" y="216"/>
                    <a:pt x="155" y="216"/>
                  </a:cubicBezTo>
                  <a:close/>
                  <a:moveTo>
                    <a:pt x="62" y="204"/>
                  </a:moveTo>
                  <a:cubicBezTo>
                    <a:pt x="150" y="204"/>
                    <a:pt x="150" y="204"/>
                    <a:pt x="150" y="204"/>
                  </a:cubicBezTo>
                  <a:cubicBezTo>
                    <a:pt x="161" y="143"/>
                    <a:pt x="161" y="143"/>
                    <a:pt x="161" y="143"/>
                  </a:cubicBezTo>
                  <a:cubicBezTo>
                    <a:pt x="163" y="134"/>
                    <a:pt x="161" y="123"/>
                    <a:pt x="152" y="120"/>
                  </a:cubicBezTo>
                  <a:cubicBezTo>
                    <a:pt x="99" y="102"/>
                    <a:pt x="99" y="102"/>
                    <a:pt x="99" y="102"/>
                  </a:cubicBezTo>
                  <a:cubicBezTo>
                    <a:pt x="97" y="101"/>
                    <a:pt x="95" y="99"/>
                    <a:pt x="95" y="96"/>
                  </a:cubicBezTo>
                  <a:cubicBezTo>
                    <a:pt x="95" y="24"/>
                    <a:pt x="95" y="24"/>
                    <a:pt x="95" y="24"/>
                  </a:cubicBezTo>
                  <a:cubicBezTo>
                    <a:pt x="95" y="17"/>
                    <a:pt x="90" y="12"/>
                    <a:pt x="83" y="12"/>
                  </a:cubicBezTo>
                  <a:cubicBezTo>
                    <a:pt x="77" y="12"/>
                    <a:pt x="71" y="18"/>
                    <a:pt x="71" y="24"/>
                  </a:cubicBezTo>
                  <a:cubicBezTo>
                    <a:pt x="71" y="156"/>
                    <a:pt x="71" y="156"/>
                    <a:pt x="71" y="156"/>
                  </a:cubicBezTo>
                  <a:cubicBezTo>
                    <a:pt x="71" y="159"/>
                    <a:pt x="69" y="161"/>
                    <a:pt x="67" y="162"/>
                  </a:cubicBezTo>
                  <a:cubicBezTo>
                    <a:pt x="64" y="163"/>
                    <a:pt x="62" y="162"/>
                    <a:pt x="60" y="159"/>
                  </a:cubicBezTo>
                  <a:cubicBezTo>
                    <a:pt x="37" y="123"/>
                    <a:pt x="26" y="120"/>
                    <a:pt x="17" y="120"/>
                  </a:cubicBezTo>
                  <a:cubicBezTo>
                    <a:pt x="15" y="120"/>
                    <a:pt x="15" y="121"/>
                    <a:pt x="14" y="121"/>
                  </a:cubicBezTo>
                  <a:cubicBezTo>
                    <a:pt x="13" y="124"/>
                    <a:pt x="14" y="131"/>
                    <a:pt x="16" y="135"/>
                  </a:cubicBezTo>
                  <a:lnTo>
                    <a:pt x="62" y="2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27" name="Freeform 106">
              <a:extLst>
                <a:ext uri="{FF2B5EF4-FFF2-40B4-BE49-F238E27FC236}">
                  <a16:creationId xmlns:a16="http://schemas.microsoft.com/office/drawing/2014/main" id="{BD9B7B3C-0689-BA4C-ABBF-BCE7E3B46DB5}"/>
                </a:ext>
              </a:extLst>
            </p:cNvPr>
            <p:cNvSpPr>
              <a:spLocks/>
            </p:cNvSpPr>
            <p:nvPr/>
          </p:nvSpPr>
          <p:spPr bwMode="auto">
            <a:xfrm>
              <a:off x="1656" y="3122"/>
              <a:ext cx="71"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28" name="Freeform 107">
              <a:extLst>
                <a:ext uri="{FF2B5EF4-FFF2-40B4-BE49-F238E27FC236}">
                  <a16:creationId xmlns:a16="http://schemas.microsoft.com/office/drawing/2014/main" id="{C9272C8E-5CB2-4643-AEA6-BE716984C944}"/>
                </a:ext>
              </a:extLst>
            </p:cNvPr>
            <p:cNvSpPr>
              <a:spLocks/>
            </p:cNvSpPr>
            <p:nvPr/>
          </p:nvSpPr>
          <p:spPr bwMode="auto">
            <a:xfrm>
              <a:off x="1638" y="3031"/>
              <a:ext cx="55" cy="55"/>
            </a:xfrm>
            <a:custGeom>
              <a:avLst/>
              <a:gdLst>
                <a:gd name="T0" fmla="*/ 6 w 37"/>
                <a:gd name="T1" fmla="*/ 37 h 37"/>
                <a:gd name="T2" fmla="*/ 2 w 37"/>
                <a:gd name="T3" fmla="*/ 35 h 37"/>
                <a:gd name="T4" fmla="*/ 2 w 37"/>
                <a:gd name="T5" fmla="*/ 27 h 37"/>
                <a:gd name="T6" fmla="*/ 26 w 37"/>
                <a:gd name="T7" fmla="*/ 3 h 37"/>
                <a:gd name="T8" fmla="*/ 34 w 37"/>
                <a:gd name="T9" fmla="*/ 3 h 37"/>
                <a:gd name="T10" fmla="*/ 34 w 37"/>
                <a:gd name="T11" fmla="*/ 11 h 37"/>
                <a:gd name="T12" fmla="*/ 10 w 37"/>
                <a:gd name="T13" fmla="*/ 35 h 37"/>
                <a:gd name="T14" fmla="*/ 6 w 37"/>
                <a:gd name="T15" fmla="*/ 37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37">
                  <a:moveTo>
                    <a:pt x="6" y="37"/>
                  </a:moveTo>
                  <a:cubicBezTo>
                    <a:pt x="5" y="37"/>
                    <a:pt x="3" y="36"/>
                    <a:pt x="2" y="35"/>
                  </a:cubicBezTo>
                  <a:cubicBezTo>
                    <a:pt x="0" y="33"/>
                    <a:pt x="0" y="29"/>
                    <a:pt x="2" y="27"/>
                  </a:cubicBezTo>
                  <a:cubicBezTo>
                    <a:pt x="26" y="3"/>
                    <a:pt x="26" y="3"/>
                    <a:pt x="26" y="3"/>
                  </a:cubicBezTo>
                  <a:cubicBezTo>
                    <a:pt x="28" y="0"/>
                    <a:pt x="32" y="0"/>
                    <a:pt x="34" y="3"/>
                  </a:cubicBezTo>
                  <a:cubicBezTo>
                    <a:pt x="37" y="5"/>
                    <a:pt x="37" y="9"/>
                    <a:pt x="34" y="11"/>
                  </a:cubicBezTo>
                  <a:cubicBezTo>
                    <a:pt x="10" y="35"/>
                    <a:pt x="10" y="35"/>
                    <a:pt x="10" y="35"/>
                  </a:cubicBezTo>
                  <a:cubicBezTo>
                    <a:pt x="9" y="36"/>
                    <a:pt x="8" y="37"/>
                    <a:pt x="6"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29" name="Freeform 108">
              <a:extLst>
                <a:ext uri="{FF2B5EF4-FFF2-40B4-BE49-F238E27FC236}">
                  <a16:creationId xmlns:a16="http://schemas.microsoft.com/office/drawing/2014/main" id="{CA4C5504-30D4-1D40-B292-CD5DA723192D}"/>
                </a:ext>
              </a:extLst>
            </p:cNvPr>
            <p:cNvSpPr>
              <a:spLocks/>
            </p:cNvSpPr>
            <p:nvPr/>
          </p:nvSpPr>
          <p:spPr bwMode="auto">
            <a:xfrm>
              <a:off x="1585" y="2997"/>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5"/>
                    <a:pt x="0" y="42"/>
                  </a:cubicBezTo>
                  <a:cubicBezTo>
                    <a:pt x="0" y="6"/>
                    <a:pt x="0" y="6"/>
                    <a:pt x="0" y="6"/>
                  </a:cubicBezTo>
                  <a:cubicBezTo>
                    <a:pt x="0" y="3"/>
                    <a:pt x="3" y="0"/>
                    <a:pt x="6" y="0"/>
                  </a:cubicBezTo>
                  <a:cubicBezTo>
                    <a:pt x="10" y="0"/>
                    <a:pt x="12" y="3"/>
                    <a:pt x="12" y="6"/>
                  </a:cubicBezTo>
                  <a:cubicBezTo>
                    <a:pt x="12" y="42"/>
                    <a:pt x="12" y="42"/>
                    <a:pt x="12" y="42"/>
                  </a:cubicBezTo>
                  <a:cubicBezTo>
                    <a:pt x="12" y="45"/>
                    <a:pt x="10" y="48"/>
                    <a:pt x="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30" name="Freeform 109">
              <a:extLst>
                <a:ext uri="{FF2B5EF4-FFF2-40B4-BE49-F238E27FC236}">
                  <a16:creationId xmlns:a16="http://schemas.microsoft.com/office/drawing/2014/main" id="{7B5112E2-4CA4-294E-BC9B-DD315AEE8935}"/>
                </a:ext>
              </a:extLst>
            </p:cNvPr>
            <p:cNvSpPr>
              <a:spLocks/>
            </p:cNvSpPr>
            <p:nvPr/>
          </p:nvSpPr>
          <p:spPr bwMode="auto">
            <a:xfrm>
              <a:off x="1478" y="3031"/>
              <a:ext cx="55" cy="55"/>
            </a:xfrm>
            <a:custGeom>
              <a:avLst/>
              <a:gdLst>
                <a:gd name="T0" fmla="*/ 30 w 37"/>
                <a:gd name="T1" fmla="*/ 37 h 37"/>
                <a:gd name="T2" fmla="*/ 26 w 37"/>
                <a:gd name="T3" fmla="*/ 35 h 37"/>
                <a:gd name="T4" fmla="*/ 2 w 37"/>
                <a:gd name="T5" fmla="*/ 11 h 37"/>
                <a:gd name="T6" fmla="*/ 2 w 37"/>
                <a:gd name="T7" fmla="*/ 3 h 37"/>
                <a:gd name="T8" fmla="*/ 10 w 37"/>
                <a:gd name="T9" fmla="*/ 3 h 37"/>
                <a:gd name="T10" fmla="*/ 34 w 37"/>
                <a:gd name="T11" fmla="*/ 27 h 37"/>
                <a:gd name="T12" fmla="*/ 34 w 37"/>
                <a:gd name="T13" fmla="*/ 35 h 37"/>
                <a:gd name="T14" fmla="*/ 30 w 37"/>
                <a:gd name="T15" fmla="*/ 37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37">
                  <a:moveTo>
                    <a:pt x="30" y="37"/>
                  </a:moveTo>
                  <a:cubicBezTo>
                    <a:pt x="29" y="37"/>
                    <a:pt x="27" y="36"/>
                    <a:pt x="26" y="35"/>
                  </a:cubicBezTo>
                  <a:cubicBezTo>
                    <a:pt x="2" y="11"/>
                    <a:pt x="2" y="11"/>
                    <a:pt x="2" y="11"/>
                  </a:cubicBezTo>
                  <a:cubicBezTo>
                    <a:pt x="0" y="9"/>
                    <a:pt x="0" y="5"/>
                    <a:pt x="2" y="3"/>
                  </a:cubicBezTo>
                  <a:cubicBezTo>
                    <a:pt x="4" y="0"/>
                    <a:pt x="8" y="0"/>
                    <a:pt x="10" y="3"/>
                  </a:cubicBezTo>
                  <a:cubicBezTo>
                    <a:pt x="34" y="27"/>
                    <a:pt x="34" y="27"/>
                    <a:pt x="34" y="27"/>
                  </a:cubicBezTo>
                  <a:cubicBezTo>
                    <a:pt x="37" y="29"/>
                    <a:pt x="37" y="33"/>
                    <a:pt x="34" y="35"/>
                  </a:cubicBezTo>
                  <a:cubicBezTo>
                    <a:pt x="33" y="36"/>
                    <a:pt x="32" y="37"/>
                    <a:pt x="30"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31" name="Freeform 110">
              <a:extLst>
                <a:ext uri="{FF2B5EF4-FFF2-40B4-BE49-F238E27FC236}">
                  <a16:creationId xmlns:a16="http://schemas.microsoft.com/office/drawing/2014/main" id="{B8173CE6-5D1A-A846-84AC-EC2E79F0576F}"/>
                </a:ext>
              </a:extLst>
            </p:cNvPr>
            <p:cNvSpPr>
              <a:spLocks/>
            </p:cNvSpPr>
            <p:nvPr/>
          </p:nvSpPr>
          <p:spPr bwMode="auto">
            <a:xfrm>
              <a:off x="1443" y="3122"/>
              <a:ext cx="71"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grpSp>
      <p:grpSp>
        <p:nvGrpSpPr>
          <p:cNvPr id="332" name="Group 48">
            <a:extLst>
              <a:ext uri="{FF2B5EF4-FFF2-40B4-BE49-F238E27FC236}">
                <a16:creationId xmlns:a16="http://schemas.microsoft.com/office/drawing/2014/main" id="{845CA248-13D3-B844-9F40-7BA5E1132E69}"/>
              </a:ext>
            </a:extLst>
          </p:cNvPr>
          <p:cNvGrpSpPr>
            <a:grpSpLocks noChangeAspect="1"/>
          </p:cNvGrpSpPr>
          <p:nvPr userDrawn="1"/>
        </p:nvGrpSpPr>
        <p:grpSpPr bwMode="auto">
          <a:xfrm>
            <a:off x="10941132" y="3109340"/>
            <a:ext cx="515826" cy="496764"/>
            <a:chOff x="6532" y="451"/>
            <a:chExt cx="433" cy="417"/>
          </a:xfrm>
          <a:solidFill>
            <a:schemeClr val="accent1"/>
          </a:solidFill>
        </p:grpSpPr>
        <p:sp>
          <p:nvSpPr>
            <p:cNvPr id="333" name="Freeform 49">
              <a:extLst>
                <a:ext uri="{FF2B5EF4-FFF2-40B4-BE49-F238E27FC236}">
                  <a16:creationId xmlns:a16="http://schemas.microsoft.com/office/drawing/2014/main" id="{17E6D66F-E2A5-7445-867C-00B311AB2CDF}"/>
                </a:ext>
              </a:extLst>
            </p:cNvPr>
            <p:cNvSpPr>
              <a:spLocks/>
            </p:cNvSpPr>
            <p:nvPr/>
          </p:nvSpPr>
          <p:spPr bwMode="auto">
            <a:xfrm>
              <a:off x="6837" y="621"/>
              <a:ext cx="128" cy="94"/>
            </a:xfrm>
            <a:custGeom>
              <a:avLst/>
              <a:gdLst>
                <a:gd name="T0" fmla="*/ 7 w 86"/>
                <a:gd name="T1" fmla="*/ 64 h 64"/>
                <a:gd name="T2" fmla="*/ 3 w 86"/>
                <a:gd name="T3" fmla="*/ 63 h 64"/>
                <a:gd name="T4" fmla="*/ 1 w 86"/>
                <a:gd name="T5" fmla="*/ 55 h 64"/>
                <a:gd name="T6" fmla="*/ 34 w 86"/>
                <a:gd name="T7" fmla="*/ 3 h 64"/>
                <a:gd name="T8" fmla="*/ 38 w 86"/>
                <a:gd name="T9" fmla="*/ 0 h 64"/>
                <a:gd name="T10" fmla="*/ 43 w 86"/>
                <a:gd name="T11" fmla="*/ 2 h 64"/>
                <a:gd name="T12" fmla="*/ 84 w 86"/>
                <a:gd name="T13" fmla="*/ 48 h 64"/>
                <a:gd name="T14" fmla="*/ 84 w 86"/>
                <a:gd name="T15" fmla="*/ 56 h 64"/>
                <a:gd name="T16" fmla="*/ 75 w 86"/>
                <a:gd name="T17" fmla="*/ 56 h 64"/>
                <a:gd name="T18" fmla="*/ 40 w 86"/>
                <a:gd name="T19" fmla="*/ 16 h 64"/>
                <a:gd name="T20" fmla="*/ 12 w 86"/>
                <a:gd name="T21" fmla="*/ 61 h 64"/>
                <a:gd name="T22" fmla="*/ 7 w 86"/>
                <a:gd name="T23"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64">
                  <a:moveTo>
                    <a:pt x="7" y="64"/>
                  </a:moveTo>
                  <a:cubicBezTo>
                    <a:pt x="5" y="64"/>
                    <a:pt x="4" y="64"/>
                    <a:pt x="3" y="63"/>
                  </a:cubicBezTo>
                  <a:cubicBezTo>
                    <a:pt x="1" y="62"/>
                    <a:pt x="0" y="58"/>
                    <a:pt x="1" y="55"/>
                  </a:cubicBezTo>
                  <a:cubicBezTo>
                    <a:pt x="34" y="3"/>
                    <a:pt x="34" y="3"/>
                    <a:pt x="34" y="3"/>
                  </a:cubicBezTo>
                  <a:cubicBezTo>
                    <a:pt x="35" y="1"/>
                    <a:pt x="36" y="0"/>
                    <a:pt x="38" y="0"/>
                  </a:cubicBezTo>
                  <a:cubicBezTo>
                    <a:pt x="40" y="0"/>
                    <a:pt x="42" y="1"/>
                    <a:pt x="43" y="2"/>
                  </a:cubicBezTo>
                  <a:cubicBezTo>
                    <a:pt x="84" y="48"/>
                    <a:pt x="84" y="48"/>
                    <a:pt x="84" y="48"/>
                  </a:cubicBezTo>
                  <a:cubicBezTo>
                    <a:pt x="86" y="50"/>
                    <a:pt x="86" y="54"/>
                    <a:pt x="84" y="56"/>
                  </a:cubicBezTo>
                  <a:cubicBezTo>
                    <a:pt x="81" y="58"/>
                    <a:pt x="78" y="58"/>
                    <a:pt x="75" y="56"/>
                  </a:cubicBezTo>
                  <a:cubicBezTo>
                    <a:pt x="40" y="16"/>
                    <a:pt x="40" y="16"/>
                    <a:pt x="40" y="16"/>
                  </a:cubicBezTo>
                  <a:cubicBezTo>
                    <a:pt x="12" y="61"/>
                    <a:pt x="12" y="61"/>
                    <a:pt x="12" y="61"/>
                  </a:cubicBezTo>
                  <a:cubicBezTo>
                    <a:pt x="11" y="63"/>
                    <a:pt x="9" y="64"/>
                    <a:pt x="7"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34" name="Freeform 50">
              <a:extLst>
                <a:ext uri="{FF2B5EF4-FFF2-40B4-BE49-F238E27FC236}">
                  <a16:creationId xmlns:a16="http://schemas.microsoft.com/office/drawing/2014/main" id="{A947C942-EA82-4B48-9330-14A742F71BE2}"/>
                </a:ext>
              </a:extLst>
            </p:cNvPr>
            <p:cNvSpPr>
              <a:spLocks/>
            </p:cNvSpPr>
            <p:nvPr/>
          </p:nvSpPr>
          <p:spPr bwMode="auto">
            <a:xfrm>
              <a:off x="6759" y="621"/>
              <a:ext cx="157" cy="233"/>
            </a:xfrm>
            <a:custGeom>
              <a:avLst/>
              <a:gdLst>
                <a:gd name="T0" fmla="*/ 7 w 106"/>
                <a:gd name="T1" fmla="*/ 158 h 158"/>
                <a:gd name="T2" fmla="*/ 1 w 106"/>
                <a:gd name="T3" fmla="*/ 154 h 158"/>
                <a:gd name="T4" fmla="*/ 5 w 106"/>
                <a:gd name="T5" fmla="*/ 147 h 158"/>
                <a:gd name="T6" fmla="*/ 74 w 106"/>
                <a:gd name="T7" fmla="*/ 94 h 158"/>
                <a:gd name="T8" fmla="*/ 86 w 106"/>
                <a:gd name="T9" fmla="*/ 8 h 158"/>
                <a:gd name="T10" fmla="*/ 90 w 106"/>
                <a:gd name="T11" fmla="*/ 1 h 158"/>
                <a:gd name="T12" fmla="*/ 97 w 106"/>
                <a:gd name="T13" fmla="*/ 5 h 158"/>
                <a:gd name="T14" fmla="*/ 84 w 106"/>
                <a:gd name="T15" fmla="*/ 100 h 158"/>
                <a:gd name="T16" fmla="*/ 8 w 106"/>
                <a:gd name="T17" fmla="*/ 158 h 158"/>
                <a:gd name="T18" fmla="*/ 7 w 106"/>
                <a:gd name="T19" fmla="*/ 158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58">
                  <a:moveTo>
                    <a:pt x="7" y="158"/>
                  </a:moveTo>
                  <a:cubicBezTo>
                    <a:pt x="4" y="158"/>
                    <a:pt x="2" y="157"/>
                    <a:pt x="1" y="154"/>
                  </a:cubicBezTo>
                  <a:cubicBezTo>
                    <a:pt x="0" y="151"/>
                    <a:pt x="2" y="147"/>
                    <a:pt x="5" y="147"/>
                  </a:cubicBezTo>
                  <a:cubicBezTo>
                    <a:pt x="34" y="139"/>
                    <a:pt x="59" y="121"/>
                    <a:pt x="74" y="94"/>
                  </a:cubicBezTo>
                  <a:cubicBezTo>
                    <a:pt x="89" y="68"/>
                    <a:pt x="93" y="38"/>
                    <a:pt x="86" y="8"/>
                  </a:cubicBezTo>
                  <a:cubicBezTo>
                    <a:pt x="85" y="5"/>
                    <a:pt x="87" y="2"/>
                    <a:pt x="90" y="1"/>
                  </a:cubicBezTo>
                  <a:cubicBezTo>
                    <a:pt x="93" y="0"/>
                    <a:pt x="97" y="2"/>
                    <a:pt x="97" y="5"/>
                  </a:cubicBezTo>
                  <a:cubicBezTo>
                    <a:pt x="106" y="38"/>
                    <a:pt x="101" y="71"/>
                    <a:pt x="84" y="100"/>
                  </a:cubicBezTo>
                  <a:cubicBezTo>
                    <a:pt x="67" y="129"/>
                    <a:pt x="40" y="150"/>
                    <a:pt x="8" y="158"/>
                  </a:cubicBezTo>
                  <a:cubicBezTo>
                    <a:pt x="8" y="158"/>
                    <a:pt x="7" y="158"/>
                    <a:pt x="7" y="1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35" name="Freeform 51">
              <a:extLst>
                <a:ext uri="{FF2B5EF4-FFF2-40B4-BE49-F238E27FC236}">
                  <a16:creationId xmlns:a16="http://schemas.microsoft.com/office/drawing/2014/main" id="{F6FECDDB-A3E0-AB42-AE11-B42BD5D93CE1}"/>
                </a:ext>
              </a:extLst>
            </p:cNvPr>
            <p:cNvSpPr>
              <a:spLocks/>
            </p:cNvSpPr>
            <p:nvPr/>
          </p:nvSpPr>
          <p:spPr bwMode="auto">
            <a:xfrm>
              <a:off x="6599" y="451"/>
              <a:ext cx="110" cy="112"/>
            </a:xfrm>
            <a:custGeom>
              <a:avLst/>
              <a:gdLst>
                <a:gd name="T0" fmla="*/ 68 w 74"/>
                <a:gd name="T1" fmla="*/ 76 h 76"/>
                <a:gd name="T2" fmla="*/ 67 w 74"/>
                <a:gd name="T3" fmla="*/ 76 h 76"/>
                <a:gd name="T4" fmla="*/ 6 w 74"/>
                <a:gd name="T5" fmla="*/ 70 h 76"/>
                <a:gd name="T6" fmla="*/ 1 w 74"/>
                <a:gd name="T7" fmla="*/ 67 h 76"/>
                <a:gd name="T8" fmla="*/ 1 w 74"/>
                <a:gd name="T9" fmla="*/ 61 h 76"/>
                <a:gd name="T10" fmla="*/ 24 w 74"/>
                <a:gd name="T11" fmla="*/ 5 h 76"/>
                <a:gd name="T12" fmla="*/ 32 w 74"/>
                <a:gd name="T13" fmla="*/ 1 h 76"/>
                <a:gd name="T14" fmla="*/ 35 w 74"/>
                <a:gd name="T15" fmla="*/ 9 h 76"/>
                <a:gd name="T16" fmla="*/ 15 w 74"/>
                <a:gd name="T17" fmla="*/ 58 h 76"/>
                <a:gd name="T18" fmla="*/ 68 w 74"/>
                <a:gd name="T19" fmla="*/ 64 h 76"/>
                <a:gd name="T20" fmla="*/ 74 w 74"/>
                <a:gd name="T21" fmla="*/ 70 h 76"/>
                <a:gd name="T22" fmla="*/ 68 w 74"/>
                <a:gd name="T23" fmla="*/ 7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4" h="76">
                  <a:moveTo>
                    <a:pt x="68" y="76"/>
                  </a:moveTo>
                  <a:cubicBezTo>
                    <a:pt x="67" y="76"/>
                    <a:pt x="67" y="76"/>
                    <a:pt x="67" y="76"/>
                  </a:cubicBezTo>
                  <a:cubicBezTo>
                    <a:pt x="6" y="70"/>
                    <a:pt x="6" y="70"/>
                    <a:pt x="6" y="70"/>
                  </a:cubicBezTo>
                  <a:cubicBezTo>
                    <a:pt x="4" y="69"/>
                    <a:pt x="2" y="68"/>
                    <a:pt x="1" y="67"/>
                  </a:cubicBezTo>
                  <a:cubicBezTo>
                    <a:pt x="1" y="65"/>
                    <a:pt x="0" y="63"/>
                    <a:pt x="1" y="61"/>
                  </a:cubicBezTo>
                  <a:cubicBezTo>
                    <a:pt x="24" y="5"/>
                    <a:pt x="24" y="5"/>
                    <a:pt x="24" y="5"/>
                  </a:cubicBezTo>
                  <a:cubicBezTo>
                    <a:pt x="25" y="1"/>
                    <a:pt x="29" y="0"/>
                    <a:pt x="32" y="1"/>
                  </a:cubicBezTo>
                  <a:cubicBezTo>
                    <a:pt x="35" y="2"/>
                    <a:pt x="36" y="6"/>
                    <a:pt x="35" y="9"/>
                  </a:cubicBezTo>
                  <a:cubicBezTo>
                    <a:pt x="15" y="58"/>
                    <a:pt x="15" y="58"/>
                    <a:pt x="15" y="58"/>
                  </a:cubicBezTo>
                  <a:cubicBezTo>
                    <a:pt x="68" y="64"/>
                    <a:pt x="68" y="64"/>
                    <a:pt x="68" y="64"/>
                  </a:cubicBezTo>
                  <a:cubicBezTo>
                    <a:pt x="71" y="64"/>
                    <a:pt x="74" y="67"/>
                    <a:pt x="74" y="70"/>
                  </a:cubicBezTo>
                  <a:cubicBezTo>
                    <a:pt x="73" y="73"/>
                    <a:pt x="71" y="76"/>
                    <a:pt x="68"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36" name="Freeform 52">
              <a:extLst>
                <a:ext uri="{FF2B5EF4-FFF2-40B4-BE49-F238E27FC236}">
                  <a16:creationId xmlns:a16="http://schemas.microsoft.com/office/drawing/2014/main" id="{368296E1-91C7-0142-92A5-9FC30718B4EF}"/>
                </a:ext>
              </a:extLst>
            </p:cNvPr>
            <p:cNvSpPr>
              <a:spLocks/>
            </p:cNvSpPr>
            <p:nvPr/>
          </p:nvSpPr>
          <p:spPr bwMode="auto">
            <a:xfrm>
              <a:off x="6599" y="491"/>
              <a:ext cx="269" cy="81"/>
            </a:xfrm>
            <a:custGeom>
              <a:avLst/>
              <a:gdLst>
                <a:gd name="T0" fmla="*/ 175 w 182"/>
                <a:gd name="T1" fmla="*/ 55 h 55"/>
                <a:gd name="T2" fmla="*/ 171 w 182"/>
                <a:gd name="T3" fmla="*/ 53 h 55"/>
                <a:gd name="T4" fmla="*/ 94 w 182"/>
                <a:gd name="T5" fmla="*/ 14 h 55"/>
                <a:gd name="T6" fmla="*/ 11 w 182"/>
                <a:gd name="T7" fmla="*/ 41 h 55"/>
                <a:gd name="T8" fmla="*/ 2 w 182"/>
                <a:gd name="T9" fmla="*/ 40 h 55"/>
                <a:gd name="T10" fmla="*/ 3 w 182"/>
                <a:gd name="T11" fmla="*/ 32 h 55"/>
                <a:gd name="T12" fmla="*/ 94 w 182"/>
                <a:gd name="T13" fmla="*/ 2 h 55"/>
                <a:gd name="T14" fmla="*/ 180 w 182"/>
                <a:gd name="T15" fmla="*/ 45 h 55"/>
                <a:gd name="T16" fmla="*/ 179 w 182"/>
                <a:gd name="T17" fmla="*/ 53 h 55"/>
                <a:gd name="T18" fmla="*/ 175 w 182"/>
                <a:gd name="T19"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2" h="55">
                  <a:moveTo>
                    <a:pt x="175" y="55"/>
                  </a:moveTo>
                  <a:cubicBezTo>
                    <a:pt x="174" y="55"/>
                    <a:pt x="172" y="54"/>
                    <a:pt x="171" y="53"/>
                  </a:cubicBezTo>
                  <a:cubicBezTo>
                    <a:pt x="151" y="30"/>
                    <a:pt x="124" y="16"/>
                    <a:pt x="94" y="14"/>
                  </a:cubicBezTo>
                  <a:cubicBezTo>
                    <a:pt x="63" y="12"/>
                    <a:pt x="34" y="21"/>
                    <a:pt x="11" y="41"/>
                  </a:cubicBezTo>
                  <a:cubicBezTo>
                    <a:pt x="8" y="43"/>
                    <a:pt x="4" y="43"/>
                    <a:pt x="2" y="40"/>
                  </a:cubicBezTo>
                  <a:cubicBezTo>
                    <a:pt x="0" y="38"/>
                    <a:pt x="0" y="34"/>
                    <a:pt x="3" y="32"/>
                  </a:cubicBezTo>
                  <a:cubicBezTo>
                    <a:pt x="28" y="10"/>
                    <a:pt x="61" y="0"/>
                    <a:pt x="94" y="2"/>
                  </a:cubicBezTo>
                  <a:cubicBezTo>
                    <a:pt x="128" y="4"/>
                    <a:pt x="159" y="20"/>
                    <a:pt x="180" y="45"/>
                  </a:cubicBezTo>
                  <a:cubicBezTo>
                    <a:pt x="182" y="47"/>
                    <a:pt x="182" y="51"/>
                    <a:pt x="179" y="53"/>
                  </a:cubicBezTo>
                  <a:cubicBezTo>
                    <a:pt x="178" y="54"/>
                    <a:pt x="177" y="55"/>
                    <a:pt x="175"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37" name="Freeform 53">
              <a:extLst>
                <a:ext uri="{FF2B5EF4-FFF2-40B4-BE49-F238E27FC236}">
                  <a16:creationId xmlns:a16="http://schemas.microsoft.com/office/drawing/2014/main" id="{58A5879A-4845-1A4E-AD7C-5245A79764CB}"/>
                </a:ext>
              </a:extLst>
            </p:cNvPr>
            <p:cNvSpPr>
              <a:spLocks/>
            </p:cNvSpPr>
            <p:nvPr/>
          </p:nvSpPr>
          <p:spPr bwMode="auto">
            <a:xfrm>
              <a:off x="6568" y="754"/>
              <a:ext cx="108" cy="114"/>
            </a:xfrm>
            <a:custGeom>
              <a:avLst/>
              <a:gdLst>
                <a:gd name="T0" fmla="*/ 7 w 73"/>
                <a:gd name="T1" fmla="*/ 77 h 77"/>
                <a:gd name="T2" fmla="*/ 1 w 73"/>
                <a:gd name="T3" fmla="*/ 72 h 77"/>
                <a:gd name="T4" fmla="*/ 6 w 73"/>
                <a:gd name="T5" fmla="*/ 65 h 77"/>
                <a:gd name="T6" fmla="*/ 58 w 73"/>
                <a:gd name="T7" fmla="*/ 57 h 77"/>
                <a:gd name="T8" fmla="*/ 36 w 73"/>
                <a:gd name="T9" fmla="*/ 9 h 77"/>
                <a:gd name="T10" fmla="*/ 39 w 73"/>
                <a:gd name="T11" fmla="*/ 1 h 77"/>
                <a:gd name="T12" fmla="*/ 47 w 73"/>
                <a:gd name="T13" fmla="*/ 4 h 77"/>
                <a:gd name="T14" fmla="*/ 73 w 73"/>
                <a:gd name="T15" fmla="*/ 60 h 77"/>
                <a:gd name="T16" fmla="*/ 73 w 73"/>
                <a:gd name="T17" fmla="*/ 65 h 77"/>
                <a:gd name="T18" fmla="*/ 68 w 73"/>
                <a:gd name="T19" fmla="*/ 68 h 77"/>
                <a:gd name="T20" fmla="*/ 7 w 73"/>
                <a:gd name="T21" fmla="*/ 77 h 77"/>
                <a:gd name="T22" fmla="*/ 7 w 73"/>
                <a:gd name="T23"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3" h="77">
                  <a:moveTo>
                    <a:pt x="7" y="77"/>
                  </a:moveTo>
                  <a:cubicBezTo>
                    <a:pt x="4" y="77"/>
                    <a:pt x="1" y="75"/>
                    <a:pt x="1" y="72"/>
                  </a:cubicBezTo>
                  <a:cubicBezTo>
                    <a:pt x="0" y="69"/>
                    <a:pt x="2" y="66"/>
                    <a:pt x="6" y="65"/>
                  </a:cubicBezTo>
                  <a:cubicBezTo>
                    <a:pt x="58" y="57"/>
                    <a:pt x="58" y="57"/>
                    <a:pt x="58" y="57"/>
                  </a:cubicBezTo>
                  <a:cubicBezTo>
                    <a:pt x="36" y="9"/>
                    <a:pt x="36" y="9"/>
                    <a:pt x="36" y="9"/>
                  </a:cubicBezTo>
                  <a:cubicBezTo>
                    <a:pt x="35" y="6"/>
                    <a:pt x="36" y="2"/>
                    <a:pt x="39" y="1"/>
                  </a:cubicBezTo>
                  <a:cubicBezTo>
                    <a:pt x="42" y="0"/>
                    <a:pt x="46" y="1"/>
                    <a:pt x="47" y="4"/>
                  </a:cubicBezTo>
                  <a:cubicBezTo>
                    <a:pt x="73" y="60"/>
                    <a:pt x="73" y="60"/>
                    <a:pt x="73" y="60"/>
                  </a:cubicBezTo>
                  <a:cubicBezTo>
                    <a:pt x="73" y="61"/>
                    <a:pt x="73" y="63"/>
                    <a:pt x="73" y="65"/>
                  </a:cubicBezTo>
                  <a:cubicBezTo>
                    <a:pt x="72" y="67"/>
                    <a:pt x="70" y="68"/>
                    <a:pt x="68" y="68"/>
                  </a:cubicBezTo>
                  <a:cubicBezTo>
                    <a:pt x="7" y="77"/>
                    <a:pt x="7" y="77"/>
                    <a:pt x="7" y="77"/>
                  </a:cubicBezTo>
                  <a:cubicBezTo>
                    <a:pt x="7" y="77"/>
                    <a:pt x="7" y="77"/>
                    <a:pt x="7" y="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38" name="Freeform 54">
              <a:extLst>
                <a:ext uri="{FF2B5EF4-FFF2-40B4-BE49-F238E27FC236}">
                  <a16:creationId xmlns:a16="http://schemas.microsoft.com/office/drawing/2014/main" id="{B1F284B8-040C-EA40-B415-8A9522FE867B}"/>
                </a:ext>
              </a:extLst>
            </p:cNvPr>
            <p:cNvSpPr>
              <a:spLocks/>
            </p:cNvSpPr>
            <p:nvPr/>
          </p:nvSpPr>
          <p:spPr bwMode="auto">
            <a:xfrm>
              <a:off x="6532" y="612"/>
              <a:ext cx="144" cy="242"/>
            </a:xfrm>
            <a:custGeom>
              <a:avLst/>
              <a:gdLst>
                <a:gd name="T0" fmla="*/ 90 w 97"/>
                <a:gd name="T1" fmla="*/ 164 h 164"/>
                <a:gd name="T2" fmla="*/ 88 w 97"/>
                <a:gd name="T3" fmla="*/ 163 h 164"/>
                <a:gd name="T4" fmla="*/ 17 w 97"/>
                <a:gd name="T5" fmla="*/ 100 h 164"/>
                <a:gd name="T6" fmla="*/ 11 w 97"/>
                <a:gd name="T7" fmla="*/ 4 h 164"/>
                <a:gd name="T8" fmla="*/ 19 w 97"/>
                <a:gd name="T9" fmla="*/ 1 h 164"/>
                <a:gd name="T10" fmla="*/ 22 w 97"/>
                <a:gd name="T11" fmla="*/ 8 h 164"/>
                <a:gd name="T12" fmla="*/ 27 w 97"/>
                <a:gd name="T13" fmla="*/ 94 h 164"/>
                <a:gd name="T14" fmla="*/ 92 w 97"/>
                <a:gd name="T15" fmla="*/ 152 h 164"/>
                <a:gd name="T16" fmla="*/ 96 w 97"/>
                <a:gd name="T17" fmla="*/ 160 h 164"/>
                <a:gd name="T18" fmla="*/ 90 w 97"/>
                <a:gd name="T19"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 h="164">
                  <a:moveTo>
                    <a:pt x="90" y="164"/>
                  </a:moveTo>
                  <a:cubicBezTo>
                    <a:pt x="90" y="164"/>
                    <a:pt x="89" y="164"/>
                    <a:pt x="88" y="163"/>
                  </a:cubicBezTo>
                  <a:cubicBezTo>
                    <a:pt x="57" y="152"/>
                    <a:pt x="31" y="130"/>
                    <a:pt x="17" y="100"/>
                  </a:cubicBezTo>
                  <a:cubicBezTo>
                    <a:pt x="2" y="70"/>
                    <a:pt x="0" y="36"/>
                    <a:pt x="11" y="4"/>
                  </a:cubicBezTo>
                  <a:cubicBezTo>
                    <a:pt x="12" y="1"/>
                    <a:pt x="16" y="0"/>
                    <a:pt x="19" y="1"/>
                  </a:cubicBezTo>
                  <a:cubicBezTo>
                    <a:pt x="22" y="2"/>
                    <a:pt x="23" y="5"/>
                    <a:pt x="22" y="8"/>
                  </a:cubicBezTo>
                  <a:cubicBezTo>
                    <a:pt x="12" y="37"/>
                    <a:pt x="14" y="67"/>
                    <a:pt x="27" y="94"/>
                  </a:cubicBezTo>
                  <a:cubicBezTo>
                    <a:pt x="41" y="121"/>
                    <a:pt x="64" y="142"/>
                    <a:pt x="92" y="152"/>
                  </a:cubicBezTo>
                  <a:cubicBezTo>
                    <a:pt x="96" y="153"/>
                    <a:pt x="97" y="157"/>
                    <a:pt x="96" y="160"/>
                  </a:cubicBezTo>
                  <a:cubicBezTo>
                    <a:pt x="95" y="162"/>
                    <a:pt x="93" y="164"/>
                    <a:pt x="90"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339" name="Group 81">
            <a:extLst>
              <a:ext uri="{FF2B5EF4-FFF2-40B4-BE49-F238E27FC236}">
                <a16:creationId xmlns:a16="http://schemas.microsoft.com/office/drawing/2014/main" id="{6F0CCB4D-675F-F14F-99D5-2DD46749B800}"/>
              </a:ext>
            </a:extLst>
          </p:cNvPr>
          <p:cNvGrpSpPr>
            <a:grpSpLocks noChangeAspect="1"/>
          </p:cNvGrpSpPr>
          <p:nvPr userDrawn="1"/>
        </p:nvGrpSpPr>
        <p:grpSpPr bwMode="auto">
          <a:xfrm>
            <a:off x="798612" y="5509828"/>
            <a:ext cx="450851" cy="449782"/>
            <a:chOff x="1370" y="1720"/>
            <a:chExt cx="426" cy="425"/>
          </a:xfrm>
          <a:solidFill>
            <a:schemeClr val="accent1"/>
          </a:solidFill>
        </p:grpSpPr>
        <p:sp>
          <p:nvSpPr>
            <p:cNvPr id="340" name="Freeform 82">
              <a:extLst>
                <a:ext uri="{FF2B5EF4-FFF2-40B4-BE49-F238E27FC236}">
                  <a16:creationId xmlns:a16="http://schemas.microsoft.com/office/drawing/2014/main" id="{AFD37094-822A-F447-8CE7-9F103F960375}"/>
                </a:ext>
              </a:extLst>
            </p:cNvPr>
            <p:cNvSpPr>
              <a:spLocks/>
            </p:cNvSpPr>
            <p:nvPr/>
          </p:nvSpPr>
          <p:spPr bwMode="auto">
            <a:xfrm>
              <a:off x="1370" y="1755"/>
              <a:ext cx="426" cy="390"/>
            </a:xfrm>
            <a:custGeom>
              <a:avLst/>
              <a:gdLst>
                <a:gd name="T0" fmla="*/ 282 w 288"/>
                <a:gd name="T1" fmla="*/ 264 h 264"/>
                <a:gd name="T2" fmla="*/ 6 w 288"/>
                <a:gd name="T3" fmla="*/ 264 h 264"/>
                <a:gd name="T4" fmla="*/ 0 w 288"/>
                <a:gd name="T5" fmla="*/ 258 h 264"/>
                <a:gd name="T6" fmla="*/ 0 w 288"/>
                <a:gd name="T7" fmla="*/ 6 h 264"/>
                <a:gd name="T8" fmla="*/ 6 w 288"/>
                <a:gd name="T9" fmla="*/ 0 h 264"/>
                <a:gd name="T10" fmla="*/ 54 w 288"/>
                <a:gd name="T11" fmla="*/ 0 h 264"/>
                <a:gd name="T12" fmla="*/ 60 w 288"/>
                <a:gd name="T13" fmla="*/ 6 h 264"/>
                <a:gd name="T14" fmla="*/ 54 w 288"/>
                <a:gd name="T15" fmla="*/ 12 h 264"/>
                <a:gd name="T16" fmla="*/ 12 w 288"/>
                <a:gd name="T17" fmla="*/ 12 h 264"/>
                <a:gd name="T18" fmla="*/ 12 w 288"/>
                <a:gd name="T19" fmla="*/ 252 h 264"/>
                <a:gd name="T20" fmla="*/ 276 w 288"/>
                <a:gd name="T21" fmla="*/ 252 h 264"/>
                <a:gd name="T22" fmla="*/ 276 w 288"/>
                <a:gd name="T23" fmla="*/ 12 h 264"/>
                <a:gd name="T24" fmla="*/ 234 w 288"/>
                <a:gd name="T25" fmla="*/ 12 h 264"/>
                <a:gd name="T26" fmla="*/ 228 w 288"/>
                <a:gd name="T27" fmla="*/ 6 h 264"/>
                <a:gd name="T28" fmla="*/ 234 w 288"/>
                <a:gd name="T29" fmla="*/ 0 h 264"/>
                <a:gd name="T30" fmla="*/ 282 w 288"/>
                <a:gd name="T31" fmla="*/ 0 h 264"/>
                <a:gd name="T32" fmla="*/ 288 w 288"/>
                <a:gd name="T33" fmla="*/ 6 h 264"/>
                <a:gd name="T34" fmla="*/ 288 w 288"/>
                <a:gd name="T35" fmla="*/ 258 h 264"/>
                <a:gd name="T36" fmla="*/ 282 w 288"/>
                <a:gd name="T37" fmla="*/ 264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8" h="264">
                  <a:moveTo>
                    <a:pt x="282" y="264"/>
                  </a:moveTo>
                  <a:cubicBezTo>
                    <a:pt x="6" y="264"/>
                    <a:pt x="6" y="264"/>
                    <a:pt x="6" y="264"/>
                  </a:cubicBezTo>
                  <a:cubicBezTo>
                    <a:pt x="3" y="264"/>
                    <a:pt x="0" y="261"/>
                    <a:pt x="0" y="258"/>
                  </a:cubicBezTo>
                  <a:cubicBezTo>
                    <a:pt x="0" y="6"/>
                    <a:pt x="0" y="6"/>
                    <a:pt x="0" y="6"/>
                  </a:cubicBezTo>
                  <a:cubicBezTo>
                    <a:pt x="0" y="2"/>
                    <a:pt x="3" y="0"/>
                    <a:pt x="6" y="0"/>
                  </a:cubicBezTo>
                  <a:cubicBezTo>
                    <a:pt x="54" y="0"/>
                    <a:pt x="54" y="0"/>
                    <a:pt x="54" y="0"/>
                  </a:cubicBezTo>
                  <a:cubicBezTo>
                    <a:pt x="58" y="0"/>
                    <a:pt x="60" y="2"/>
                    <a:pt x="60" y="6"/>
                  </a:cubicBezTo>
                  <a:cubicBezTo>
                    <a:pt x="60" y="9"/>
                    <a:pt x="58" y="12"/>
                    <a:pt x="54" y="12"/>
                  </a:cubicBezTo>
                  <a:cubicBezTo>
                    <a:pt x="12" y="12"/>
                    <a:pt x="12" y="12"/>
                    <a:pt x="12" y="12"/>
                  </a:cubicBezTo>
                  <a:cubicBezTo>
                    <a:pt x="12" y="252"/>
                    <a:pt x="12" y="252"/>
                    <a:pt x="12" y="252"/>
                  </a:cubicBezTo>
                  <a:cubicBezTo>
                    <a:pt x="276" y="252"/>
                    <a:pt x="276" y="252"/>
                    <a:pt x="276" y="252"/>
                  </a:cubicBezTo>
                  <a:cubicBezTo>
                    <a:pt x="276" y="12"/>
                    <a:pt x="276" y="12"/>
                    <a:pt x="276" y="12"/>
                  </a:cubicBezTo>
                  <a:cubicBezTo>
                    <a:pt x="234" y="12"/>
                    <a:pt x="234" y="12"/>
                    <a:pt x="234" y="12"/>
                  </a:cubicBezTo>
                  <a:cubicBezTo>
                    <a:pt x="231" y="12"/>
                    <a:pt x="228" y="9"/>
                    <a:pt x="228" y="6"/>
                  </a:cubicBezTo>
                  <a:cubicBezTo>
                    <a:pt x="228" y="2"/>
                    <a:pt x="231" y="0"/>
                    <a:pt x="234" y="0"/>
                  </a:cubicBezTo>
                  <a:cubicBezTo>
                    <a:pt x="282" y="0"/>
                    <a:pt x="282" y="0"/>
                    <a:pt x="282" y="0"/>
                  </a:cubicBezTo>
                  <a:cubicBezTo>
                    <a:pt x="286" y="0"/>
                    <a:pt x="288" y="2"/>
                    <a:pt x="288" y="6"/>
                  </a:cubicBezTo>
                  <a:cubicBezTo>
                    <a:pt x="288" y="258"/>
                    <a:pt x="288" y="258"/>
                    <a:pt x="288" y="258"/>
                  </a:cubicBezTo>
                  <a:cubicBezTo>
                    <a:pt x="288" y="261"/>
                    <a:pt x="286" y="264"/>
                    <a:pt x="282"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1" name="Freeform 83">
              <a:extLst>
                <a:ext uri="{FF2B5EF4-FFF2-40B4-BE49-F238E27FC236}">
                  <a16:creationId xmlns:a16="http://schemas.microsoft.com/office/drawing/2014/main" id="{3422F472-FD2E-E146-B0EE-B299A1CAE080}"/>
                </a:ext>
              </a:extLst>
            </p:cNvPr>
            <p:cNvSpPr>
              <a:spLocks noEditPoints="1"/>
            </p:cNvSpPr>
            <p:nvPr/>
          </p:nvSpPr>
          <p:spPr bwMode="auto">
            <a:xfrm>
              <a:off x="1441" y="1720"/>
              <a:ext cx="71" cy="89"/>
            </a:xfrm>
            <a:custGeom>
              <a:avLst/>
              <a:gdLst>
                <a:gd name="T0" fmla="*/ 42 w 48"/>
                <a:gd name="T1" fmla="*/ 60 h 60"/>
                <a:gd name="T2" fmla="*/ 6 w 48"/>
                <a:gd name="T3" fmla="*/ 60 h 60"/>
                <a:gd name="T4" fmla="*/ 0 w 48"/>
                <a:gd name="T5" fmla="*/ 54 h 60"/>
                <a:gd name="T6" fmla="*/ 0 w 48"/>
                <a:gd name="T7" fmla="*/ 6 h 60"/>
                <a:gd name="T8" fmla="*/ 6 w 48"/>
                <a:gd name="T9" fmla="*/ 0 h 60"/>
                <a:gd name="T10" fmla="*/ 42 w 48"/>
                <a:gd name="T11" fmla="*/ 0 h 60"/>
                <a:gd name="T12" fmla="*/ 48 w 48"/>
                <a:gd name="T13" fmla="*/ 6 h 60"/>
                <a:gd name="T14" fmla="*/ 48 w 48"/>
                <a:gd name="T15" fmla="*/ 54 h 60"/>
                <a:gd name="T16" fmla="*/ 42 w 48"/>
                <a:gd name="T17" fmla="*/ 60 h 60"/>
                <a:gd name="T18" fmla="*/ 12 w 48"/>
                <a:gd name="T19" fmla="*/ 48 h 60"/>
                <a:gd name="T20" fmla="*/ 36 w 48"/>
                <a:gd name="T21" fmla="*/ 48 h 60"/>
                <a:gd name="T22" fmla="*/ 36 w 48"/>
                <a:gd name="T23" fmla="*/ 12 h 60"/>
                <a:gd name="T24" fmla="*/ 12 w 48"/>
                <a:gd name="T25" fmla="*/ 12 h 60"/>
                <a:gd name="T26" fmla="*/ 12 w 48"/>
                <a:gd name="T27"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60">
                  <a:moveTo>
                    <a:pt x="42" y="60"/>
                  </a:moveTo>
                  <a:cubicBezTo>
                    <a:pt x="6" y="60"/>
                    <a:pt x="6" y="60"/>
                    <a:pt x="6" y="60"/>
                  </a:cubicBezTo>
                  <a:cubicBezTo>
                    <a:pt x="3" y="60"/>
                    <a:pt x="0" y="57"/>
                    <a:pt x="0" y="54"/>
                  </a:cubicBezTo>
                  <a:cubicBezTo>
                    <a:pt x="0" y="6"/>
                    <a:pt x="0" y="6"/>
                    <a:pt x="0" y="6"/>
                  </a:cubicBezTo>
                  <a:cubicBezTo>
                    <a:pt x="0" y="2"/>
                    <a:pt x="3" y="0"/>
                    <a:pt x="6" y="0"/>
                  </a:cubicBezTo>
                  <a:cubicBezTo>
                    <a:pt x="42" y="0"/>
                    <a:pt x="42" y="0"/>
                    <a:pt x="42" y="0"/>
                  </a:cubicBezTo>
                  <a:cubicBezTo>
                    <a:pt x="46" y="0"/>
                    <a:pt x="48" y="2"/>
                    <a:pt x="48" y="6"/>
                  </a:cubicBezTo>
                  <a:cubicBezTo>
                    <a:pt x="48" y="54"/>
                    <a:pt x="48" y="54"/>
                    <a:pt x="48" y="54"/>
                  </a:cubicBezTo>
                  <a:cubicBezTo>
                    <a:pt x="48" y="57"/>
                    <a:pt x="46" y="60"/>
                    <a:pt x="42" y="60"/>
                  </a:cubicBezTo>
                  <a:close/>
                  <a:moveTo>
                    <a:pt x="12" y="48"/>
                  </a:moveTo>
                  <a:cubicBezTo>
                    <a:pt x="36" y="48"/>
                    <a:pt x="36" y="48"/>
                    <a:pt x="36" y="48"/>
                  </a:cubicBezTo>
                  <a:cubicBezTo>
                    <a:pt x="36" y="12"/>
                    <a:pt x="36" y="12"/>
                    <a:pt x="36" y="12"/>
                  </a:cubicBezTo>
                  <a:cubicBezTo>
                    <a:pt x="12" y="12"/>
                    <a:pt x="12" y="12"/>
                    <a:pt x="12" y="12"/>
                  </a:cubicBezTo>
                  <a:lnTo>
                    <a:pt x="12"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2" name="Freeform 84">
              <a:extLst>
                <a:ext uri="{FF2B5EF4-FFF2-40B4-BE49-F238E27FC236}">
                  <a16:creationId xmlns:a16="http://schemas.microsoft.com/office/drawing/2014/main" id="{A5C0B545-2E7A-5941-9C66-99945E3792ED}"/>
                </a:ext>
              </a:extLst>
            </p:cNvPr>
            <p:cNvSpPr>
              <a:spLocks noEditPoints="1"/>
            </p:cNvSpPr>
            <p:nvPr/>
          </p:nvSpPr>
          <p:spPr bwMode="auto">
            <a:xfrm>
              <a:off x="1654" y="1720"/>
              <a:ext cx="71" cy="89"/>
            </a:xfrm>
            <a:custGeom>
              <a:avLst/>
              <a:gdLst>
                <a:gd name="T0" fmla="*/ 42 w 48"/>
                <a:gd name="T1" fmla="*/ 60 h 60"/>
                <a:gd name="T2" fmla="*/ 6 w 48"/>
                <a:gd name="T3" fmla="*/ 60 h 60"/>
                <a:gd name="T4" fmla="*/ 0 w 48"/>
                <a:gd name="T5" fmla="*/ 54 h 60"/>
                <a:gd name="T6" fmla="*/ 0 w 48"/>
                <a:gd name="T7" fmla="*/ 6 h 60"/>
                <a:gd name="T8" fmla="*/ 6 w 48"/>
                <a:gd name="T9" fmla="*/ 0 h 60"/>
                <a:gd name="T10" fmla="*/ 42 w 48"/>
                <a:gd name="T11" fmla="*/ 0 h 60"/>
                <a:gd name="T12" fmla="*/ 48 w 48"/>
                <a:gd name="T13" fmla="*/ 6 h 60"/>
                <a:gd name="T14" fmla="*/ 48 w 48"/>
                <a:gd name="T15" fmla="*/ 54 h 60"/>
                <a:gd name="T16" fmla="*/ 42 w 48"/>
                <a:gd name="T17" fmla="*/ 60 h 60"/>
                <a:gd name="T18" fmla="*/ 12 w 48"/>
                <a:gd name="T19" fmla="*/ 48 h 60"/>
                <a:gd name="T20" fmla="*/ 36 w 48"/>
                <a:gd name="T21" fmla="*/ 48 h 60"/>
                <a:gd name="T22" fmla="*/ 36 w 48"/>
                <a:gd name="T23" fmla="*/ 12 h 60"/>
                <a:gd name="T24" fmla="*/ 12 w 48"/>
                <a:gd name="T25" fmla="*/ 12 h 60"/>
                <a:gd name="T26" fmla="*/ 12 w 48"/>
                <a:gd name="T27"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60">
                  <a:moveTo>
                    <a:pt x="42" y="60"/>
                  </a:moveTo>
                  <a:cubicBezTo>
                    <a:pt x="6" y="60"/>
                    <a:pt x="6" y="60"/>
                    <a:pt x="6" y="60"/>
                  </a:cubicBezTo>
                  <a:cubicBezTo>
                    <a:pt x="3" y="60"/>
                    <a:pt x="0" y="57"/>
                    <a:pt x="0" y="54"/>
                  </a:cubicBezTo>
                  <a:cubicBezTo>
                    <a:pt x="0" y="6"/>
                    <a:pt x="0" y="6"/>
                    <a:pt x="0" y="6"/>
                  </a:cubicBezTo>
                  <a:cubicBezTo>
                    <a:pt x="0" y="2"/>
                    <a:pt x="3" y="0"/>
                    <a:pt x="6" y="0"/>
                  </a:cubicBezTo>
                  <a:cubicBezTo>
                    <a:pt x="42" y="0"/>
                    <a:pt x="42" y="0"/>
                    <a:pt x="42" y="0"/>
                  </a:cubicBezTo>
                  <a:cubicBezTo>
                    <a:pt x="46" y="0"/>
                    <a:pt x="48" y="2"/>
                    <a:pt x="48" y="6"/>
                  </a:cubicBezTo>
                  <a:cubicBezTo>
                    <a:pt x="48" y="54"/>
                    <a:pt x="48" y="54"/>
                    <a:pt x="48" y="54"/>
                  </a:cubicBezTo>
                  <a:cubicBezTo>
                    <a:pt x="48" y="57"/>
                    <a:pt x="46" y="60"/>
                    <a:pt x="42" y="60"/>
                  </a:cubicBezTo>
                  <a:close/>
                  <a:moveTo>
                    <a:pt x="12" y="48"/>
                  </a:moveTo>
                  <a:cubicBezTo>
                    <a:pt x="36" y="48"/>
                    <a:pt x="36" y="48"/>
                    <a:pt x="36" y="48"/>
                  </a:cubicBezTo>
                  <a:cubicBezTo>
                    <a:pt x="36" y="12"/>
                    <a:pt x="36" y="12"/>
                    <a:pt x="36" y="12"/>
                  </a:cubicBezTo>
                  <a:cubicBezTo>
                    <a:pt x="12" y="12"/>
                    <a:pt x="12" y="12"/>
                    <a:pt x="12" y="12"/>
                  </a:cubicBezTo>
                  <a:lnTo>
                    <a:pt x="12"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3" name="Freeform 85">
              <a:extLst>
                <a:ext uri="{FF2B5EF4-FFF2-40B4-BE49-F238E27FC236}">
                  <a16:creationId xmlns:a16="http://schemas.microsoft.com/office/drawing/2014/main" id="{374CD6E2-C0BA-8E40-A449-820C4406F10F}"/>
                </a:ext>
              </a:extLst>
            </p:cNvPr>
            <p:cNvSpPr>
              <a:spLocks/>
            </p:cNvSpPr>
            <p:nvPr/>
          </p:nvSpPr>
          <p:spPr bwMode="auto">
            <a:xfrm>
              <a:off x="1495" y="1755"/>
              <a:ext cx="177" cy="18"/>
            </a:xfrm>
            <a:custGeom>
              <a:avLst/>
              <a:gdLst>
                <a:gd name="T0" fmla="*/ 114 w 120"/>
                <a:gd name="T1" fmla="*/ 12 h 12"/>
                <a:gd name="T2" fmla="*/ 6 w 120"/>
                <a:gd name="T3" fmla="*/ 12 h 12"/>
                <a:gd name="T4" fmla="*/ 0 w 120"/>
                <a:gd name="T5" fmla="*/ 6 h 12"/>
                <a:gd name="T6" fmla="*/ 6 w 120"/>
                <a:gd name="T7" fmla="*/ 0 h 12"/>
                <a:gd name="T8" fmla="*/ 114 w 120"/>
                <a:gd name="T9" fmla="*/ 0 h 12"/>
                <a:gd name="T10" fmla="*/ 120 w 120"/>
                <a:gd name="T11" fmla="*/ 6 h 12"/>
                <a:gd name="T12" fmla="*/ 114 w 12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20" h="12">
                  <a:moveTo>
                    <a:pt x="114" y="12"/>
                  </a:moveTo>
                  <a:cubicBezTo>
                    <a:pt x="6" y="12"/>
                    <a:pt x="6" y="12"/>
                    <a:pt x="6" y="12"/>
                  </a:cubicBezTo>
                  <a:cubicBezTo>
                    <a:pt x="3" y="12"/>
                    <a:pt x="0" y="9"/>
                    <a:pt x="0" y="6"/>
                  </a:cubicBezTo>
                  <a:cubicBezTo>
                    <a:pt x="0" y="2"/>
                    <a:pt x="3" y="0"/>
                    <a:pt x="6" y="0"/>
                  </a:cubicBezTo>
                  <a:cubicBezTo>
                    <a:pt x="114" y="0"/>
                    <a:pt x="114" y="0"/>
                    <a:pt x="114" y="0"/>
                  </a:cubicBezTo>
                  <a:cubicBezTo>
                    <a:pt x="118" y="0"/>
                    <a:pt x="120" y="2"/>
                    <a:pt x="120" y="6"/>
                  </a:cubicBezTo>
                  <a:cubicBezTo>
                    <a:pt x="120" y="9"/>
                    <a:pt x="118" y="12"/>
                    <a:pt x="11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4" name="Freeform 86">
              <a:extLst>
                <a:ext uri="{FF2B5EF4-FFF2-40B4-BE49-F238E27FC236}">
                  <a16:creationId xmlns:a16="http://schemas.microsoft.com/office/drawing/2014/main" id="{5650B1E9-10A3-734D-9AC1-8B333A356749}"/>
                </a:ext>
              </a:extLst>
            </p:cNvPr>
            <p:cNvSpPr>
              <a:spLocks/>
            </p:cNvSpPr>
            <p:nvPr/>
          </p:nvSpPr>
          <p:spPr bwMode="auto">
            <a:xfrm>
              <a:off x="1370" y="1844"/>
              <a:ext cx="426" cy="18"/>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3" y="12"/>
                    <a:pt x="0" y="9"/>
                    <a:pt x="0" y="6"/>
                  </a:cubicBezTo>
                  <a:cubicBezTo>
                    <a:pt x="0" y="2"/>
                    <a:pt x="3" y="0"/>
                    <a:pt x="6" y="0"/>
                  </a:cubicBezTo>
                  <a:cubicBezTo>
                    <a:pt x="282" y="0"/>
                    <a:pt x="282" y="0"/>
                    <a:pt x="282" y="0"/>
                  </a:cubicBezTo>
                  <a:cubicBezTo>
                    <a:pt x="286" y="0"/>
                    <a:pt x="288" y="2"/>
                    <a:pt x="288" y="6"/>
                  </a:cubicBezTo>
                  <a:cubicBezTo>
                    <a:pt x="288" y="9"/>
                    <a:pt x="286"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5" name="Freeform 87">
              <a:extLst>
                <a:ext uri="{FF2B5EF4-FFF2-40B4-BE49-F238E27FC236}">
                  <a16:creationId xmlns:a16="http://schemas.microsoft.com/office/drawing/2014/main" id="{4B7887F8-0B63-E948-966D-617614E80C9B}"/>
                </a:ext>
              </a:extLst>
            </p:cNvPr>
            <p:cNvSpPr>
              <a:spLocks/>
            </p:cNvSpPr>
            <p:nvPr/>
          </p:nvSpPr>
          <p:spPr bwMode="auto">
            <a:xfrm>
              <a:off x="1477" y="1879"/>
              <a:ext cx="18" cy="231"/>
            </a:xfrm>
            <a:custGeom>
              <a:avLst/>
              <a:gdLst>
                <a:gd name="T0" fmla="*/ 6 w 12"/>
                <a:gd name="T1" fmla="*/ 156 h 156"/>
                <a:gd name="T2" fmla="*/ 0 w 12"/>
                <a:gd name="T3" fmla="*/ 150 h 156"/>
                <a:gd name="T4" fmla="*/ 0 w 12"/>
                <a:gd name="T5" fmla="*/ 6 h 156"/>
                <a:gd name="T6" fmla="*/ 6 w 12"/>
                <a:gd name="T7" fmla="*/ 0 h 156"/>
                <a:gd name="T8" fmla="*/ 12 w 12"/>
                <a:gd name="T9" fmla="*/ 6 h 156"/>
                <a:gd name="T10" fmla="*/ 12 w 12"/>
                <a:gd name="T11" fmla="*/ 150 h 156"/>
                <a:gd name="T12" fmla="*/ 6 w 1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12" h="156">
                  <a:moveTo>
                    <a:pt x="6" y="156"/>
                  </a:moveTo>
                  <a:cubicBezTo>
                    <a:pt x="3" y="156"/>
                    <a:pt x="0" y="153"/>
                    <a:pt x="0" y="150"/>
                  </a:cubicBezTo>
                  <a:cubicBezTo>
                    <a:pt x="0" y="6"/>
                    <a:pt x="0" y="6"/>
                    <a:pt x="0" y="6"/>
                  </a:cubicBezTo>
                  <a:cubicBezTo>
                    <a:pt x="0" y="2"/>
                    <a:pt x="3" y="0"/>
                    <a:pt x="6" y="0"/>
                  </a:cubicBezTo>
                  <a:cubicBezTo>
                    <a:pt x="10" y="0"/>
                    <a:pt x="12" y="2"/>
                    <a:pt x="12" y="6"/>
                  </a:cubicBezTo>
                  <a:cubicBezTo>
                    <a:pt x="12" y="150"/>
                    <a:pt x="12" y="150"/>
                    <a:pt x="12" y="150"/>
                  </a:cubicBezTo>
                  <a:cubicBezTo>
                    <a:pt x="12" y="153"/>
                    <a:pt x="10" y="156"/>
                    <a:pt x="6"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6" name="Freeform 88">
              <a:extLst>
                <a:ext uri="{FF2B5EF4-FFF2-40B4-BE49-F238E27FC236}">
                  <a16:creationId xmlns:a16="http://schemas.microsoft.com/office/drawing/2014/main" id="{ABE6E62F-E613-A74D-B3A8-299734AD81E5}"/>
                </a:ext>
              </a:extLst>
            </p:cNvPr>
            <p:cNvSpPr>
              <a:spLocks/>
            </p:cNvSpPr>
            <p:nvPr/>
          </p:nvSpPr>
          <p:spPr bwMode="auto">
            <a:xfrm>
              <a:off x="1565" y="1879"/>
              <a:ext cx="18" cy="231"/>
            </a:xfrm>
            <a:custGeom>
              <a:avLst/>
              <a:gdLst>
                <a:gd name="T0" fmla="*/ 6 w 12"/>
                <a:gd name="T1" fmla="*/ 156 h 156"/>
                <a:gd name="T2" fmla="*/ 0 w 12"/>
                <a:gd name="T3" fmla="*/ 150 h 156"/>
                <a:gd name="T4" fmla="*/ 0 w 12"/>
                <a:gd name="T5" fmla="*/ 6 h 156"/>
                <a:gd name="T6" fmla="*/ 6 w 12"/>
                <a:gd name="T7" fmla="*/ 0 h 156"/>
                <a:gd name="T8" fmla="*/ 12 w 12"/>
                <a:gd name="T9" fmla="*/ 6 h 156"/>
                <a:gd name="T10" fmla="*/ 12 w 12"/>
                <a:gd name="T11" fmla="*/ 150 h 156"/>
                <a:gd name="T12" fmla="*/ 6 w 1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12" h="156">
                  <a:moveTo>
                    <a:pt x="6" y="156"/>
                  </a:moveTo>
                  <a:cubicBezTo>
                    <a:pt x="3" y="156"/>
                    <a:pt x="0" y="153"/>
                    <a:pt x="0" y="150"/>
                  </a:cubicBezTo>
                  <a:cubicBezTo>
                    <a:pt x="0" y="6"/>
                    <a:pt x="0" y="6"/>
                    <a:pt x="0" y="6"/>
                  </a:cubicBezTo>
                  <a:cubicBezTo>
                    <a:pt x="0" y="2"/>
                    <a:pt x="3" y="0"/>
                    <a:pt x="6" y="0"/>
                  </a:cubicBezTo>
                  <a:cubicBezTo>
                    <a:pt x="10" y="0"/>
                    <a:pt x="12" y="2"/>
                    <a:pt x="12" y="6"/>
                  </a:cubicBezTo>
                  <a:cubicBezTo>
                    <a:pt x="12" y="150"/>
                    <a:pt x="12" y="150"/>
                    <a:pt x="12" y="150"/>
                  </a:cubicBezTo>
                  <a:cubicBezTo>
                    <a:pt x="12" y="153"/>
                    <a:pt x="10" y="156"/>
                    <a:pt x="6"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7" name="Freeform 89">
              <a:extLst>
                <a:ext uri="{FF2B5EF4-FFF2-40B4-BE49-F238E27FC236}">
                  <a16:creationId xmlns:a16="http://schemas.microsoft.com/office/drawing/2014/main" id="{695E4311-FAD6-9945-AF11-C24EB5180752}"/>
                </a:ext>
              </a:extLst>
            </p:cNvPr>
            <p:cNvSpPr>
              <a:spLocks/>
            </p:cNvSpPr>
            <p:nvPr/>
          </p:nvSpPr>
          <p:spPr bwMode="auto">
            <a:xfrm>
              <a:off x="1654" y="1879"/>
              <a:ext cx="18" cy="231"/>
            </a:xfrm>
            <a:custGeom>
              <a:avLst/>
              <a:gdLst>
                <a:gd name="T0" fmla="*/ 6 w 12"/>
                <a:gd name="T1" fmla="*/ 156 h 156"/>
                <a:gd name="T2" fmla="*/ 0 w 12"/>
                <a:gd name="T3" fmla="*/ 150 h 156"/>
                <a:gd name="T4" fmla="*/ 0 w 12"/>
                <a:gd name="T5" fmla="*/ 6 h 156"/>
                <a:gd name="T6" fmla="*/ 6 w 12"/>
                <a:gd name="T7" fmla="*/ 0 h 156"/>
                <a:gd name="T8" fmla="*/ 12 w 12"/>
                <a:gd name="T9" fmla="*/ 6 h 156"/>
                <a:gd name="T10" fmla="*/ 12 w 12"/>
                <a:gd name="T11" fmla="*/ 150 h 156"/>
                <a:gd name="T12" fmla="*/ 6 w 1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12" h="156">
                  <a:moveTo>
                    <a:pt x="6" y="156"/>
                  </a:moveTo>
                  <a:cubicBezTo>
                    <a:pt x="3" y="156"/>
                    <a:pt x="0" y="153"/>
                    <a:pt x="0" y="150"/>
                  </a:cubicBezTo>
                  <a:cubicBezTo>
                    <a:pt x="0" y="6"/>
                    <a:pt x="0" y="6"/>
                    <a:pt x="0" y="6"/>
                  </a:cubicBezTo>
                  <a:cubicBezTo>
                    <a:pt x="0" y="2"/>
                    <a:pt x="3" y="0"/>
                    <a:pt x="6" y="0"/>
                  </a:cubicBezTo>
                  <a:cubicBezTo>
                    <a:pt x="10" y="0"/>
                    <a:pt x="12" y="2"/>
                    <a:pt x="12" y="6"/>
                  </a:cubicBezTo>
                  <a:cubicBezTo>
                    <a:pt x="12" y="150"/>
                    <a:pt x="12" y="150"/>
                    <a:pt x="12" y="150"/>
                  </a:cubicBezTo>
                  <a:cubicBezTo>
                    <a:pt x="12" y="153"/>
                    <a:pt x="10" y="156"/>
                    <a:pt x="6"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8" name="Freeform 90">
              <a:extLst>
                <a:ext uri="{FF2B5EF4-FFF2-40B4-BE49-F238E27FC236}">
                  <a16:creationId xmlns:a16="http://schemas.microsoft.com/office/drawing/2014/main" id="{F6332ED2-95E6-314D-B133-3718ED39BF6D}"/>
                </a:ext>
              </a:extLst>
            </p:cNvPr>
            <p:cNvSpPr>
              <a:spLocks/>
            </p:cNvSpPr>
            <p:nvPr/>
          </p:nvSpPr>
          <p:spPr bwMode="auto">
            <a:xfrm>
              <a:off x="1406" y="1915"/>
              <a:ext cx="355" cy="18"/>
            </a:xfrm>
            <a:custGeom>
              <a:avLst/>
              <a:gdLst>
                <a:gd name="T0" fmla="*/ 234 w 240"/>
                <a:gd name="T1" fmla="*/ 12 h 12"/>
                <a:gd name="T2" fmla="*/ 6 w 240"/>
                <a:gd name="T3" fmla="*/ 12 h 12"/>
                <a:gd name="T4" fmla="*/ 0 w 240"/>
                <a:gd name="T5" fmla="*/ 6 h 12"/>
                <a:gd name="T6" fmla="*/ 6 w 240"/>
                <a:gd name="T7" fmla="*/ 0 h 12"/>
                <a:gd name="T8" fmla="*/ 234 w 240"/>
                <a:gd name="T9" fmla="*/ 0 h 12"/>
                <a:gd name="T10" fmla="*/ 240 w 240"/>
                <a:gd name="T11" fmla="*/ 6 h 12"/>
                <a:gd name="T12" fmla="*/ 234 w 24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0" h="12">
                  <a:moveTo>
                    <a:pt x="234" y="12"/>
                  </a:moveTo>
                  <a:cubicBezTo>
                    <a:pt x="6" y="12"/>
                    <a:pt x="6" y="12"/>
                    <a:pt x="6" y="12"/>
                  </a:cubicBezTo>
                  <a:cubicBezTo>
                    <a:pt x="3" y="12"/>
                    <a:pt x="0" y="9"/>
                    <a:pt x="0" y="6"/>
                  </a:cubicBezTo>
                  <a:cubicBezTo>
                    <a:pt x="0" y="2"/>
                    <a:pt x="3" y="0"/>
                    <a:pt x="6" y="0"/>
                  </a:cubicBezTo>
                  <a:cubicBezTo>
                    <a:pt x="234" y="0"/>
                    <a:pt x="234" y="0"/>
                    <a:pt x="234" y="0"/>
                  </a:cubicBezTo>
                  <a:cubicBezTo>
                    <a:pt x="238" y="0"/>
                    <a:pt x="240" y="2"/>
                    <a:pt x="240" y="6"/>
                  </a:cubicBezTo>
                  <a:cubicBezTo>
                    <a:pt x="240" y="9"/>
                    <a:pt x="238" y="12"/>
                    <a:pt x="23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9" name="Freeform 91">
              <a:extLst>
                <a:ext uri="{FF2B5EF4-FFF2-40B4-BE49-F238E27FC236}">
                  <a16:creationId xmlns:a16="http://schemas.microsoft.com/office/drawing/2014/main" id="{6A20710A-A127-3045-90AC-4BEF3E718D67}"/>
                </a:ext>
              </a:extLst>
            </p:cNvPr>
            <p:cNvSpPr>
              <a:spLocks/>
            </p:cNvSpPr>
            <p:nvPr/>
          </p:nvSpPr>
          <p:spPr bwMode="auto">
            <a:xfrm>
              <a:off x="1406" y="1986"/>
              <a:ext cx="355" cy="17"/>
            </a:xfrm>
            <a:custGeom>
              <a:avLst/>
              <a:gdLst>
                <a:gd name="T0" fmla="*/ 234 w 240"/>
                <a:gd name="T1" fmla="*/ 12 h 12"/>
                <a:gd name="T2" fmla="*/ 6 w 240"/>
                <a:gd name="T3" fmla="*/ 12 h 12"/>
                <a:gd name="T4" fmla="*/ 0 w 240"/>
                <a:gd name="T5" fmla="*/ 6 h 12"/>
                <a:gd name="T6" fmla="*/ 6 w 240"/>
                <a:gd name="T7" fmla="*/ 0 h 12"/>
                <a:gd name="T8" fmla="*/ 234 w 240"/>
                <a:gd name="T9" fmla="*/ 0 h 12"/>
                <a:gd name="T10" fmla="*/ 240 w 240"/>
                <a:gd name="T11" fmla="*/ 6 h 12"/>
                <a:gd name="T12" fmla="*/ 234 w 24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0" h="12">
                  <a:moveTo>
                    <a:pt x="234" y="12"/>
                  </a:moveTo>
                  <a:cubicBezTo>
                    <a:pt x="6" y="12"/>
                    <a:pt x="6" y="12"/>
                    <a:pt x="6" y="12"/>
                  </a:cubicBezTo>
                  <a:cubicBezTo>
                    <a:pt x="3" y="12"/>
                    <a:pt x="0" y="9"/>
                    <a:pt x="0" y="6"/>
                  </a:cubicBezTo>
                  <a:cubicBezTo>
                    <a:pt x="0" y="2"/>
                    <a:pt x="3" y="0"/>
                    <a:pt x="6" y="0"/>
                  </a:cubicBezTo>
                  <a:cubicBezTo>
                    <a:pt x="234" y="0"/>
                    <a:pt x="234" y="0"/>
                    <a:pt x="234" y="0"/>
                  </a:cubicBezTo>
                  <a:cubicBezTo>
                    <a:pt x="238" y="0"/>
                    <a:pt x="240" y="2"/>
                    <a:pt x="240" y="6"/>
                  </a:cubicBezTo>
                  <a:cubicBezTo>
                    <a:pt x="240" y="9"/>
                    <a:pt x="238" y="12"/>
                    <a:pt x="23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50" name="Freeform 92">
              <a:extLst>
                <a:ext uri="{FF2B5EF4-FFF2-40B4-BE49-F238E27FC236}">
                  <a16:creationId xmlns:a16="http://schemas.microsoft.com/office/drawing/2014/main" id="{D7659633-77CA-5343-AA5A-F95F88663879}"/>
                </a:ext>
              </a:extLst>
            </p:cNvPr>
            <p:cNvSpPr>
              <a:spLocks/>
            </p:cNvSpPr>
            <p:nvPr/>
          </p:nvSpPr>
          <p:spPr bwMode="auto">
            <a:xfrm>
              <a:off x="1406" y="2057"/>
              <a:ext cx="355" cy="17"/>
            </a:xfrm>
            <a:custGeom>
              <a:avLst/>
              <a:gdLst>
                <a:gd name="T0" fmla="*/ 234 w 240"/>
                <a:gd name="T1" fmla="*/ 12 h 12"/>
                <a:gd name="T2" fmla="*/ 6 w 240"/>
                <a:gd name="T3" fmla="*/ 12 h 12"/>
                <a:gd name="T4" fmla="*/ 0 w 240"/>
                <a:gd name="T5" fmla="*/ 6 h 12"/>
                <a:gd name="T6" fmla="*/ 6 w 240"/>
                <a:gd name="T7" fmla="*/ 0 h 12"/>
                <a:gd name="T8" fmla="*/ 234 w 240"/>
                <a:gd name="T9" fmla="*/ 0 h 12"/>
                <a:gd name="T10" fmla="*/ 240 w 240"/>
                <a:gd name="T11" fmla="*/ 6 h 12"/>
                <a:gd name="T12" fmla="*/ 234 w 24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0" h="12">
                  <a:moveTo>
                    <a:pt x="234" y="12"/>
                  </a:moveTo>
                  <a:cubicBezTo>
                    <a:pt x="6" y="12"/>
                    <a:pt x="6" y="12"/>
                    <a:pt x="6" y="12"/>
                  </a:cubicBezTo>
                  <a:cubicBezTo>
                    <a:pt x="3" y="12"/>
                    <a:pt x="0" y="9"/>
                    <a:pt x="0" y="6"/>
                  </a:cubicBezTo>
                  <a:cubicBezTo>
                    <a:pt x="0" y="2"/>
                    <a:pt x="3" y="0"/>
                    <a:pt x="6" y="0"/>
                  </a:cubicBezTo>
                  <a:cubicBezTo>
                    <a:pt x="234" y="0"/>
                    <a:pt x="234" y="0"/>
                    <a:pt x="234" y="0"/>
                  </a:cubicBezTo>
                  <a:cubicBezTo>
                    <a:pt x="238" y="0"/>
                    <a:pt x="240" y="2"/>
                    <a:pt x="240" y="6"/>
                  </a:cubicBezTo>
                  <a:cubicBezTo>
                    <a:pt x="240" y="9"/>
                    <a:pt x="238" y="12"/>
                    <a:pt x="23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grpSp>
      <p:sp>
        <p:nvSpPr>
          <p:cNvPr id="351" name="Freeform 144">
            <a:extLst>
              <a:ext uri="{FF2B5EF4-FFF2-40B4-BE49-F238E27FC236}">
                <a16:creationId xmlns:a16="http://schemas.microsoft.com/office/drawing/2014/main" id="{887C956D-5C6A-EF41-B68E-293B826857D7}"/>
              </a:ext>
            </a:extLst>
          </p:cNvPr>
          <p:cNvSpPr>
            <a:spLocks/>
          </p:cNvSpPr>
          <p:nvPr userDrawn="1"/>
        </p:nvSpPr>
        <p:spPr bwMode="auto">
          <a:xfrm rot="10800000">
            <a:off x="2171887" y="1915146"/>
            <a:ext cx="274440" cy="529622"/>
          </a:xfrm>
          <a:custGeom>
            <a:avLst/>
            <a:gdLst>
              <a:gd name="T0" fmla="*/ 116 w 154"/>
              <a:gd name="T1" fmla="*/ 167 h 297"/>
              <a:gd name="T2" fmla="*/ 83 w 154"/>
              <a:gd name="T3" fmla="*/ 119 h 297"/>
              <a:gd name="T4" fmla="*/ 83 w 154"/>
              <a:gd name="T5" fmla="*/ 18 h 297"/>
              <a:gd name="T6" fmla="*/ 83 w 154"/>
              <a:gd name="T7" fmla="*/ 17 h 297"/>
              <a:gd name="T8" fmla="*/ 83 w 154"/>
              <a:gd name="T9" fmla="*/ 17 h 297"/>
              <a:gd name="T10" fmla="*/ 109 w 154"/>
              <a:gd name="T11" fmla="*/ 34 h 297"/>
              <a:gd name="T12" fmla="*/ 118 w 154"/>
              <a:gd name="T13" fmla="*/ 33 h 297"/>
              <a:gd name="T14" fmla="*/ 119 w 154"/>
              <a:gd name="T15" fmla="*/ 30 h 297"/>
              <a:gd name="T16" fmla="*/ 116 w 154"/>
              <a:gd name="T17" fmla="*/ 25 h 297"/>
              <a:gd name="T18" fmla="*/ 80 w 154"/>
              <a:gd name="T19" fmla="*/ 1 h 297"/>
              <a:gd name="T20" fmla="*/ 80 w 154"/>
              <a:gd name="T21" fmla="*/ 1 h 297"/>
              <a:gd name="T22" fmla="*/ 80 w 154"/>
              <a:gd name="T23" fmla="*/ 1 h 297"/>
              <a:gd name="T24" fmla="*/ 80 w 154"/>
              <a:gd name="T25" fmla="*/ 1 h 297"/>
              <a:gd name="T26" fmla="*/ 79 w 154"/>
              <a:gd name="T27" fmla="*/ 0 h 297"/>
              <a:gd name="T28" fmla="*/ 79 w 154"/>
              <a:gd name="T29" fmla="*/ 0 h 297"/>
              <a:gd name="T30" fmla="*/ 77 w 154"/>
              <a:gd name="T31" fmla="*/ 0 h 297"/>
              <a:gd name="T32" fmla="*/ 77 w 154"/>
              <a:gd name="T33" fmla="*/ 0 h 297"/>
              <a:gd name="T34" fmla="*/ 76 w 154"/>
              <a:gd name="T35" fmla="*/ 0 h 297"/>
              <a:gd name="T36" fmla="*/ 75 w 154"/>
              <a:gd name="T37" fmla="*/ 0 h 297"/>
              <a:gd name="T38" fmla="*/ 74 w 154"/>
              <a:gd name="T39" fmla="*/ 1 h 297"/>
              <a:gd name="T40" fmla="*/ 74 w 154"/>
              <a:gd name="T41" fmla="*/ 1 h 297"/>
              <a:gd name="T42" fmla="*/ 74 w 154"/>
              <a:gd name="T43" fmla="*/ 1 h 297"/>
              <a:gd name="T44" fmla="*/ 74 w 154"/>
              <a:gd name="T45" fmla="*/ 1 h 297"/>
              <a:gd name="T46" fmla="*/ 38 w 154"/>
              <a:gd name="T47" fmla="*/ 25 h 297"/>
              <a:gd name="T48" fmla="*/ 37 w 154"/>
              <a:gd name="T49" fmla="*/ 33 h 297"/>
              <a:gd name="T50" fmla="*/ 45 w 154"/>
              <a:gd name="T51" fmla="*/ 34 h 297"/>
              <a:gd name="T52" fmla="*/ 71 w 154"/>
              <a:gd name="T53" fmla="*/ 17 h 297"/>
              <a:gd name="T54" fmla="*/ 71 w 154"/>
              <a:gd name="T55" fmla="*/ 17 h 297"/>
              <a:gd name="T56" fmla="*/ 71 w 154"/>
              <a:gd name="T57" fmla="*/ 18 h 297"/>
              <a:gd name="T58" fmla="*/ 71 w 154"/>
              <a:gd name="T59" fmla="*/ 119 h 297"/>
              <a:gd name="T60" fmla="*/ 38 w 154"/>
              <a:gd name="T61" fmla="*/ 167 h 297"/>
              <a:gd name="T62" fmla="*/ 0 w 154"/>
              <a:gd name="T63" fmla="*/ 226 h 297"/>
              <a:gd name="T64" fmla="*/ 0 w 154"/>
              <a:gd name="T65" fmla="*/ 255 h 297"/>
              <a:gd name="T66" fmla="*/ 0 w 154"/>
              <a:gd name="T67" fmla="*/ 280 h 297"/>
              <a:gd name="T68" fmla="*/ 0 w 154"/>
              <a:gd name="T69" fmla="*/ 291 h 297"/>
              <a:gd name="T70" fmla="*/ 6 w 154"/>
              <a:gd name="T71" fmla="*/ 297 h 297"/>
              <a:gd name="T72" fmla="*/ 12 w 154"/>
              <a:gd name="T73" fmla="*/ 291 h 297"/>
              <a:gd name="T74" fmla="*/ 12 w 154"/>
              <a:gd name="T75" fmla="*/ 280 h 297"/>
              <a:gd name="T76" fmla="*/ 12 w 154"/>
              <a:gd name="T77" fmla="*/ 280 h 297"/>
              <a:gd name="T78" fmla="*/ 12 w 154"/>
              <a:gd name="T79" fmla="*/ 226 h 297"/>
              <a:gd name="T80" fmla="*/ 45 w 154"/>
              <a:gd name="T81" fmla="*/ 177 h 297"/>
              <a:gd name="T82" fmla="*/ 77 w 154"/>
              <a:gd name="T83" fmla="*/ 146 h 297"/>
              <a:gd name="T84" fmla="*/ 109 w 154"/>
              <a:gd name="T85" fmla="*/ 177 h 297"/>
              <a:gd name="T86" fmla="*/ 142 w 154"/>
              <a:gd name="T87" fmla="*/ 226 h 297"/>
              <a:gd name="T88" fmla="*/ 142 w 154"/>
              <a:gd name="T89" fmla="*/ 280 h 297"/>
              <a:gd name="T90" fmla="*/ 142 w 154"/>
              <a:gd name="T91" fmla="*/ 280 h 297"/>
              <a:gd name="T92" fmla="*/ 142 w 154"/>
              <a:gd name="T93" fmla="*/ 291 h 297"/>
              <a:gd name="T94" fmla="*/ 148 w 154"/>
              <a:gd name="T95" fmla="*/ 297 h 297"/>
              <a:gd name="T96" fmla="*/ 154 w 154"/>
              <a:gd name="T97" fmla="*/ 291 h 297"/>
              <a:gd name="T98" fmla="*/ 154 w 154"/>
              <a:gd name="T99" fmla="*/ 280 h 297"/>
              <a:gd name="T100" fmla="*/ 154 w 154"/>
              <a:gd name="T101" fmla="*/ 255 h 297"/>
              <a:gd name="T102" fmla="*/ 154 w 154"/>
              <a:gd name="T103" fmla="*/ 226 h 297"/>
              <a:gd name="T104" fmla="*/ 116 w 154"/>
              <a:gd name="T105" fmla="*/ 167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4" h="297">
                <a:moveTo>
                  <a:pt x="116" y="167"/>
                </a:moveTo>
                <a:cubicBezTo>
                  <a:pt x="98" y="156"/>
                  <a:pt x="83" y="146"/>
                  <a:pt x="83" y="119"/>
                </a:cubicBezTo>
                <a:cubicBezTo>
                  <a:pt x="83" y="18"/>
                  <a:pt x="83" y="18"/>
                  <a:pt x="83" y="18"/>
                </a:cubicBezTo>
                <a:cubicBezTo>
                  <a:pt x="83" y="18"/>
                  <a:pt x="83" y="17"/>
                  <a:pt x="83" y="17"/>
                </a:cubicBezTo>
                <a:cubicBezTo>
                  <a:pt x="83" y="17"/>
                  <a:pt x="83" y="17"/>
                  <a:pt x="83" y="17"/>
                </a:cubicBezTo>
                <a:cubicBezTo>
                  <a:pt x="109" y="34"/>
                  <a:pt x="109" y="34"/>
                  <a:pt x="109" y="34"/>
                </a:cubicBezTo>
                <a:cubicBezTo>
                  <a:pt x="112" y="36"/>
                  <a:pt x="116" y="36"/>
                  <a:pt x="118" y="33"/>
                </a:cubicBezTo>
                <a:cubicBezTo>
                  <a:pt x="118" y="32"/>
                  <a:pt x="119" y="31"/>
                  <a:pt x="119" y="30"/>
                </a:cubicBezTo>
                <a:cubicBezTo>
                  <a:pt x="119" y="28"/>
                  <a:pt x="118" y="26"/>
                  <a:pt x="116" y="25"/>
                </a:cubicBezTo>
                <a:cubicBezTo>
                  <a:pt x="80" y="1"/>
                  <a:pt x="80" y="1"/>
                  <a:pt x="80" y="1"/>
                </a:cubicBezTo>
                <a:cubicBezTo>
                  <a:pt x="80" y="1"/>
                  <a:pt x="80" y="1"/>
                  <a:pt x="80" y="1"/>
                </a:cubicBezTo>
                <a:cubicBezTo>
                  <a:pt x="80" y="1"/>
                  <a:pt x="80" y="1"/>
                  <a:pt x="80" y="1"/>
                </a:cubicBezTo>
                <a:cubicBezTo>
                  <a:pt x="80" y="1"/>
                  <a:pt x="80" y="1"/>
                  <a:pt x="80" y="1"/>
                </a:cubicBezTo>
                <a:cubicBezTo>
                  <a:pt x="80" y="1"/>
                  <a:pt x="79" y="0"/>
                  <a:pt x="79" y="0"/>
                </a:cubicBezTo>
                <a:cubicBezTo>
                  <a:pt x="79" y="0"/>
                  <a:pt x="79" y="0"/>
                  <a:pt x="79" y="0"/>
                </a:cubicBezTo>
                <a:cubicBezTo>
                  <a:pt x="78" y="0"/>
                  <a:pt x="78" y="0"/>
                  <a:pt x="77" y="0"/>
                </a:cubicBezTo>
                <a:cubicBezTo>
                  <a:pt x="77" y="0"/>
                  <a:pt x="77" y="0"/>
                  <a:pt x="77" y="0"/>
                </a:cubicBezTo>
                <a:cubicBezTo>
                  <a:pt x="76" y="0"/>
                  <a:pt x="76" y="0"/>
                  <a:pt x="76" y="0"/>
                </a:cubicBezTo>
                <a:cubicBezTo>
                  <a:pt x="75" y="0"/>
                  <a:pt x="75" y="0"/>
                  <a:pt x="75" y="0"/>
                </a:cubicBezTo>
                <a:cubicBezTo>
                  <a:pt x="75" y="0"/>
                  <a:pt x="74" y="1"/>
                  <a:pt x="74" y="1"/>
                </a:cubicBezTo>
                <a:cubicBezTo>
                  <a:pt x="74" y="1"/>
                  <a:pt x="74" y="1"/>
                  <a:pt x="74" y="1"/>
                </a:cubicBezTo>
                <a:cubicBezTo>
                  <a:pt x="74" y="1"/>
                  <a:pt x="74" y="1"/>
                  <a:pt x="74" y="1"/>
                </a:cubicBezTo>
                <a:cubicBezTo>
                  <a:pt x="74" y="1"/>
                  <a:pt x="74" y="1"/>
                  <a:pt x="74" y="1"/>
                </a:cubicBezTo>
                <a:cubicBezTo>
                  <a:pt x="38" y="25"/>
                  <a:pt x="38" y="25"/>
                  <a:pt x="38" y="25"/>
                </a:cubicBezTo>
                <a:cubicBezTo>
                  <a:pt x="35" y="26"/>
                  <a:pt x="35" y="30"/>
                  <a:pt x="37" y="33"/>
                </a:cubicBezTo>
                <a:cubicBezTo>
                  <a:pt x="38" y="36"/>
                  <a:pt x="42" y="36"/>
                  <a:pt x="45" y="34"/>
                </a:cubicBezTo>
                <a:cubicBezTo>
                  <a:pt x="71" y="17"/>
                  <a:pt x="71" y="17"/>
                  <a:pt x="71" y="17"/>
                </a:cubicBezTo>
                <a:cubicBezTo>
                  <a:pt x="71" y="17"/>
                  <a:pt x="71" y="17"/>
                  <a:pt x="71" y="17"/>
                </a:cubicBezTo>
                <a:cubicBezTo>
                  <a:pt x="71" y="17"/>
                  <a:pt x="71" y="18"/>
                  <a:pt x="71" y="18"/>
                </a:cubicBezTo>
                <a:cubicBezTo>
                  <a:pt x="71" y="119"/>
                  <a:pt x="71" y="119"/>
                  <a:pt x="71" y="119"/>
                </a:cubicBezTo>
                <a:cubicBezTo>
                  <a:pt x="71" y="146"/>
                  <a:pt x="56" y="156"/>
                  <a:pt x="38" y="167"/>
                </a:cubicBezTo>
                <a:cubicBezTo>
                  <a:pt x="20" y="179"/>
                  <a:pt x="0" y="193"/>
                  <a:pt x="0" y="226"/>
                </a:cubicBezTo>
                <a:cubicBezTo>
                  <a:pt x="0" y="255"/>
                  <a:pt x="0" y="255"/>
                  <a:pt x="0" y="255"/>
                </a:cubicBezTo>
                <a:cubicBezTo>
                  <a:pt x="0" y="280"/>
                  <a:pt x="0" y="280"/>
                  <a:pt x="0" y="280"/>
                </a:cubicBezTo>
                <a:cubicBezTo>
                  <a:pt x="0" y="291"/>
                  <a:pt x="0" y="291"/>
                  <a:pt x="0" y="291"/>
                </a:cubicBezTo>
                <a:cubicBezTo>
                  <a:pt x="0" y="294"/>
                  <a:pt x="3" y="297"/>
                  <a:pt x="6" y="297"/>
                </a:cubicBezTo>
                <a:cubicBezTo>
                  <a:pt x="9" y="297"/>
                  <a:pt x="12" y="294"/>
                  <a:pt x="12" y="291"/>
                </a:cubicBezTo>
                <a:cubicBezTo>
                  <a:pt x="12" y="280"/>
                  <a:pt x="12" y="280"/>
                  <a:pt x="12" y="280"/>
                </a:cubicBezTo>
                <a:cubicBezTo>
                  <a:pt x="12" y="280"/>
                  <a:pt x="12" y="280"/>
                  <a:pt x="12" y="280"/>
                </a:cubicBezTo>
                <a:cubicBezTo>
                  <a:pt x="12" y="226"/>
                  <a:pt x="12" y="226"/>
                  <a:pt x="12" y="226"/>
                </a:cubicBezTo>
                <a:cubicBezTo>
                  <a:pt x="12" y="199"/>
                  <a:pt x="27" y="189"/>
                  <a:pt x="45" y="177"/>
                </a:cubicBezTo>
                <a:cubicBezTo>
                  <a:pt x="57" y="169"/>
                  <a:pt x="70" y="161"/>
                  <a:pt x="77" y="146"/>
                </a:cubicBezTo>
                <a:cubicBezTo>
                  <a:pt x="84" y="161"/>
                  <a:pt x="97" y="169"/>
                  <a:pt x="109" y="177"/>
                </a:cubicBezTo>
                <a:cubicBezTo>
                  <a:pt x="127" y="189"/>
                  <a:pt x="142" y="199"/>
                  <a:pt x="142" y="226"/>
                </a:cubicBezTo>
                <a:cubicBezTo>
                  <a:pt x="142" y="280"/>
                  <a:pt x="142" y="280"/>
                  <a:pt x="142" y="280"/>
                </a:cubicBezTo>
                <a:cubicBezTo>
                  <a:pt x="142" y="280"/>
                  <a:pt x="142" y="280"/>
                  <a:pt x="142" y="280"/>
                </a:cubicBezTo>
                <a:cubicBezTo>
                  <a:pt x="142" y="291"/>
                  <a:pt x="142" y="291"/>
                  <a:pt x="142" y="291"/>
                </a:cubicBezTo>
                <a:cubicBezTo>
                  <a:pt x="142" y="294"/>
                  <a:pt x="145" y="297"/>
                  <a:pt x="148" y="297"/>
                </a:cubicBezTo>
                <a:cubicBezTo>
                  <a:pt x="152" y="297"/>
                  <a:pt x="154" y="294"/>
                  <a:pt x="154" y="291"/>
                </a:cubicBezTo>
                <a:cubicBezTo>
                  <a:pt x="154" y="280"/>
                  <a:pt x="154" y="280"/>
                  <a:pt x="154" y="280"/>
                </a:cubicBezTo>
                <a:cubicBezTo>
                  <a:pt x="154" y="255"/>
                  <a:pt x="154" y="255"/>
                  <a:pt x="154" y="255"/>
                </a:cubicBezTo>
                <a:cubicBezTo>
                  <a:pt x="154" y="226"/>
                  <a:pt x="154" y="226"/>
                  <a:pt x="154" y="226"/>
                </a:cubicBezTo>
                <a:cubicBezTo>
                  <a:pt x="154" y="193"/>
                  <a:pt x="134" y="179"/>
                  <a:pt x="116" y="16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rtl="0"/>
            <a:endParaRPr lang="en-US" dirty="0">
              <a:latin typeface="+mj-lt"/>
            </a:endParaRPr>
          </a:p>
        </p:txBody>
      </p:sp>
      <p:grpSp>
        <p:nvGrpSpPr>
          <p:cNvPr id="352" name="Group 351">
            <a:extLst>
              <a:ext uri="{FF2B5EF4-FFF2-40B4-BE49-F238E27FC236}">
                <a16:creationId xmlns:a16="http://schemas.microsoft.com/office/drawing/2014/main" id="{93CF84E6-DB80-C040-8D2B-6B117435B35D}"/>
              </a:ext>
            </a:extLst>
          </p:cNvPr>
          <p:cNvGrpSpPr>
            <a:grpSpLocks noChangeAspect="1"/>
          </p:cNvGrpSpPr>
          <p:nvPr userDrawn="1"/>
        </p:nvGrpSpPr>
        <p:grpSpPr bwMode="auto">
          <a:xfrm>
            <a:off x="7132640" y="1933804"/>
            <a:ext cx="491102" cy="492306"/>
            <a:chOff x="1378" y="455"/>
            <a:chExt cx="408" cy="409"/>
          </a:xfrm>
          <a:solidFill>
            <a:schemeClr val="accent1"/>
          </a:solidFill>
        </p:grpSpPr>
        <p:sp>
          <p:nvSpPr>
            <p:cNvPr id="353" name="Freeform 10">
              <a:extLst>
                <a:ext uri="{FF2B5EF4-FFF2-40B4-BE49-F238E27FC236}">
                  <a16:creationId xmlns:a16="http://schemas.microsoft.com/office/drawing/2014/main" id="{19E0843A-545A-5E44-8AF6-E92D9679B4AC}"/>
                </a:ext>
              </a:extLst>
            </p:cNvPr>
            <p:cNvSpPr>
              <a:spLocks noEditPoints="1"/>
            </p:cNvSpPr>
            <p:nvPr/>
          </p:nvSpPr>
          <p:spPr bwMode="auto">
            <a:xfrm>
              <a:off x="1412" y="489"/>
              <a:ext cx="340" cy="341"/>
            </a:xfrm>
            <a:custGeom>
              <a:avLst/>
              <a:gdLst>
                <a:gd name="T0" fmla="*/ 115 w 230"/>
                <a:gd name="T1" fmla="*/ 230 h 230"/>
                <a:gd name="T2" fmla="*/ 0 w 230"/>
                <a:gd name="T3" fmla="*/ 115 h 230"/>
                <a:gd name="T4" fmla="*/ 115 w 230"/>
                <a:gd name="T5" fmla="*/ 0 h 230"/>
                <a:gd name="T6" fmla="*/ 230 w 230"/>
                <a:gd name="T7" fmla="*/ 115 h 230"/>
                <a:gd name="T8" fmla="*/ 115 w 230"/>
                <a:gd name="T9" fmla="*/ 230 h 230"/>
                <a:gd name="T10" fmla="*/ 115 w 230"/>
                <a:gd name="T11" fmla="*/ 12 h 230"/>
                <a:gd name="T12" fmla="*/ 12 w 230"/>
                <a:gd name="T13" fmla="*/ 115 h 230"/>
                <a:gd name="T14" fmla="*/ 115 w 230"/>
                <a:gd name="T15" fmla="*/ 218 h 230"/>
                <a:gd name="T16" fmla="*/ 218 w 230"/>
                <a:gd name="T17" fmla="*/ 115 h 230"/>
                <a:gd name="T18" fmla="*/ 115 w 230"/>
                <a:gd name="T19" fmla="*/ 12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230">
                  <a:moveTo>
                    <a:pt x="115" y="230"/>
                  </a:moveTo>
                  <a:cubicBezTo>
                    <a:pt x="52" y="230"/>
                    <a:pt x="0" y="178"/>
                    <a:pt x="0" y="115"/>
                  </a:cubicBezTo>
                  <a:cubicBezTo>
                    <a:pt x="0" y="51"/>
                    <a:pt x="52" y="0"/>
                    <a:pt x="115" y="0"/>
                  </a:cubicBezTo>
                  <a:cubicBezTo>
                    <a:pt x="179" y="0"/>
                    <a:pt x="230" y="51"/>
                    <a:pt x="230" y="115"/>
                  </a:cubicBezTo>
                  <a:cubicBezTo>
                    <a:pt x="230" y="178"/>
                    <a:pt x="179" y="230"/>
                    <a:pt x="115" y="230"/>
                  </a:cubicBezTo>
                  <a:close/>
                  <a:moveTo>
                    <a:pt x="115" y="12"/>
                  </a:moveTo>
                  <a:cubicBezTo>
                    <a:pt x="59" y="12"/>
                    <a:pt x="12" y="58"/>
                    <a:pt x="12" y="115"/>
                  </a:cubicBezTo>
                  <a:cubicBezTo>
                    <a:pt x="12" y="172"/>
                    <a:pt x="59" y="218"/>
                    <a:pt x="115" y="218"/>
                  </a:cubicBezTo>
                  <a:cubicBezTo>
                    <a:pt x="172" y="218"/>
                    <a:pt x="218" y="172"/>
                    <a:pt x="218" y="115"/>
                  </a:cubicBezTo>
                  <a:cubicBezTo>
                    <a:pt x="218" y="58"/>
                    <a:pt x="172" y="12"/>
                    <a:pt x="1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54" name="Freeform 11">
              <a:extLst>
                <a:ext uri="{FF2B5EF4-FFF2-40B4-BE49-F238E27FC236}">
                  <a16:creationId xmlns:a16="http://schemas.microsoft.com/office/drawing/2014/main" id="{E215F30D-61AD-A146-85D1-7B02FC0B2576}"/>
                </a:ext>
              </a:extLst>
            </p:cNvPr>
            <p:cNvSpPr>
              <a:spLocks noEditPoints="1"/>
            </p:cNvSpPr>
            <p:nvPr/>
          </p:nvSpPr>
          <p:spPr bwMode="auto">
            <a:xfrm>
              <a:off x="1498" y="574"/>
              <a:ext cx="170" cy="170"/>
            </a:xfrm>
            <a:custGeom>
              <a:avLst/>
              <a:gdLst>
                <a:gd name="T0" fmla="*/ 57 w 115"/>
                <a:gd name="T1" fmla="*/ 115 h 115"/>
                <a:gd name="T2" fmla="*/ 0 w 115"/>
                <a:gd name="T3" fmla="*/ 58 h 115"/>
                <a:gd name="T4" fmla="*/ 57 w 115"/>
                <a:gd name="T5" fmla="*/ 0 h 115"/>
                <a:gd name="T6" fmla="*/ 115 w 115"/>
                <a:gd name="T7" fmla="*/ 58 h 115"/>
                <a:gd name="T8" fmla="*/ 57 w 115"/>
                <a:gd name="T9" fmla="*/ 115 h 115"/>
                <a:gd name="T10" fmla="*/ 57 w 115"/>
                <a:gd name="T11" fmla="*/ 12 h 115"/>
                <a:gd name="T12" fmla="*/ 12 w 115"/>
                <a:gd name="T13" fmla="*/ 58 h 115"/>
                <a:gd name="T14" fmla="*/ 57 w 115"/>
                <a:gd name="T15" fmla="*/ 103 h 115"/>
                <a:gd name="T16" fmla="*/ 103 w 115"/>
                <a:gd name="T17" fmla="*/ 58 h 115"/>
                <a:gd name="T18" fmla="*/ 57 w 115"/>
                <a:gd name="T19" fmla="*/ 12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15">
                  <a:moveTo>
                    <a:pt x="57" y="115"/>
                  </a:moveTo>
                  <a:cubicBezTo>
                    <a:pt x="26" y="115"/>
                    <a:pt x="0" y="90"/>
                    <a:pt x="0" y="58"/>
                  </a:cubicBezTo>
                  <a:cubicBezTo>
                    <a:pt x="0" y="26"/>
                    <a:pt x="26" y="0"/>
                    <a:pt x="57" y="0"/>
                  </a:cubicBezTo>
                  <a:cubicBezTo>
                    <a:pt x="89" y="0"/>
                    <a:pt x="115" y="26"/>
                    <a:pt x="115" y="58"/>
                  </a:cubicBezTo>
                  <a:cubicBezTo>
                    <a:pt x="115" y="90"/>
                    <a:pt x="89" y="115"/>
                    <a:pt x="57" y="115"/>
                  </a:cubicBezTo>
                  <a:close/>
                  <a:moveTo>
                    <a:pt x="57" y="12"/>
                  </a:moveTo>
                  <a:cubicBezTo>
                    <a:pt x="32" y="12"/>
                    <a:pt x="12" y="33"/>
                    <a:pt x="12" y="58"/>
                  </a:cubicBezTo>
                  <a:cubicBezTo>
                    <a:pt x="12" y="83"/>
                    <a:pt x="32" y="103"/>
                    <a:pt x="57" y="103"/>
                  </a:cubicBezTo>
                  <a:cubicBezTo>
                    <a:pt x="83" y="103"/>
                    <a:pt x="103" y="83"/>
                    <a:pt x="103" y="58"/>
                  </a:cubicBezTo>
                  <a:cubicBezTo>
                    <a:pt x="103" y="33"/>
                    <a:pt x="83" y="12"/>
                    <a:pt x="5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55" name="Freeform 12">
              <a:extLst>
                <a:ext uri="{FF2B5EF4-FFF2-40B4-BE49-F238E27FC236}">
                  <a16:creationId xmlns:a16="http://schemas.microsoft.com/office/drawing/2014/main" id="{B99AB6FD-96E3-0141-8570-EF1AD6989162}"/>
                </a:ext>
              </a:extLst>
            </p:cNvPr>
            <p:cNvSpPr>
              <a:spLocks/>
            </p:cNvSpPr>
            <p:nvPr/>
          </p:nvSpPr>
          <p:spPr bwMode="auto">
            <a:xfrm>
              <a:off x="1573" y="455"/>
              <a:ext cx="18" cy="409"/>
            </a:xfrm>
            <a:custGeom>
              <a:avLst/>
              <a:gdLst>
                <a:gd name="T0" fmla="*/ 6 w 12"/>
                <a:gd name="T1" fmla="*/ 276 h 276"/>
                <a:gd name="T2" fmla="*/ 0 w 12"/>
                <a:gd name="T3" fmla="*/ 270 h 276"/>
                <a:gd name="T4" fmla="*/ 0 w 12"/>
                <a:gd name="T5" fmla="*/ 6 h 276"/>
                <a:gd name="T6" fmla="*/ 6 w 12"/>
                <a:gd name="T7" fmla="*/ 0 h 276"/>
                <a:gd name="T8" fmla="*/ 12 w 12"/>
                <a:gd name="T9" fmla="*/ 6 h 276"/>
                <a:gd name="T10" fmla="*/ 12 w 12"/>
                <a:gd name="T11" fmla="*/ 270 h 276"/>
                <a:gd name="T12" fmla="*/ 6 w 12"/>
                <a:gd name="T13" fmla="*/ 276 h 276"/>
              </a:gdLst>
              <a:ahLst/>
              <a:cxnLst>
                <a:cxn ang="0">
                  <a:pos x="T0" y="T1"/>
                </a:cxn>
                <a:cxn ang="0">
                  <a:pos x="T2" y="T3"/>
                </a:cxn>
                <a:cxn ang="0">
                  <a:pos x="T4" y="T5"/>
                </a:cxn>
                <a:cxn ang="0">
                  <a:pos x="T6" y="T7"/>
                </a:cxn>
                <a:cxn ang="0">
                  <a:pos x="T8" y="T9"/>
                </a:cxn>
                <a:cxn ang="0">
                  <a:pos x="T10" y="T11"/>
                </a:cxn>
                <a:cxn ang="0">
                  <a:pos x="T12" y="T13"/>
                </a:cxn>
              </a:cxnLst>
              <a:rect l="0" t="0" r="r" b="b"/>
              <a:pathLst>
                <a:path w="12" h="276">
                  <a:moveTo>
                    <a:pt x="6" y="276"/>
                  </a:moveTo>
                  <a:cubicBezTo>
                    <a:pt x="3" y="276"/>
                    <a:pt x="0" y="273"/>
                    <a:pt x="0" y="270"/>
                  </a:cubicBezTo>
                  <a:cubicBezTo>
                    <a:pt x="0" y="6"/>
                    <a:pt x="0" y="6"/>
                    <a:pt x="0" y="6"/>
                  </a:cubicBezTo>
                  <a:cubicBezTo>
                    <a:pt x="0" y="3"/>
                    <a:pt x="3" y="0"/>
                    <a:pt x="6" y="0"/>
                  </a:cubicBezTo>
                  <a:cubicBezTo>
                    <a:pt x="10" y="0"/>
                    <a:pt x="12" y="3"/>
                    <a:pt x="12" y="6"/>
                  </a:cubicBezTo>
                  <a:cubicBezTo>
                    <a:pt x="12" y="270"/>
                    <a:pt x="12" y="270"/>
                    <a:pt x="12" y="270"/>
                  </a:cubicBezTo>
                  <a:cubicBezTo>
                    <a:pt x="12" y="273"/>
                    <a:pt x="10" y="276"/>
                    <a:pt x="6" y="2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56" name="Freeform 13">
              <a:extLst>
                <a:ext uri="{FF2B5EF4-FFF2-40B4-BE49-F238E27FC236}">
                  <a16:creationId xmlns:a16="http://schemas.microsoft.com/office/drawing/2014/main" id="{B8756B43-11EC-4C44-B2BA-7B15246B220E}"/>
                </a:ext>
              </a:extLst>
            </p:cNvPr>
            <p:cNvSpPr>
              <a:spLocks/>
            </p:cNvSpPr>
            <p:nvPr/>
          </p:nvSpPr>
          <p:spPr bwMode="auto">
            <a:xfrm>
              <a:off x="1378" y="651"/>
              <a:ext cx="408" cy="17"/>
            </a:xfrm>
            <a:custGeom>
              <a:avLst/>
              <a:gdLst>
                <a:gd name="T0" fmla="*/ 270 w 276"/>
                <a:gd name="T1" fmla="*/ 12 h 12"/>
                <a:gd name="T2" fmla="*/ 6 w 276"/>
                <a:gd name="T3" fmla="*/ 12 h 12"/>
                <a:gd name="T4" fmla="*/ 0 w 276"/>
                <a:gd name="T5" fmla="*/ 6 h 12"/>
                <a:gd name="T6" fmla="*/ 6 w 276"/>
                <a:gd name="T7" fmla="*/ 0 h 12"/>
                <a:gd name="T8" fmla="*/ 270 w 276"/>
                <a:gd name="T9" fmla="*/ 0 h 12"/>
                <a:gd name="T10" fmla="*/ 276 w 276"/>
                <a:gd name="T11" fmla="*/ 6 h 12"/>
                <a:gd name="T12" fmla="*/ 270 w 27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76" h="12">
                  <a:moveTo>
                    <a:pt x="270" y="12"/>
                  </a:moveTo>
                  <a:cubicBezTo>
                    <a:pt x="6" y="12"/>
                    <a:pt x="6" y="12"/>
                    <a:pt x="6" y="12"/>
                  </a:cubicBezTo>
                  <a:cubicBezTo>
                    <a:pt x="3" y="12"/>
                    <a:pt x="0" y="9"/>
                    <a:pt x="0" y="6"/>
                  </a:cubicBezTo>
                  <a:cubicBezTo>
                    <a:pt x="0" y="3"/>
                    <a:pt x="3" y="0"/>
                    <a:pt x="6" y="0"/>
                  </a:cubicBezTo>
                  <a:cubicBezTo>
                    <a:pt x="270" y="0"/>
                    <a:pt x="270" y="0"/>
                    <a:pt x="270" y="0"/>
                  </a:cubicBezTo>
                  <a:cubicBezTo>
                    <a:pt x="274" y="0"/>
                    <a:pt x="276" y="3"/>
                    <a:pt x="276" y="6"/>
                  </a:cubicBezTo>
                  <a:cubicBezTo>
                    <a:pt x="276" y="9"/>
                    <a:pt x="274" y="12"/>
                    <a:pt x="27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357" name="Group 60">
            <a:extLst>
              <a:ext uri="{FF2B5EF4-FFF2-40B4-BE49-F238E27FC236}">
                <a16:creationId xmlns:a16="http://schemas.microsoft.com/office/drawing/2014/main" id="{3B66017D-AE30-3842-A30B-430AD751F9D3}"/>
              </a:ext>
            </a:extLst>
          </p:cNvPr>
          <p:cNvGrpSpPr>
            <a:grpSpLocks noChangeAspect="1"/>
          </p:cNvGrpSpPr>
          <p:nvPr userDrawn="1"/>
        </p:nvGrpSpPr>
        <p:grpSpPr bwMode="auto">
          <a:xfrm>
            <a:off x="3334652" y="5494451"/>
            <a:ext cx="481666" cy="480536"/>
            <a:chOff x="348" y="1721"/>
            <a:chExt cx="426" cy="425"/>
          </a:xfrm>
          <a:solidFill>
            <a:schemeClr val="accent1"/>
          </a:solidFill>
        </p:grpSpPr>
        <p:sp>
          <p:nvSpPr>
            <p:cNvPr id="358" name="Freeform 61">
              <a:extLst>
                <a:ext uri="{FF2B5EF4-FFF2-40B4-BE49-F238E27FC236}">
                  <a16:creationId xmlns:a16="http://schemas.microsoft.com/office/drawing/2014/main" id="{2C5B2D4E-1F4D-CB46-A341-2B749AC7F16E}"/>
                </a:ext>
              </a:extLst>
            </p:cNvPr>
            <p:cNvSpPr>
              <a:spLocks noEditPoints="1"/>
            </p:cNvSpPr>
            <p:nvPr/>
          </p:nvSpPr>
          <p:spPr bwMode="auto">
            <a:xfrm>
              <a:off x="348" y="1721"/>
              <a:ext cx="373" cy="372"/>
            </a:xfrm>
            <a:custGeom>
              <a:avLst/>
              <a:gdLst>
                <a:gd name="T0" fmla="*/ 126 w 252"/>
                <a:gd name="T1" fmla="*/ 252 h 252"/>
                <a:gd name="T2" fmla="*/ 0 w 252"/>
                <a:gd name="T3" fmla="*/ 126 h 252"/>
                <a:gd name="T4" fmla="*/ 126 w 252"/>
                <a:gd name="T5" fmla="*/ 0 h 252"/>
                <a:gd name="T6" fmla="*/ 252 w 252"/>
                <a:gd name="T7" fmla="*/ 126 h 252"/>
                <a:gd name="T8" fmla="*/ 126 w 252"/>
                <a:gd name="T9" fmla="*/ 252 h 252"/>
                <a:gd name="T10" fmla="*/ 126 w 252"/>
                <a:gd name="T11" fmla="*/ 12 h 252"/>
                <a:gd name="T12" fmla="*/ 12 w 252"/>
                <a:gd name="T13" fmla="*/ 126 h 252"/>
                <a:gd name="T14" fmla="*/ 126 w 252"/>
                <a:gd name="T15" fmla="*/ 240 h 252"/>
                <a:gd name="T16" fmla="*/ 240 w 252"/>
                <a:gd name="T17" fmla="*/ 126 h 252"/>
                <a:gd name="T18" fmla="*/ 126 w 252"/>
                <a:gd name="T19" fmla="*/ 12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2" h="252">
                  <a:moveTo>
                    <a:pt x="126" y="252"/>
                  </a:moveTo>
                  <a:cubicBezTo>
                    <a:pt x="56" y="252"/>
                    <a:pt x="0" y="195"/>
                    <a:pt x="0" y="126"/>
                  </a:cubicBezTo>
                  <a:cubicBezTo>
                    <a:pt x="0" y="56"/>
                    <a:pt x="56" y="0"/>
                    <a:pt x="126" y="0"/>
                  </a:cubicBezTo>
                  <a:cubicBezTo>
                    <a:pt x="195" y="0"/>
                    <a:pt x="252" y="56"/>
                    <a:pt x="252" y="126"/>
                  </a:cubicBezTo>
                  <a:cubicBezTo>
                    <a:pt x="252" y="195"/>
                    <a:pt x="195" y="252"/>
                    <a:pt x="126" y="252"/>
                  </a:cubicBezTo>
                  <a:close/>
                  <a:moveTo>
                    <a:pt x="126" y="12"/>
                  </a:moveTo>
                  <a:cubicBezTo>
                    <a:pt x="63" y="12"/>
                    <a:pt x="12" y="63"/>
                    <a:pt x="12" y="126"/>
                  </a:cubicBezTo>
                  <a:cubicBezTo>
                    <a:pt x="12" y="188"/>
                    <a:pt x="63" y="240"/>
                    <a:pt x="126" y="240"/>
                  </a:cubicBezTo>
                  <a:cubicBezTo>
                    <a:pt x="188" y="240"/>
                    <a:pt x="240" y="188"/>
                    <a:pt x="240" y="126"/>
                  </a:cubicBezTo>
                  <a:cubicBezTo>
                    <a:pt x="240" y="63"/>
                    <a:pt x="188" y="12"/>
                    <a:pt x="12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59" name="Freeform 62">
              <a:extLst>
                <a:ext uri="{FF2B5EF4-FFF2-40B4-BE49-F238E27FC236}">
                  <a16:creationId xmlns:a16="http://schemas.microsoft.com/office/drawing/2014/main" id="{DD515909-F712-6D4B-BF72-2C4B8885D1C9}"/>
                </a:ext>
              </a:extLst>
            </p:cNvPr>
            <p:cNvSpPr>
              <a:spLocks/>
            </p:cNvSpPr>
            <p:nvPr/>
          </p:nvSpPr>
          <p:spPr bwMode="auto">
            <a:xfrm>
              <a:off x="650" y="2022"/>
              <a:ext cx="124" cy="124"/>
            </a:xfrm>
            <a:custGeom>
              <a:avLst/>
              <a:gdLst>
                <a:gd name="T0" fmla="*/ 78 w 84"/>
                <a:gd name="T1" fmla="*/ 84 h 84"/>
                <a:gd name="T2" fmla="*/ 73 w 84"/>
                <a:gd name="T3" fmla="*/ 82 h 84"/>
                <a:gd name="T4" fmla="*/ 2 w 84"/>
                <a:gd name="T5" fmla="*/ 11 h 84"/>
                <a:gd name="T6" fmla="*/ 2 w 84"/>
                <a:gd name="T7" fmla="*/ 2 h 84"/>
                <a:gd name="T8" fmla="*/ 11 w 84"/>
                <a:gd name="T9" fmla="*/ 2 h 84"/>
                <a:gd name="T10" fmla="*/ 82 w 84"/>
                <a:gd name="T11" fmla="*/ 73 h 84"/>
                <a:gd name="T12" fmla="*/ 82 w 84"/>
                <a:gd name="T13" fmla="*/ 82 h 84"/>
                <a:gd name="T14" fmla="*/ 78 w 84"/>
                <a:gd name="T15" fmla="*/ 84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84">
                  <a:moveTo>
                    <a:pt x="78" y="84"/>
                  </a:moveTo>
                  <a:cubicBezTo>
                    <a:pt x="76" y="84"/>
                    <a:pt x="75" y="83"/>
                    <a:pt x="73" y="82"/>
                  </a:cubicBezTo>
                  <a:cubicBezTo>
                    <a:pt x="2" y="11"/>
                    <a:pt x="2" y="11"/>
                    <a:pt x="2" y="11"/>
                  </a:cubicBezTo>
                  <a:cubicBezTo>
                    <a:pt x="0" y="8"/>
                    <a:pt x="0" y="5"/>
                    <a:pt x="2" y="2"/>
                  </a:cubicBezTo>
                  <a:cubicBezTo>
                    <a:pt x="5" y="0"/>
                    <a:pt x="8" y="0"/>
                    <a:pt x="11" y="2"/>
                  </a:cubicBezTo>
                  <a:cubicBezTo>
                    <a:pt x="82" y="73"/>
                    <a:pt x="82" y="73"/>
                    <a:pt x="82" y="73"/>
                  </a:cubicBezTo>
                  <a:cubicBezTo>
                    <a:pt x="84" y="76"/>
                    <a:pt x="84" y="80"/>
                    <a:pt x="82" y="82"/>
                  </a:cubicBezTo>
                  <a:cubicBezTo>
                    <a:pt x="81" y="83"/>
                    <a:pt x="79" y="84"/>
                    <a:pt x="78"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60" name="Freeform 63">
              <a:extLst>
                <a:ext uri="{FF2B5EF4-FFF2-40B4-BE49-F238E27FC236}">
                  <a16:creationId xmlns:a16="http://schemas.microsoft.com/office/drawing/2014/main" id="{CC9BE79E-AA71-604B-8FB7-CFEA0AC849D7}"/>
                </a:ext>
              </a:extLst>
            </p:cNvPr>
            <p:cNvSpPr>
              <a:spLocks noEditPoints="1"/>
            </p:cNvSpPr>
            <p:nvPr/>
          </p:nvSpPr>
          <p:spPr bwMode="auto">
            <a:xfrm>
              <a:off x="412" y="1783"/>
              <a:ext cx="244" cy="248"/>
            </a:xfrm>
            <a:custGeom>
              <a:avLst/>
              <a:gdLst>
                <a:gd name="T0" fmla="*/ 66 w 165"/>
                <a:gd name="T1" fmla="*/ 168 h 168"/>
                <a:gd name="T2" fmla="*/ 60 w 165"/>
                <a:gd name="T3" fmla="*/ 146 h 168"/>
                <a:gd name="T4" fmla="*/ 27 w 165"/>
                <a:gd name="T5" fmla="*/ 143 h 168"/>
                <a:gd name="T6" fmla="*/ 1 w 165"/>
                <a:gd name="T7" fmla="*/ 110 h 168"/>
                <a:gd name="T8" fmla="*/ 3 w 165"/>
                <a:gd name="T9" fmla="*/ 102 h 168"/>
                <a:gd name="T10" fmla="*/ 17 w 165"/>
                <a:gd name="T11" fmla="*/ 74 h 168"/>
                <a:gd name="T12" fmla="*/ 0 w 165"/>
                <a:gd name="T13" fmla="*/ 62 h 168"/>
                <a:gd name="T14" fmla="*/ 19 w 165"/>
                <a:gd name="T15" fmla="*/ 26 h 168"/>
                <a:gd name="T16" fmla="*/ 42 w 165"/>
                <a:gd name="T17" fmla="*/ 32 h 168"/>
                <a:gd name="T18" fmla="*/ 60 w 165"/>
                <a:gd name="T19" fmla="*/ 6 h 168"/>
                <a:gd name="T20" fmla="*/ 102 w 165"/>
                <a:gd name="T21" fmla="*/ 0 h 168"/>
                <a:gd name="T22" fmla="*/ 108 w 165"/>
                <a:gd name="T23" fmla="*/ 23 h 168"/>
                <a:gd name="T24" fmla="*/ 138 w 165"/>
                <a:gd name="T25" fmla="*/ 24 h 168"/>
                <a:gd name="T26" fmla="*/ 146 w 165"/>
                <a:gd name="T27" fmla="*/ 26 h 168"/>
                <a:gd name="T28" fmla="*/ 165 w 165"/>
                <a:gd name="T29" fmla="*/ 62 h 168"/>
                <a:gd name="T30" fmla="*/ 148 w 165"/>
                <a:gd name="T31" fmla="*/ 74 h 168"/>
                <a:gd name="T32" fmla="*/ 162 w 165"/>
                <a:gd name="T33" fmla="*/ 102 h 168"/>
                <a:gd name="T34" fmla="*/ 164 w 165"/>
                <a:gd name="T35" fmla="*/ 110 h 168"/>
                <a:gd name="T36" fmla="*/ 143 w 165"/>
                <a:gd name="T37" fmla="*/ 144 h 168"/>
                <a:gd name="T38" fmla="*/ 124 w 165"/>
                <a:gd name="T39" fmla="*/ 135 h 168"/>
                <a:gd name="T40" fmla="*/ 108 w 165"/>
                <a:gd name="T41" fmla="*/ 162 h 168"/>
                <a:gd name="T42" fmla="*/ 72 w 165"/>
                <a:gd name="T43" fmla="*/ 156 h 168"/>
                <a:gd name="T44" fmla="*/ 96 w 165"/>
                <a:gd name="T45" fmla="*/ 141 h 168"/>
                <a:gd name="T46" fmla="*/ 120 w 165"/>
                <a:gd name="T47" fmla="*/ 123 h 168"/>
                <a:gd name="T48" fmla="*/ 139 w 165"/>
                <a:gd name="T49" fmla="*/ 130 h 168"/>
                <a:gd name="T50" fmla="*/ 138 w 165"/>
                <a:gd name="T51" fmla="*/ 102 h 168"/>
                <a:gd name="T52" fmla="*/ 135 w 165"/>
                <a:gd name="T53" fmla="*/ 72 h 168"/>
                <a:gd name="T54" fmla="*/ 151 w 165"/>
                <a:gd name="T55" fmla="*/ 58 h 168"/>
                <a:gd name="T56" fmla="*/ 127 w 165"/>
                <a:gd name="T57" fmla="*/ 45 h 168"/>
                <a:gd name="T58" fmla="*/ 100 w 165"/>
                <a:gd name="T59" fmla="*/ 32 h 168"/>
                <a:gd name="T60" fmla="*/ 96 w 165"/>
                <a:gd name="T61" fmla="*/ 12 h 168"/>
                <a:gd name="T62" fmla="*/ 72 w 165"/>
                <a:gd name="T63" fmla="*/ 26 h 168"/>
                <a:gd name="T64" fmla="*/ 47 w 165"/>
                <a:gd name="T65" fmla="*/ 44 h 168"/>
                <a:gd name="T66" fmla="*/ 27 w 165"/>
                <a:gd name="T67" fmla="*/ 37 h 168"/>
                <a:gd name="T68" fmla="*/ 27 w 165"/>
                <a:gd name="T69" fmla="*/ 65 h 168"/>
                <a:gd name="T70" fmla="*/ 30 w 165"/>
                <a:gd name="T71" fmla="*/ 95 h 168"/>
                <a:gd name="T72" fmla="*/ 14 w 165"/>
                <a:gd name="T73" fmla="*/ 109 h 168"/>
                <a:gd name="T74" fmla="*/ 40 w 165"/>
                <a:gd name="T75" fmla="*/ 123 h 168"/>
                <a:gd name="T76" fmla="*/ 67 w 165"/>
                <a:gd name="T77" fmla="*/ 135 h 168"/>
                <a:gd name="T78" fmla="*/ 72 w 165"/>
                <a:gd name="T79"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5" h="168">
                  <a:moveTo>
                    <a:pt x="102" y="168"/>
                  </a:moveTo>
                  <a:cubicBezTo>
                    <a:pt x="66" y="168"/>
                    <a:pt x="66" y="168"/>
                    <a:pt x="66" y="168"/>
                  </a:cubicBezTo>
                  <a:cubicBezTo>
                    <a:pt x="63" y="168"/>
                    <a:pt x="60" y="165"/>
                    <a:pt x="60" y="162"/>
                  </a:cubicBezTo>
                  <a:cubicBezTo>
                    <a:pt x="60" y="146"/>
                    <a:pt x="60" y="146"/>
                    <a:pt x="60" y="146"/>
                  </a:cubicBezTo>
                  <a:cubicBezTo>
                    <a:pt x="52" y="143"/>
                    <a:pt x="47" y="139"/>
                    <a:pt x="42" y="135"/>
                  </a:cubicBezTo>
                  <a:cubicBezTo>
                    <a:pt x="27" y="143"/>
                    <a:pt x="27" y="143"/>
                    <a:pt x="27" y="143"/>
                  </a:cubicBezTo>
                  <a:cubicBezTo>
                    <a:pt x="24" y="145"/>
                    <a:pt x="21" y="144"/>
                    <a:pt x="19" y="141"/>
                  </a:cubicBezTo>
                  <a:cubicBezTo>
                    <a:pt x="1" y="110"/>
                    <a:pt x="1" y="110"/>
                    <a:pt x="1" y="110"/>
                  </a:cubicBezTo>
                  <a:cubicBezTo>
                    <a:pt x="0" y="109"/>
                    <a:pt x="0" y="107"/>
                    <a:pt x="0" y="106"/>
                  </a:cubicBezTo>
                  <a:cubicBezTo>
                    <a:pt x="1" y="104"/>
                    <a:pt x="2" y="103"/>
                    <a:pt x="3" y="102"/>
                  </a:cubicBezTo>
                  <a:cubicBezTo>
                    <a:pt x="17" y="94"/>
                    <a:pt x="17" y="94"/>
                    <a:pt x="17" y="94"/>
                  </a:cubicBezTo>
                  <a:cubicBezTo>
                    <a:pt x="16" y="87"/>
                    <a:pt x="16" y="80"/>
                    <a:pt x="17" y="74"/>
                  </a:cubicBezTo>
                  <a:cubicBezTo>
                    <a:pt x="3" y="65"/>
                    <a:pt x="3" y="65"/>
                    <a:pt x="3" y="65"/>
                  </a:cubicBezTo>
                  <a:cubicBezTo>
                    <a:pt x="2" y="65"/>
                    <a:pt x="1" y="63"/>
                    <a:pt x="0" y="62"/>
                  </a:cubicBezTo>
                  <a:cubicBezTo>
                    <a:pt x="0" y="60"/>
                    <a:pt x="0" y="59"/>
                    <a:pt x="1" y="57"/>
                  </a:cubicBezTo>
                  <a:cubicBezTo>
                    <a:pt x="19" y="26"/>
                    <a:pt x="19" y="26"/>
                    <a:pt x="19" y="26"/>
                  </a:cubicBezTo>
                  <a:cubicBezTo>
                    <a:pt x="21" y="23"/>
                    <a:pt x="25" y="22"/>
                    <a:pt x="27" y="24"/>
                  </a:cubicBezTo>
                  <a:cubicBezTo>
                    <a:pt x="42" y="32"/>
                    <a:pt x="42" y="32"/>
                    <a:pt x="42" y="32"/>
                  </a:cubicBezTo>
                  <a:cubicBezTo>
                    <a:pt x="47" y="28"/>
                    <a:pt x="52" y="24"/>
                    <a:pt x="60" y="22"/>
                  </a:cubicBezTo>
                  <a:cubicBezTo>
                    <a:pt x="60" y="6"/>
                    <a:pt x="60" y="6"/>
                    <a:pt x="60" y="6"/>
                  </a:cubicBezTo>
                  <a:cubicBezTo>
                    <a:pt x="60" y="2"/>
                    <a:pt x="63" y="0"/>
                    <a:pt x="66" y="0"/>
                  </a:cubicBezTo>
                  <a:cubicBezTo>
                    <a:pt x="102" y="0"/>
                    <a:pt x="102" y="0"/>
                    <a:pt x="102" y="0"/>
                  </a:cubicBezTo>
                  <a:cubicBezTo>
                    <a:pt x="105" y="0"/>
                    <a:pt x="108" y="2"/>
                    <a:pt x="108" y="6"/>
                  </a:cubicBezTo>
                  <a:cubicBezTo>
                    <a:pt x="108" y="23"/>
                    <a:pt x="108" y="23"/>
                    <a:pt x="108" y="23"/>
                  </a:cubicBezTo>
                  <a:cubicBezTo>
                    <a:pt x="115" y="26"/>
                    <a:pt x="120" y="29"/>
                    <a:pt x="124" y="32"/>
                  </a:cubicBezTo>
                  <a:cubicBezTo>
                    <a:pt x="138" y="24"/>
                    <a:pt x="138" y="24"/>
                    <a:pt x="138" y="24"/>
                  </a:cubicBezTo>
                  <a:cubicBezTo>
                    <a:pt x="139" y="23"/>
                    <a:pt x="141" y="23"/>
                    <a:pt x="143" y="23"/>
                  </a:cubicBezTo>
                  <a:cubicBezTo>
                    <a:pt x="144" y="24"/>
                    <a:pt x="146" y="25"/>
                    <a:pt x="146" y="26"/>
                  </a:cubicBezTo>
                  <a:cubicBezTo>
                    <a:pt x="164" y="57"/>
                    <a:pt x="164" y="57"/>
                    <a:pt x="164" y="57"/>
                  </a:cubicBezTo>
                  <a:cubicBezTo>
                    <a:pt x="165" y="59"/>
                    <a:pt x="165" y="60"/>
                    <a:pt x="165" y="62"/>
                  </a:cubicBezTo>
                  <a:cubicBezTo>
                    <a:pt x="165" y="63"/>
                    <a:pt x="164" y="65"/>
                    <a:pt x="162" y="65"/>
                  </a:cubicBezTo>
                  <a:cubicBezTo>
                    <a:pt x="148" y="74"/>
                    <a:pt x="148" y="74"/>
                    <a:pt x="148" y="74"/>
                  </a:cubicBezTo>
                  <a:cubicBezTo>
                    <a:pt x="149" y="80"/>
                    <a:pt x="149" y="87"/>
                    <a:pt x="148" y="94"/>
                  </a:cubicBezTo>
                  <a:cubicBezTo>
                    <a:pt x="162" y="102"/>
                    <a:pt x="162" y="102"/>
                    <a:pt x="162" y="102"/>
                  </a:cubicBezTo>
                  <a:cubicBezTo>
                    <a:pt x="164" y="103"/>
                    <a:pt x="165" y="104"/>
                    <a:pt x="165" y="106"/>
                  </a:cubicBezTo>
                  <a:cubicBezTo>
                    <a:pt x="165" y="107"/>
                    <a:pt x="165" y="109"/>
                    <a:pt x="164" y="110"/>
                  </a:cubicBezTo>
                  <a:cubicBezTo>
                    <a:pt x="146" y="141"/>
                    <a:pt x="146" y="141"/>
                    <a:pt x="146" y="141"/>
                  </a:cubicBezTo>
                  <a:cubicBezTo>
                    <a:pt x="146" y="143"/>
                    <a:pt x="144" y="144"/>
                    <a:pt x="143" y="144"/>
                  </a:cubicBezTo>
                  <a:cubicBezTo>
                    <a:pt x="141" y="144"/>
                    <a:pt x="139" y="144"/>
                    <a:pt x="138" y="143"/>
                  </a:cubicBezTo>
                  <a:cubicBezTo>
                    <a:pt x="124" y="135"/>
                    <a:pt x="124" y="135"/>
                    <a:pt x="124" y="135"/>
                  </a:cubicBezTo>
                  <a:cubicBezTo>
                    <a:pt x="120" y="138"/>
                    <a:pt x="115" y="142"/>
                    <a:pt x="108" y="145"/>
                  </a:cubicBezTo>
                  <a:cubicBezTo>
                    <a:pt x="108" y="162"/>
                    <a:pt x="108" y="162"/>
                    <a:pt x="108" y="162"/>
                  </a:cubicBezTo>
                  <a:cubicBezTo>
                    <a:pt x="108" y="165"/>
                    <a:pt x="105" y="168"/>
                    <a:pt x="102" y="168"/>
                  </a:cubicBezTo>
                  <a:close/>
                  <a:moveTo>
                    <a:pt x="72" y="156"/>
                  </a:moveTo>
                  <a:cubicBezTo>
                    <a:pt x="96" y="156"/>
                    <a:pt x="96" y="156"/>
                    <a:pt x="96" y="156"/>
                  </a:cubicBezTo>
                  <a:cubicBezTo>
                    <a:pt x="96" y="141"/>
                    <a:pt x="96" y="141"/>
                    <a:pt x="96" y="141"/>
                  </a:cubicBezTo>
                  <a:cubicBezTo>
                    <a:pt x="96" y="139"/>
                    <a:pt x="97" y="136"/>
                    <a:pt x="100" y="135"/>
                  </a:cubicBezTo>
                  <a:cubicBezTo>
                    <a:pt x="109" y="131"/>
                    <a:pt x="115" y="127"/>
                    <a:pt x="120" y="123"/>
                  </a:cubicBezTo>
                  <a:cubicBezTo>
                    <a:pt x="122" y="122"/>
                    <a:pt x="125" y="121"/>
                    <a:pt x="127" y="123"/>
                  </a:cubicBezTo>
                  <a:cubicBezTo>
                    <a:pt x="139" y="130"/>
                    <a:pt x="139" y="130"/>
                    <a:pt x="139" y="130"/>
                  </a:cubicBezTo>
                  <a:cubicBezTo>
                    <a:pt x="151" y="109"/>
                    <a:pt x="151" y="109"/>
                    <a:pt x="151" y="109"/>
                  </a:cubicBezTo>
                  <a:cubicBezTo>
                    <a:pt x="138" y="102"/>
                    <a:pt x="138" y="102"/>
                    <a:pt x="138" y="102"/>
                  </a:cubicBezTo>
                  <a:cubicBezTo>
                    <a:pt x="136" y="101"/>
                    <a:pt x="135" y="98"/>
                    <a:pt x="135" y="95"/>
                  </a:cubicBezTo>
                  <a:cubicBezTo>
                    <a:pt x="137" y="87"/>
                    <a:pt x="137" y="80"/>
                    <a:pt x="135" y="72"/>
                  </a:cubicBezTo>
                  <a:cubicBezTo>
                    <a:pt x="135" y="69"/>
                    <a:pt x="136" y="67"/>
                    <a:pt x="138" y="65"/>
                  </a:cubicBezTo>
                  <a:cubicBezTo>
                    <a:pt x="151" y="58"/>
                    <a:pt x="151" y="58"/>
                    <a:pt x="151" y="58"/>
                  </a:cubicBezTo>
                  <a:cubicBezTo>
                    <a:pt x="139" y="37"/>
                    <a:pt x="139" y="37"/>
                    <a:pt x="139" y="37"/>
                  </a:cubicBezTo>
                  <a:cubicBezTo>
                    <a:pt x="127" y="45"/>
                    <a:pt x="127" y="45"/>
                    <a:pt x="127" y="45"/>
                  </a:cubicBezTo>
                  <a:cubicBezTo>
                    <a:pt x="125" y="46"/>
                    <a:pt x="122" y="46"/>
                    <a:pt x="120" y="44"/>
                  </a:cubicBezTo>
                  <a:cubicBezTo>
                    <a:pt x="116" y="40"/>
                    <a:pt x="109" y="36"/>
                    <a:pt x="100" y="32"/>
                  </a:cubicBezTo>
                  <a:cubicBezTo>
                    <a:pt x="97" y="31"/>
                    <a:pt x="96" y="29"/>
                    <a:pt x="96" y="26"/>
                  </a:cubicBezTo>
                  <a:cubicBezTo>
                    <a:pt x="96" y="12"/>
                    <a:pt x="96" y="12"/>
                    <a:pt x="96" y="12"/>
                  </a:cubicBezTo>
                  <a:cubicBezTo>
                    <a:pt x="72" y="12"/>
                    <a:pt x="72" y="12"/>
                    <a:pt x="72" y="12"/>
                  </a:cubicBezTo>
                  <a:cubicBezTo>
                    <a:pt x="72" y="26"/>
                    <a:pt x="72" y="26"/>
                    <a:pt x="72" y="26"/>
                  </a:cubicBezTo>
                  <a:cubicBezTo>
                    <a:pt x="72" y="29"/>
                    <a:pt x="70" y="32"/>
                    <a:pt x="67" y="32"/>
                  </a:cubicBezTo>
                  <a:cubicBezTo>
                    <a:pt x="57" y="35"/>
                    <a:pt x="53" y="38"/>
                    <a:pt x="47" y="44"/>
                  </a:cubicBezTo>
                  <a:cubicBezTo>
                    <a:pt x="45" y="45"/>
                    <a:pt x="42" y="46"/>
                    <a:pt x="40" y="45"/>
                  </a:cubicBezTo>
                  <a:cubicBezTo>
                    <a:pt x="27" y="37"/>
                    <a:pt x="27" y="37"/>
                    <a:pt x="27" y="37"/>
                  </a:cubicBezTo>
                  <a:cubicBezTo>
                    <a:pt x="14" y="58"/>
                    <a:pt x="14" y="58"/>
                    <a:pt x="14" y="58"/>
                  </a:cubicBezTo>
                  <a:cubicBezTo>
                    <a:pt x="27" y="65"/>
                    <a:pt x="27" y="65"/>
                    <a:pt x="27" y="65"/>
                  </a:cubicBezTo>
                  <a:cubicBezTo>
                    <a:pt x="29" y="67"/>
                    <a:pt x="31" y="69"/>
                    <a:pt x="30" y="72"/>
                  </a:cubicBezTo>
                  <a:cubicBezTo>
                    <a:pt x="28" y="80"/>
                    <a:pt x="28" y="88"/>
                    <a:pt x="30" y="95"/>
                  </a:cubicBezTo>
                  <a:cubicBezTo>
                    <a:pt x="31" y="98"/>
                    <a:pt x="29" y="101"/>
                    <a:pt x="27" y="102"/>
                  </a:cubicBezTo>
                  <a:cubicBezTo>
                    <a:pt x="14" y="109"/>
                    <a:pt x="14" y="109"/>
                    <a:pt x="14" y="109"/>
                  </a:cubicBezTo>
                  <a:cubicBezTo>
                    <a:pt x="26" y="130"/>
                    <a:pt x="26" y="130"/>
                    <a:pt x="26" y="130"/>
                  </a:cubicBezTo>
                  <a:cubicBezTo>
                    <a:pt x="40" y="123"/>
                    <a:pt x="40" y="123"/>
                    <a:pt x="40" y="123"/>
                  </a:cubicBezTo>
                  <a:cubicBezTo>
                    <a:pt x="42" y="121"/>
                    <a:pt x="45" y="122"/>
                    <a:pt x="47" y="123"/>
                  </a:cubicBezTo>
                  <a:cubicBezTo>
                    <a:pt x="53" y="129"/>
                    <a:pt x="57" y="133"/>
                    <a:pt x="67" y="135"/>
                  </a:cubicBezTo>
                  <a:cubicBezTo>
                    <a:pt x="70" y="136"/>
                    <a:pt x="72" y="138"/>
                    <a:pt x="72" y="141"/>
                  </a:cubicBezTo>
                  <a:lnTo>
                    <a:pt x="72"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61" name="Freeform 64">
              <a:extLst>
                <a:ext uri="{FF2B5EF4-FFF2-40B4-BE49-F238E27FC236}">
                  <a16:creationId xmlns:a16="http://schemas.microsoft.com/office/drawing/2014/main" id="{7949AA08-1950-4A44-91C1-8E34BD10E503}"/>
                </a:ext>
              </a:extLst>
            </p:cNvPr>
            <p:cNvSpPr>
              <a:spLocks noEditPoints="1"/>
            </p:cNvSpPr>
            <p:nvPr/>
          </p:nvSpPr>
          <p:spPr bwMode="auto">
            <a:xfrm>
              <a:off x="490" y="1863"/>
              <a:ext cx="89" cy="88"/>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grpSp>
      <p:grpSp>
        <p:nvGrpSpPr>
          <p:cNvPr id="362" name="Group 83">
            <a:extLst>
              <a:ext uri="{FF2B5EF4-FFF2-40B4-BE49-F238E27FC236}">
                <a16:creationId xmlns:a16="http://schemas.microsoft.com/office/drawing/2014/main" id="{EFF1C6C9-655D-274A-BF87-2269FFB3606F}"/>
              </a:ext>
            </a:extLst>
          </p:cNvPr>
          <p:cNvGrpSpPr>
            <a:grpSpLocks noChangeAspect="1"/>
          </p:cNvGrpSpPr>
          <p:nvPr userDrawn="1"/>
        </p:nvGrpSpPr>
        <p:grpSpPr bwMode="auto">
          <a:xfrm>
            <a:off x="10959261" y="4300132"/>
            <a:ext cx="479568" cy="490720"/>
            <a:chOff x="1580" y="1910"/>
            <a:chExt cx="387" cy="396"/>
          </a:xfrm>
          <a:solidFill>
            <a:schemeClr val="accent4"/>
          </a:solidFill>
        </p:grpSpPr>
        <p:sp>
          <p:nvSpPr>
            <p:cNvPr id="363" name="Freeform 84">
              <a:extLst>
                <a:ext uri="{FF2B5EF4-FFF2-40B4-BE49-F238E27FC236}">
                  <a16:creationId xmlns:a16="http://schemas.microsoft.com/office/drawing/2014/main" id="{A5BD3BA6-1E5D-A147-A5E7-38A35AFB2FB8}"/>
                </a:ext>
              </a:extLst>
            </p:cNvPr>
            <p:cNvSpPr>
              <a:spLocks noEditPoints="1"/>
            </p:cNvSpPr>
            <p:nvPr/>
          </p:nvSpPr>
          <p:spPr bwMode="auto">
            <a:xfrm>
              <a:off x="1655" y="1982"/>
              <a:ext cx="238" cy="252"/>
            </a:xfrm>
            <a:custGeom>
              <a:avLst/>
              <a:gdLst>
                <a:gd name="T0" fmla="*/ 0 w 156"/>
                <a:gd name="T1" fmla="*/ 78 h 169"/>
                <a:gd name="T2" fmla="*/ 54 w 156"/>
                <a:gd name="T3" fmla="*/ 163 h 169"/>
                <a:gd name="T4" fmla="*/ 96 w 156"/>
                <a:gd name="T5" fmla="*/ 169 h 169"/>
                <a:gd name="T6" fmla="*/ 102 w 156"/>
                <a:gd name="T7" fmla="*/ 153 h 169"/>
                <a:gd name="T8" fmla="*/ 78 w 156"/>
                <a:gd name="T9" fmla="*/ 0 h 169"/>
                <a:gd name="T10" fmla="*/ 90 w 156"/>
                <a:gd name="T11" fmla="*/ 148 h 169"/>
                <a:gd name="T12" fmla="*/ 66 w 156"/>
                <a:gd name="T13" fmla="*/ 157 h 169"/>
                <a:gd name="T14" fmla="*/ 61 w 156"/>
                <a:gd name="T15" fmla="*/ 142 h 169"/>
                <a:gd name="T16" fmla="*/ 63 w 156"/>
                <a:gd name="T17" fmla="*/ 133 h 169"/>
                <a:gd name="T18" fmla="*/ 67 w 156"/>
                <a:gd name="T19" fmla="*/ 110 h 169"/>
                <a:gd name="T20" fmla="*/ 58 w 156"/>
                <a:gd name="T21" fmla="*/ 89 h 169"/>
                <a:gd name="T22" fmla="*/ 53 w 156"/>
                <a:gd name="T23" fmla="*/ 78 h 169"/>
                <a:gd name="T24" fmla="*/ 56 w 156"/>
                <a:gd name="T25" fmla="*/ 67 h 169"/>
                <a:gd name="T26" fmla="*/ 55 w 156"/>
                <a:gd name="T27" fmla="*/ 57 h 169"/>
                <a:gd name="T28" fmla="*/ 82 w 156"/>
                <a:gd name="T29" fmla="*/ 44 h 169"/>
                <a:gd name="T30" fmla="*/ 99 w 156"/>
                <a:gd name="T31" fmla="*/ 67 h 169"/>
                <a:gd name="T32" fmla="*/ 102 w 156"/>
                <a:gd name="T33" fmla="*/ 78 h 169"/>
                <a:gd name="T34" fmla="*/ 102 w 156"/>
                <a:gd name="T35" fmla="*/ 83 h 169"/>
                <a:gd name="T36" fmla="*/ 92 w 156"/>
                <a:gd name="T37" fmla="*/ 105 h 169"/>
                <a:gd name="T38" fmla="*/ 89 w 156"/>
                <a:gd name="T39" fmla="*/ 127 h 169"/>
                <a:gd name="T40" fmla="*/ 105 w 156"/>
                <a:gd name="T41" fmla="*/ 138 h 169"/>
                <a:gd name="T42" fmla="*/ 118 w 156"/>
                <a:gd name="T43" fmla="*/ 131 h 169"/>
                <a:gd name="T44" fmla="*/ 100 w 156"/>
                <a:gd name="T45" fmla="*/ 114 h 169"/>
                <a:gd name="T46" fmla="*/ 114 w 156"/>
                <a:gd name="T47" fmla="*/ 80 h 169"/>
                <a:gd name="T48" fmla="*/ 111 w 156"/>
                <a:gd name="T49" fmla="*/ 69 h 169"/>
                <a:gd name="T50" fmla="*/ 82 w 156"/>
                <a:gd name="T51" fmla="*/ 33 h 169"/>
                <a:gd name="T52" fmla="*/ 44 w 156"/>
                <a:gd name="T53" fmla="*/ 49 h 169"/>
                <a:gd name="T54" fmla="*/ 43 w 156"/>
                <a:gd name="T55" fmla="*/ 71 h 169"/>
                <a:gd name="T56" fmla="*/ 46 w 156"/>
                <a:gd name="T57" fmla="*/ 93 h 169"/>
                <a:gd name="T58" fmla="*/ 55 w 156"/>
                <a:gd name="T59" fmla="*/ 123 h 169"/>
                <a:gd name="T60" fmla="*/ 12 w 156"/>
                <a:gd name="T61" fmla="*/ 78 h 169"/>
                <a:gd name="T62" fmla="*/ 144 w 156"/>
                <a:gd name="T63" fmla="*/ 7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6" h="169">
                  <a:moveTo>
                    <a:pt x="78" y="0"/>
                  </a:moveTo>
                  <a:cubicBezTo>
                    <a:pt x="35" y="0"/>
                    <a:pt x="0" y="35"/>
                    <a:pt x="0" y="78"/>
                  </a:cubicBezTo>
                  <a:cubicBezTo>
                    <a:pt x="0" y="112"/>
                    <a:pt x="22" y="142"/>
                    <a:pt x="54" y="153"/>
                  </a:cubicBezTo>
                  <a:cubicBezTo>
                    <a:pt x="54" y="163"/>
                    <a:pt x="54" y="163"/>
                    <a:pt x="54" y="163"/>
                  </a:cubicBezTo>
                  <a:cubicBezTo>
                    <a:pt x="54" y="166"/>
                    <a:pt x="56" y="169"/>
                    <a:pt x="60" y="169"/>
                  </a:cubicBezTo>
                  <a:cubicBezTo>
                    <a:pt x="96" y="169"/>
                    <a:pt x="96" y="169"/>
                    <a:pt x="96" y="169"/>
                  </a:cubicBezTo>
                  <a:cubicBezTo>
                    <a:pt x="99" y="169"/>
                    <a:pt x="102" y="166"/>
                    <a:pt x="102" y="163"/>
                  </a:cubicBezTo>
                  <a:cubicBezTo>
                    <a:pt x="102" y="153"/>
                    <a:pt x="102" y="153"/>
                    <a:pt x="102" y="153"/>
                  </a:cubicBezTo>
                  <a:cubicBezTo>
                    <a:pt x="134" y="142"/>
                    <a:pt x="156" y="112"/>
                    <a:pt x="156" y="78"/>
                  </a:cubicBezTo>
                  <a:cubicBezTo>
                    <a:pt x="156" y="35"/>
                    <a:pt x="121" y="0"/>
                    <a:pt x="78" y="0"/>
                  </a:cubicBezTo>
                  <a:close/>
                  <a:moveTo>
                    <a:pt x="94" y="142"/>
                  </a:moveTo>
                  <a:cubicBezTo>
                    <a:pt x="92" y="143"/>
                    <a:pt x="90" y="145"/>
                    <a:pt x="90" y="148"/>
                  </a:cubicBezTo>
                  <a:cubicBezTo>
                    <a:pt x="90" y="157"/>
                    <a:pt x="90" y="157"/>
                    <a:pt x="90" y="157"/>
                  </a:cubicBezTo>
                  <a:cubicBezTo>
                    <a:pt x="66" y="157"/>
                    <a:pt x="66" y="157"/>
                    <a:pt x="66" y="157"/>
                  </a:cubicBezTo>
                  <a:cubicBezTo>
                    <a:pt x="66" y="148"/>
                    <a:pt x="66" y="148"/>
                    <a:pt x="66" y="148"/>
                  </a:cubicBezTo>
                  <a:cubicBezTo>
                    <a:pt x="66" y="145"/>
                    <a:pt x="64" y="143"/>
                    <a:pt x="61" y="142"/>
                  </a:cubicBezTo>
                  <a:cubicBezTo>
                    <a:pt x="57" y="141"/>
                    <a:pt x="54" y="140"/>
                    <a:pt x="50" y="138"/>
                  </a:cubicBezTo>
                  <a:cubicBezTo>
                    <a:pt x="54" y="136"/>
                    <a:pt x="59" y="135"/>
                    <a:pt x="63" y="133"/>
                  </a:cubicBezTo>
                  <a:cubicBezTo>
                    <a:pt x="65" y="132"/>
                    <a:pt x="67" y="130"/>
                    <a:pt x="67" y="127"/>
                  </a:cubicBezTo>
                  <a:cubicBezTo>
                    <a:pt x="67" y="110"/>
                    <a:pt x="67" y="110"/>
                    <a:pt x="67" y="110"/>
                  </a:cubicBezTo>
                  <a:cubicBezTo>
                    <a:pt x="67" y="108"/>
                    <a:pt x="65" y="106"/>
                    <a:pt x="63" y="105"/>
                  </a:cubicBezTo>
                  <a:cubicBezTo>
                    <a:pt x="63" y="105"/>
                    <a:pt x="58" y="102"/>
                    <a:pt x="58" y="89"/>
                  </a:cubicBezTo>
                  <a:cubicBezTo>
                    <a:pt x="58" y="86"/>
                    <a:pt x="56" y="84"/>
                    <a:pt x="54" y="84"/>
                  </a:cubicBezTo>
                  <a:cubicBezTo>
                    <a:pt x="53" y="83"/>
                    <a:pt x="52" y="80"/>
                    <a:pt x="53" y="78"/>
                  </a:cubicBezTo>
                  <a:cubicBezTo>
                    <a:pt x="56" y="78"/>
                    <a:pt x="58" y="75"/>
                    <a:pt x="58" y="72"/>
                  </a:cubicBezTo>
                  <a:cubicBezTo>
                    <a:pt x="58" y="71"/>
                    <a:pt x="58" y="69"/>
                    <a:pt x="56" y="67"/>
                  </a:cubicBezTo>
                  <a:cubicBezTo>
                    <a:pt x="54" y="60"/>
                    <a:pt x="53" y="58"/>
                    <a:pt x="53" y="57"/>
                  </a:cubicBezTo>
                  <a:cubicBezTo>
                    <a:pt x="54" y="57"/>
                    <a:pt x="54" y="57"/>
                    <a:pt x="55" y="57"/>
                  </a:cubicBezTo>
                  <a:cubicBezTo>
                    <a:pt x="58" y="58"/>
                    <a:pt x="61" y="56"/>
                    <a:pt x="62" y="53"/>
                  </a:cubicBezTo>
                  <a:cubicBezTo>
                    <a:pt x="63" y="48"/>
                    <a:pt x="72" y="44"/>
                    <a:pt x="82" y="44"/>
                  </a:cubicBezTo>
                  <a:cubicBezTo>
                    <a:pt x="92" y="44"/>
                    <a:pt x="100" y="48"/>
                    <a:pt x="102" y="53"/>
                  </a:cubicBezTo>
                  <a:cubicBezTo>
                    <a:pt x="103" y="58"/>
                    <a:pt x="100" y="64"/>
                    <a:pt x="99" y="67"/>
                  </a:cubicBezTo>
                  <a:cubicBezTo>
                    <a:pt x="98" y="69"/>
                    <a:pt x="97" y="71"/>
                    <a:pt x="97" y="72"/>
                  </a:cubicBezTo>
                  <a:cubicBezTo>
                    <a:pt x="97" y="75"/>
                    <a:pt x="100" y="78"/>
                    <a:pt x="102" y="78"/>
                  </a:cubicBezTo>
                  <a:cubicBezTo>
                    <a:pt x="103" y="78"/>
                    <a:pt x="103" y="79"/>
                    <a:pt x="103" y="79"/>
                  </a:cubicBezTo>
                  <a:cubicBezTo>
                    <a:pt x="103" y="81"/>
                    <a:pt x="102" y="82"/>
                    <a:pt x="102" y="83"/>
                  </a:cubicBezTo>
                  <a:cubicBezTo>
                    <a:pt x="99" y="84"/>
                    <a:pt x="97" y="86"/>
                    <a:pt x="97" y="89"/>
                  </a:cubicBezTo>
                  <a:cubicBezTo>
                    <a:pt x="97" y="101"/>
                    <a:pt x="93" y="104"/>
                    <a:pt x="92" y="105"/>
                  </a:cubicBezTo>
                  <a:cubicBezTo>
                    <a:pt x="90" y="106"/>
                    <a:pt x="89" y="108"/>
                    <a:pt x="89" y="110"/>
                  </a:cubicBezTo>
                  <a:cubicBezTo>
                    <a:pt x="89" y="127"/>
                    <a:pt x="89" y="127"/>
                    <a:pt x="89" y="127"/>
                  </a:cubicBezTo>
                  <a:cubicBezTo>
                    <a:pt x="89" y="130"/>
                    <a:pt x="90" y="132"/>
                    <a:pt x="92" y="133"/>
                  </a:cubicBezTo>
                  <a:cubicBezTo>
                    <a:pt x="97" y="135"/>
                    <a:pt x="101" y="136"/>
                    <a:pt x="105" y="138"/>
                  </a:cubicBezTo>
                  <a:cubicBezTo>
                    <a:pt x="102" y="140"/>
                    <a:pt x="98" y="141"/>
                    <a:pt x="94" y="142"/>
                  </a:cubicBezTo>
                  <a:close/>
                  <a:moveTo>
                    <a:pt x="118" y="131"/>
                  </a:moveTo>
                  <a:cubicBezTo>
                    <a:pt x="112" y="128"/>
                    <a:pt x="106" y="126"/>
                    <a:pt x="100" y="123"/>
                  </a:cubicBezTo>
                  <a:cubicBezTo>
                    <a:pt x="100" y="114"/>
                    <a:pt x="100" y="114"/>
                    <a:pt x="100" y="114"/>
                  </a:cubicBezTo>
                  <a:cubicBezTo>
                    <a:pt x="104" y="111"/>
                    <a:pt x="108" y="105"/>
                    <a:pt x="109" y="93"/>
                  </a:cubicBezTo>
                  <a:cubicBezTo>
                    <a:pt x="112" y="90"/>
                    <a:pt x="114" y="85"/>
                    <a:pt x="114" y="80"/>
                  </a:cubicBezTo>
                  <a:cubicBezTo>
                    <a:pt x="114" y="76"/>
                    <a:pt x="114" y="74"/>
                    <a:pt x="112" y="71"/>
                  </a:cubicBezTo>
                  <a:cubicBezTo>
                    <a:pt x="112" y="71"/>
                    <a:pt x="111" y="70"/>
                    <a:pt x="111" y="69"/>
                  </a:cubicBezTo>
                  <a:cubicBezTo>
                    <a:pt x="113" y="65"/>
                    <a:pt x="115" y="57"/>
                    <a:pt x="113" y="50"/>
                  </a:cubicBezTo>
                  <a:cubicBezTo>
                    <a:pt x="110" y="37"/>
                    <a:pt x="94" y="33"/>
                    <a:pt x="82" y="33"/>
                  </a:cubicBezTo>
                  <a:cubicBezTo>
                    <a:pt x="71" y="33"/>
                    <a:pt x="58" y="36"/>
                    <a:pt x="53" y="45"/>
                  </a:cubicBezTo>
                  <a:cubicBezTo>
                    <a:pt x="49" y="45"/>
                    <a:pt x="46" y="46"/>
                    <a:pt x="44" y="49"/>
                  </a:cubicBezTo>
                  <a:cubicBezTo>
                    <a:pt x="39" y="55"/>
                    <a:pt x="42" y="64"/>
                    <a:pt x="45" y="69"/>
                  </a:cubicBezTo>
                  <a:cubicBezTo>
                    <a:pt x="44" y="70"/>
                    <a:pt x="44" y="71"/>
                    <a:pt x="43" y="71"/>
                  </a:cubicBezTo>
                  <a:cubicBezTo>
                    <a:pt x="42" y="74"/>
                    <a:pt x="41" y="77"/>
                    <a:pt x="41" y="80"/>
                  </a:cubicBezTo>
                  <a:cubicBezTo>
                    <a:pt x="41" y="85"/>
                    <a:pt x="43" y="90"/>
                    <a:pt x="46" y="93"/>
                  </a:cubicBezTo>
                  <a:cubicBezTo>
                    <a:pt x="47" y="105"/>
                    <a:pt x="51" y="111"/>
                    <a:pt x="55" y="114"/>
                  </a:cubicBezTo>
                  <a:cubicBezTo>
                    <a:pt x="55" y="123"/>
                    <a:pt x="55" y="123"/>
                    <a:pt x="55" y="123"/>
                  </a:cubicBezTo>
                  <a:cubicBezTo>
                    <a:pt x="49" y="126"/>
                    <a:pt x="43" y="128"/>
                    <a:pt x="38" y="131"/>
                  </a:cubicBezTo>
                  <a:cubicBezTo>
                    <a:pt x="22" y="119"/>
                    <a:pt x="12" y="100"/>
                    <a:pt x="12" y="78"/>
                  </a:cubicBezTo>
                  <a:cubicBezTo>
                    <a:pt x="12" y="42"/>
                    <a:pt x="41" y="12"/>
                    <a:pt x="78" y="12"/>
                  </a:cubicBezTo>
                  <a:cubicBezTo>
                    <a:pt x="114" y="12"/>
                    <a:pt x="144" y="42"/>
                    <a:pt x="144" y="78"/>
                  </a:cubicBezTo>
                  <a:cubicBezTo>
                    <a:pt x="144" y="100"/>
                    <a:pt x="134" y="119"/>
                    <a:pt x="118" y="13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64" name="Freeform 85">
              <a:extLst>
                <a:ext uri="{FF2B5EF4-FFF2-40B4-BE49-F238E27FC236}">
                  <a16:creationId xmlns:a16="http://schemas.microsoft.com/office/drawing/2014/main" id="{16B4A2A5-EFF3-D844-8BFB-D9FC0A674E57}"/>
                </a:ext>
              </a:extLst>
            </p:cNvPr>
            <p:cNvSpPr>
              <a:spLocks/>
            </p:cNvSpPr>
            <p:nvPr/>
          </p:nvSpPr>
          <p:spPr bwMode="auto">
            <a:xfrm>
              <a:off x="1756" y="2288"/>
              <a:ext cx="36" cy="18"/>
            </a:xfrm>
            <a:custGeom>
              <a:avLst/>
              <a:gdLst>
                <a:gd name="T0" fmla="*/ 18 w 24"/>
                <a:gd name="T1" fmla="*/ 0 h 12"/>
                <a:gd name="T2" fmla="*/ 6 w 24"/>
                <a:gd name="T3" fmla="*/ 0 h 12"/>
                <a:gd name="T4" fmla="*/ 0 w 24"/>
                <a:gd name="T5" fmla="*/ 6 h 12"/>
                <a:gd name="T6" fmla="*/ 6 w 24"/>
                <a:gd name="T7" fmla="*/ 12 h 12"/>
                <a:gd name="T8" fmla="*/ 18 w 24"/>
                <a:gd name="T9" fmla="*/ 12 h 12"/>
                <a:gd name="T10" fmla="*/ 24 w 24"/>
                <a:gd name="T11" fmla="*/ 6 h 12"/>
                <a:gd name="T12" fmla="*/ 18 w 2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24" h="12">
                  <a:moveTo>
                    <a:pt x="18" y="0"/>
                  </a:moveTo>
                  <a:cubicBezTo>
                    <a:pt x="6" y="0"/>
                    <a:pt x="6" y="0"/>
                    <a:pt x="6" y="0"/>
                  </a:cubicBezTo>
                  <a:cubicBezTo>
                    <a:pt x="2" y="0"/>
                    <a:pt x="0" y="2"/>
                    <a:pt x="0" y="6"/>
                  </a:cubicBezTo>
                  <a:cubicBezTo>
                    <a:pt x="0" y="9"/>
                    <a:pt x="2" y="12"/>
                    <a:pt x="6" y="12"/>
                  </a:cubicBezTo>
                  <a:cubicBezTo>
                    <a:pt x="18" y="12"/>
                    <a:pt x="18" y="12"/>
                    <a:pt x="18" y="12"/>
                  </a:cubicBezTo>
                  <a:cubicBezTo>
                    <a:pt x="21" y="12"/>
                    <a:pt x="24" y="9"/>
                    <a:pt x="24" y="6"/>
                  </a:cubicBezTo>
                  <a:cubicBezTo>
                    <a:pt x="24" y="2"/>
                    <a:pt x="21" y="0"/>
                    <a:pt x="18"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65" name="Freeform 86">
              <a:extLst>
                <a:ext uri="{FF2B5EF4-FFF2-40B4-BE49-F238E27FC236}">
                  <a16:creationId xmlns:a16="http://schemas.microsoft.com/office/drawing/2014/main" id="{01032911-E44E-6A44-B3AE-2C20E895BDF1}"/>
                </a:ext>
              </a:extLst>
            </p:cNvPr>
            <p:cNvSpPr>
              <a:spLocks/>
            </p:cNvSpPr>
            <p:nvPr/>
          </p:nvSpPr>
          <p:spPr bwMode="auto">
            <a:xfrm>
              <a:off x="1737" y="2252"/>
              <a:ext cx="74" cy="18"/>
            </a:xfrm>
            <a:custGeom>
              <a:avLst/>
              <a:gdLst>
                <a:gd name="T0" fmla="*/ 42 w 48"/>
                <a:gd name="T1" fmla="*/ 0 h 12"/>
                <a:gd name="T2" fmla="*/ 6 w 48"/>
                <a:gd name="T3" fmla="*/ 0 h 12"/>
                <a:gd name="T4" fmla="*/ 0 w 48"/>
                <a:gd name="T5" fmla="*/ 6 h 12"/>
                <a:gd name="T6" fmla="*/ 6 w 48"/>
                <a:gd name="T7" fmla="*/ 12 h 12"/>
                <a:gd name="T8" fmla="*/ 42 w 48"/>
                <a:gd name="T9" fmla="*/ 12 h 12"/>
                <a:gd name="T10" fmla="*/ 48 w 48"/>
                <a:gd name="T11" fmla="*/ 6 h 12"/>
                <a:gd name="T12" fmla="*/ 42 w 48"/>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0"/>
                  </a:moveTo>
                  <a:cubicBezTo>
                    <a:pt x="6" y="0"/>
                    <a:pt x="6" y="0"/>
                    <a:pt x="6" y="0"/>
                  </a:cubicBezTo>
                  <a:cubicBezTo>
                    <a:pt x="2" y="0"/>
                    <a:pt x="0" y="2"/>
                    <a:pt x="0" y="6"/>
                  </a:cubicBezTo>
                  <a:cubicBezTo>
                    <a:pt x="0" y="9"/>
                    <a:pt x="2" y="12"/>
                    <a:pt x="6" y="12"/>
                  </a:cubicBezTo>
                  <a:cubicBezTo>
                    <a:pt x="42" y="12"/>
                    <a:pt x="42" y="12"/>
                    <a:pt x="42" y="12"/>
                  </a:cubicBezTo>
                  <a:cubicBezTo>
                    <a:pt x="45" y="12"/>
                    <a:pt x="48" y="9"/>
                    <a:pt x="48" y="6"/>
                  </a:cubicBezTo>
                  <a:cubicBezTo>
                    <a:pt x="48" y="2"/>
                    <a:pt x="45" y="0"/>
                    <a:pt x="42"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66" name="Freeform 87">
              <a:extLst>
                <a:ext uri="{FF2B5EF4-FFF2-40B4-BE49-F238E27FC236}">
                  <a16:creationId xmlns:a16="http://schemas.microsoft.com/office/drawing/2014/main" id="{329745C6-8CE0-9B43-A51F-DC7EC13E0A91}"/>
                </a:ext>
              </a:extLst>
            </p:cNvPr>
            <p:cNvSpPr>
              <a:spLocks/>
            </p:cNvSpPr>
            <p:nvPr/>
          </p:nvSpPr>
          <p:spPr bwMode="auto">
            <a:xfrm>
              <a:off x="1765" y="1910"/>
              <a:ext cx="18" cy="54"/>
            </a:xfrm>
            <a:custGeom>
              <a:avLst/>
              <a:gdLst>
                <a:gd name="T0" fmla="*/ 6 w 12"/>
                <a:gd name="T1" fmla="*/ 36 h 36"/>
                <a:gd name="T2" fmla="*/ 12 w 12"/>
                <a:gd name="T3" fmla="*/ 30 h 36"/>
                <a:gd name="T4" fmla="*/ 12 w 12"/>
                <a:gd name="T5" fmla="*/ 6 h 36"/>
                <a:gd name="T6" fmla="*/ 6 w 12"/>
                <a:gd name="T7" fmla="*/ 0 h 36"/>
                <a:gd name="T8" fmla="*/ 0 w 12"/>
                <a:gd name="T9" fmla="*/ 6 h 36"/>
                <a:gd name="T10" fmla="*/ 0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9" y="36"/>
                    <a:pt x="12" y="34"/>
                    <a:pt x="12" y="30"/>
                  </a:cubicBezTo>
                  <a:cubicBezTo>
                    <a:pt x="12" y="6"/>
                    <a:pt x="12" y="6"/>
                    <a:pt x="12" y="6"/>
                  </a:cubicBezTo>
                  <a:cubicBezTo>
                    <a:pt x="12" y="3"/>
                    <a:pt x="9" y="0"/>
                    <a:pt x="6" y="0"/>
                  </a:cubicBezTo>
                  <a:cubicBezTo>
                    <a:pt x="2" y="0"/>
                    <a:pt x="0" y="3"/>
                    <a:pt x="0" y="6"/>
                  </a:cubicBezTo>
                  <a:cubicBezTo>
                    <a:pt x="0" y="30"/>
                    <a:pt x="0" y="30"/>
                    <a:pt x="0" y="30"/>
                  </a:cubicBezTo>
                  <a:cubicBezTo>
                    <a:pt x="0" y="34"/>
                    <a:pt x="2" y="36"/>
                    <a:pt x="6" y="3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67" name="Freeform 88">
              <a:extLst>
                <a:ext uri="{FF2B5EF4-FFF2-40B4-BE49-F238E27FC236}">
                  <a16:creationId xmlns:a16="http://schemas.microsoft.com/office/drawing/2014/main" id="{8FA27E58-1649-0041-A7D0-1488B173F455}"/>
                </a:ext>
              </a:extLst>
            </p:cNvPr>
            <p:cNvSpPr>
              <a:spLocks/>
            </p:cNvSpPr>
            <p:nvPr/>
          </p:nvSpPr>
          <p:spPr bwMode="auto">
            <a:xfrm>
              <a:off x="1912" y="2089"/>
              <a:ext cx="55" cy="18"/>
            </a:xfrm>
            <a:custGeom>
              <a:avLst/>
              <a:gdLst>
                <a:gd name="T0" fmla="*/ 30 w 36"/>
                <a:gd name="T1" fmla="*/ 0 h 12"/>
                <a:gd name="T2" fmla="*/ 6 w 36"/>
                <a:gd name="T3" fmla="*/ 0 h 12"/>
                <a:gd name="T4" fmla="*/ 0 w 36"/>
                <a:gd name="T5" fmla="*/ 6 h 12"/>
                <a:gd name="T6" fmla="*/ 6 w 36"/>
                <a:gd name="T7" fmla="*/ 12 h 12"/>
                <a:gd name="T8" fmla="*/ 30 w 36"/>
                <a:gd name="T9" fmla="*/ 12 h 12"/>
                <a:gd name="T10" fmla="*/ 36 w 36"/>
                <a:gd name="T11" fmla="*/ 6 h 12"/>
                <a:gd name="T12" fmla="*/ 30 w 3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0"/>
                  </a:moveTo>
                  <a:cubicBezTo>
                    <a:pt x="6" y="0"/>
                    <a:pt x="6" y="0"/>
                    <a:pt x="6" y="0"/>
                  </a:cubicBezTo>
                  <a:cubicBezTo>
                    <a:pt x="2" y="0"/>
                    <a:pt x="0" y="3"/>
                    <a:pt x="0" y="6"/>
                  </a:cubicBezTo>
                  <a:cubicBezTo>
                    <a:pt x="0" y="10"/>
                    <a:pt x="2" y="12"/>
                    <a:pt x="6" y="12"/>
                  </a:cubicBezTo>
                  <a:cubicBezTo>
                    <a:pt x="30" y="12"/>
                    <a:pt x="30" y="12"/>
                    <a:pt x="30" y="12"/>
                  </a:cubicBezTo>
                  <a:cubicBezTo>
                    <a:pt x="33" y="12"/>
                    <a:pt x="36" y="10"/>
                    <a:pt x="36" y="6"/>
                  </a:cubicBezTo>
                  <a:cubicBezTo>
                    <a:pt x="36" y="3"/>
                    <a:pt x="33" y="0"/>
                    <a:pt x="3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68" name="Freeform 89">
              <a:extLst>
                <a:ext uri="{FF2B5EF4-FFF2-40B4-BE49-F238E27FC236}">
                  <a16:creationId xmlns:a16="http://schemas.microsoft.com/office/drawing/2014/main" id="{09F7C906-F808-E349-BEC7-3B3085AFF7F7}"/>
                </a:ext>
              </a:extLst>
            </p:cNvPr>
            <p:cNvSpPr>
              <a:spLocks/>
            </p:cNvSpPr>
            <p:nvPr/>
          </p:nvSpPr>
          <p:spPr bwMode="auto">
            <a:xfrm>
              <a:off x="1580" y="2089"/>
              <a:ext cx="55" cy="18"/>
            </a:xfrm>
            <a:custGeom>
              <a:avLst/>
              <a:gdLst>
                <a:gd name="T0" fmla="*/ 30 w 36"/>
                <a:gd name="T1" fmla="*/ 0 h 12"/>
                <a:gd name="T2" fmla="*/ 6 w 36"/>
                <a:gd name="T3" fmla="*/ 0 h 12"/>
                <a:gd name="T4" fmla="*/ 0 w 36"/>
                <a:gd name="T5" fmla="*/ 6 h 12"/>
                <a:gd name="T6" fmla="*/ 6 w 36"/>
                <a:gd name="T7" fmla="*/ 12 h 12"/>
                <a:gd name="T8" fmla="*/ 30 w 36"/>
                <a:gd name="T9" fmla="*/ 12 h 12"/>
                <a:gd name="T10" fmla="*/ 36 w 36"/>
                <a:gd name="T11" fmla="*/ 6 h 12"/>
                <a:gd name="T12" fmla="*/ 30 w 3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0"/>
                  </a:moveTo>
                  <a:cubicBezTo>
                    <a:pt x="6" y="0"/>
                    <a:pt x="6" y="0"/>
                    <a:pt x="6" y="0"/>
                  </a:cubicBezTo>
                  <a:cubicBezTo>
                    <a:pt x="3" y="0"/>
                    <a:pt x="0" y="3"/>
                    <a:pt x="0" y="6"/>
                  </a:cubicBezTo>
                  <a:cubicBezTo>
                    <a:pt x="0" y="10"/>
                    <a:pt x="3" y="12"/>
                    <a:pt x="6" y="12"/>
                  </a:cubicBezTo>
                  <a:cubicBezTo>
                    <a:pt x="30" y="12"/>
                    <a:pt x="30" y="12"/>
                    <a:pt x="30" y="12"/>
                  </a:cubicBezTo>
                  <a:cubicBezTo>
                    <a:pt x="34" y="12"/>
                    <a:pt x="36" y="10"/>
                    <a:pt x="36" y="6"/>
                  </a:cubicBezTo>
                  <a:cubicBezTo>
                    <a:pt x="36" y="3"/>
                    <a:pt x="34" y="0"/>
                    <a:pt x="3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69" name="Freeform 90">
              <a:extLst>
                <a:ext uri="{FF2B5EF4-FFF2-40B4-BE49-F238E27FC236}">
                  <a16:creationId xmlns:a16="http://schemas.microsoft.com/office/drawing/2014/main" id="{7A702297-D13A-8649-B1E4-169139C5B88C}"/>
                </a:ext>
              </a:extLst>
            </p:cNvPr>
            <p:cNvSpPr>
              <a:spLocks/>
            </p:cNvSpPr>
            <p:nvPr/>
          </p:nvSpPr>
          <p:spPr bwMode="auto">
            <a:xfrm>
              <a:off x="1621" y="1949"/>
              <a:ext cx="58" cy="57"/>
            </a:xfrm>
            <a:custGeom>
              <a:avLst/>
              <a:gdLst>
                <a:gd name="T0" fmla="*/ 27 w 38"/>
                <a:gd name="T1" fmla="*/ 37 h 38"/>
                <a:gd name="T2" fmla="*/ 32 w 38"/>
                <a:gd name="T3" fmla="*/ 38 h 38"/>
                <a:gd name="T4" fmla="*/ 36 w 38"/>
                <a:gd name="T5" fmla="*/ 37 h 38"/>
                <a:gd name="T6" fmla="*/ 36 w 38"/>
                <a:gd name="T7" fmla="*/ 28 h 38"/>
                <a:gd name="T8" fmla="*/ 10 w 38"/>
                <a:gd name="T9" fmla="*/ 3 h 38"/>
                <a:gd name="T10" fmla="*/ 2 w 38"/>
                <a:gd name="T11" fmla="*/ 3 h 38"/>
                <a:gd name="T12" fmla="*/ 2 w 38"/>
                <a:gd name="T13" fmla="*/ 11 h 38"/>
                <a:gd name="T14" fmla="*/ 27 w 38"/>
                <a:gd name="T15" fmla="*/ 37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38">
                  <a:moveTo>
                    <a:pt x="27" y="37"/>
                  </a:moveTo>
                  <a:cubicBezTo>
                    <a:pt x="29" y="38"/>
                    <a:pt x="30" y="38"/>
                    <a:pt x="32" y="38"/>
                  </a:cubicBezTo>
                  <a:cubicBezTo>
                    <a:pt x="33" y="38"/>
                    <a:pt x="35" y="38"/>
                    <a:pt x="36" y="37"/>
                  </a:cubicBezTo>
                  <a:cubicBezTo>
                    <a:pt x="38" y="34"/>
                    <a:pt x="38" y="31"/>
                    <a:pt x="36" y="28"/>
                  </a:cubicBezTo>
                  <a:cubicBezTo>
                    <a:pt x="10" y="3"/>
                    <a:pt x="10" y="3"/>
                    <a:pt x="10" y="3"/>
                  </a:cubicBezTo>
                  <a:cubicBezTo>
                    <a:pt x="8" y="0"/>
                    <a:pt x="4" y="0"/>
                    <a:pt x="2" y="3"/>
                  </a:cubicBezTo>
                  <a:cubicBezTo>
                    <a:pt x="0" y="5"/>
                    <a:pt x="0" y="9"/>
                    <a:pt x="2" y="11"/>
                  </a:cubicBezTo>
                  <a:lnTo>
                    <a:pt x="27" y="3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70" name="Freeform 91">
              <a:extLst>
                <a:ext uri="{FF2B5EF4-FFF2-40B4-BE49-F238E27FC236}">
                  <a16:creationId xmlns:a16="http://schemas.microsoft.com/office/drawing/2014/main" id="{B529D1D4-ACB6-4044-80CA-AB16AF0C4585}"/>
                </a:ext>
              </a:extLst>
            </p:cNvPr>
            <p:cNvSpPr>
              <a:spLocks/>
            </p:cNvSpPr>
            <p:nvPr/>
          </p:nvSpPr>
          <p:spPr bwMode="auto">
            <a:xfrm>
              <a:off x="1867" y="1949"/>
              <a:ext cx="60" cy="57"/>
            </a:xfrm>
            <a:custGeom>
              <a:avLst/>
              <a:gdLst>
                <a:gd name="T0" fmla="*/ 7 w 39"/>
                <a:gd name="T1" fmla="*/ 38 h 38"/>
                <a:gd name="T2" fmla="*/ 11 w 39"/>
                <a:gd name="T3" fmla="*/ 37 h 38"/>
                <a:gd name="T4" fmla="*/ 36 w 39"/>
                <a:gd name="T5" fmla="*/ 11 h 38"/>
                <a:gd name="T6" fmla="*/ 36 w 39"/>
                <a:gd name="T7" fmla="*/ 3 h 38"/>
                <a:gd name="T8" fmla="*/ 28 w 39"/>
                <a:gd name="T9" fmla="*/ 3 h 38"/>
                <a:gd name="T10" fmla="*/ 2 w 39"/>
                <a:gd name="T11" fmla="*/ 28 h 38"/>
                <a:gd name="T12" fmla="*/ 2 w 39"/>
                <a:gd name="T13" fmla="*/ 37 h 38"/>
                <a:gd name="T14" fmla="*/ 7 w 39"/>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7" y="38"/>
                  </a:moveTo>
                  <a:cubicBezTo>
                    <a:pt x="8" y="38"/>
                    <a:pt x="10" y="38"/>
                    <a:pt x="11" y="37"/>
                  </a:cubicBezTo>
                  <a:cubicBezTo>
                    <a:pt x="36" y="11"/>
                    <a:pt x="36" y="11"/>
                    <a:pt x="36" y="11"/>
                  </a:cubicBezTo>
                  <a:cubicBezTo>
                    <a:pt x="39" y="9"/>
                    <a:pt x="39" y="5"/>
                    <a:pt x="36" y="3"/>
                  </a:cubicBezTo>
                  <a:cubicBezTo>
                    <a:pt x="34" y="0"/>
                    <a:pt x="30" y="0"/>
                    <a:pt x="28" y="3"/>
                  </a:cubicBezTo>
                  <a:cubicBezTo>
                    <a:pt x="2" y="28"/>
                    <a:pt x="2" y="28"/>
                    <a:pt x="2" y="28"/>
                  </a:cubicBezTo>
                  <a:cubicBezTo>
                    <a:pt x="0" y="31"/>
                    <a:pt x="0" y="34"/>
                    <a:pt x="2" y="37"/>
                  </a:cubicBezTo>
                  <a:cubicBezTo>
                    <a:pt x="4" y="38"/>
                    <a:pt x="5" y="38"/>
                    <a:pt x="7" y="3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grpSp>
      <p:grpSp>
        <p:nvGrpSpPr>
          <p:cNvPr id="371" name="Group 56">
            <a:extLst>
              <a:ext uri="{FF2B5EF4-FFF2-40B4-BE49-F238E27FC236}">
                <a16:creationId xmlns:a16="http://schemas.microsoft.com/office/drawing/2014/main" id="{754010E9-6578-4145-B63E-FE551FCF0B38}"/>
              </a:ext>
            </a:extLst>
          </p:cNvPr>
          <p:cNvGrpSpPr>
            <a:grpSpLocks noChangeAspect="1"/>
          </p:cNvGrpSpPr>
          <p:nvPr userDrawn="1"/>
        </p:nvGrpSpPr>
        <p:grpSpPr bwMode="auto">
          <a:xfrm>
            <a:off x="8400111" y="1923077"/>
            <a:ext cx="513762" cy="513760"/>
            <a:chOff x="6721" y="600"/>
            <a:chExt cx="426" cy="426"/>
          </a:xfrm>
          <a:solidFill>
            <a:schemeClr val="accent4"/>
          </a:solidFill>
        </p:grpSpPr>
        <p:sp>
          <p:nvSpPr>
            <p:cNvPr id="372" name="Freeform 57">
              <a:extLst>
                <a:ext uri="{FF2B5EF4-FFF2-40B4-BE49-F238E27FC236}">
                  <a16:creationId xmlns:a16="http://schemas.microsoft.com/office/drawing/2014/main" id="{E54CC8A3-2BE8-4348-8408-7A6C774ED71C}"/>
                </a:ext>
              </a:extLst>
            </p:cNvPr>
            <p:cNvSpPr>
              <a:spLocks/>
            </p:cNvSpPr>
            <p:nvPr/>
          </p:nvSpPr>
          <p:spPr bwMode="auto">
            <a:xfrm>
              <a:off x="6721" y="600"/>
              <a:ext cx="426"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90 w 288"/>
                <a:gd name="T19" fmla="*/ 268 h 288"/>
                <a:gd name="T20" fmla="*/ 198 w 288"/>
                <a:gd name="T21" fmla="*/ 272 h 288"/>
                <a:gd name="T22" fmla="*/ 194 w 288"/>
                <a:gd name="T23" fmla="*/ 280 h 288"/>
                <a:gd name="T24" fmla="*/ 144 w 288"/>
                <a:gd name="T25"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8" h="288">
                  <a:moveTo>
                    <a:pt x="144" y="288"/>
                  </a:moveTo>
                  <a:cubicBezTo>
                    <a:pt x="65" y="288"/>
                    <a:pt x="0" y="224"/>
                    <a:pt x="0" y="144"/>
                  </a:cubicBezTo>
                  <a:cubicBezTo>
                    <a:pt x="0" y="65"/>
                    <a:pt x="65" y="0"/>
                    <a:pt x="144" y="0"/>
                  </a:cubicBezTo>
                  <a:cubicBezTo>
                    <a:pt x="224" y="0"/>
                    <a:pt x="288" y="65"/>
                    <a:pt x="288" y="144"/>
                  </a:cubicBezTo>
                  <a:cubicBezTo>
                    <a:pt x="288" y="148"/>
                    <a:pt x="286" y="150"/>
                    <a:pt x="282" y="150"/>
                  </a:cubicBezTo>
                  <a:cubicBezTo>
                    <a:pt x="279" y="150"/>
                    <a:pt x="276" y="148"/>
                    <a:pt x="276" y="144"/>
                  </a:cubicBezTo>
                  <a:cubicBezTo>
                    <a:pt x="276" y="71"/>
                    <a:pt x="217" y="12"/>
                    <a:pt x="144" y="12"/>
                  </a:cubicBezTo>
                  <a:cubicBezTo>
                    <a:pt x="72" y="12"/>
                    <a:pt x="12" y="71"/>
                    <a:pt x="12" y="144"/>
                  </a:cubicBezTo>
                  <a:cubicBezTo>
                    <a:pt x="12" y="217"/>
                    <a:pt x="72" y="276"/>
                    <a:pt x="144" y="276"/>
                  </a:cubicBezTo>
                  <a:cubicBezTo>
                    <a:pt x="160" y="276"/>
                    <a:pt x="175" y="274"/>
                    <a:pt x="190" y="268"/>
                  </a:cubicBezTo>
                  <a:cubicBezTo>
                    <a:pt x="193" y="267"/>
                    <a:pt x="196" y="269"/>
                    <a:pt x="198" y="272"/>
                  </a:cubicBezTo>
                  <a:cubicBezTo>
                    <a:pt x="199" y="275"/>
                    <a:pt x="197" y="278"/>
                    <a:pt x="194" y="280"/>
                  </a:cubicBezTo>
                  <a:cubicBezTo>
                    <a:pt x="178" y="285"/>
                    <a:pt x="161" y="288"/>
                    <a:pt x="144" y="28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73" name="Freeform 58">
              <a:extLst>
                <a:ext uri="{FF2B5EF4-FFF2-40B4-BE49-F238E27FC236}">
                  <a16:creationId xmlns:a16="http://schemas.microsoft.com/office/drawing/2014/main" id="{468ADAAF-C6DA-A647-AC52-16E1AB8E8D5B}"/>
                </a:ext>
              </a:extLst>
            </p:cNvPr>
            <p:cNvSpPr>
              <a:spLocks noEditPoints="1"/>
            </p:cNvSpPr>
            <p:nvPr/>
          </p:nvSpPr>
          <p:spPr bwMode="auto">
            <a:xfrm>
              <a:off x="6987" y="813"/>
              <a:ext cx="160" cy="213"/>
            </a:xfrm>
            <a:custGeom>
              <a:avLst/>
              <a:gdLst>
                <a:gd name="T0" fmla="*/ 54 w 108"/>
                <a:gd name="T1" fmla="*/ 144 h 144"/>
                <a:gd name="T2" fmla="*/ 50 w 108"/>
                <a:gd name="T3" fmla="*/ 142 h 144"/>
                <a:gd name="T4" fmla="*/ 0 w 108"/>
                <a:gd name="T5" fmla="*/ 54 h 144"/>
                <a:gd name="T6" fmla="*/ 54 w 108"/>
                <a:gd name="T7" fmla="*/ 0 h 144"/>
                <a:gd name="T8" fmla="*/ 108 w 108"/>
                <a:gd name="T9" fmla="*/ 54 h 144"/>
                <a:gd name="T10" fmla="*/ 59 w 108"/>
                <a:gd name="T11" fmla="*/ 142 h 144"/>
                <a:gd name="T12" fmla="*/ 54 w 108"/>
                <a:gd name="T13" fmla="*/ 144 h 144"/>
                <a:gd name="T14" fmla="*/ 54 w 108"/>
                <a:gd name="T15" fmla="*/ 12 h 144"/>
                <a:gd name="T16" fmla="*/ 12 w 108"/>
                <a:gd name="T17" fmla="*/ 54 h 144"/>
                <a:gd name="T18" fmla="*/ 54 w 108"/>
                <a:gd name="T19" fmla="*/ 129 h 144"/>
                <a:gd name="T20" fmla="*/ 96 w 108"/>
                <a:gd name="T21" fmla="*/ 54 h 144"/>
                <a:gd name="T22" fmla="*/ 54 w 108"/>
                <a:gd name="T23" fmla="*/ 1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 h="144">
                  <a:moveTo>
                    <a:pt x="54" y="144"/>
                  </a:moveTo>
                  <a:cubicBezTo>
                    <a:pt x="53" y="144"/>
                    <a:pt x="51" y="143"/>
                    <a:pt x="50" y="142"/>
                  </a:cubicBezTo>
                  <a:cubicBezTo>
                    <a:pt x="45" y="136"/>
                    <a:pt x="0" y="82"/>
                    <a:pt x="0" y="54"/>
                  </a:cubicBezTo>
                  <a:cubicBezTo>
                    <a:pt x="0" y="24"/>
                    <a:pt x="25" y="0"/>
                    <a:pt x="54" y="0"/>
                  </a:cubicBezTo>
                  <a:cubicBezTo>
                    <a:pt x="84" y="0"/>
                    <a:pt x="108" y="24"/>
                    <a:pt x="108" y="54"/>
                  </a:cubicBezTo>
                  <a:cubicBezTo>
                    <a:pt x="108" y="82"/>
                    <a:pt x="64" y="136"/>
                    <a:pt x="59" y="142"/>
                  </a:cubicBezTo>
                  <a:cubicBezTo>
                    <a:pt x="58" y="143"/>
                    <a:pt x="56" y="144"/>
                    <a:pt x="54" y="144"/>
                  </a:cubicBezTo>
                  <a:close/>
                  <a:moveTo>
                    <a:pt x="54" y="12"/>
                  </a:moveTo>
                  <a:cubicBezTo>
                    <a:pt x="31" y="12"/>
                    <a:pt x="12" y="31"/>
                    <a:pt x="12" y="54"/>
                  </a:cubicBezTo>
                  <a:cubicBezTo>
                    <a:pt x="12" y="72"/>
                    <a:pt x="40" y="110"/>
                    <a:pt x="54" y="129"/>
                  </a:cubicBezTo>
                  <a:cubicBezTo>
                    <a:pt x="69" y="110"/>
                    <a:pt x="96" y="72"/>
                    <a:pt x="96" y="54"/>
                  </a:cubicBezTo>
                  <a:cubicBezTo>
                    <a:pt x="96" y="31"/>
                    <a:pt x="78" y="12"/>
                    <a:pt x="54" y="1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74" name="Freeform 59">
              <a:extLst>
                <a:ext uri="{FF2B5EF4-FFF2-40B4-BE49-F238E27FC236}">
                  <a16:creationId xmlns:a16="http://schemas.microsoft.com/office/drawing/2014/main" id="{1D2D45F1-2BA4-144E-BFD4-CF2AE4D806EF}"/>
                </a:ext>
              </a:extLst>
            </p:cNvPr>
            <p:cNvSpPr>
              <a:spLocks noEditPoints="1"/>
            </p:cNvSpPr>
            <p:nvPr/>
          </p:nvSpPr>
          <p:spPr bwMode="auto">
            <a:xfrm>
              <a:off x="7032" y="857"/>
              <a:ext cx="71"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8" y="0"/>
                    <a:pt x="48" y="11"/>
                    <a:pt x="48" y="24"/>
                  </a:cubicBezTo>
                  <a:cubicBezTo>
                    <a:pt x="48" y="37"/>
                    <a:pt x="38" y="48"/>
                    <a:pt x="24" y="48"/>
                  </a:cubicBezTo>
                  <a:close/>
                  <a:moveTo>
                    <a:pt x="24" y="12"/>
                  </a:moveTo>
                  <a:cubicBezTo>
                    <a:pt x="18" y="12"/>
                    <a:pt x="12" y="18"/>
                    <a:pt x="12" y="24"/>
                  </a:cubicBezTo>
                  <a:cubicBezTo>
                    <a:pt x="12" y="31"/>
                    <a:pt x="18" y="36"/>
                    <a:pt x="24" y="36"/>
                  </a:cubicBezTo>
                  <a:cubicBezTo>
                    <a:pt x="31" y="36"/>
                    <a:pt x="36" y="31"/>
                    <a:pt x="36" y="24"/>
                  </a:cubicBezTo>
                  <a:cubicBezTo>
                    <a:pt x="36" y="18"/>
                    <a:pt x="31" y="12"/>
                    <a:pt x="24" y="1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75" name="Freeform 60">
              <a:extLst>
                <a:ext uri="{FF2B5EF4-FFF2-40B4-BE49-F238E27FC236}">
                  <a16:creationId xmlns:a16="http://schemas.microsoft.com/office/drawing/2014/main" id="{B9008D23-F674-6448-903D-C3B5D32E5D05}"/>
                </a:ext>
              </a:extLst>
            </p:cNvPr>
            <p:cNvSpPr>
              <a:spLocks/>
            </p:cNvSpPr>
            <p:nvPr/>
          </p:nvSpPr>
          <p:spPr bwMode="auto">
            <a:xfrm>
              <a:off x="6792" y="607"/>
              <a:ext cx="213" cy="313"/>
            </a:xfrm>
            <a:custGeom>
              <a:avLst/>
              <a:gdLst>
                <a:gd name="T0" fmla="*/ 66 w 144"/>
                <a:gd name="T1" fmla="*/ 211 h 211"/>
                <a:gd name="T2" fmla="*/ 60 w 144"/>
                <a:gd name="T3" fmla="*/ 205 h 211"/>
                <a:gd name="T4" fmla="*/ 60 w 144"/>
                <a:gd name="T5" fmla="*/ 178 h 211"/>
                <a:gd name="T6" fmla="*/ 3 w 144"/>
                <a:gd name="T7" fmla="*/ 132 h 211"/>
                <a:gd name="T8" fmla="*/ 1 w 144"/>
                <a:gd name="T9" fmla="*/ 124 h 211"/>
                <a:gd name="T10" fmla="*/ 28 w 144"/>
                <a:gd name="T11" fmla="*/ 82 h 211"/>
                <a:gd name="T12" fmla="*/ 33 w 144"/>
                <a:gd name="T13" fmla="*/ 79 h 211"/>
                <a:gd name="T14" fmla="*/ 96 w 144"/>
                <a:gd name="T15" fmla="*/ 79 h 211"/>
                <a:gd name="T16" fmla="*/ 96 w 144"/>
                <a:gd name="T17" fmla="*/ 52 h 211"/>
                <a:gd name="T18" fmla="*/ 81 w 144"/>
                <a:gd name="T19" fmla="*/ 42 h 211"/>
                <a:gd name="T20" fmla="*/ 78 w 144"/>
                <a:gd name="T21" fmla="*/ 37 h 211"/>
                <a:gd name="T22" fmla="*/ 81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8 w 144"/>
                <a:gd name="T35" fmla="*/ 49 h 211"/>
                <a:gd name="T36" fmla="*/ 108 w 144"/>
                <a:gd name="T37" fmla="*/ 85 h 211"/>
                <a:gd name="T38" fmla="*/ 102 w 144"/>
                <a:gd name="T39" fmla="*/ 91 h 211"/>
                <a:gd name="T40" fmla="*/ 37 w 144"/>
                <a:gd name="T41" fmla="*/ 91 h 211"/>
                <a:gd name="T42" fmla="*/ 14 w 144"/>
                <a:gd name="T43" fmla="*/ 126 h 211"/>
                <a:gd name="T44" fmla="*/ 70 w 144"/>
                <a:gd name="T45" fmla="*/ 171 h 211"/>
                <a:gd name="T46" fmla="*/ 72 w 144"/>
                <a:gd name="T47" fmla="*/ 175 h 211"/>
                <a:gd name="T48" fmla="*/ 72 w 144"/>
                <a:gd name="T49" fmla="*/ 205 h 211"/>
                <a:gd name="T50" fmla="*/ 66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6" y="211"/>
                  </a:moveTo>
                  <a:cubicBezTo>
                    <a:pt x="63" y="211"/>
                    <a:pt x="60" y="209"/>
                    <a:pt x="60" y="205"/>
                  </a:cubicBezTo>
                  <a:cubicBezTo>
                    <a:pt x="60" y="178"/>
                    <a:pt x="60" y="178"/>
                    <a:pt x="60" y="178"/>
                  </a:cubicBezTo>
                  <a:cubicBezTo>
                    <a:pt x="3" y="132"/>
                    <a:pt x="3" y="132"/>
                    <a:pt x="3" y="132"/>
                  </a:cubicBezTo>
                  <a:cubicBezTo>
                    <a:pt x="0" y="130"/>
                    <a:pt x="0" y="127"/>
                    <a:pt x="1" y="124"/>
                  </a:cubicBezTo>
                  <a:cubicBezTo>
                    <a:pt x="28" y="82"/>
                    <a:pt x="28" y="82"/>
                    <a:pt x="28" y="82"/>
                  </a:cubicBezTo>
                  <a:cubicBezTo>
                    <a:pt x="30" y="80"/>
                    <a:pt x="31" y="79"/>
                    <a:pt x="33" y="79"/>
                  </a:cubicBezTo>
                  <a:cubicBezTo>
                    <a:pt x="96" y="79"/>
                    <a:pt x="96" y="79"/>
                    <a:pt x="96" y="79"/>
                  </a:cubicBezTo>
                  <a:cubicBezTo>
                    <a:pt x="96" y="52"/>
                    <a:pt x="96" y="52"/>
                    <a:pt x="96" y="52"/>
                  </a:cubicBezTo>
                  <a:cubicBezTo>
                    <a:pt x="81" y="42"/>
                    <a:pt x="81" y="42"/>
                    <a:pt x="81" y="42"/>
                  </a:cubicBezTo>
                  <a:cubicBezTo>
                    <a:pt x="79" y="41"/>
                    <a:pt x="78" y="39"/>
                    <a:pt x="78" y="37"/>
                  </a:cubicBezTo>
                  <a:cubicBezTo>
                    <a:pt x="79" y="35"/>
                    <a:pt x="80" y="33"/>
                    <a:pt x="81" y="32"/>
                  </a:cubicBezTo>
                  <a:cubicBezTo>
                    <a:pt x="134" y="2"/>
                    <a:pt x="134" y="2"/>
                    <a:pt x="134" y="2"/>
                  </a:cubicBezTo>
                  <a:cubicBezTo>
                    <a:pt x="137" y="0"/>
                    <a:pt x="140" y="1"/>
                    <a:pt x="142" y="4"/>
                  </a:cubicBezTo>
                  <a:cubicBezTo>
                    <a:pt x="144" y="7"/>
                    <a:pt x="143" y="11"/>
                    <a:pt x="140" y="12"/>
                  </a:cubicBezTo>
                  <a:cubicBezTo>
                    <a:pt x="96" y="38"/>
                    <a:pt x="96" y="38"/>
                    <a:pt x="96" y="38"/>
                  </a:cubicBezTo>
                  <a:cubicBezTo>
                    <a:pt x="106" y="44"/>
                    <a:pt x="106" y="44"/>
                    <a:pt x="106" y="44"/>
                  </a:cubicBezTo>
                  <a:cubicBezTo>
                    <a:pt x="107" y="45"/>
                    <a:pt x="108" y="47"/>
                    <a:pt x="108" y="49"/>
                  </a:cubicBezTo>
                  <a:cubicBezTo>
                    <a:pt x="108" y="85"/>
                    <a:pt x="108" y="85"/>
                    <a:pt x="108" y="85"/>
                  </a:cubicBezTo>
                  <a:cubicBezTo>
                    <a:pt x="108" y="89"/>
                    <a:pt x="106" y="91"/>
                    <a:pt x="102" y="91"/>
                  </a:cubicBezTo>
                  <a:cubicBezTo>
                    <a:pt x="37" y="91"/>
                    <a:pt x="37" y="91"/>
                    <a:pt x="37" y="91"/>
                  </a:cubicBezTo>
                  <a:cubicBezTo>
                    <a:pt x="14" y="126"/>
                    <a:pt x="14" y="126"/>
                    <a:pt x="14" y="126"/>
                  </a:cubicBezTo>
                  <a:cubicBezTo>
                    <a:pt x="70" y="171"/>
                    <a:pt x="70" y="171"/>
                    <a:pt x="70" y="171"/>
                  </a:cubicBezTo>
                  <a:cubicBezTo>
                    <a:pt x="72" y="172"/>
                    <a:pt x="72" y="173"/>
                    <a:pt x="72" y="175"/>
                  </a:cubicBezTo>
                  <a:cubicBezTo>
                    <a:pt x="72" y="205"/>
                    <a:pt x="72" y="205"/>
                    <a:pt x="72" y="205"/>
                  </a:cubicBezTo>
                  <a:cubicBezTo>
                    <a:pt x="72" y="209"/>
                    <a:pt x="70" y="211"/>
                    <a:pt x="66" y="21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76" name="Freeform 61">
              <a:extLst>
                <a:ext uri="{FF2B5EF4-FFF2-40B4-BE49-F238E27FC236}">
                  <a16:creationId xmlns:a16="http://schemas.microsoft.com/office/drawing/2014/main" id="{81B4FE17-16E8-1D46-A84D-C61DF767FCAD}"/>
                </a:ext>
              </a:extLst>
            </p:cNvPr>
            <p:cNvSpPr>
              <a:spLocks/>
            </p:cNvSpPr>
            <p:nvPr/>
          </p:nvSpPr>
          <p:spPr bwMode="auto">
            <a:xfrm>
              <a:off x="6983" y="665"/>
              <a:ext cx="112" cy="108"/>
            </a:xfrm>
            <a:custGeom>
              <a:avLst/>
              <a:gdLst>
                <a:gd name="T0" fmla="*/ 6 w 76"/>
                <a:gd name="T1" fmla="*/ 73 h 73"/>
                <a:gd name="T2" fmla="*/ 2 w 76"/>
                <a:gd name="T3" fmla="*/ 71 h 73"/>
                <a:gd name="T4" fmla="*/ 2 w 76"/>
                <a:gd name="T5" fmla="*/ 63 h 73"/>
                <a:gd name="T6" fmla="*/ 23 w 76"/>
                <a:gd name="T7" fmla="*/ 42 h 73"/>
                <a:gd name="T8" fmla="*/ 27 w 76"/>
                <a:gd name="T9" fmla="*/ 40 h 73"/>
                <a:gd name="T10" fmla="*/ 45 w 76"/>
                <a:gd name="T11" fmla="*/ 40 h 73"/>
                <a:gd name="T12" fmla="*/ 64 w 76"/>
                <a:gd name="T13" fmla="*/ 4 h 73"/>
                <a:gd name="T14" fmla="*/ 72 w 76"/>
                <a:gd name="T15" fmla="*/ 2 h 73"/>
                <a:gd name="T16" fmla="*/ 75 w 76"/>
                <a:gd name="T17" fmla="*/ 10 h 73"/>
                <a:gd name="T18" fmla="*/ 54 w 76"/>
                <a:gd name="T19" fmla="*/ 49 h 73"/>
                <a:gd name="T20" fmla="*/ 48 w 76"/>
                <a:gd name="T21" fmla="*/ 52 h 73"/>
                <a:gd name="T22" fmla="*/ 30 w 76"/>
                <a:gd name="T23" fmla="*/ 52 h 73"/>
                <a:gd name="T24" fmla="*/ 11 w 76"/>
                <a:gd name="T25" fmla="*/ 71 h 73"/>
                <a:gd name="T26" fmla="*/ 6 w 76"/>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73">
                  <a:moveTo>
                    <a:pt x="6" y="73"/>
                  </a:moveTo>
                  <a:cubicBezTo>
                    <a:pt x="5" y="73"/>
                    <a:pt x="3" y="73"/>
                    <a:pt x="2" y="71"/>
                  </a:cubicBezTo>
                  <a:cubicBezTo>
                    <a:pt x="0" y="69"/>
                    <a:pt x="0" y="65"/>
                    <a:pt x="2" y="63"/>
                  </a:cubicBezTo>
                  <a:cubicBezTo>
                    <a:pt x="23" y="42"/>
                    <a:pt x="23" y="42"/>
                    <a:pt x="23" y="42"/>
                  </a:cubicBezTo>
                  <a:cubicBezTo>
                    <a:pt x="24" y="41"/>
                    <a:pt x="26" y="40"/>
                    <a:pt x="27" y="40"/>
                  </a:cubicBezTo>
                  <a:cubicBezTo>
                    <a:pt x="45" y="40"/>
                    <a:pt x="45" y="40"/>
                    <a:pt x="45" y="40"/>
                  </a:cubicBezTo>
                  <a:cubicBezTo>
                    <a:pt x="64" y="4"/>
                    <a:pt x="64" y="4"/>
                    <a:pt x="64" y="4"/>
                  </a:cubicBezTo>
                  <a:cubicBezTo>
                    <a:pt x="66" y="2"/>
                    <a:pt x="69" y="0"/>
                    <a:pt x="72" y="2"/>
                  </a:cubicBezTo>
                  <a:cubicBezTo>
                    <a:pt x="75" y="4"/>
                    <a:pt x="76" y="7"/>
                    <a:pt x="75" y="10"/>
                  </a:cubicBezTo>
                  <a:cubicBezTo>
                    <a:pt x="54" y="49"/>
                    <a:pt x="54" y="49"/>
                    <a:pt x="54" y="49"/>
                  </a:cubicBezTo>
                  <a:cubicBezTo>
                    <a:pt x="53" y="51"/>
                    <a:pt x="51" y="52"/>
                    <a:pt x="48" y="52"/>
                  </a:cubicBezTo>
                  <a:cubicBezTo>
                    <a:pt x="30" y="52"/>
                    <a:pt x="30" y="52"/>
                    <a:pt x="30" y="52"/>
                  </a:cubicBezTo>
                  <a:cubicBezTo>
                    <a:pt x="11" y="71"/>
                    <a:pt x="11" y="71"/>
                    <a:pt x="11" y="71"/>
                  </a:cubicBezTo>
                  <a:cubicBezTo>
                    <a:pt x="10" y="73"/>
                    <a:pt x="8" y="73"/>
                    <a:pt x="6" y="7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grpSp>
      <p:sp>
        <p:nvSpPr>
          <p:cNvPr id="5" name="TextBox 4">
            <a:extLst>
              <a:ext uri="{FF2B5EF4-FFF2-40B4-BE49-F238E27FC236}">
                <a16:creationId xmlns:a16="http://schemas.microsoft.com/office/drawing/2014/main" id="{F6439B37-7E18-2D43-9C03-BCA23C9C27E0}"/>
              </a:ext>
            </a:extLst>
          </p:cNvPr>
          <p:cNvSpPr txBox="1"/>
          <p:nvPr userDrawn="1"/>
        </p:nvSpPr>
        <p:spPr>
          <a:xfrm>
            <a:off x="4732020" y="2080260"/>
            <a:ext cx="0" cy="0"/>
          </a:xfrm>
          <a:prstGeom prst="rect">
            <a:avLst/>
          </a:prstGeom>
          <a:noFill/>
        </p:spPr>
        <p:txBody>
          <a:bodyPr wrap="none" lIns="0" tIns="0" rIns="0" bIns="0" rtlCol="0">
            <a:noAutofit/>
          </a:bodyPr>
          <a:lstStyle/>
          <a:p>
            <a:pPr algn="l" defTabSz="228600" rtl="0">
              <a:spcAft>
                <a:spcPts val="1200"/>
              </a:spcAft>
            </a:pPr>
            <a:endParaRPr lang="en-US" noProof="0" dirty="0"/>
          </a:p>
        </p:txBody>
      </p:sp>
    </p:spTree>
    <p:extLst>
      <p:ext uri="{BB962C8B-B14F-4D97-AF65-F5344CB8AC3E}">
        <p14:creationId xmlns:p14="http://schemas.microsoft.com/office/powerpoint/2010/main" val="3872428266"/>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1.d_Greetings + Greater Than L">
    <p:bg>
      <p:bgPr>
        <a:solidFill>
          <a:schemeClr val="accent2"/>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35DC877-A3F4-F313-CCC0-19070815DF5A}"/>
              </a:ext>
            </a:extLst>
          </p:cNvPr>
          <p:cNvGraphicFramePr>
            <a:graphicFrameLocks noChangeAspect="1"/>
          </p:cNvGraphicFramePr>
          <p:nvPr userDrawn="1">
            <p:custDataLst>
              <p:tags r:id="rId1"/>
            </p:custDataLst>
            <p:extLst>
              <p:ext uri="{D42A27DB-BD31-4B8C-83A1-F6EECF244321}">
                <p14:modId xmlns:p14="http://schemas.microsoft.com/office/powerpoint/2010/main" val="17009527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035DC877-A3F4-F313-CCC0-19070815DF5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6CEACBCD-EEA7-9E4C-AB9C-A5B7B9C4F53E}"/>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rot="16200000">
            <a:off x="2664226" y="-2664226"/>
            <a:ext cx="6863549" cy="12192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229233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11430001" cy="2221454"/>
          </a:xfrm>
        </p:spPr>
        <p:txBody>
          <a:bodyPr vert="horz" anchor="ctr"/>
          <a:lstStyle>
            <a:lvl1pPr algn="ctr" rtl="0">
              <a:defRPr sz="6600" b="1" i="0">
                <a:solidFill>
                  <a:schemeClr val="tx1"/>
                </a:solidFill>
                <a:latin typeface="Graphik Semibold" panose="020B0503030202060203" pitchFamily="34" charset="77"/>
              </a:defRPr>
            </a:lvl1pPr>
          </a:lstStyle>
          <a:p>
            <a:r>
              <a:rPr lang="en-US"/>
              <a:t>Thank you</a:t>
            </a:r>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rtl="0">
              <a:spcAft>
                <a:spcPts val="1200"/>
              </a:spcAft>
            </a:pPr>
            <a:endParaRPr lang="en-US" noProof="0"/>
          </a:p>
        </p:txBody>
      </p:sp>
      <p:grpSp>
        <p:nvGrpSpPr>
          <p:cNvPr id="7" name="Group 6">
            <a:extLst>
              <a:ext uri="{FF2B5EF4-FFF2-40B4-BE49-F238E27FC236}">
                <a16:creationId xmlns:a16="http://schemas.microsoft.com/office/drawing/2014/main" id="{84F3D707-172B-2048-BCAC-983A8A1C8B45}"/>
              </a:ext>
            </a:extLst>
          </p:cNvPr>
          <p:cNvGrpSpPr/>
          <p:nvPr userDrawn="1"/>
        </p:nvGrpSpPr>
        <p:grpSpPr>
          <a:xfrm>
            <a:off x="4652300" y="4733223"/>
            <a:ext cx="2910258" cy="465221"/>
            <a:chOff x="381002" y="481263"/>
            <a:chExt cx="2910258" cy="465221"/>
          </a:xfrm>
        </p:grpSpPr>
        <p:pic>
          <p:nvPicPr>
            <p:cNvPr id="8" name="Graphic 5">
              <a:extLst>
                <a:ext uri="{FF2B5EF4-FFF2-40B4-BE49-F238E27FC236}">
                  <a16:creationId xmlns:a16="http://schemas.microsoft.com/office/drawing/2014/main" id="{8A434902-2B67-1A41-BC66-D714D1382D0A}"/>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9" name="Picture 8" descr="A picture containing text, clipart&#10;&#10;Description automatically generated">
              <a:extLst>
                <a:ext uri="{FF2B5EF4-FFF2-40B4-BE49-F238E27FC236}">
                  <a16:creationId xmlns:a16="http://schemas.microsoft.com/office/drawing/2014/main" id="{B7F6773F-69B0-0640-A3E2-3D3503AB271F}"/>
                </a:ext>
              </a:extLst>
            </p:cNvPr>
            <p:cNvPicPr>
              <a:picLocks noChangeAspect="1"/>
            </p:cNvPicPr>
            <p:nvPr userDrawn="1"/>
          </p:nvPicPr>
          <p:blipFill>
            <a:blip r:embed="rId8" cstate="screen">
              <a:extLst>
                <a:ext uri="{28A0092B-C50C-407E-A947-70E740481C1C}">
                  <a14:useLocalDpi xmlns:a14="http://schemas.microsoft.com/office/drawing/2010/main"/>
                </a:ext>
              </a:extLst>
            </a:blip>
            <a:stretch>
              <a:fillRect/>
            </a:stretch>
          </p:blipFill>
          <p:spPr>
            <a:xfrm>
              <a:off x="2078685" y="695131"/>
              <a:ext cx="1212575" cy="232914"/>
            </a:xfrm>
            <a:prstGeom prst="rect">
              <a:avLst/>
            </a:prstGeom>
          </p:spPr>
        </p:pic>
        <p:cxnSp>
          <p:nvCxnSpPr>
            <p:cNvPr id="10" name="Straight Connector 9">
              <a:extLst>
                <a:ext uri="{FF2B5EF4-FFF2-40B4-BE49-F238E27FC236}">
                  <a16:creationId xmlns:a16="http://schemas.microsoft.com/office/drawing/2014/main" id="{6D965630-6209-E647-BBFD-8ED7FAFB362D}"/>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2" name="Picture 11">
            <a:extLst>
              <a:ext uri="{FF2B5EF4-FFF2-40B4-BE49-F238E27FC236}">
                <a16:creationId xmlns:a16="http://schemas.microsoft.com/office/drawing/2014/main" id="{A7E5774E-B2C1-4792-91D6-2C68659BB2E0}"/>
              </a:ext>
            </a:extLst>
          </p:cNvPr>
          <p:cNvPicPr>
            <a:picLocks noChangeAspect="1"/>
          </p:cNvPicPr>
          <p:nvPr userDrawn="1"/>
        </p:nvPicPr>
        <p:blipFill>
          <a:blip r:embed="rId9"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1090077694"/>
      </p:ext>
    </p:extLst>
  </p:cSld>
  <p:clrMapOvr>
    <a:overrideClrMapping bg1="dk1" tx1="lt1" bg2="dk2" tx2="lt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5_Picture with Cap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3556A70-83B1-45C7-8F34-F5DD59367DDE}"/>
              </a:ext>
            </a:extLst>
          </p:cNvPr>
          <p:cNvGraphicFramePr>
            <a:graphicFrameLocks noChangeAspect="1"/>
          </p:cNvGraphicFramePr>
          <p:nvPr userDrawn="1">
            <p:custDataLst>
              <p:tags r:id="rId1"/>
            </p:custDataLst>
            <p:extLst>
              <p:ext uri="{D42A27DB-BD31-4B8C-83A1-F6EECF244321}">
                <p14:modId xmlns:p14="http://schemas.microsoft.com/office/powerpoint/2010/main" val="3520103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3" name="Object 2" hidden="1">
                        <a:extLst>
                          <a:ext uri="{FF2B5EF4-FFF2-40B4-BE49-F238E27FC236}">
                            <a16:creationId xmlns:a16="http://schemas.microsoft.com/office/drawing/2014/main" id="{83556A70-83B1-45C7-8F34-F5DD59367DD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19">
            <a:extLst>
              <a:ext uri="{FF2B5EF4-FFF2-40B4-BE49-F238E27FC236}">
                <a16:creationId xmlns:a16="http://schemas.microsoft.com/office/drawing/2014/main" id="{775B54B2-21BA-4859-A75B-05162B9F26B0}"/>
              </a:ext>
            </a:extLst>
          </p:cNvPr>
          <p:cNvSpPr>
            <a:spLocks noGrp="1"/>
          </p:cNvSpPr>
          <p:nvPr>
            <p:ph type="pic" sz="quarter" idx="10"/>
          </p:nvPr>
        </p:nvSpPr>
        <p:spPr>
          <a:xfrm>
            <a:off x="0" y="0"/>
            <a:ext cx="12192000" cy="6858000"/>
          </a:xfrm>
          <a:prstGeom prst="rect">
            <a:avLst/>
          </a:prstGeom>
        </p:spPr>
        <p:txBody>
          <a:bodyPr/>
          <a:lstStyle/>
          <a:p>
            <a:endParaRPr lang="en-GB"/>
          </a:p>
        </p:txBody>
      </p:sp>
      <p:sp>
        <p:nvSpPr>
          <p:cNvPr id="10" name="Oval 9">
            <a:extLst>
              <a:ext uri="{FF2B5EF4-FFF2-40B4-BE49-F238E27FC236}">
                <a16:creationId xmlns:a16="http://schemas.microsoft.com/office/drawing/2014/main" id="{8D0BA62E-9241-497B-9327-8E3DAF9B2980}"/>
              </a:ext>
            </a:extLst>
          </p:cNvPr>
          <p:cNvSpPr/>
          <p:nvPr userDrawn="1"/>
        </p:nvSpPr>
        <p:spPr>
          <a:xfrm>
            <a:off x="-403408" y="-660636"/>
            <a:ext cx="7792749" cy="7963479"/>
          </a:xfrm>
          <a:prstGeom prst="ellipse">
            <a:avLst/>
          </a:prstGeom>
          <a:solidFill>
            <a:srgbClr val="BC19FF">
              <a:alpha val="69804"/>
            </a:srgbClr>
          </a:solidFill>
          <a:ln>
            <a:solidFill>
              <a:srgbClr val="BC1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1" name="Title Placeholder 1">
            <a:extLst>
              <a:ext uri="{FF2B5EF4-FFF2-40B4-BE49-F238E27FC236}">
                <a16:creationId xmlns:a16="http://schemas.microsoft.com/office/drawing/2014/main" id="{D33C33FC-AEC6-45A8-B4CA-D85628431EBD}"/>
              </a:ext>
            </a:extLst>
          </p:cNvPr>
          <p:cNvSpPr>
            <a:spLocks noGrp="1"/>
          </p:cNvSpPr>
          <p:nvPr>
            <p:ph type="title" hasCustomPrompt="1"/>
          </p:nvPr>
        </p:nvSpPr>
        <p:spPr>
          <a:xfrm>
            <a:off x="1177853" y="1204909"/>
            <a:ext cx="5344886" cy="981244"/>
          </a:xfrm>
          <a:prstGeom prst="rect">
            <a:avLst/>
          </a:prstGeom>
        </p:spPr>
        <p:txBody>
          <a:bodyPr vert="horz" lIns="91440" tIns="45720" rIns="91440" bIns="45720" rtlCol="0" anchor="ctr">
            <a:normAutofit/>
          </a:bodyPr>
          <a:lstStyle>
            <a:lvl1pPr rtl="0">
              <a:defRPr>
                <a:solidFill>
                  <a:schemeClr val="bg1">
                    <a:lumMod val="95000"/>
                  </a:schemeClr>
                </a:solidFill>
              </a:defRPr>
            </a:lvl1pPr>
          </a:lstStyle>
          <a:p>
            <a:r>
              <a:rPr lang="en-US" dirty="0"/>
              <a:t>03.</a:t>
            </a:r>
            <a:br>
              <a:rPr lang="en-US" dirty="0"/>
            </a:br>
            <a:r>
              <a:rPr lang="en-US" dirty="0"/>
              <a:t>HOW WE DO IT</a:t>
            </a:r>
          </a:p>
        </p:txBody>
      </p:sp>
      <p:sp>
        <p:nvSpPr>
          <p:cNvPr id="7" name="Rectangle 6">
            <a:extLst>
              <a:ext uri="{FF2B5EF4-FFF2-40B4-BE49-F238E27FC236}">
                <a16:creationId xmlns:a16="http://schemas.microsoft.com/office/drawing/2014/main" id="{30D97910-1CC7-4CC0-A338-276D672C5068}"/>
              </a:ext>
            </a:extLst>
          </p:cNvPr>
          <p:cNvSpPr/>
          <p:nvPr userDrawn="1"/>
        </p:nvSpPr>
        <p:spPr>
          <a:xfrm>
            <a:off x="94593" y="78828"/>
            <a:ext cx="12097407" cy="6779172"/>
          </a:xfrm>
          <a:prstGeom prst="rect">
            <a:avLst/>
          </a:prstGeom>
          <a:noFill/>
          <a:ln w="190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0"/>
            <a:endParaRPr lang="en-US" dirty="0"/>
          </a:p>
        </p:txBody>
      </p:sp>
      <p:sp>
        <p:nvSpPr>
          <p:cNvPr id="12" name="Text Placeholder 3">
            <a:extLst>
              <a:ext uri="{FF2B5EF4-FFF2-40B4-BE49-F238E27FC236}">
                <a16:creationId xmlns:a16="http://schemas.microsoft.com/office/drawing/2014/main" id="{9510E1CD-C6F3-429B-B5BD-AAC1BD90672C}"/>
              </a:ext>
            </a:extLst>
          </p:cNvPr>
          <p:cNvSpPr>
            <a:spLocks noGrp="1"/>
          </p:cNvSpPr>
          <p:nvPr>
            <p:ph type="body" sz="quarter" idx="11" hasCustomPrompt="1"/>
          </p:nvPr>
        </p:nvSpPr>
        <p:spPr>
          <a:xfrm>
            <a:off x="1177853" y="2133603"/>
            <a:ext cx="8922516" cy="1692548"/>
          </a:xfrm>
          <a:prstGeom prst="rect">
            <a:avLst/>
          </a:prstGeom>
        </p:spPr>
        <p:txBody>
          <a:bodyPr/>
          <a:lstStyle>
            <a:lvl1pPr marL="0" indent="0" rtl="0">
              <a:buNone/>
              <a:defRPr sz="6000" b="1">
                <a:solidFill>
                  <a:schemeClr val="bg1">
                    <a:lumMod val="95000"/>
                  </a:schemeClr>
                </a:solidFill>
                <a:latin typeface="Graphik" panose="020B0503030202060203" pitchFamily="34" charset="0"/>
              </a:defRPr>
            </a:lvl1pPr>
          </a:lstStyle>
          <a:p>
            <a:pPr lvl="0"/>
            <a:r>
              <a:rPr lang="en-US" dirty="0"/>
              <a:t>CLICK TO EDIT MASTER TITLE STYLES</a:t>
            </a:r>
          </a:p>
        </p:txBody>
      </p:sp>
      <p:sp>
        <p:nvSpPr>
          <p:cNvPr id="14" name="Slide Number Placeholder 5">
            <a:extLst>
              <a:ext uri="{FF2B5EF4-FFF2-40B4-BE49-F238E27FC236}">
                <a16:creationId xmlns:a16="http://schemas.microsoft.com/office/drawing/2014/main" id="{5B58A1A7-CD5C-4989-BC0E-C548BAFCF6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rtl="0">
              <a:defRPr sz="800">
                <a:solidFill>
                  <a:schemeClr val="tx1">
                    <a:tint val="75000"/>
                  </a:schemeClr>
                </a:solidFill>
              </a:defRPr>
            </a:lvl1pPr>
          </a:lstStyle>
          <a:p>
            <a:fld id="{0BA4EB78-88BE-45AC-A53A-7FF884E94A85}" type="slidenum">
              <a:rPr lang="en-US" smtClean="0"/>
              <a:pPr/>
              <a:t>‹#›</a:t>
            </a:fld>
            <a:endParaRPr lang="en-US" dirty="0"/>
          </a:p>
        </p:txBody>
      </p:sp>
    </p:spTree>
    <p:extLst>
      <p:ext uri="{BB962C8B-B14F-4D97-AF65-F5344CB8AC3E}">
        <p14:creationId xmlns:p14="http://schemas.microsoft.com/office/powerpoint/2010/main" val="203446091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x">
  <p:cSld name="Gri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C8B5A6FA-53CE-A5EB-95E3-3003E000FE38}"/>
              </a:ext>
            </a:extLst>
          </p:cNvPr>
          <p:cNvGraphicFramePr>
            <a:graphicFrameLocks noChangeAspect="1"/>
          </p:cNvGraphicFramePr>
          <p:nvPr userDrawn="1">
            <p:custDataLst>
              <p:tags r:id="rId1"/>
            </p:custDataLst>
            <p:extLst>
              <p:ext uri="{D42A27DB-BD31-4B8C-83A1-F6EECF244321}">
                <p14:modId xmlns:p14="http://schemas.microsoft.com/office/powerpoint/2010/main" val="23915031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2" name="think-cell data - do not delete" hidden="1">
                        <a:extLst>
                          <a:ext uri="{FF2B5EF4-FFF2-40B4-BE49-F238E27FC236}">
                            <a16:creationId xmlns:a16="http://schemas.microsoft.com/office/drawing/2014/main" id="{C8B5A6FA-53CE-A5EB-95E3-3003E000FE3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260" name="Group"/>
          <p:cNvGrpSpPr/>
          <p:nvPr/>
        </p:nvGrpSpPr>
        <p:grpSpPr>
          <a:xfrm>
            <a:off x="-1" y="7057908"/>
            <a:ext cx="12192001" cy="7112002"/>
            <a:chOff x="0" y="0"/>
            <a:chExt cx="24384000" cy="14224003"/>
          </a:xfrm>
        </p:grpSpPr>
        <p:sp>
          <p:nvSpPr>
            <p:cNvPr id="18" name="Square"/>
            <p:cNvSpPr/>
            <p:nvPr/>
          </p:nvSpPr>
          <p:spPr>
            <a:xfrm>
              <a:off x="-1" y="-1"/>
              <a:ext cx="1016001" cy="1016002"/>
            </a:xfrm>
            <a:prstGeom prst="rect">
              <a:avLst/>
            </a:prstGeom>
            <a:solidFill>
              <a:schemeClr val="accent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9" name="Square"/>
            <p:cNvSpPr/>
            <p:nvPr/>
          </p:nvSpPr>
          <p:spPr>
            <a:xfrm>
              <a:off x="23368000" y="-1"/>
              <a:ext cx="1016000" cy="1016002"/>
            </a:xfrm>
            <a:prstGeom prst="rect">
              <a:avLst/>
            </a:prstGeom>
            <a:solidFill>
              <a:schemeClr val="accent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0" name="Square"/>
            <p:cNvSpPr/>
            <p:nvPr/>
          </p:nvSpPr>
          <p:spPr>
            <a:xfrm>
              <a:off x="-1" y="12700001"/>
              <a:ext cx="1016002" cy="1016001"/>
            </a:xfrm>
            <a:prstGeom prst="rect">
              <a:avLst/>
            </a:prstGeom>
            <a:solidFill>
              <a:schemeClr val="accent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1" name="Square"/>
            <p:cNvSpPr/>
            <p:nvPr/>
          </p:nvSpPr>
          <p:spPr>
            <a:xfrm>
              <a:off x="23368000" y="12700001"/>
              <a:ext cx="1016000" cy="1016001"/>
            </a:xfrm>
            <a:prstGeom prst="rect">
              <a:avLst/>
            </a:prstGeom>
            <a:solidFill>
              <a:schemeClr val="accent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grpSp>
          <p:nvGrpSpPr>
            <p:cNvPr id="55" name="Group"/>
            <p:cNvGrpSpPr/>
            <p:nvPr/>
          </p:nvGrpSpPr>
          <p:grpSpPr>
            <a:xfrm>
              <a:off x="1015999" y="-1"/>
              <a:ext cx="22352001" cy="2032003"/>
              <a:chOff x="0" y="0"/>
              <a:chExt cx="22352000" cy="2032002"/>
            </a:xfrm>
          </p:grpSpPr>
          <p:grpSp>
            <p:nvGrpSpPr>
              <p:cNvPr id="38" name="Group"/>
              <p:cNvGrpSpPr/>
              <p:nvPr/>
            </p:nvGrpSpPr>
            <p:grpSpPr>
              <a:xfrm>
                <a:off x="-1" y="0"/>
                <a:ext cx="22352001" cy="1016004"/>
                <a:chOff x="0" y="0"/>
                <a:chExt cx="22352000" cy="1016003"/>
              </a:xfrm>
            </p:grpSpPr>
            <p:sp>
              <p:nvSpPr>
                <p:cNvPr id="22" name="Rectangle"/>
                <p:cNvSpPr/>
                <p:nvPr/>
              </p:nvSpPr>
              <p:spPr>
                <a:xfrm>
                  <a:off x="-1" y="-1"/>
                  <a:ext cx="1397001"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3" name="Rectangle"/>
                <p:cNvSpPr/>
                <p:nvPr/>
              </p:nvSpPr>
              <p:spPr>
                <a:xfrm>
                  <a:off x="1396999" y="-1"/>
                  <a:ext cx="1397001"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4" name="Rectangle"/>
                <p:cNvSpPr/>
                <p:nvPr/>
              </p:nvSpPr>
              <p:spPr>
                <a:xfrm>
                  <a:off x="2793999" y="-1"/>
                  <a:ext cx="1397001"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5" name="Rectangle"/>
                <p:cNvSpPr/>
                <p:nvPr/>
              </p:nvSpPr>
              <p:spPr>
                <a:xfrm>
                  <a:off x="4191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6" name="Rectangle"/>
                <p:cNvSpPr/>
                <p:nvPr/>
              </p:nvSpPr>
              <p:spPr>
                <a:xfrm>
                  <a:off x="5588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7" name="Rectangle"/>
                <p:cNvSpPr/>
                <p:nvPr/>
              </p:nvSpPr>
              <p:spPr>
                <a:xfrm>
                  <a:off x="6985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8" name="Rectangle"/>
                <p:cNvSpPr/>
                <p:nvPr/>
              </p:nvSpPr>
              <p:spPr>
                <a:xfrm>
                  <a:off x="8382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9" name="Rectangle"/>
                <p:cNvSpPr/>
                <p:nvPr/>
              </p:nvSpPr>
              <p:spPr>
                <a:xfrm>
                  <a:off x="9779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30" name="Rectangle"/>
                <p:cNvSpPr/>
                <p:nvPr/>
              </p:nvSpPr>
              <p:spPr>
                <a:xfrm>
                  <a:off x="11176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31" name="Rectangle"/>
                <p:cNvSpPr/>
                <p:nvPr/>
              </p:nvSpPr>
              <p:spPr>
                <a:xfrm>
                  <a:off x="12573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32" name="Rectangle"/>
                <p:cNvSpPr/>
                <p:nvPr/>
              </p:nvSpPr>
              <p:spPr>
                <a:xfrm>
                  <a:off x="13970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33" name="Rectangle"/>
                <p:cNvSpPr/>
                <p:nvPr/>
              </p:nvSpPr>
              <p:spPr>
                <a:xfrm>
                  <a:off x="15367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34" name="Rectangle"/>
                <p:cNvSpPr/>
                <p:nvPr/>
              </p:nvSpPr>
              <p:spPr>
                <a:xfrm>
                  <a:off x="16764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35" name="Rectangle"/>
                <p:cNvSpPr/>
                <p:nvPr/>
              </p:nvSpPr>
              <p:spPr>
                <a:xfrm>
                  <a:off x="18161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36" name="Rectangle"/>
                <p:cNvSpPr/>
                <p:nvPr/>
              </p:nvSpPr>
              <p:spPr>
                <a:xfrm>
                  <a:off x="19558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37" name="Rectangle"/>
                <p:cNvSpPr/>
                <p:nvPr/>
              </p:nvSpPr>
              <p:spPr>
                <a:xfrm>
                  <a:off x="20955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grpSp>
          <p:sp>
            <p:nvSpPr>
              <p:cNvPr id="39" name="Rectangle"/>
              <p:cNvSpPr/>
              <p:nvPr/>
            </p:nvSpPr>
            <p:spPr>
              <a:xfrm>
                <a:off x="-1" y="1016001"/>
                <a:ext cx="1397001"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40" name="Rectangle"/>
              <p:cNvSpPr/>
              <p:nvPr/>
            </p:nvSpPr>
            <p:spPr>
              <a:xfrm>
                <a:off x="1396999" y="1016001"/>
                <a:ext cx="1397001"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41" name="Rectangle"/>
              <p:cNvSpPr/>
              <p:nvPr/>
            </p:nvSpPr>
            <p:spPr>
              <a:xfrm>
                <a:off x="2793999" y="1016001"/>
                <a:ext cx="1397001"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42" name="Rectangle"/>
              <p:cNvSpPr/>
              <p:nvPr/>
            </p:nvSpPr>
            <p:spPr>
              <a:xfrm>
                <a:off x="4191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43" name="Rectangle"/>
              <p:cNvSpPr/>
              <p:nvPr/>
            </p:nvSpPr>
            <p:spPr>
              <a:xfrm>
                <a:off x="5588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44" name="Rectangle"/>
              <p:cNvSpPr/>
              <p:nvPr/>
            </p:nvSpPr>
            <p:spPr>
              <a:xfrm>
                <a:off x="6985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45" name="Rectangle"/>
              <p:cNvSpPr/>
              <p:nvPr/>
            </p:nvSpPr>
            <p:spPr>
              <a:xfrm>
                <a:off x="8382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46" name="Rectangle"/>
              <p:cNvSpPr/>
              <p:nvPr/>
            </p:nvSpPr>
            <p:spPr>
              <a:xfrm>
                <a:off x="9779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47" name="Rectangle"/>
              <p:cNvSpPr/>
              <p:nvPr/>
            </p:nvSpPr>
            <p:spPr>
              <a:xfrm>
                <a:off x="11176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48" name="Rectangle"/>
              <p:cNvSpPr/>
              <p:nvPr/>
            </p:nvSpPr>
            <p:spPr>
              <a:xfrm>
                <a:off x="12573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49" name="Rectangle"/>
              <p:cNvSpPr/>
              <p:nvPr/>
            </p:nvSpPr>
            <p:spPr>
              <a:xfrm>
                <a:off x="13970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50" name="Rectangle"/>
              <p:cNvSpPr/>
              <p:nvPr/>
            </p:nvSpPr>
            <p:spPr>
              <a:xfrm>
                <a:off x="15367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51" name="Rectangle"/>
              <p:cNvSpPr/>
              <p:nvPr/>
            </p:nvSpPr>
            <p:spPr>
              <a:xfrm>
                <a:off x="16764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52" name="Rectangle"/>
              <p:cNvSpPr/>
              <p:nvPr/>
            </p:nvSpPr>
            <p:spPr>
              <a:xfrm>
                <a:off x="18161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53" name="Rectangle"/>
              <p:cNvSpPr/>
              <p:nvPr/>
            </p:nvSpPr>
            <p:spPr>
              <a:xfrm>
                <a:off x="19558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54" name="Rectangle"/>
              <p:cNvSpPr/>
              <p:nvPr/>
            </p:nvSpPr>
            <p:spPr>
              <a:xfrm>
                <a:off x="20955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grpSp>
        <p:grpSp>
          <p:nvGrpSpPr>
            <p:cNvPr id="89" name="Group"/>
            <p:cNvGrpSpPr/>
            <p:nvPr/>
          </p:nvGrpSpPr>
          <p:grpSpPr>
            <a:xfrm>
              <a:off x="1015999" y="2032000"/>
              <a:ext cx="22352001" cy="2032003"/>
              <a:chOff x="0" y="0"/>
              <a:chExt cx="22352000" cy="2032002"/>
            </a:xfrm>
          </p:grpSpPr>
          <p:grpSp>
            <p:nvGrpSpPr>
              <p:cNvPr id="72" name="Group"/>
              <p:cNvGrpSpPr/>
              <p:nvPr/>
            </p:nvGrpSpPr>
            <p:grpSpPr>
              <a:xfrm>
                <a:off x="-1" y="0"/>
                <a:ext cx="22352001" cy="1016004"/>
                <a:chOff x="0" y="0"/>
                <a:chExt cx="22352000" cy="1016003"/>
              </a:xfrm>
            </p:grpSpPr>
            <p:sp>
              <p:nvSpPr>
                <p:cNvPr id="56" name="Rectangle"/>
                <p:cNvSpPr/>
                <p:nvPr/>
              </p:nvSpPr>
              <p:spPr>
                <a:xfrm>
                  <a:off x="-1" y="-1"/>
                  <a:ext cx="1397001"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57" name="Rectangle"/>
                <p:cNvSpPr/>
                <p:nvPr/>
              </p:nvSpPr>
              <p:spPr>
                <a:xfrm>
                  <a:off x="1396999" y="-1"/>
                  <a:ext cx="1397001"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58" name="Rectangle"/>
                <p:cNvSpPr/>
                <p:nvPr/>
              </p:nvSpPr>
              <p:spPr>
                <a:xfrm>
                  <a:off x="2793999" y="-1"/>
                  <a:ext cx="1397001"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59" name="Rectangle"/>
                <p:cNvSpPr/>
                <p:nvPr/>
              </p:nvSpPr>
              <p:spPr>
                <a:xfrm>
                  <a:off x="4191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60" name="Rectangle"/>
                <p:cNvSpPr/>
                <p:nvPr/>
              </p:nvSpPr>
              <p:spPr>
                <a:xfrm>
                  <a:off x="5588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61" name="Rectangle"/>
                <p:cNvSpPr/>
                <p:nvPr/>
              </p:nvSpPr>
              <p:spPr>
                <a:xfrm>
                  <a:off x="6985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62" name="Rectangle"/>
                <p:cNvSpPr/>
                <p:nvPr/>
              </p:nvSpPr>
              <p:spPr>
                <a:xfrm>
                  <a:off x="8382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63" name="Rectangle"/>
                <p:cNvSpPr/>
                <p:nvPr/>
              </p:nvSpPr>
              <p:spPr>
                <a:xfrm>
                  <a:off x="9779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64" name="Rectangle"/>
                <p:cNvSpPr/>
                <p:nvPr/>
              </p:nvSpPr>
              <p:spPr>
                <a:xfrm>
                  <a:off x="11176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65" name="Rectangle"/>
                <p:cNvSpPr/>
                <p:nvPr/>
              </p:nvSpPr>
              <p:spPr>
                <a:xfrm>
                  <a:off x="12573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66" name="Rectangle"/>
                <p:cNvSpPr/>
                <p:nvPr/>
              </p:nvSpPr>
              <p:spPr>
                <a:xfrm>
                  <a:off x="13970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67" name="Rectangle"/>
                <p:cNvSpPr/>
                <p:nvPr/>
              </p:nvSpPr>
              <p:spPr>
                <a:xfrm>
                  <a:off x="15367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68" name="Rectangle"/>
                <p:cNvSpPr/>
                <p:nvPr/>
              </p:nvSpPr>
              <p:spPr>
                <a:xfrm>
                  <a:off x="16764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69" name="Rectangle"/>
                <p:cNvSpPr/>
                <p:nvPr/>
              </p:nvSpPr>
              <p:spPr>
                <a:xfrm>
                  <a:off x="18161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70" name="Rectangle"/>
                <p:cNvSpPr/>
                <p:nvPr/>
              </p:nvSpPr>
              <p:spPr>
                <a:xfrm>
                  <a:off x="19558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71" name="Rectangle"/>
                <p:cNvSpPr/>
                <p:nvPr/>
              </p:nvSpPr>
              <p:spPr>
                <a:xfrm>
                  <a:off x="20955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grpSp>
          <p:sp>
            <p:nvSpPr>
              <p:cNvPr id="73" name="Rectangle"/>
              <p:cNvSpPr/>
              <p:nvPr/>
            </p:nvSpPr>
            <p:spPr>
              <a:xfrm>
                <a:off x="-1" y="1016001"/>
                <a:ext cx="1397001"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74" name="Rectangle"/>
              <p:cNvSpPr/>
              <p:nvPr/>
            </p:nvSpPr>
            <p:spPr>
              <a:xfrm>
                <a:off x="1396999" y="1016001"/>
                <a:ext cx="1397001"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75" name="Rectangle"/>
              <p:cNvSpPr/>
              <p:nvPr/>
            </p:nvSpPr>
            <p:spPr>
              <a:xfrm>
                <a:off x="2793999" y="1016001"/>
                <a:ext cx="1397001"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76" name="Rectangle"/>
              <p:cNvSpPr/>
              <p:nvPr/>
            </p:nvSpPr>
            <p:spPr>
              <a:xfrm>
                <a:off x="4191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77" name="Rectangle"/>
              <p:cNvSpPr/>
              <p:nvPr/>
            </p:nvSpPr>
            <p:spPr>
              <a:xfrm>
                <a:off x="5588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78" name="Rectangle"/>
              <p:cNvSpPr/>
              <p:nvPr/>
            </p:nvSpPr>
            <p:spPr>
              <a:xfrm>
                <a:off x="6985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79" name="Rectangle"/>
              <p:cNvSpPr/>
              <p:nvPr/>
            </p:nvSpPr>
            <p:spPr>
              <a:xfrm>
                <a:off x="8382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80" name="Rectangle"/>
              <p:cNvSpPr/>
              <p:nvPr/>
            </p:nvSpPr>
            <p:spPr>
              <a:xfrm>
                <a:off x="9779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81" name="Rectangle"/>
              <p:cNvSpPr/>
              <p:nvPr/>
            </p:nvSpPr>
            <p:spPr>
              <a:xfrm>
                <a:off x="11176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82" name="Rectangle"/>
              <p:cNvSpPr/>
              <p:nvPr/>
            </p:nvSpPr>
            <p:spPr>
              <a:xfrm>
                <a:off x="12573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83" name="Rectangle"/>
              <p:cNvSpPr/>
              <p:nvPr/>
            </p:nvSpPr>
            <p:spPr>
              <a:xfrm>
                <a:off x="13970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84" name="Rectangle"/>
              <p:cNvSpPr/>
              <p:nvPr/>
            </p:nvSpPr>
            <p:spPr>
              <a:xfrm>
                <a:off x="15367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85" name="Rectangle"/>
              <p:cNvSpPr/>
              <p:nvPr/>
            </p:nvSpPr>
            <p:spPr>
              <a:xfrm>
                <a:off x="16764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86" name="Rectangle"/>
              <p:cNvSpPr/>
              <p:nvPr/>
            </p:nvSpPr>
            <p:spPr>
              <a:xfrm>
                <a:off x="18161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87" name="Rectangle"/>
              <p:cNvSpPr/>
              <p:nvPr/>
            </p:nvSpPr>
            <p:spPr>
              <a:xfrm>
                <a:off x="19558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88" name="Rectangle"/>
              <p:cNvSpPr/>
              <p:nvPr/>
            </p:nvSpPr>
            <p:spPr>
              <a:xfrm>
                <a:off x="20955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grpSp>
        <p:grpSp>
          <p:nvGrpSpPr>
            <p:cNvPr id="123" name="Group"/>
            <p:cNvGrpSpPr/>
            <p:nvPr/>
          </p:nvGrpSpPr>
          <p:grpSpPr>
            <a:xfrm>
              <a:off x="1015999" y="4064000"/>
              <a:ext cx="22352001" cy="2032003"/>
              <a:chOff x="0" y="0"/>
              <a:chExt cx="22352000" cy="2032002"/>
            </a:xfrm>
          </p:grpSpPr>
          <p:grpSp>
            <p:nvGrpSpPr>
              <p:cNvPr id="106" name="Group"/>
              <p:cNvGrpSpPr/>
              <p:nvPr/>
            </p:nvGrpSpPr>
            <p:grpSpPr>
              <a:xfrm>
                <a:off x="-1" y="0"/>
                <a:ext cx="22352001" cy="1016004"/>
                <a:chOff x="0" y="0"/>
                <a:chExt cx="22352000" cy="1016003"/>
              </a:xfrm>
            </p:grpSpPr>
            <p:sp>
              <p:nvSpPr>
                <p:cNvPr id="90" name="Rectangle"/>
                <p:cNvSpPr/>
                <p:nvPr/>
              </p:nvSpPr>
              <p:spPr>
                <a:xfrm>
                  <a:off x="-1" y="-1"/>
                  <a:ext cx="1397001"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91" name="Rectangle"/>
                <p:cNvSpPr/>
                <p:nvPr/>
              </p:nvSpPr>
              <p:spPr>
                <a:xfrm>
                  <a:off x="1396999" y="-1"/>
                  <a:ext cx="1397001"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92" name="Rectangle"/>
                <p:cNvSpPr/>
                <p:nvPr/>
              </p:nvSpPr>
              <p:spPr>
                <a:xfrm>
                  <a:off x="2793999" y="-1"/>
                  <a:ext cx="1397001"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93" name="Rectangle"/>
                <p:cNvSpPr/>
                <p:nvPr/>
              </p:nvSpPr>
              <p:spPr>
                <a:xfrm>
                  <a:off x="4191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94" name="Rectangle"/>
                <p:cNvSpPr/>
                <p:nvPr/>
              </p:nvSpPr>
              <p:spPr>
                <a:xfrm>
                  <a:off x="5588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95" name="Rectangle"/>
                <p:cNvSpPr/>
                <p:nvPr/>
              </p:nvSpPr>
              <p:spPr>
                <a:xfrm>
                  <a:off x="6985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96" name="Rectangle"/>
                <p:cNvSpPr/>
                <p:nvPr/>
              </p:nvSpPr>
              <p:spPr>
                <a:xfrm>
                  <a:off x="8382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97" name="Rectangle"/>
                <p:cNvSpPr/>
                <p:nvPr/>
              </p:nvSpPr>
              <p:spPr>
                <a:xfrm>
                  <a:off x="9779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98" name="Rectangle"/>
                <p:cNvSpPr/>
                <p:nvPr/>
              </p:nvSpPr>
              <p:spPr>
                <a:xfrm>
                  <a:off x="11176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99" name="Rectangle"/>
                <p:cNvSpPr/>
                <p:nvPr/>
              </p:nvSpPr>
              <p:spPr>
                <a:xfrm>
                  <a:off x="12573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00" name="Rectangle"/>
                <p:cNvSpPr/>
                <p:nvPr/>
              </p:nvSpPr>
              <p:spPr>
                <a:xfrm>
                  <a:off x="13970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01" name="Rectangle"/>
                <p:cNvSpPr/>
                <p:nvPr/>
              </p:nvSpPr>
              <p:spPr>
                <a:xfrm>
                  <a:off x="15367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02" name="Rectangle"/>
                <p:cNvSpPr/>
                <p:nvPr/>
              </p:nvSpPr>
              <p:spPr>
                <a:xfrm>
                  <a:off x="16764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03" name="Rectangle"/>
                <p:cNvSpPr/>
                <p:nvPr/>
              </p:nvSpPr>
              <p:spPr>
                <a:xfrm>
                  <a:off x="18161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04" name="Rectangle"/>
                <p:cNvSpPr/>
                <p:nvPr/>
              </p:nvSpPr>
              <p:spPr>
                <a:xfrm>
                  <a:off x="19558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05" name="Rectangle"/>
                <p:cNvSpPr/>
                <p:nvPr/>
              </p:nvSpPr>
              <p:spPr>
                <a:xfrm>
                  <a:off x="20955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grpSp>
          <p:sp>
            <p:nvSpPr>
              <p:cNvPr id="107" name="Rectangle"/>
              <p:cNvSpPr/>
              <p:nvPr/>
            </p:nvSpPr>
            <p:spPr>
              <a:xfrm>
                <a:off x="-1" y="1016001"/>
                <a:ext cx="1397001"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08" name="Rectangle"/>
              <p:cNvSpPr/>
              <p:nvPr/>
            </p:nvSpPr>
            <p:spPr>
              <a:xfrm>
                <a:off x="1396999" y="1016001"/>
                <a:ext cx="1397001"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09" name="Rectangle"/>
              <p:cNvSpPr/>
              <p:nvPr/>
            </p:nvSpPr>
            <p:spPr>
              <a:xfrm>
                <a:off x="2793999" y="1016001"/>
                <a:ext cx="1397001"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10" name="Rectangle"/>
              <p:cNvSpPr/>
              <p:nvPr/>
            </p:nvSpPr>
            <p:spPr>
              <a:xfrm>
                <a:off x="4191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11" name="Rectangle"/>
              <p:cNvSpPr/>
              <p:nvPr/>
            </p:nvSpPr>
            <p:spPr>
              <a:xfrm>
                <a:off x="5588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12" name="Rectangle"/>
              <p:cNvSpPr/>
              <p:nvPr/>
            </p:nvSpPr>
            <p:spPr>
              <a:xfrm>
                <a:off x="6985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13" name="Rectangle"/>
              <p:cNvSpPr/>
              <p:nvPr/>
            </p:nvSpPr>
            <p:spPr>
              <a:xfrm>
                <a:off x="8382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14" name="Rectangle"/>
              <p:cNvSpPr/>
              <p:nvPr/>
            </p:nvSpPr>
            <p:spPr>
              <a:xfrm>
                <a:off x="9779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15" name="Rectangle"/>
              <p:cNvSpPr/>
              <p:nvPr/>
            </p:nvSpPr>
            <p:spPr>
              <a:xfrm>
                <a:off x="11176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16" name="Rectangle"/>
              <p:cNvSpPr/>
              <p:nvPr/>
            </p:nvSpPr>
            <p:spPr>
              <a:xfrm>
                <a:off x="12573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17" name="Rectangle"/>
              <p:cNvSpPr/>
              <p:nvPr/>
            </p:nvSpPr>
            <p:spPr>
              <a:xfrm>
                <a:off x="13970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18" name="Rectangle"/>
              <p:cNvSpPr/>
              <p:nvPr/>
            </p:nvSpPr>
            <p:spPr>
              <a:xfrm>
                <a:off x="15367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19" name="Rectangle"/>
              <p:cNvSpPr/>
              <p:nvPr/>
            </p:nvSpPr>
            <p:spPr>
              <a:xfrm>
                <a:off x="16764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20" name="Rectangle"/>
              <p:cNvSpPr/>
              <p:nvPr/>
            </p:nvSpPr>
            <p:spPr>
              <a:xfrm>
                <a:off x="18161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21" name="Rectangle"/>
              <p:cNvSpPr/>
              <p:nvPr/>
            </p:nvSpPr>
            <p:spPr>
              <a:xfrm>
                <a:off x="19558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22" name="Rectangle"/>
              <p:cNvSpPr/>
              <p:nvPr/>
            </p:nvSpPr>
            <p:spPr>
              <a:xfrm>
                <a:off x="20955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grpSp>
        <p:grpSp>
          <p:nvGrpSpPr>
            <p:cNvPr id="157" name="Group"/>
            <p:cNvGrpSpPr/>
            <p:nvPr/>
          </p:nvGrpSpPr>
          <p:grpSpPr>
            <a:xfrm>
              <a:off x="1015999" y="6096000"/>
              <a:ext cx="22352001" cy="2032003"/>
              <a:chOff x="0" y="0"/>
              <a:chExt cx="22352000" cy="2032002"/>
            </a:xfrm>
          </p:grpSpPr>
          <p:grpSp>
            <p:nvGrpSpPr>
              <p:cNvPr id="140" name="Group"/>
              <p:cNvGrpSpPr/>
              <p:nvPr/>
            </p:nvGrpSpPr>
            <p:grpSpPr>
              <a:xfrm>
                <a:off x="-1" y="0"/>
                <a:ext cx="22352001" cy="1016004"/>
                <a:chOff x="0" y="0"/>
                <a:chExt cx="22352000" cy="1016003"/>
              </a:xfrm>
            </p:grpSpPr>
            <p:sp>
              <p:nvSpPr>
                <p:cNvPr id="124" name="Rectangle"/>
                <p:cNvSpPr/>
                <p:nvPr/>
              </p:nvSpPr>
              <p:spPr>
                <a:xfrm>
                  <a:off x="-1" y="-1"/>
                  <a:ext cx="1397001"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25" name="Rectangle"/>
                <p:cNvSpPr/>
                <p:nvPr/>
              </p:nvSpPr>
              <p:spPr>
                <a:xfrm>
                  <a:off x="1396999" y="-1"/>
                  <a:ext cx="1397001"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26" name="Rectangle"/>
                <p:cNvSpPr/>
                <p:nvPr/>
              </p:nvSpPr>
              <p:spPr>
                <a:xfrm>
                  <a:off x="2793999" y="-1"/>
                  <a:ext cx="1397001"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27" name="Rectangle"/>
                <p:cNvSpPr/>
                <p:nvPr/>
              </p:nvSpPr>
              <p:spPr>
                <a:xfrm>
                  <a:off x="4191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28" name="Rectangle"/>
                <p:cNvSpPr/>
                <p:nvPr/>
              </p:nvSpPr>
              <p:spPr>
                <a:xfrm>
                  <a:off x="5588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29" name="Rectangle"/>
                <p:cNvSpPr/>
                <p:nvPr/>
              </p:nvSpPr>
              <p:spPr>
                <a:xfrm>
                  <a:off x="6985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30" name="Rectangle"/>
                <p:cNvSpPr/>
                <p:nvPr/>
              </p:nvSpPr>
              <p:spPr>
                <a:xfrm>
                  <a:off x="8382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31" name="Rectangle"/>
                <p:cNvSpPr/>
                <p:nvPr/>
              </p:nvSpPr>
              <p:spPr>
                <a:xfrm>
                  <a:off x="9779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32" name="Rectangle"/>
                <p:cNvSpPr/>
                <p:nvPr/>
              </p:nvSpPr>
              <p:spPr>
                <a:xfrm>
                  <a:off x="11176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33" name="Rectangle"/>
                <p:cNvSpPr/>
                <p:nvPr/>
              </p:nvSpPr>
              <p:spPr>
                <a:xfrm>
                  <a:off x="12573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34" name="Rectangle"/>
                <p:cNvSpPr/>
                <p:nvPr/>
              </p:nvSpPr>
              <p:spPr>
                <a:xfrm>
                  <a:off x="13970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35" name="Rectangle"/>
                <p:cNvSpPr/>
                <p:nvPr/>
              </p:nvSpPr>
              <p:spPr>
                <a:xfrm>
                  <a:off x="15367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36" name="Rectangle"/>
                <p:cNvSpPr/>
                <p:nvPr/>
              </p:nvSpPr>
              <p:spPr>
                <a:xfrm>
                  <a:off x="16764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37" name="Rectangle"/>
                <p:cNvSpPr/>
                <p:nvPr/>
              </p:nvSpPr>
              <p:spPr>
                <a:xfrm>
                  <a:off x="18161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38" name="Rectangle"/>
                <p:cNvSpPr/>
                <p:nvPr/>
              </p:nvSpPr>
              <p:spPr>
                <a:xfrm>
                  <a:off x="19558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39" name="Rectangle"/>
                <p:cNvSpPr/>
                <p:nvPr/>
              </p:nvSpPr>
              <p:spPr>
                <a:xfrm>
                  <a:off x="20955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grpSp>
          <p:sp>
            <p:nvSpPr>
              <p:cNvPr id="141" name="Rectangle"/>
              <p:cNvSpPr/>
              <p:nvPr/>
            </p:nvSpPr>
            <p:spPr>
              <a:xfrm>
                <a:off x="-1" y="1016001"/>
                <a:ext cx="1397001"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42" name="Rectangle"/>
              <p:cNvSpPr/>
              <p:nvPr/>
            </p:nvSpPr>
            <p:spPr>
              <a:xfrm>
                <a:off x="1396999" y="1016001"/>
                <a:ext cx="1397001"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43" name="Rectangle"/>
              <p:cNvSpPr/>
              <p:nvPr/>
            </p:nvSpPr>
            <p:spPr>
              <a:xfrm>
                <a:off x="2793999" y="1016001"/>
                <a:ext cx="1397001"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44" name="Rectangle"/>
              <p:cNvSpPr/>
              <p:nvPr/>
            </p:nvSpPr>
            <p:spPr>
              <a:xfrm>
                <a:off x="4191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45" name="Rectangle"/>
              <p:cNvSpPr/>
              <p:nvPr/>
            </p:nvSpPr>
            <p:spPr>
              <a:xfrm>
                <a:off x="5588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46" name="Rectangle"/>
              <p:cNvSpPr/>
              <p:nvPr/>
            </p:nvSpPr>
            <p:spPr>
              <a:xfrm>
                <a:off x="6985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47" name="Rectangle"/>
              <p:cNvSpPr/>
              <p:nvPr/>
            </p:nvSpPr>
            <p:spPr>
              <a:xfrm>
                <a:off x="8382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48" name="Rectangle"/>
              <p:cNvSpPr/>
              <p:nvPr/>
            </p:nvSpPr>
            <p:spPr>
              <a:xfrm>
                <a:off x="9779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49" name="Rectangle"/>
              <p:cNvSpPr/>
              <p:nvPr/>
            </p:nvSpPr>
            <p:spPr>
              <a:xfrm>
                <a:off x="11176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50" name="Rectangle"/>
              <p:cNvSpPr/>
              <p:nvPr/>
            </p:nvSpPr>
            <p:spPr>
              <a:xfrm>
                <a:off x="12573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51" name="Rectangle"/>
              <p:cNvSpPr/>
              <p:nvPr/>
            </p:nvSpPr>
            <p:spPr>
              <a:xfrm>
                <a:off x="13970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52" name="Rectangle"/>
              <p:cNvSpPr/>
              <p:nvPr/>
            </p:nvSpPr>
            <p:spPr>
              <a:xfrm>
                <a:off x="15367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53" name="Rectangle"/>
              <p:cNvSpPr/>
              <p:nvPr/>
            </p:nvSpPr>
            <p:spPr>
              <a:xfrm>
                <a:off x="16764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54" name="Rectangle"/>
              <p:cNvSpPr/>
              <p:nvPr/>
            </p:nvSpPr>
            <p:spPr>
              <a:xfrm>
                <a:off x="18161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55" name="Rectangle"/>
              <p:cNvSpPr/>
              <p:nvPr/>
            </p:nvSpPr>
            <p:spPr>
              <a:xfrm>
                <a:off x="19558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56" name="Rectangle"/>
              <p:cNvSpPr/>
              <p:nvPr/>
            </p:nvSpPr>
            <p:spPr>
              <a:xfrm>
                <a:off x="20955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grpSp>
        <p:grpSp>
          <p:nvGrpSpPr>
            <p:cNvPr id="191" name="Group"/>
            <p:cNvGrpSpPr/>
            <p:nvPr/>
          </p:nvGrpSpPr>
          <p:grpSpPr>
            <a:xfrm>
              <a:off x="1015999" y="8128000"/>
              <a:ext cx="22352001" cy="2032003"/>
              <a:chOff x="0" y="0"/>
              <a:chExt cx="22352000" cy="2032002"/>
            </a:xfrm>
          </p:grpSpPr>
          <p:grpSp>
            <p:nvGrpSpPr>
              <p:cNvPr id="174" name="Group"/>
              <p:cNvGrpSpPr/>
              <p:nvPr/>
            </p:nvGrpSpPr>
            <p:grpSpPr>
              <a:xfrm>
                <a:off x="-1" y="0"/>
                <a:ext cx="22352001" cy="1016004"/>
                <a:chOff x="0" y="0"/>
                <a:chExt cx="22352000" cy="1016003"/>
              </a:xfrm>
            </p:grpSpPr>
            <p:sp>
              <p:nvSpPr>
                <p:cNvPr id="158" name="Rectangle"/>
                <p:cNvSpPr/>
                <p:nvPr/>
              </p:nvSpPr>
              <p:spPr>
                <a:xfrm>
                  <a:off x="-1" y="-1"/>
                  <a:ext cx="1397001"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59" name="Rectangle"/>
                <p:cNvSpPr/>
                <p:nvPr/>
              </p:nvSpPr>
              <p:spPr>
                <a:xfrm>
                  <a:off x="1396999" y="-1"/>
                  <a:ext cx="1397001"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60" name="Rectangle"/>
                <p:cNvSpPr/>
                <p:nvPr/>
              </p:nvSpPr>
              <p:spPr>
                <a:xfrm>
                  <a:off x="2793999" y="-1"/>
                  <a:ext cx="1397001"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61" name="Rectangle"/>
                <p:cNvSpPr/>
                <p:nvPr/>
              </p:nvSpPr>
              <p:spPr>
                <a:xfrm>
                  <a:off x="4191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62" name="Rectangle"/>
                <p:cNvSpPr/>
                <p:nvPr/>
              </p:nvSpPr>
              <p:spPr>
                <a:xfrm>
                  <a:off x="5588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63" name="Rectangle"/>
                <p:cNvSpPr/>
                <p:nvPr/>
              </p:nvSpPr>
              <p:spPr>
                <a:xfrm>
                  <a:off x="6985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64" name="Rectangle"/>
                <p:cNvSpPr/>
                <p:nvPr/>
              </p:nvSpPr>
              <p:spPr>
                <a:xfrm>
                  <a:off x="8382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65" name="Rectangle"/>
                <p:cNvSpPr/>
                <p:nvPr/>
              </p:nvSpPr>
              <p:spPr>
                <a:xfrm>
                  <a:off x="9779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66" name="Rectangle"/>
                <p:cNvSpPr/>
                <p:nvPr/>
              </p:nvSpPr>
              <p:spPr>
                <a:xfrm>
                  <a:off x="11176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67" name="Rectangle"/>
                <p:cNvSpPr/>
                <p:nvPr/>
              </p:nvSpPr>
              <p:spPr>
                <a:xfrm>
                  <a:off x="12573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68" name="Rectangle"/>
                <p:cNvSpPr/>
                <p:nvPr/>
              </p:nvSpPr>
              <p:spPr>
                <a:xfrm>
                  <a:off x="13970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69" name="Rectangle"/>
                <p:cNvSpPr/>
                <p:nvPr/>
              </p:nvSpPr>
              <p:spPr>
                <a:xfrm>
                  <a:off x="15367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70" name="Rectangle"/>
                <p:cNvSpPr/>
                <p:nvPr/>
              </p:nvSpPr>
              <p:spPr>
                <a:xfrm>
                  <a:off x="16764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71" name="Rectangle"/>
                <p:cNvSpPr/>
                <p:nvPr/>
              </p:nvSpPr>
              <p:spPr>
                <a:xfrm>
                  <a:off x="18161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72" name="Rectangle"/>
                <p:cNvSpPr/>
                <p:nvPr/>
              </p:nvSpPr>
              <p:spPr>
                <a:xfrm>
                  <a:off x="19558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73" name="Rectangle"/>
                <p:cNvSpPr/>
                <p:nvPr/>
              </p:nvSpPr>
              <p:spPr>
                <a:xfrm>
                  <a:off x="20955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grpSp>
          <p:sp>
            <p:nvSpPr>
              <p:cNvPr id="175" name="Rectangle"/>
              <p:cNvSpPr/>
              <p:nvPr/>
            </p:nvSpPr>
            <p:spPr>
              <a:xfrm>
                <a:off x="-1" y="1016001"/>
                <a:ext cx="1397001"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76" name="Rectangle"/>
              <p:cNvSpPr/>
              <p:nvPr/>
            </p:nvSpPr>
            <p:spPr>
              <a:xfrm>
                <a:off x="1396999" y="1016001"/>
                <a:ext cx="1397001"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77" name="Rectangle"/>
              <p:cNvSpPr/>
              <p:nvPr/>
            </p:nvSpPr>
            <p:spPr>
              <a:xfrm>
                <a:off x="2793999" y="1016001"/>
                <a:ext cx="1397001"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78" name="Rectangle"/>
              <p:cNvSpPr/>
              <p:nvPr/>
            </p:nvSpPr>
            <p:spPr>
              <a:xfrm>
                <a:off x="4191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79" name="Rectangle"/>
              <p:cNvSpPr/>
              <p:nvPr/>
            </p:nvSpPr>
            <p:spPr>
              <a:xfrm>
                <a:off x="5588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80" name="Rectangle"/>
              <p:cNvSpPr/>
              <p:nvPr/>
            </p:nvSpPr>
            <p:spPr>
              <a:xfrm>
                <a:off x="6985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81" name="Rectangle"/>
              <p:cNvSpPr/>
              <p:nvPr/>
            </p:nvSpPr>
            <p:spPr>
              <a:xfrm>
                <a:off x="8382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82" name="Rectangle"/>
              <p:cNvSpPr/>
              <p:nvPr/>
            </p:nvSpPr>
            <p:spPr>
              <a:xfrm>
                <a:off x="9779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83" name="Rectangle"/>
              <p:cNvSpPr/>
              <p:nvPr/>
            </p:nvSpPr>
            <p:spPr>
              <a:xfrm>
                <a:off x="11176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84" name="Rectangle"/>
              <p:cNvSpPr/>
              <p:nvPr/>
            </p:nvSpPr>
            <p:spPr>
              <a:xfrm>
                <a:off x="12573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85" name="Rectangle"/>
              <p:cNvSpPr/>
              <p:nvPr/>
            </p:nvSpPr>
            <p:spPr>
              <a:xfrm>
                <a:off x="13970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86" name="Rectangle"/>
              <p:cNvSpPr/>
              <p:nvPr/>
            </p:nvSpPr>
            <p:spPr>
              <a:xfrm>
                <a:off x="15367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87" name="Rectangle"/>
              <p:cNvSpPr/>
              <p:nvPr/>
            </p:nvSpPr>
            <p:spPr>
              <a:xfrm>
                <a:off x="16764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88" name="Rectangle"/>
              <p:cNvSpPr/>
              <p:nvPr/>
            </p:nvSpPr>
            <p:spPr>
              <a:xfrm>
                <a:off x="18161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89" name="Rectangle"/>
              <p:cNvSpPr/>
              <p:nvPr/>
            </p:nvSpPr>
            <p:spPr>
              <a:xfrm>
                <a:off x="19558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90" name="Rectangle"/>
              <p:cNvSpPr/>
              <p:nvPr/>
            </p:nvSpPr>
            <p:spPr>
              <a:xfrm>
                <a:off x="20955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grpSp>
        <p:grpSp>
          <p:nvGrpSpPr>
            <p:cNvPr id="225" name="Group"/>
            <p:cNvGrpSpPr/>
            <p:nvPr/>
          </p:nvGrpSpPr>
          <p:grpSpPr>
            <a:xfrm>
              <a:off x="1015999" y="10160000"/>
              <a:ext cx="22352001" cy="2032003"/>
              <a:chOff x="0" y="0"/>
              <a:chExt cx="22352000" cy="2032002"/>
            </a:xfrm>
          </p:grpSpPr>
          <p:grpSp>
            <p:nvGrpSpPr>
              <p:cNvPr id="208" name="Group"/>
              <p:cNvGrpSpPr/>
              <p:nvPr/>
            </p:nvGrpSpPr>
            <p:grpSpPr>
              <a:xfrm>
                <a:off x="-1" y="0"/>
                <a:ext cx="22352001" cy="1016004"/>
                <a:chOff x="0" y="0"/>
                <a:chExt cx="22352000" cy="1016003"/>
              </a:xfrm>
            </p:grpSpPr>
            <p:sp>
              <p:nvSpPr>
                <p:cNvPr id="192" name="Rectangle"/>
                <p:cNvSpPr/>
                <p:nvPr/>
              </p:nvSpPr>
              <p:spPr>
                <a:xfrm>
                  <a:off x="-1" y="-1"/>
                  <a:ext cx="1397001"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93" name="Rectangle"/>
                <p:cNvSpPr/>
                <p:nvPr/>
              </p:nvSpPr>
              <p:spPr>
                <a:xfrm>
                  <a:off x="1396999" y="-1"/>
                  <a:ext cx="1397001"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94" name="Rectangle"/>
                <p:cNvSpPr/>
                <p:nvPr/>
              </p:nvSpPr>
              <p:spPr>
                <a:xfrm>
                  <a:off x="2793999" y="-1"/>
                  <a:ext cx="1397001"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95" name="Rectangle"/>
                <p:cNvSpPr/>
                <p:nvPr/>
              </p:nvSpPr>
              <p:spPr>
                <a:xfrm>
                  <a:off x="4191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96" name="Rectangle"/>
                <p:cNvSpPr/>
                <p:nvPr/>
              </p:nvSpPr>
              <p:spPr>
                <a:xfrm>
                  <a:off x="5588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97" name="Rectangle"/>
                <p:cNvSpPr/>
                <p:nvPr/>
              </p:nvSpPr>
              <p:spPr>
                <a:xfrm>
                  <a:off x="6985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98" name="Rectangle"/>
                <p:cNvSpPr/>
                <p:nvPr/>
              </p:nvSpPr>
              <p:spPr>
                <a:xfrm>
                  <a:off x="8382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199" name="Rectangle"/>
                <p:cNvSpPr/>
                <p:nvPr/>
              </p:nvSpPr>
              <p:spPr>
                <a:xfrm>
                  <a:off x="9779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00" name="Rectangle"/>
                <p:cNvSpPr/>
                <p:nvPr/>
              </p:nvSpPr>
              <p:spPr>
                <a:xfrm>
                  <a:off x="11176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01" name="Rectangle"/>
                <p:cNvSpPr/>
                <p:nvPr/>
              </p:nvSpPr>
              <p:spPr>
                <a:xfrm>
                  <a:off x="12573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02" name="Rectangle"/>
                <p:cNvSpPr/>
                <p:nvPr/>
              </p:nvSpPr>
              <p:spPr>
                <a:xfrm>
                  <a:off x="13970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03" name="Rectangle"/>
                <p:cNvSpPr/>
                <p:nvPr/>
              </p:nvSpPr>
              <p:spPr>
                <a:xfrm>
                  <a:off x="15367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04" name="Rectangle"/>
                <p:cNvSpPr/>
                <p:nvPr/>
              </p:nvSpPr>
              <p:spPr>
                <a:xfrm>
                  <a:off x="16764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05" name="Rectangle"/>
                <p:cNvSpPr/>
                <p:nvPr/>
              </p:nvSpPr>
              <p:spPr>
                <a:xfrm>
                  <a:off x="18161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06" name="Rectangle"/>
                <p:cNvSpPr/>
                <p:nvPr/>
              </p:nvSpPr>
              <p:spPr>
                <a:xfrm>
                  <a:off x="19558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07" name="Rectangle"/>
                <p:cNvSpPr/>
                <p:nvPr/>
              </p:nvSpPr>
              <p:spPr>
                <a:xfrm>
                  <a:off x="20955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grpSp>
          <p:sp>
            <p:nvSpPr>
              <p:cNvPr id="209" name="Rectangle"/>
              <p:cNvSpPr/>
              <p:nvPr/>
            </p:nvSpPr>
            <p:spPr>
              <a:xfrm>
                <a:off x="-1" y="1016001"/>
                <a:ext cx="1397001"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10" name="Rectangle"/>
              <p:cNvSpPr/>
              <p:nvPr/>
            </p:nvSpPr>
            <p:spPr>
              <a:xfrm>
                <a:off x="1396999" y="1016001"/>
                <a:ext cx="1397001"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11" name="Rectangle"/>
              <p:cNvSpPr/>
              <p:nvPr/>
            </p:nvSpPr>
            <p:spPr>
              <a:xfrm>
                <a:off x="2793999" y="1016001"/>
                <a:ext cx="1397001"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12" name="Rectangle"/>
              <p:cNvSpPr/>
              <p:nvPr/>
            </p:nvSpPr>
            <p:spPr>
              <a:xfrm>
                <a:off x="4191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13" name="Rectangle"/>
              <p:cNvSpPr/>
              <p:nvPr/>
            </p:nvSpPr>
            <p:spPr>
              <a:xfrm>
                <a:off x="5588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14" name="Rectangle"/>
              <p:cNvSpPr/>
              <p:nvPr/>
            </p:nvSpPr>
            <p:spPr>
              <a:xfrm>
                <a:off x="6985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15" name="Rectangle"/>
              <p:cNvSpPr/>
              <p:nvPr/>
            </p:nvSpPr>
            <p:spPr>
              <a:xfrm>
                <a:off x="8382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16" name="Rectangle"/>
              <p:cNvSpPr/>
              <p:nvPr/>
            </p:nvSpPr>
            <p:spPr>
              <a:xfrm>
                <a:off x="9779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17" name="Rectangle"/>
              <p:cNvSpPr/>
              <p:nvPr/>
            </p:nvSpPr>
            <p:spPr>
              <a:xfrm>
                <a:off x="11176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18" name="Rectangle"/>
              <p:cNvSpPr/>
              <p:nvPr/>
            </p:nvSpPr>
            <p:spPr>
              <a:xfrm>
                <a:off x="12573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19" name="Rectangle"/>
              <p:cNvSpPr/>
              <p:nvPr/>
            </p:nvSpPr>
            <p:spPr>
              <a:xfrm>
                <a:off x="13970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20" name="Rectangle"/>
              <p:cNvSpPr/>
              <p:nvPr/>
            </p:nvSpPr>
            <p:spPr>
              <a:xfrm>
                <a:off x="15367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21" name="Rectangle"/>
              <p:cNvSpPr/>
              <p:nvPr/>
            </p:nvSpPr>
            <p:spPr>
              <a:xfrm>
                <a:off x="16764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22" name="Rectangle"/>
              <p:cNvSpPr/>
              <p:nvPr/>
            </p:nvSpPr>
            <p:spPr>
              <a:xfrm>
                <a:off x="18161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23" name="Rectangle"/>
              <p:cNvSpPr/>
              <p:nvPr/>
            </p:nvSpPr>
            <p:spPr>
              <a:xfrm>
                <a:off x="19558000" y="1016001"/>
                <a:ext cx="1397000" cy="1016002"/>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24" name="Rectangle"/>
              <p:cNvSpPr/>
              <p:nvPr/>
            </p:nvSpPr>
            <p:spPr>
              <a:xfrm>
                <a:off x="20955000" y="1016001"/>
                <a:ext cx="1397000" cy="1016002"/>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grpSp>
        <p:grpSp>
          <p:nvGrpSpPr>
            <p:cNvPr id="259" name="Group"/>
            <p:cNvGrpSpPr/>
            <p:nvPr/>
          </p:nvGrpSpPr>
          <p:grpSpPr>
            <a:xfrm>
              <a:off x="1015999" y="12192001"/>
              <a:ext cx="22352001" cy="2032002"/>
              <a:chOff x="0" y="0"/>
              <a:chExt cx="22352000" cy="2032000"/>
            </a:xfrm>
          </p:grpSpPr>
          <p:grpSp>
            <p:nvGrpSpPr>
              <p:cNvPr id="242" name="Group"/>
              <p:cNvGrpSpPr/>
              <p:nvPr/>
            </p:nvGrpSpPr>
            <p:grpSpPr>
              <a:xfrm>
                <a:off x="-1" y="0"/>
                <a:ext cx="22352001" cy="1016003"/>
                <a:chOff x="0" y="0"/>
                <a:chExt cx="22352000" cy="1016002"/>
              </a:xfrm>
            </p:grpSpPr>
            <p:sp>
              <p:nvSpPr>
                <p:cNvPr id="226" name="Rectangle"/>
                <p:cNvSpPr/>
                <p:nvPr/>
              </p:nvSpPr>
              <p:spPr>
                <a:xfrm>
                  <a:off x="-1" y="-1"/>
                  <a:ext cx="1397001"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27" name="Rectangle"/>
                <p:cNvSpPr/>
                <p:nvPr/>
              </p:nvSpPr>
              <p:spPr>
                <a:xfrm>
                  <a:off x="1396999" y="-1"/>
                  <a:ext cx="1397001"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28" name="Rectangle"/>
                <p:cNvSpPr/>
                <p:nvPr/>
              </p:nvSpPr>
              <p:spPr>
                <a:xfrm>
                  <a:off x="2793999" y="-1"/>
                  <a:ext cx="1397001"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29" name="Rectangle"/>
                <p:cNvSpPr/>
                <p:nvPr/>
              </p:nvSpPr>
              <p:spPr>
                <a:xfrm>
                  <a:off x="4191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30" name="Rectangle"/>
                <p:cNvSpPr/>
                <p:nvPr/>
              </p:nvSpPr>
              <p:spPr>
                <a:xfrm>
                  <a:off x="5588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31" name="Rectangle"/>
                <p:cNvSpPr/>
                <p:nvPr/>
              </p:nvSpPr>
              <p:spPr>
                <a:xfrm>
                  <a:off x="6985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32" name="Rectangle"/>
                <p:cNvSpPr/>
                <p:nvPr/>
              </p:nvSpPr>
              <p:spPr>
                <a:xfrm>
                  <a:off x="8382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33" name="Rectangle"/>
                <p:cNvSpPr/>
                <p:nvPr/>
              </p:nvSpPr>
              <p:spPr>
                <a:xfrm>
                  <a:off x="9779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34" name="Rectangle"/>
                <p:cNvSpPr/>
                <p:nvPr/>
              </p:nvSpPr>
              <p:spPr>
                <a:xfrm>
                  <a:off x="11176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35" name="Rectangle"/>
                <p:cNvSpPr/>
                <p:nvPr/>
              </p:nvSpPr>
              <p:spPr>
                <a:xfrm>
                  <a:off x="12573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36" name="Rectangle"/>
                <p:cNvSpPr/>
                <p:nvPr/>
              </p:nvSpPr>
              <p:spPr>
                <a:xfrm>
                  <a:off x="13970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37" name="Rectangle"/>
                <p:cNvSpPr/>
                <p:nvPr/>
              </p:nvSpPr>
              <p:spPr>
                <a:xfrm>
                  <a:off x="15367000" y="-1"/>
                  <a:ext cx="1397000" cy="1016004"/>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38" name="Rectangle"/>
                <p:cNvSpPr/>
                <p:nvPr/>
              </p:nvSpPr>
              <p:spPr>
                <a:xfrm>
                  <a:off x="16764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39" name="Rectangle"/>
                <p:cNvSpPr/>
                <p:nvPr/>
              </p:nvSpPr>
              <p:spPr>
                <a:xfrm>
                  <a:off x="18161000" y="0"/>
                  <a:ext cx="1397000" cy="1016001"/>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40" name="Rectangle"/>
                <p:cNvSpPr/>
                <p:nvPr/>
              </p:nvSpPr>
              <p:spPr>
                <a:xfrm>
                  <a:off x="19558000" y="-1"/>
                  <a:ext cx="1397000" cy="1016004"/>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41" name="Rectangle"/>
                <p:cNvSpPr/>
                <p:nvPr/>
              </p:nvSpPr>
              <p:spPr>
                <a:xfrm>
                  <a:off x="20955000" y="0"/>
                  <a:ext cx="1397000" cy="1016001"/>
                </a:xfrm>
                <a:prstGeom prst="rect">
                  <a:avLst/>
                </a:prstGeom>
                <a:solidFill>
                  <a:schemeClr val="accent4"/>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grpSp>
          <p:sp>
            <p:nvSpPr>
              <p:cNvPr id="243" name="Rectangle"/>
              <p:cNvSpPr/>
              <p:nvPr/>
            </p:nvSpPr>
            <p:spPr>
              <a:xfrm>
                <a:off x="-1" y="1016000"/>
                <a:ext cx="1397001" cy="1016001"/>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44" name="Rectangle"/>
              <p:cNvSpPr/>
              <p:nvPr/>
            </p:nvSpPr>
            <p:spPr>
              <a:xfrm>
                <a:off x="1396999" y="1016000"/>
                <a:ext cx="1397001" cy="1016001"/>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45" name="Rectangle"/>
              <p:cNvSpPr/>
              <p:nvPr/>
            </p:nvSpPr>
            <p:spPr>
              <a:xfrm>
                <a:off x="2793999" y="1016000"/>
                <a:ext cx="1397001" cy="1016001"/>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46" name="Rectangle"/>
              <p:cNvSpPr/>
              <p:nvPr/>
            </p:nvSpPr>
            <p:spPr>
              <a:xfrm>
                <a:off x="4191000" y="1016000"/>
                <a:ext cx="1397000" cy="1016001"/>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47" name="Rectangle"/>
              <p:cNvSpPr/>
              <p:nvPr/>
            </p:nvSpPr>
            <p:spPr>
              <a:xfrm>
                <a:off x="5588000" y="1016000"/>
                <a:ext cx="1397000" cy="1016001"/>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48" name="Rectangle"/>
              <p:cNvSpPr/>
              <p:nvPr/>
            </p:nvSpPr>
            <p:spPr>
              <a:xfrm>
                <a:off x="6985000" y="1016000"/>
                <a:ext cx="1397000" cy="1016001"/>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49" name="Rectangle"/>
              <p:cNvSpPr/>
              <p:nvPr/>
            </p:nvSpPr>
            <p:spPr>
              <a:xfrm>
                <a:off x="8382000" y="1016000"/>
                <a:ext cx="1397000" cy="1016001"/>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50" name="Rectangle"/>
              <p:cNvSpPr/>
              <p:nvPr/>
            </p:nvSpPr>
            <p:spPr>
              <a:xfrm>
                <a:off x="9779000" y="1016000"/>
                <a:ext cx="1397000" cy="1016001"/>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51" name="Rectangle"/>
              <p:cNvSpPr/>
              <p:nvPr/>
            </p:nvSpPr>
            <p:spPr>
              <a:xfrm>
                <a:off x="11176000" y="1016000"/>
                <a:ext cx="1397000" cy="1016001"/>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52" name="Rectangle"/>
              <p:cNvSpPr/>
              <p:nvPr/>
            </p:nvSpPr>
            <p:spPr>
              <a:xfrm>
                <a:off x="12573000" y="1016000"/>
                <a:ext cx="1397000" cy="1016001"/>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53" name="Rectangle"/>
              <p:cNvSpPr/>
              <p:nvPr/>
            </p:nvSpPr>
            <p:spPr>
              <a:xfrm>
                <a:off x="13970000" y="1016000"/>
                <a:ext cx="1397000" cy="1016001"/>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54" name="Rectangle"/>
              <p:cNvSpPr/>
              <p:nvPr/>
            </p:nvSpPr>
            <p:spPr>
              <a:xfrm>
                <a:off x="15367000" y="1016000"/>
                <a:ext cx="1397000" cy="1016001"/>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55" name="Rectangle"/>
              <p:cNvSpPr/>
              <p:nvPr/>
            </p:nvSpPr>
            <p:spPr>
              <a:xfrm>
                <a:off x="16764000" y="1016000"/>
                <a:ext cx="1397000" cy="1016001"/>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56" name="Rectangle"/>
              <p:cNvSpPr/>
              <p:nvPr/>
            </p:nvSpPr>
            <p:spPr>
              <a:xfrm>
                <a:off x="18161000" y="1016000"/>
                <a:ext cx="1397000" cy="1016001"/>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57" name="Rectangle"/>
              <p:cNvSpPr/>
              <p:nvPr/>
            </p:nvSpPr>
            <p:spPr>
              <a:xfrm>
                <a:off x="19558000" y="1016000"/>
                <a:ext cx="1397000" cy="1016001"/>
              </a:xfrm>
              <a:prstGeom prst="rect">
                <a:avLst/>
              </a:prstGeom>
              <a:solidFill>
                <a:srgbClr val="F7BA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sp>
            <p:nvSpPr>
              <p:cNvPr id="258" name="Rectangle"/>
              <p:cNvSpPr/>
              <p:nvPr/>
            </p:nvSpPr>
            <p:spPr>
              <a:xfrm>
                <a:off x="20955000" y="1016000"/>
                <a:ext cx="1397000" cy="1016001"/>
              </a:xfrm>
              <a:prstGeom prst="rect">
                <a:avLst/>
              </a:prstGeom>
              <a:solidFill>
                <a:srgbClr val="FE9301"/>
              </a:solidFill>
              <a:ln w="12700" cap="flat">
                <a:noFill/>
                <a:miter lim="400000"/>
              </a:ln>
              <a:effectLst/>
            </p:spPr>
            <p:txBody>
              <a:bodyPr wrap="square" lIns="0" tIns="0" rIns="0" bIns="0" numCol="1" anchor="ctr">
                <a:noAutofit/>
              </a:bodyPr>
              <a:lstStyle/>
              <a:p>
                <a:pPr algn="ctr" defTabSz="412750" rtl="0">
                  <a:lnSpc>
                    <a:spcPct val="100000"/>
                  </a:lnSpc>
                  <a:defRPr sz="3200">
                    <a:solidFill>
                      <a:srgbClr val="FFFFFF"/>
                    </a:solidFill>
                    <a:latin typeface="Helvetica Neue Medium"/>
                    <a:ea typeface="Helvetica Neue Medium"/>
                    <a:cs typeface="Helvetica Neue Medium"/>
                    <a:sym typeface="Helvetica Neue Medium"/>
                  </a:defRPr>
                </a:pPr>
                <a:endParaRPr lang="en-US" sz="1600" dirty="0"/>
              </a:p>
            </p:txBody>
          </p:sp>
        </p:grpSp>
      </p:grpSp>
      <p:sp>
        <p:nvSpPr>
          <p:cNvPr id="261" name="Slide Number"/>
          <p:cNvSpPr txBox="1">
            <a:spLocks noGrp="1"/>
          </p:cNvSpPr>
          <p:nvPr>
            <p:ph type="sldNum" sz="quarter" idx="2"/>
          </p:nvPr>
        </p:nvSpPr>
        <p:spPr>
          <a:xfrm>
            <a:off x="5979516" y="6540500"/>
            <a:ext cx="226619" cy="230530"/>
          </a:xfrm>
          <a:prstGeom prst="rect">
            <a:avLst/>
          </a:prstGeom>
        </p:spPr>
        <p:txBody>
          <a:bodyPr/>
          <a:lstStyle>
            <a:lvl1pPr rtl="0">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141045822"/>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Greetings Slide - GTS">
    <p:bg>
      <p:bgPr>
        <a:solidFill>
          <a:schemeClr val="accent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3106183-2B1F-3313-2BE2-B5CC5028DED8}"/>
              </a:ext>
            </a:extLst>
          </p:cNvPr>
          <p:cNvGraphicFramePr>
            <a:graphicFrameLocks noChangeAspect="1"/>
          </p:cNvGraphicFramePr>
          <p:nvPr userDrawn="1">
            <p:custDataLst>
              <p:tags r:id="rId1"/>
            </p:custDataLst>
            <p:extLst>
              <p:ext uri="{D42A27DB-BD31-4B8C-83A1-F6EECF244321}">
                <p14:modId xmlns:p14="http://schemas.microsoft.com/office/powerpoint/2010/main" val="1443668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03106183-2B1F-3313-2BE2-B5CC5028DED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vert="horz" anchor="ctr"/>
          <a:lstStyle>
            <a:lvl1pPr algn="ctr" rtl="0">
              <a:defRPr sz="8800">
                <a:solidFill>
                  <a:schemeClr val="tx1"/>
                </a:solidFill>
              </a:defRPr>
            </a:lvl1pPr>
          </a:lstStyle>
          <a:p>
            <a:r>
              <a:rPr lang="en-US"/>
              <a:t>Welcome</a:t>
            </a:r>
            <a:endParaRPr lang="en-US" dirty="0"/>
          </a:p>
        </p:txBody>
      </p:sp>
      <p:sp>
        <p:nvSpPr>
          <p:cNvPr id="7" name="TextBox 6">
            <a:extLst>
              <a:ext uri="{FF2B5EF4-FFF2-40B4-BE49-F238E27FC236}">
                <a16:creationId xmlns:a16="http://schemas.microsoft.com/office/drawing/2014/main" id="{35F21F7E-CEFA-4A8F-862E-8631C40CEA2C}"/>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rtl="0"/>
            <a:r>
              <a:rPr lang="en-US" noProof="0"/>
              <a:t>Format Background… &gt; Picture or texture fill &gt; Set to one of the dark or mid gradient options</a:t>
            </a:r>
            <a:endParaRPr lang="en-US" noProof="0" dirty="0"/>
          </a:p>
        </p:txBody>
      </p:sp>
      <p:pic>
        <p:nvPicPr>
          <p:cNvPr id="3" name="Picture 2">
            <a:extLst>
              <a:ext uri="{FF2B5EF4-FFF2-40B4-BE49-F238E27FC236}">
                <a16:creationId xmlns:a16="http://schemas.microsoft.com/office/drawing/2014/main" id="{C02984D0-732D-42D6-9902-5076C03E911C}"/>
              </a:ext>
            </a:extLst>
          </p:cNvPr>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3898221" y="5881492"/>
            <a:ext cx="4395557" cy="278295"/>
          </a:xfrm>
          <a:prstGeom prst="rect">
            <a:avLst/>
          </a:prstGeom>
        </p:spPr>
      </p:pic>
      <p:pic>
        <p:nvPicPr>
          <p:cNvPr id="4" name="Picture 3" descr="A picture containing card, drawing, crosswalk, table&#10;&#10;Description automatically generated">
            <a:extLst>
              <a:ext uri="{FF2B5EF4-FFF2-40B4-BE49-F238E27FC236}">
                <a16:creationId xmlns:a16="http://schemas.microsoft.com/office/drawing/2014/main" id="{10C49762-38E4-48E9-8096-41008426FCC7}"/>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5760607" y="698213"/>
            <a:ext cx="670786" cy="710244"/>
          </a:xfrm>
          <a:prstGeom prst="rect">
            <a:avLst/>
          </a:prstGeom>
        </p:spPr>
      </p:pic>
    </p:spTree>
    <p:extLst>
      <p:ext uri="{BB962C8B-B14F-4D97-AF65-F5344CB8AC3E}">
        <p14:creationId xmlns:p14="http://schemas.microsoft.com/office/powerpoint/2010/main" val="3381510862"/>
      </p:ext>
    </p:extLst>
  </p:cSld>
  <p:clrMapOvr>
    <a:overrideClrMapping bg1="dk1" tx1="lt1" bg2="dk2" tx2="lt2" accent1="accent1" accent2="accent2" accent3="accent3" accent4="accent4" accent5="accent5" accent6="accent6" hlink="hlink" folHlink="folHlink"/>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Greetings Slide - Logo">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BD1D0F0-BBD7-3763-DBE1-0DB6FB964BCA}"/>
              </a:ext>
            </a:extLst>
          </p:cNvPr>
          <p:cNvGraphicFramePr>
            <a:graphicFrameLocks noChangeAspect="1"/>
          </p:cNvGraphicFramePr>
          <p:nvPr userDrawn="1">
            <p:custDataLst>
              <p:tags r:id="rId1"/>
            </p:custDataLst>
            <p:extLst>
              <p:ext uri="{D42A27DB-BD31-4B8C-83A1-F6EECF244321}">
                <p14:modId xmlns:p14="http://schemas.microsoft.com/office/powerpoint/2010/main" val="5805374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6BD1D0F0-BBD7-3763-DBE1-0DB6FB964BC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vert="horz" anchor="ctr"/>
          <a:lstStyle>
            <a:lvl1pPr algn="ctr" rtl="0">
              <a:defRPr sz="8800">
                <a:solidFill>
                  <a:schemeClr val="tx1"/>
                </a:solidFill>
              </a:defRPr>
            </a:lvl1pPr>
          </a:lstStyle>
          <a:p>
            <a:r>
              <a:rPr lang="en-US"/>
              <a:t>Welcome</a:t>
            </a:r>
            <a:endParaRPr lang="en-US" dirty="0"/>
          </a:p>
        </p:txBody>
      </p:sp>
      <p:pic>
        <p:nvPicPr>
          <p:cNvPr id="3" name="Graphic 5">
            <a:extLst>
              <a:ext uri="{FF2B5EF4-FFF2-40B4-BE49-F238E27FC236}">
                <a16:creationId xmlns:a16="http://schemas.microsoft.com/office/drawing/2014/main" id="{6B12DB67-2F55-4F91-ABD8-4E1201FECE7E}"/>
              </a:ext>
            </a:extLst>
          </p:cNvPr>
          <p:cNvPicPr>
            <a:picLocks noChangeAspect="1"/>
          </p:cNvPicPr>
          <p:nvPr userDrawn="1"/>
        </p:nvPicPr>
        <p:blipFill>
          <a:blip r:embed="rId5" cstate="print">
            <a:extLst>
              <a:ext uri="{28A0092B-C50C-407E-A947-70E740481C1C}">
                <a14:useLocalDpi xmlns:a14="http://schemas.microsoft.com/office/drawing/2010/main"/>
              </a:ext>
            </a:extLst>
          </a:blip>
          <a:srcRect/>
          <a:stretch/>
        </p:blipFill>
        <p:spPr>
          <a:xfrm>
            <a:off x="5153882" y="698213"/>
            <a:ext cx="1884233" cy="498015"/>
          </a:xfrm>
          <a:prstGeom prst="rect">
            <a:avLst/>
          </a:prstGeom>
        </p:spPr>
      </p:pic>
      <p:sp>
        <p:nvSpPr>
          <p:cNvPr id="11" name="TextBox 10">
            <a:extLst>
              <a:ext uri="{FF2B5EF4-FFF2-40B4-BE49-F238E27FC236}">
                <a16:creationId xmlns:a16="http://schemas.microsoft.com/office/drawing/2014/main" id="{0B104FBB-E799-42A8-A4FA-483DC489523D}"/>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rtl="0"/>
            <a:r>
              <a:rPr lang="en-US" noProof="0"/>
              <a:t>Format Background… &gt; Picture or texture fill &gt; Set to one of the dark or mid gradient options</a:t>
            </a:r>
            <a:endParaRPr lang="en-US" noProof="0" dirty="0"/>
          </a:p>
        </p:txBody>
      </p:sp>
      <p:pic>
        <p:nvPicPr>
          <p:cNvPr id="6" name="Picture 5">
            <a:extLst>
              <a:ext uri="{FF2B5EF4-FFF2-40B4-BE49-F238E27FC236}">
                <a16:creationId xmlns:a16="http://schemas.microsoft.com/office/drawing/2014/main" id="{B63E249B-71DD-844A-A419-DCE08CBE4D84}"/>
              </a:ext>
            </a:extLst>
          </p:cNvPr>
          <p:cNvPicPr>
            <a:picLocks noChangeAspect="1"/>
          </p:cNvPicPr>
          <p:nvPr userDrawn="1"/>
        </p:nvPicPr>
        <p:blipFill>
          <a:blip r:embed="rId6">
            <a:extLst>
              <a:ext uri="{28A0092B-C50C-407E-A947-70E740481C1C}">
                <a14:useLocalDpi xmlns:a14="http://schemas.microsoft.com/office/drawing/2010/main"/>
              </a:ext>
            </a:extLst>
          </a:blip>
          <a:stretch>
            <a:fillRect/>
          </a:stretch>
        </p:blipFill>
        <p:spPr>
          <a:xfrm>
            <a:off x="3898221" y="5881492"/>
            <a:ext cx="4395557" cy="278295"/>
          </a:xfrm>
          <a:prstGeom prst="rect">
            <a:avLst/>
          </a:prstGeom>
        </p:spPr>
      </p:pic>
    </p:spTree>
    <p:extLst>
      <p:ext uri="{BB962C8B-B14F-4D97-AF65-F5344CB8AC3E}">
        <p14:creationId xmlns:p14="http://schemas.microsoft.com/office/powerpoint/2010/main" val="1661579483"/>
      </p:ext>
    </p:extLst>
  </p:cSld>
  <p:clrMapOvr>
    <a:overrideClrMapping bg1="dk1" tx1="lt1" bg2="dk2" tx2="lt2" accent1="accent1" accent2="accent2" accent3="accent3" accent4="accent4" accent5="accent5" accent6="accent6" hlink="hlink" folHlink="folHlink"/>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Greetings + Greater Than L">
    <p:bg>
      <p:bgPr>
        <a:solidFill>
          <a:schemeClr val="accent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7663840-87D9-BC15-8A9B-DC1C2D0017B4}"/>
              </a:ext>
            </a:extLst>
          </p:cNvPr>
          <p:cNvGraphicFramePr>
            <a:graphicFrameLocks noChangeAspect="1"/>
          </p:cNvGraphicFramePr>
          <p:nvPr userDrawn="1">
            <p:custDataLst>
              <p:tags r:id="rId1"/>
            </p:custDataLst>
            <p:extLst>
              <p:ext uri="{D42A27DB-BD31-4B8C-83A1-F6EECF244321}">
                <p14:modId xmlns:p14="http://schemas.microsoft.com/office/powerpoint/2010/main" val="27805980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07663840-87D9-BC15-8A9B-DC1C2D0017B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FC7882D0-879F-974F-B35F-EE91948B7FED}"/>
              </a:ext>
            </a:extLst>
          </p:cNvPr>
          <p:cNvPicPr>
            <a:picLocks noChangeAspect="1"/>
          </p:cNvPicPr>
          <p:nvPr userDrawn="1"/>
        </p:nvPicPr>
        <p:blipFill>
          <a:blip r:embed="rId5">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vert="horz" anchor="ctr"/>
          <a:lstStyle>
            <a:lvl1pPr algn="l" rtl="0">
              <a:defRPr sz="7200">
                <a:solidFill>
                  <a:schemeClr val="tx1"/>
                </a:solidFill>
              </a:defRPr>
            </a:lvl1pPr>
          </a:lstStyle>
          <a:p>
            <a:r>
              <a:rPr lang="en-US"/>
              <a:t>Welcome</a:t>
            </a:r>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rtl="0">
              <a:spcAft>
                <a:spcPts val="1200"/>
              </a:spcAft>
            </a:pPr>
            <a:endParaRPr lang="en-US" noProof="0"/>
          </a:p>
        </p:txBody>
      </p:sp>
    </p:spTree>
    <p:extLst>
      <p:ext uri="{BB962C8B-B14F-4D97-AF65-F5344CB8AC3E}">
        <p14:creationId xmlns:p14="http://schemas.microsoft.com/office/powerpoint/2010/main" val="2056639037"/>
      </p:ext>
    </p:extLst>
  </p:cSld>
  <p:clrMapOvr>
    <a:overrideClrMapping bg1="dk1" tx1="lt1" bg2="dk2" tx2="lt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Greetings + Greater Than S">
    <p:bg>
      <p:bgPr>
        <a:solidFill>
          <a:schemeClr val="accent2"/>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E7642801-4585-3305-6DA6-99030EB93FB9}"/>
              </a:ext>
            </a:extLst>
          </p:cNvPr>
          <p:cNvGraphicFramePr>
            <a:graphicFrameLocks noChangeAspect="1"/>
          </p:cNvGraphicFramePr>
          <p:nvPr userDrawn="1">
            <p:custDataLst>
              <p:tags r:id="rId1"/>
            </p:custDataLst>
            <p:extLst>
              <p:ext uri="{D42A27DB-BD31-4B8C-83A1-F6EECF244321}">
                <p14:modId xmlns:p14="http://schemas.microsoft.com/office/powerpoint/2010/main" val="10159969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7" name="think-cell data - do not delete" hidden="1">
                        <a:extLst>
                          <a:ext uri="{FF2B5EF4-FFF2-40B4-BE49-F238E27FC236}">
                            <a16:creationId xmlns:a16="http://schemas.microsoft.com/office/drawing/2014/main" id="{E7642801-4585-3305-6DA6-99030EB93FB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8" name="Picture 7">
            <a:extLst>
              <a:ext uri="{FF2B5EF4-FFF2-40B4-BE49-F238E27FC236}">
                <a16:creationId xmlns:a16="http://schemas.microsoft.com/office/drawing/2014/main" id="{E4FFA725-883D-D243-B475-CEF8C282EDAB}"/>
              </a:ext>
            </a:extLst>
          </p:cNvPr>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1" y="0"/>
            <a:ext cx="12210089"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vert="horz" anchor="ctr"/>
          <a:lstStyle>
            <a:lvl1pPr algn="l" rtl="0">
              <a:defRPr sz="7200">
                <a:solidFill>
                  <a:schemeClr val="tx1"/>
                </a:solidFill>
              </a:defRPr>
            </a:lvl1pPr>
          </a:lstStyle>
          <a:p>
            <a:r>
              <a:rPr lang="en-US"/>
              <a:t>Welcome</a:t>
            </a:r>
            <a:endParaRPr lang="en-US" dirty="0"/>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rtl="0">
              <a:spcAft>
                <a:spcPts val="1200"/>
              </a:spcAft>
            </a:pPr>
            <a:endParaRPr lang="en-US" noProof="0" dirty="0"/>
          </a:p>
        </p:txBody>
      </p:sp>
      <p:sp>
        <p:nvSpPr>
          <p:cNvPr id="6" name="TextBox 5">
            <a:extLst>
              <a:ext uri="{FF2B5EF4-FFF2-40B4-BE49-F238E27FC236}">
                <a16:creationId xmlns:a16="http://schemas.microsoft.com/office/drawing/2014/main" id="{6FA1302B-6794-45FA-A428-AB50D28EF9A2}"/>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rtl="0"/>
            <a:r>
              <a:rPr lang="en-US" noProof="0"/>
              <a:t>Format Background… &gt; Picture or texture fill &gt; Set to one of the dark or mid gradient options</a:t>
            </a:r>
            <a:endParaRPr lang="en-US" noProof="0" dirty="0"/>
          </a:p>
        </p:txBody>
      </p:sp>
      <p:pic>
        <p:nvPicPr>
          <p:cNvPr id="5" name="Picture 4" descr="A picture containing card, drawing, crosswalk, table&#10;&#10;Description automatically generated">
            <a:extLst>
              <a:ext uri="{FF2B5EF4-FFF2-40B4-BE49-F238E27FC236}">
                <a16:creationId xmlns:a16="http://schemas.microsoft.com/office/drawing/2014/main" id="{E5FCD86B-B6A8-4016-9F0D-3FDC4C784D3F}"/>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380999" y="698213"/>
            <a:ext cx="670786" cy="710244"/>
          </a:xfrm>
          <a:prstGeom prst="rect">
            <a:avLst/>
          </a:prstGeom>
        </p:spPr>
      </p:pic>
      <p:pic>
        <p:nvPicPr>
          <p:cNvPr id="4" name="Picture 3">
            <a:extLst>
              <a:ext uri="{FF2B5EF4-FFF2-40B4-BE49-F238E27FC236}">
                <a16:creationId xmlns:a16="http://schemas.microsoft.com/office/drawing/2014/main" id="{9EDA13B6-DED0-467D-BE25-BD8B9FEEF2FF}"/>
              </a:ext>
            </a:extLst>
          </p:cNvPr>
          <p:cNvPicPr>
            <a:picLocks noChangeAspect="1"/>
          </p:cNvPicPr>
          <p:nvPr userDrawn="1"/>
        </p:nvPicPr>
        <p:blipFill>
          <a:blip r:embed="rId7">
            <a:extLst>
              <a:ext uri="{28A0092B-C50C-407E-A947-70E740481C1C}">
                <a14:useLocalDpi xmlns:a14="http://schemas.microsoft.com/office/drawing/2010/main"/>
              </a:ext>
            </a:extLst>
          </a:blip>
          <a:stretch>
            <a:fillRect/>
          </a:stretch>
        </p:blipFill>
        <p:spPr>
          <a:xfrm>
            <a:off x="380999" y="5881492"/>
            <a:ext cx="4332773" cy="274320"/>
          </a:xfrm>
          <a:prstGeom prst="rect">
            <a:avLst/>
          </a:prstGeom>
        </p:spPr>
      </p:pic>
    </p:spTree>
    <p:extLst>
      <p:ext uri="{BB962C8B-B14F-4D97-AF65-F5344CB8AC3E}">
        <p14:creationId xmlns:p14="http://schemas.microsoft.com/office/powerpoint/2010/main" val="3450124458"/>
      </p:ext>
    </p:extLst>
  </p:cSld>
  <p:clrMapOvr>
    <a:overrideClrMapping bg1="dk1" tx1="lt1" bg2="dk2" tx2="lt2" accent1="accent1" accent2="accent2" accent3="accent3" accent4="accent4" accent5="accent5" accent6="accent6" hlink="hlink" folHlink="folHlink"/>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Cover Image - Large GTS">
    <p:bg>
      <p:bgPr>
        <a:solidFill>
          <a:schemeClr val="accent2"/>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594EE99-AB47-56B3-1A0D-8E75C0FCC48F}"/>
              </a:ext>
            </a:extLst>
          </p:cNvPr>
          <p:cNvGraphicFramePr>
            <a:graphicFrameLocks noChangeAspect="1"/>
          </p:cNvGraphicFramePr>
          <p:nvPr userDrawn="1">
            <p:custDataLst>
              <p:tags r:id="rId1"/>
            </p:custDataLst>
            <p:extLst>
              <p:ext uri="{D42A27DB-BD31-4B8C-83A1-F6EECF244321}">
                <p14:modId xmlns:p14="http://schemas.microsoft.com/office/powerpoint/2010/main" val="9589155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think-cell data - do not delete" hidden="1">
                        <a:extLst>
                          <a:ext uri="{FF2B5EF4-FFF2-40B4-BE49-F238E27FC236}">
                            <a16:creationId xmlns:a16="http://schemas.microsoft.com/office/drawing/2014/main" id="{0594EE99-AB47-56B3-1A0D-8E75C0FCC48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667CB869-86C7-4B5D-B21D-C7104400ECFC}"/>
              </a:ext>
            </a:extLst>
          </p:cNvPr>
          <p:cNvSpPr/>
          <p:nvPr userDrawn="1"/>
        </p:nvSpPr>
        <p:spPr>
          <a:xfrm>
            <a:off x="0" y="0"/>
            <a:ext cx="12192000" cy="6858000"/>
          </a:xfrm>
          <a:prstGeom prst="rect">
            <a:avLst/>
          </a:prstGeom>
          <a:gradFill flip="none" rotWithShape="1">
            <a:gsLst>
              <a:gs pos="0">
                <a:schemeClr val="bg1">
                  <a:alpha val="55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pic>
        <p:nvPicPr>
          <p:cNvPr id="4" name="Graphic 3">
            <a:extLst>
              <a:ext uri="{FF2B5EF4-FFF2-40B4-BE49-F238E27FC236}">
                <a16:creationId xmlns:a16="http://schemas.microsoft.com/office/drawing/2014/main" id="{97101C55-360F-4A30-88C9-2A386C411EE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622800" y="0"/>
            <a:ext cx="7188200" cy="6858000"/>
          </a:xfrm>
          <a:prstGeom prst="rect">
            <a:avLst/>
          </a:prstGeom>
        </p:spPr>
      </p:pic>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0" y="5282245"/>
            <a:ext cx="3102015"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1EF6557B-1FAD-4B21-979D-AF32AE2ABE3A}" type="datetime2">
              <a:rPr lang="en-US" smtClean="0"/>
              <a:pPr/>
              <a:t>Thursday, August 27, 2026</a:t>
            </a:fld>
            <a:endParaRPr lang="en-US"/>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0" y="5527522"/>
            <a:ext cx="3102015"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5" name="TextBox 4">
            <a:extLst>
              <a:ext uri="{FF2B5EF4-FFF2-40B4-BE49-F238E27FC236}">
                <a16:creationId xmlns:a16="http://schemas.microsoft.com/office/drawing/2014/main" id="{B467DB53-62C4-4756-975D-61C7B1206CEF}"/>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chemeClr val="bg2"/>
                </a:solidFill>
                <a:effectLst/>
                <a:uLnTx/>
                <a:uFillTx/>
              </a:rPr>
              <a:t>Format Background… &gt; Picture or texture fill &gt; Set to one of the provided selections in the image library</a:t>
            </a:r>
          </a:p>
        </p:txBody>
      </p:sp>
      <p:sp>
        <p:nvSpPr>
          <p:cNvPr id="14" name="Title 1">
            <a:extLst>
              <a:ext uri="{FF2B5EF4-FFF2-40B4-BE49-F238E27FC236}">
                <a16:creationId xmlns:a16="http://schemas.microsoft.com/office/drawing/2014/main" id="{F0772B66-01D8-4BE7-AE8E-C64CA1CF2666}"/>
              </a:ext>
            </a:extLst>
          </p:cNvPr>
          <p:cNvSpPr>
            <a:spLocks noGrp="1"/>
          </p:cNvSpPr>
          <p:nvPr>
            <p:ph type="ctrTitle" hasCustomPrompt="1"/>
          </p:nvPr>
        </p:nvSpPr>
        <p:spPr>
          <a:xfrm>
            <a:off x="381001" y="1429154"/>
            <a:ext cx="5152292" cy="2255710"/>
          </a:xfrm>
        </p:spPr>
        <p:txBody>
          <a:bodyPr vert="horz" anchor="b"/>
          <a:lstStyle>
            <a:lvl1pPr algn="l" rtl="0">
              <a:lnSpc>
                <a:spcPct val="90000"/>
              </a:lnSpc>
              <a:defRPr sz="4800">
                <a:solidFill>
                  <a:schemeClr val="tx1"/>
                </a:solidFill>
              </a:defRPr>
            </a:lvl1pPr>
          </a:lstStyle>
          <a:p>
            <a:r>
              <a:rPr lang="en-US"/>
              <a:t>Place presentation title here 48pt</a:t>
            </a:r>
          </a:p>
        </p:txBody>
      </p:sp>
      <p:sp>
        <p:nvSpPr>
          <p:cNvPr id="9" name="TextBox 8">
            <a:extLst>
              <a:ext uri="{FF2B5EF4-FFF2-40B4-BE49-F238E27FC236}">
                <a16:creationId xmlns:a16="http://schemas.microsoft.com/office/drawing/2014/main" id="{F9D1A883-A380-48BD-9784-E5D4EAA2714C}"/>
              </a:ext>
            </a:extLst>
          </p:cNvPr>
          <p:cNvSpPr txBox="1"/>
          <p:nvPr userDrawn="1"/>
        </p:nvSpPr>
        <p:spPr>
          <a:xfrm>
            <a:off x="381000" y="6058209"/>
            <a:ext cx="3112110" cy="253691"/>
          </a:xfrm>
          <a:prstGeom prst="rect">
            <a:avLst/>
          </a:prstGeom>
          <a:noFill/>
        </p:spPr>
        <p:txBody>
          <a:bodyPr wrap="square" lIns="0" tIns="0" rIns="0" bIns="0" rtlCol="0" anchor="b">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800" b="0" i="0" u="none" strike="noStrike" kern="0" cap="none" spc="0" normalizeH="0" baseline="0" noProof="0">
                <a:ln>
                  <a:noFill/>
                </a:ln>
                <a:solidFill>
                  <a:srgbClr val="FFFFFF">
                    <a:alpha val="75000"/>
                  </a:srgbClr>
                </a:solidFill>
                <a:effectLst/>
                <a:uLnTx/>
                <a:uFillTx/>
              </a:rPr>
              <a:t>Copyright © 2020 Accenture. All rights reserved.</a:t>
            </a:r>
            <a:endParaRPr kumimoji="0" lang="en-US" sz="1800" b="0" i="0" u="none" strike="noStrike" kern="0" cap="none" spc="0" normalizeH="0" baseline="0" noProof="0">
              <a:ln>
                <a:noFill/>
              </a:ln>
              <a:solidFill>
                <a:srgbClr val="FFFFFF">
                  <a:alpha val="75000"/>
                </a:srgbClr>
              </a:solidFill>
              <a:effectLst/>
              <a:uLnTx/>
              <a:uFillTx/>
            </a:endParaRPr>
          </a:p>
        </p:txBody>
      </p:sp>
      <p:sp>
        <p:nvSpPr>
          <p:cNvPr id="19" name="Text Placeholder 15">
            <a:extLst>
              <a:ext uri="{FF2B5EF4-FFF2-40B4-BE49-F238E27FC236}">
                <a16:creationId xmlns:a16="http://schemas.microsoft.com/office/drawing/2014/main" id="{BC9F1450-A172-44DF-9DE8-E6487649728B}"/>
              </a:ext>
            </a:extLst>
          </p:cNvPr>
          <p:cNvSpPr>
            <a:spLocks noGrp="1"/>
          </p:cNvSpPr>
          <p:nvPr>
            <p:ph type="body" sz="quarter" idx="13" hasCustomPrompt="1"/>
          </p:nvPr>
        </p:nvSpPr>
        <p:spPr>
          <a:xfrm>
            <a:off x="381001" y="3871190"/>
            <a:ext cx="5152292" cy="1092846"/>
          </a:xfrm>
        </p:spPr>
        <p:txBody>
          <a:bodyPr vert="horz" lIns="0" tIns="0" rIns="0" bIns="0" rtlCol="0">
            <a:noAutofit/>
          </a:bodyPr>
          <a:lstStyle>
            <a:lvl1pPr marL="0" indent="0" algn="l" rtl="0">
              <a:lnSpc>
                <a:spcPct val="90000"/>
              </a:lnSpc>
              <a:buNone/>
              <a:defRPr lang="en-US" sz="2400" i="0" spc="0" dirty="0" smtClean="0">
                <a:solidFill>
                  <a:schemeClr val="tx1"/>
                </a:solidFill>
                <a:latin typeface="GT Sectra Fine"/>
              </a:defRPr>
            </a:lvl1pPr>
            <a:lvl2pPr marL="0" algn="ctr">
              <a:lnSpc>
                <a:spcPct val="90000"/>
              </a:lnSpc>
              <a:spcAft>
                <a:spcPts val="600"/>
              </a:spcAft>
              <a:defRPr lang="en-US" sz="2400" dirty="0" smtClean="0">
                <a:solidFill>
                  <a:srgbClr val="E6DCFF"/>
                </a:solidFill>
                <a:latin typeface="GT Sectra Fine" panose="00000500000000000000" pitchFamily="50" charset="0"/>
              </a:defRPr>
            </a:lvl2pPr>
            <a:lvl3pPr marL="0" algn="ctr">
              <a:lnSpc>
                <a:spcPct val="90000"/>
              </a:lnSpc>
              <a:spcAft>
                <a:spcPts val="600"/>
              </a:spcAft>
              <a:defRPr lang="en-US" sz="2400" dirty="0" smtClean="0">
                <a:solidFill>
                  <a:srgbClr val="E6DCFF"/>
                </a:solidFill>
                <a:latin typeface="GT Sectra Fine" panose="00000500000000000000" pitchFamily="50" charset="0"/>
              </a:defRPr>
            </a:lvl3pPr>
            <a:lvl4pPr marL="0" algn="ctr">
              <a:lnSpc>
                <a:spcPct val="90000"/>
              </a:lnSpc>
              <a:spcAft>
                <a:spcPts val="600"/>
              </a:spcAft>
              <a:defRPr lang="en-US" sz="2400" dirty="0" smtClean="0">
                <a:solidFill>
                  <a:srgbClr val="E6DCFF"/>
                </a:solidFill>
                <a:latin typeface="GT Sectra Fine" panose="00000500000000000000" pitchFamily="50" charset="0"/>
              </a:defRPr>
            </a:lvl4pPr>
            <a:lvl5pPr marL="0" algn="ctr">
              <a:lnSpc>
                <a:spcPct val="90000"/>
              </a:lnSpc>
              <a:spcAft>
                <a:spcPts val="600"/>
              </a:spcAft>
              <a:defRPr lang="en-US" sz="2400" dirty="0">
                <a:solidFill>
                  <a:srgbClr val="E6DCFF"/>
                </a:solidFill>
                <a:latin typeface="GT Sectra Fine" panose="00000500000000000000" pitchFamily="50" charset="0"/>
              </a:defRPr>
            </a:lvl5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t>Place subtitle here in GT Sectra Fine 24pt</a:t>
            </a:r>
          </a:p>
        </p:txBody>
      </p:sp>
    </p:spTree>
    <p:extLst>
      <p:ext uri="{BB962C8B-B14F-4D97-AF65-F5344CB8AC3E}">
        <p14:creationId xmlns:p14="http://schemas.microsoft.com/office/powerpoint/2010/main" val="17730451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2_Cover Image - Left-aligned, Logo">
    <p:bg>
      <p:bgPr>
        <a:solidFill>
          <a:schemeClr val="tx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E14C915-ACFE-AC0C-C77C-1854ED498809}"/>
              </a:ext>
            </a:extLst>
          </p:cNvPr>
          <p:cNvGraphicFramePr>
            <a:graphicFrameLocks noChangeAspect="1"/>
          </p:cNvGraphicFramePr>
          <p:nvPr userDrawn="1">
            <p:custDataLst>
              <p:tags r:id="rId1"/>
            </p:custDataLst>
            <p:extLst>
              <p:ext uri="{D42A27DB-BD31-4B8C-83A1-F6EECF244321}">
                <p14:modId xmlns:p14="http://schemas.microsoft.com/office/powerpoint/2010/main" val="32883681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AE14C915-ACFE-AC0C-C77C-1854ED49880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p:spPr>
        <p:txBody>
          <a:bodyPr vert="horz" anchor="b"/>
          <a:lstStyle>
            <a:lvl1pPr algn="l" rtl="0">
              <a:lnSpc>
                <a:spcPct val="90000"/>
              </a:lnSpc>
              <a:defRPr sz="4800">
                <a:solidFill>
                  <a:schemeClr val="bg1"/>
                </a:solidFill>
              </a:defRPr>
            </a:lvl1pPr>
          </a:lstStyle>
          <a:p>
            <a:r>
              <a:rPr lang="en-US" dirty="0"/>
              <a:t>Place presentation title here 48pt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bg1"/>
                </a:solidFill>
                <a:latin typeface="+mn-lt"/>
                <a:ea typeface="+mn-ea"/>
                <a:cs typeface="+mn-cs"/>
              </a:defRPr>
            </a:lvl1pPr>
          </a:lstStyle>
          <a:p>
            <a:fld id="{395525D8-8C3D-4FEA-A4F3-A7048ED97C11}" type="datetime2">
              <a:rPr lang="en-US" smtClean="0"/>
              <a:pPr/>
              <a:t>Thursday, August 27, 2026</a:t>
            </a:fld>
            <a:endParaRPr lang="en-US" dirty="0"/>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bg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8" name="Subtitle 2">
            <a:extLst>
              <a:ext uri="{FF2B5EF4-FFF2-40B4-BE49-F238E27FC236}">
                <a16:creationId xmlns:a16="http://schemas.microsoft.com/office/drawing/2014/main" id="{9279EB0A-2DCA-4410-A834-F9A425FF964B}"/>
              </a:ext>
            </a:extLst>
          </p:cNvPr>
          <p:cNvSpPr>
            <a:spLocks noGrp="1"/>
          </p:cNvSpPr>
          <p:nvPr>
            <p:ph type="subTitle" idx="1" hasCustomPrompt="1"/>
          </p:nvPr>
        </p:nvSpPr>
        <p:spPr>
          <a:xfrm>
            <a:off x="381001" y="3097823"/>
            <a:ext cx="4301168" cy="1092845"/>
          </a:xfrm>
        </p:spPr>
        <p:txBody>
          <a:bodyPr/>
          <a:lstStyle>
            <a:lvl1pPr marL="0" indent="0" algn="l" rtl="0">
              <a:lnSpc>
                <a:spcPct val="90000"/>
              </a:lnSpc>
              <a:spcAft>
                <a:spcPts val="0"/>
              </a:spcAft>
              <a:buNone/>
              <a:defRPr sz="2400" b="0" i="0" spc="0">
                <a:solidFill>
                  <a:schemeClr val="bg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pic>
        <p:nvPicPr>
          <p:cNvPr id="5" name="Picture 4">
            <a:extLst>
              <a:ext uri="{FF2B5EF4-FFF2-40B4-BE49-F238E27FC236}">
                <a16:creationId xmlns:a16="http://schemas.microsoft.com/office/drawing/2014/main" id="{E208B9F0-97C2-4E32-B747-303D00DEEACC}"/>
              </a:ext>
            </a:extLst>
          </p:cNvPr>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410817" y="6173039"/>
            <a:ext cx="4395557" cy="278295"/>
          </a:xfrm>
          <a:prstGeom prst="rect">
            <a:avLst/>
          </a:prstGeom>
        </p:spPr>
      </p:pic>
      <p:pic>
        <p:nvPicPr>
          <p:cNvPr id="6" name="Picture 5">
            <a:extLst>
              <a:ext uri="{FF2B5EF4-FFF2-40B4-BE49-F238E27FC236}">
                <a16:creationId xmlns:a16="http://schemas.microsoft.com/office/drawing/2014/main" id="{FC2A8E9C-042F-B642-A530-4D7EA90923ED}"/>
              </a:ext>
            </a:extLst>
          </p:cNvPr>
          <p:cNvPicPr>
            <a:picLocks noChangeAspect="1"/>
          </p:cNvPicPr>
          <p:nvPr userDrawn="1"/>
        </p:nvPicPr>
        <p:blipFill rotWithShape="1">
          <a:blip r:embed="rId6">
            <a:extLst>
              <a:ext uri="{28A0092B-C50C-407E-A947-70E740481C1C}">
                <a14:useLocalDpi xmlns:a14="http://schemas.microsoft.com/office/drawing/2010/main"/>
              </a:ext>
            </a:extLst>
          </a:blip>
          <a:srcRect/>
          <a:stretch/>
        </p:blipFill>
        <p:spPr>
          <a:xfrm>
            <a:off x="381001" y="381000"/>
            <a:ext cx="670786" cy="732823"/>
          </a:xfrm>
          <a:prstGeom prst="rect">
            <a:avLst/>
          </a:prstGeom>
        </p:spPr>
      </p:pic>
      <p:pic>
        <p:nvPicPr>
          <p:cNvPr id="15" name="Picture 14">
            <a:extLst>
              <a:ext uri="{FF2B5EF4-FFF2-40B4-BE49-F238E27FC236}">
                <a16:creationId xmlns:a16="http://schemas.microsoft.com/office/drawing/2014/main" id="{FA167907-8907-9E46-A65A-15989AEB0BB7}"/>
              </a:ext>
            </a:extLst>
          </p:cNvPr>
          <p:cNvPicPr>
            <a:picLocks noChangeAspect="1"/>
          </p:cNvPicPr>
          <p:nvPr userDrawn="1"/>
        </p:nvPicPr>
        <p:blipFill>
          <a:blip r:embed="rId7">
            <a:extLst>
              <a:ext uri="{28A0092B-C50C-407E-A947-70E740481C1C}">
                <a14:useLocalDpi xmlns:a14="http://schemas.microsoft.com/office/drawing/2010/main"/>
              </a:ext>
            </a:extLst>
          </a:blip>
          <a:stretch>
            <a:fillRect/>
          </a:stretch>
        </p:blipFill>
        <p:spPr>
          <a:xfrm>
            <a:off x="381001" y="6198895"/>
            <a:ext cx="4395558" cy="278104"/>
          </a:xfrm>
          <a:prstGeom prst="rect">
            <a:avLst/>
          </a:prstGeom>
        </p:spPr>
      </p:pic>
    </p:spTree>
    <p:extLst>
      <p:ext uri="{BB962C8B-B14F-4D97-AF65-F5344CB8AC3E}">
        <p14:creationId xmlns:p14="http://schemas.microsoft.com/office/powerpoint/2010/main" val="397221086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4C13219-04BA-BD26-EAA1-52CF8CC3FAF8}"/>
              </a:ext>
            </a:extLst>
          </p:cNvPr>
          <p:cNvGraphicFramePr>
            <a:graphicFrameLocks noChangeAspect="1"/>
          </p:cNvGraphicFramePr>
          <p:nvPr userDrawn="1">
            <p:custDataLst>
              <p:tags r:id="rId1"/>
            </p:custDataLst>
            <p:extLst>
              <p:ext uri="{D42A27DB-BD31-4B8C-83A1-F6EECF244321}">
                <p14:modId xmlns:p14="http://schemas.microsoft.com/office/powerpoint/2010/main" val="39981138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E4C13219-04BA-BD26-EAA1-52CF8CC3FA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869570"/>
          </a:xfrm>
        </p:spPr>
        <p:txBody>
          <a:bodyPr/>
          <a:lstStyle>
            <a:lvl1pPr marL="0" indent="0" rtl="0">
              <a:lnSpc>
                <a:spcPct val="90000"/>
              </a:lnSpc>
              <a:buNone/>
              <a:defRPr sz="2400">
                <a:solidFill>
                  <a:schemeClr val="accent1"/>
                </a:solidFill>
                <a:latin typeface="GT Sectra Fine" panose="00000500000000000000" pitchFamily="50" charset="0"/>
              </a:defRPr>
            </a:lvl1pPr>
            <a:lvl2pPr marL="0" indent="0">
              <a:buNone/>
              <a:defRPr sz="1800"/>
            </a:lvl2pPr>
            <a:lvl3pPr marL="228600">
              <a:buFont typeface="Arial" panose="020B0604020202020204" pitchFamily="34" charset="0"/>
              <a:buChar char="•"/>
              <a:defRPr sz="1800"/>
            </a:lvl3pPr>
            <a:lvl4pPr marL="457200">
              <a:buFont typeface="System Font"/>
              <a:buChar char="–"/>
              <a:defRPr sz="1600"/>
            </a:lvl4pPr>
            <a:lvl5pPr marL="685800">
              <a:buFont typeface="Arial" panose="020B0604020202020204" pitchFamily="34" charset="0"/>
              <a:buChar char="•"/>
              <a:defRPr sz="1600"/>
            </a:lvl5pPr>
          </a:lstStyle>
          <a:p>
            <a:pPr lvl="0"/>
            <a:r>
              <a:rPr lang="en-US" dirty="0"/>
              <a:t>Place agenda summary here in GT Sectra Fine</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vert="horz"/>
          <a:lstStyle>
            <a:lvl1pPr rtl="0">
              <a:defRPr/>
            </a:lvl1pPr>
          </a:lstStyle>
          <a:p>
            <a:r>
              <a:rPr lang="en-US"/>
              <a:t>Agenda</a:t>
            </a:r>
            <a:endParaRPr lang="en-US" dirty="0"/>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2953039" cy="485340"/>
          </a:xfrm>
        </p:spPr>
        <p:txBody>
          <a:bodyPr anchor="ctr"/>
          <a:lstStyle>
            <a:lvl1pPr rtl="0">
              <a:spcAft>
                <a:spcPts val="0"/>
              </a:spcAft>
              <a:defRPr sz="1600"/>
            </a:lvl1pPr>
          </a:lstStyle>
          <a:p>
            <a:pPr lvl="0"/>
            <a:r>
              <a:rPr lang="en-US"/>
              <a:t>Agenda item</a:t>
            </a:r>
            <a:endParaRPr lang="en-US" dirty="0"/>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2953039" cy="485340"/>
          </a:xfrm>
        </p:spPr>
        <p:txBody>
          <a:bodyPr anchor="ctr"/>
          <a:lstStyle>
            <a:lvl1pPr rtl="0">
              <a:spcAft>
                <a:spcPts val="0"/>
              </a:spcAft>
              <a:defRPr sz="1600"/>
            </a:lvl1pPr>
          </a:lstStyle>
          <a:p>
            <a:pPr lvl="0"/>
            <a:r>
              <a:rPr lang="en-US"/>
              <a:t>Agenda item</a:t>
            </a:r>
            <a:endParaRPr lang="en-US" dirty="0"/>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2953039" cy="485340"/>
          </a:xfrm>
        </p:spPr>
        <p:txBody>
          <a:bodyPr anchor="ctr"/>
          <a:lstStyle>
            <a:lvl1pPr rtl="0">
              <a:spcAft>
                <a:spcPts val="0"/>
              </a:spcAft>
              <a:defRPr sz="1600"/>
            </a:lvl1pPr>
          </a:lstStyle>
          <a:p>
            <a:pPr lvl="0"/>
            <a:r>
              <a:rPr lang="en-US"/>
              <a:t>Agenda item</a:t>
            </a:r>
            <a:endParaRPr lang="en-US" dirty="0"/>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2953039" cy="485340"/>
          </a:xfrm>
        </p:spPr>
        <p:txBody>
          <a:bodyPr anchor="ctr"/>
          <a:lstStyle>
            <a:lvl1pPr rtl="0">
              <a:spcAft>
                <a:spcPts val="0"/>
              </a:spcAft>
              <a:defRPr sz="1600"/>
            </a:lvl1pPr>
          </a:lstStyle>
          <a:p>
            <a:pPr lvl="0"/>
            <a:r>
              <a:rPr lang="en-US"/>
              <a:t>Agenda item</a:t>
            </a:r>
            <a:endParaRPr lang="en-US" dirty="0"/>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2953039" cy="485340"/>
          </a:xfrm>
        </p:spPr>
        <p:txBody>
          <a:bodyPr anchor="ctr"/>
          <a:lstStyle>
            <a:lvl1pPr rtl="0">
              <a:spcAft>
                <a:spcPts val="0"/>
              </a:spcAft>
              <a:defRPr sz="1600"/>
            </a:lvl1pPr>
          </a:lstStyle>
          <a:p>
            <a:pPr lvl="0"/>
            <a:r>
              <a:rPr lang="en-US"/>
              <a:t>Agenda item</a:t>
            </a:r>
            <a:endParaRPr lang="en-US" dirty="0"/>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2953039" cy="485340"/>
          </a:xfrm>
        </p:spPr>
        <p:txBody>
          <a:bodyPr anchor="ctr"/>
          <a:lstStyle>
            <a:lvl1pPr rtl="0">
              <a:spcAft>
                <a:spcPts val="0"/>
              </a:spcAft>
              <a:defRPr sz="1600"/>
            </a:lvl1pPr>
          </a:lstStyle>
          <a:p>
            <a:pPr lvl="0"/>
            <a:r>
              <a:rPr lang="en-US"/>
              <a:t>Agenda item</a:t>
            </a:r>
            <a:endParaRPr lang="en-US" dirty="0"/>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2953039" cy="485340"/>
          </a:xfrm>
        </p:spPr>
        <p:txBody>
          <a:bodyPr anchor="ctr"/>
          <a:lstStyle>
            <a:lvl1pPr rtl="0">
              <a:spcAft>
                <a:spcPts val="0"/>
              </a:spcAft>
              <a:defRPr sz="1600"/>
            </a:lvl1pPr>
          </a:lstStyle>
          <a:p>
            <a:pPr lvl="0"/>
            <a:r>
              <a:rPr lang="en-US"/>
              <a:t>Agenda item</a:t>
            </a:r>
            <a:endParaRPr lang="en-US" dirty="0"/>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2953039" cy="485340"/>
          </a:xfrm>
        </p:spPr>
        <p:txBody>
          <a:bodyPr anchor="ctr"/>
          <a:lstStyle>
            <a:lvl1pPr rtl="0">
              <a:spcAft>
                <a:spcPts val="0"/>
              </a:spcAft>
              <a:defRPr sz="1600"/>
            </a:lvl1pPr>
          </a:lstStyle>
          <a:p>
            <a:pPr lvl="0"/>
            <a:r>
              <a:rPr lang="en-US"/>
              <a:t>Agenda item</a:t>
            </a:r>
            <a:endParaRPr lang="en-US" dirty="0"/>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cxnSp>
        <p:nvCxnSpPr>
          <p:cNvPr id="4" name="Straight Connector 3">
            <a:extLst>
              <a:ext uri="{FF2B5EF4-FFF2-40B4-BE49-F238E27FC236}">
                <a16:creationId xmlns:a16="http://schemas.microsoft.com/office/drawing/2014/main" id="{D72EABDE-2DC7-B441-8D65-EC926DD10B85}"/>
              </a:ext>
            </a:extLst>
          </p:cNvPr>
          <p:cNvCxnSpPr/>
          <p:nvPr userDrawn="1"/>
        </p:nvCxnSpPr>
        <p:spPr>
          <a:xfrm>
            <a:off x="4045241" y="1371600"/>
            <a:ext cx="0" cy="471948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9" cy="485340"/>
          </a:xfrm>
        </p:spPr>
        <p:txBody>
          <a:bodyPr anchor="ctr"/>
          <a:lstStyle>
            <a:lvl1pPr rtl="0">
              <a:spcAft>
                <a:spcPts val="0"/>
              </a:spcAft>
              <a:defRPr sz="1600"/>
            </a:lvl1pPr>
          </a:lstStyle>
          <a:p>
            <a:pPr lvl="0"/>
            <a:r>
              <a:rPr lang="en-US"/>
              <a:t>Agenda item</a:t>
            </a:r>
            <a:endParaRPr lang="en-US" dirty="0"/>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8"/>
            <a:ext cx="2953039" cy="485340"/>
          </a:xfrm>
        </p:spPr>
        <p:txBody>
          <a:bodyPr anchor="ctr"/>
          <a:lstStyle>
            <a:lvl1pPr rtl="0">
              <a:spcAft>
                <a:spcPts val="0"/>
              </a:spcAft>
              <a:defRPr sz="1600"/>
            </a:lvl1pPr>
          </a:lstStyle>
          <a:p>
            <a:pPr lvl="0"/>
            <a:r>
              <a:rPr lang="en-US"/>
              <a:t>Agenda item</a:t>
            </a:r>
            <a:endParaRPr lang="en-US" dirty="0"/>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9" cy="485340"/>
          </a:xfrm>
        </p:spPr>
        <p:txBody>
          <a:bodyPr anchor="ctr"/>
          <a:lstStyle>
            <a:lvl1pPr rtl="0">
              <a:spcAft>
                <a:spcPts val="0"/>
              </a:spcAft>
              <a:defRPr sz="1600"/>
            </a:lvl1pPr>
          </a:lstStyle>
          <a:p>
            <a:pPr lvl="0"/>
            <a:r>
              <a:rPr lang="en-US"/>
              <a:t>Agenda item</a:t>
            </a:r>
            <a:endParaRPr lang="en-US" dirty="0"/>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9" cy="485340"/>
          </a:xfrm>
        </p:spPr>
        <p:txBody>
          <a:bodyPr anchor="ctr"/>
          <a:lstStyle>
            <a:lvl1pPr rtl="0">
              <a:spcAft>
                <a:spcPts val="0"/>
              </a:spcAft>
              <a:defRPr sz="1600"/>
            </a:lvl1pPr>
          </a:lstStyle>
          <a:p>
            <a:pPr lvl="0"/>
            <a:r>
              <a:rPr lang="en-US"/>
              <a:t>Agenda item</a:t>
            </a:r>
            <a:endParaRPr lang="en-US" dirty="0"/>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2"/>
            <a:ext cx="2953039" cy="485340"/>
          </a:xfrm>
        </p:spPr>
        <p:txBody>
          <a:bodyPr anchor="ctr"/>
          <a:lstStyle>
            <a:lvl1pPr rtl="0">
              <a:spcAft>
                <a:spcPts val="0"/>
              </a:spcAft>
              <a:defRPr sz="1600"/>
            </a:lvl1pPr>
          </a:lstStyle>
          <a:p>
            <a:pPr lvl="0"/>
            <a:r>
              <a:rPr lang="en-US"/>
              <a:t>Agenda item</a:t>
            </a:r>
            <a:endParaRPr lang="en-US" dirty="0"/>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9" cy="485340"/>
          </a:xfrm>
        </p:spPr>
        <p:txBody>
          <a:bodyPr anchor="ctr"/>
          <a:lstStyle>
            <a:lvl1pPr rtl="0">
              <a:spcAft>
                <a:spcPts val="0"/>
              </a:spcAft>
              <a:defRPr sz="1600"/>
            </a:lvl1pPr>
          </a:lstStyle>
          <a:p>
            <a:pPr lvl="0"/>
            <a:r>
              <a:rPr lang="en-US"/>
              <a:t>Agenda item</a:t>
            </a:r>
            <a:endParaRPr lang="en-US" dirty="0"/>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9" cy="485340"/>
          </a:xfrm>
        </p:spPr>
        <p:txBody>
          <a:bodyPr anchor="ctr"/>
          <a:lstStyle>
            <a:lvl1pPr rtl="0">
              <a:spcAft>
                <a:spcPts val="0"/>
              </a:spcAft>
              <a:defRPr sz="1600"/>
            </a:lvl1pPr>
          </a:lstStyle>
          <a:p>
            <a:pPr lvl="0"/>
            <a:r>
              <a:rPr lang="en-US"/>
              <a:t>Agenda item</a:t>
            </a:r>
            <a:endParaRPr lang="en-US" dirty="0"/>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9" cy="485340"/>
          </a:xfrm>
        </p:spPr>
        <p:txBody>
          <a:bodyPr anchor="ctr"/>
          <a:lstStyle>
            <a:lvl1pPr rtl="0">
              <a:spcAft>
                <a:spcPts val="0"/>
              </a:spcAft>
              <a:defRPr sz="1600"/>
            </a:lvl1pPr>
          </a:lstStyle>
          <a:p>
            <a:pPr lvl="0"/>
            <a:r>
              <a:rPr lang="en-US"/>
              <a:t>Agenda item</a:t>
            </a:r>
            <a:endParaRPr lang="en-US" dirty="0"/>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0"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0"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0"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0"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0"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0"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0"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0"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38" name="Date Placeholder 10">
            <a:extLst>
              <a:ext uri="{FF2B5EF4-FFF2-40B4-BE49-F238E27FC236}">
                <a16:creationId xmlns:a16="http://schemas.microsoft.com/office/drawing/2014/main" id="{44B6DFC5-6A54-A441-B4A1-5FB1E57A22CB}"/>
              </a:ext>
            </a:extLst>
          </p:cNvPr>
          <p:cNvSpPr>
            <a:spLocks noGrp="1"/>
          </p:cNvSpPr>
          <p:nvPr>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fld id="{EDCDE1A5-7B8C-446C-B047-DEF343C830D4}" type="datetime2">
              <a:rPr lang="en-US" smtClean="0"/>
              <a:pPr/>
              <a:t>Thursday, August 27, 2026</a:t>
            </a:fld>
            <a:endParaRPr lang="en-US" dirty="0"/>
          </a:p>
        </p:txBody>
      </p:sp>
      <p:sp>
        <p:nvSpPr>
          <p:cNvPr id="3" name="TextBox 2">
            <a:extLst>
              <a:ext uri="{FF2B5EF4-FFF2-40B4-BE49-F238E27FC236}">
                <a16:creationId xmlns:a16="http://schemas.microsoft.com/office/drawing/2014/main" id="{FDFC4F5B-DE83-214A-95EA-68339F579CF1}"/>
              </a:ext>
            </a:extLst>
          </p:cNvPr>
          <p:cNvSpPr txBox="1"/>
          <p:nvPr userDrawn="1"/>
        </p:nvSpPr>
        <p:spPr>
          <a:xfrm>
            <a:off x="9290304" y="6601968"/>
            <a:ext cx="0" cy="0"/>
          </a:xfrm>
          <a:prstGeom prst="rect">
            <a:avLst/>
          </a:prstGeom>
          <a:noFill/>
        </p:spPr>
        <p:txBody>
          <a:bodyPr wrap="none" lIns="0" tIns="0" rIns="0" bIns="0" rtlCol="0">
            <a:noAutofit/>
          </a:bodyPr>
          <a:lstStyle/>
          <a:p>
            <a:pPr algn="l" defTabSz="228600" rtl="0">
              <a:spcAft>
                <a:spcPts val="1200"/>
              </a:spcAft>
            </a:pPr>
            <a:endParaRPr lang="en-US" noProof="0" dirty="0"/>
          </a:p>
        </p:txBody>
      </p:sp>
    </p:spTree>
    <p:extLst>
      <p:ext uri="{BB962C8B-B14F-4D97-AF65-F5344CB8AC3E}">
        <p14:creationId xmlns:p14="http://schemas.microsoft.com/office/powerpoint/2010/main" val="1746240682"/>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Section Divider with Image - Gradient Dark">
    <p:bg>
      <p:bgPr>
        <a:solidFill>
          <a:schemeClr val="accent3"/>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469C9F1-A495-33A3-CB94-5C7CB7C4347B}"/>
              </a:ext>
            </a:extLst>
          </p:cNvPr>
          <p:cNvGraphicFramePr>
            <a:graphicFrameLocks noChangeAspect="1"/>
          </p:cNvGraphicFramePr>
          <p:nvPr userDrawn="1">
            <p:custDataLst>
              <p:tags r:id="rId1"/>
            </p:custDataLst>
            <p:extLst>
              <p:ext uri="{D42A27DB-BD31-4B8C-83A1-F6EECF244321}">
                <p14:modId xmlns:p14="http://schemas.microsoft.com/office/powerpoint/2010/main" val="38534192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6469C9F1-A495-33A3-CB94-5C7CB7C434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4" name="Picture 13">
            <a:extLst>
              <a:ext uri="{FF2B5EF4-FFF2-40B4-BE49-F238E27FC236}">
                <a16:creationId xmlns:a16="http://schemas.microsoft.com/office/drawing/2014/main" id="{86F62995-A1F7-47A0-AD35-CBADA9723982}"/>
              </a:ext>
            </a:extLst>
          </p:cNvPr>
          <p:cNvPicPr>
            <a:picLocks noChangeAspect="1"/>
          </p:cNvPicPr>
          <p:nvPr userDrawn="1"/>
        </p:nvPicPr>
        <p:blipFill rotWithShape="1">
          <a:blip r:embed="rId5">
            <a:extLst>
              <a:ext uri="{28A0092B-C50C-407E-A947-70E740481C1C}">
                <a14:useLocalDpi xmlns:a14="http://schemas.microsoft.com/office/drawing/2010/main"/>
              </a:ext>
            </a:extLst>
          </a:blip>
          <a:srcRect t="-18"/>
          <a:stretch/>
        </p:blipFill>
        <p:spPr>
          <a:xfrm>
            <a:off x="1185" y="0"/>
            <a:ext cx="12189630" cy="6858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rtl="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US"/>
              <a:t>Place subtitle here in GT Sectra Fine 24pt</a:t>
            </a:r>
            <a:endParaRPr lang="en-US" dirty="0"/>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rtl="0">
              <a:buNone/>
              <a:defRPr sz="1400" b="0">
                <a:solidFill>
                  <a:schemeClr val="tx1"/>
                </a:solidFill>
              </a:defRPr>
            </a:lvl1pPr>
          </a:lstStyle>
          <a:p>
            <a:r>
              <a:rPr lang="en-US"/>
              <a:t>Add image, then ‘Send to Back’</a:t>
            </a:r>
            <a:endParaRPr lang="en-US" dirty="0"/>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vert="horz" anchor="b"/>
          <a:lstStyle>
            <a:lvl1pPr rtl="0">
              <a:defRPr sz="5400">
                <a:solidFill>
                  <a:schemeClr val="tx1"/>
                </a:solidFill>
              </a:defRPr>
            </a:lvl1pPr>
          </a:lstStyle>
          <a:p>
            <a:r>
              <a:rPr lang="en-US" dirty="0"/>
              <a:t>Section title 54pt</a:t>
            </a:r>
          </a:p>
        </p:txBody>
      </p:sp>
      <p:pic>
        <p:nvPicPr>
          <p:cNvPr id="4" name="Picture 3">
            <a:extLst>
              <a:ext uri="{FF2B5EF4-FFF2-40B4-BE49-F238E27FC236}">
                <a16:creationId xmlns:a16="http://schemas.microsoft.com/office/drawing/2014/main" id="{8EC07FC4-5CE3-4377-9FF4-FE915E8F0A0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576D3AD0-C81D-4B6F-AF8C-3B3FD9443CEC}"/>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US" sz="800" b="0" i="0" u="none" strike="noStrike" kern="0" cap="none" spc="0" normalizeH="0" baseline="0" noProof="0">
                <a:ln>
                  <a:noFill/>
                </a:ln>
                <a:solidFill>
                  <a:srgbClr val="FFFFFF">
                    <a:alpha val="75000"/>
                  </a:srgbClr>
                </a:solidFill>
                <a:effectLst/>
                <a:uLnTx/>
                <a:uFillTx/>
              </a:rPr>
              <a:t>Copyright © 2020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7" name="TextBox 6">
            <a:extLst>
              <a:ext uri="{FF2B5EF4-FFF2-40B4-BE49-F238E27FC236}">
                <a16:creationId xmlns:a16="http://schemas.microsoft.com/office/drawing/2014/main" id="{65BB85E4-FADD-4019-B75F-48AAA1B24BF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Tree>
    <p:extLst>
      <p:ext uri="{BB962C8B-B14F-4D97-AF65-F5344CB8AC3E}">
        <p14:creationId xmlns:p14="http://schemas.microsoft.com/office/powerpoint/2010/main" val="10218719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Section Divider with Image - Gradient Core">
    <p:bg>
      <p:bgPr>
        <a:solidFill>
          <a:schemeClr val="accent3"/>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21AF9F0-EB7F-0234-7DD2-B5A47FBC565F}"/>
              </a:ext>
            </a:extLst>
          </p:cNvPr>
          <p:cNvGraphicFramePr>
            <a:graphicFrameLocks noChangeAspect="1"/>
          </p:cNvGraphicFramePr>
          <p:nvPr userDrawn="1">
            <p:custDataLst>
              <p:tags r:id="rId1"/>
            </p:custDataLst>
            <p:extLst>
              <p:ext uri="{D42A27DB-BD31-4B8C-83A1-F6EECF244321}">
                <p14:modId xmlns:p14="http://schemas.microsoft.com/office/powerpoint/2010/main" val="20781498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8" name="think-cell data - do not delete" hidden="1">
                        <a:extLst>
                          <a:ext uri="{FF2B5EF4-FFF2-40B4-BE49-F238E27FC236}">
                            <a16:creationId xmlns:a16="http://schemas.microsoft.com/office/drawing/2014/main" id="{921AF9F0-EB7F-0234-7DD2-B5A47FBC56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D34847E9-71CB-4177-8BB3-C4EDB8A3E264}"/>
              </a:ext>
            </a:extLst>
          </p:cNvPr>
          <p:cNvPicPr>
            <a:picLocks noChangeAspect="1"/>
          </p:cNvPicPr>
          <p:nvPr userDrawn="1"/>
        </p:nvPicPr>
        <p:blipFill>
          <a:blip r:embed="rId5">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rtl="0">
              <a:buNone/>
              <a:defRPr sz="1400" b="0">
                <a:solidFill>
                  <a:schemeClr val="tx1"/>
                </a:solidFill>
              </a:defRPr>
            </a:lvl1pPr>
          </a:lstStyle>
          <a:p>
            <a:r>
              <a:rPr lang="en-US"/>
              <a:t>Add image, then ‘Send to Back’</a:t>
            </a:r>
            <a:endParaRPr lang="en-US" dirty="0"/>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vert="horz" anchor="b"/>
          <a:lstStyle>
            <a:lvl1pPr rtl="0">
              <a:defRPr sz="5400">
                <a:solidFill>
                  <a:schemeClr val="tx1"/>
                </a:solidFill>
              </a:defRPr>
            </a:lvl1pPr>
          </a:lstStyle>
          <a:p>
            <a:r>
              <a:rPr lang="en-US" dirty="0"/>
              <a:t>Section title 54pt</a:t>
            </a:r>
          </a:p>
        </p:txBody>
      </p:sp>
      <p:pic>
        <p:nvPicPr>
          <p:cNvPr id="4" name="Picture 3">
            <a:extLst>
              <a:ext uri="{FF2B5EF4-FFF2-40B4-BE49-F238E27FC236}">
                <a16:creationId xmlns:a16="http://schemas.microsoft.com/office/drawing/2014/main" id="{8EC07FC4-5CE3-4377-9FF4-FE915E8F0A0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576D3AD0-C81D-4B6F-AF8C-3B3FD9443CEC}"/>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US" sz="800" b="0" i="0" u="none" strike="noStrike" kern="0" cap="none" spc="0" normalizeH="0" baseline="0" noProof="0">
                <a:ln>
                  <a:noFill/>
                </a:ln>
                <a:solidFill>
                  <a:srgbClr val="FFFFFF">
                    <a:alpha val="75000"/>
                  </a:srgbClr>
                </a:solidFill>
                <a:effectLst/>
                <a:uLnTx/>
                <a:uFillTx/>
              </a:rPr>
              <a:t>Copyright © 2020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7" name="TextBox 6">
            <a:extLst>
              <a:ext uri="{FF2B5EF4-FFF2-40B4-BE49-F238E27FC236}">
                <a16:creationId xmlns:a16="http://schemas.microsoft.com/office/drawing/2014/main" id="{65BB85E4-FADD-4019-B75F-48AAA1B24BF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9" name="Text Placeholder 8">
            <a:extLst>
              <a:ext uri="{FF2B5EF4-FFF2-40B4-BE49-F238E27FC236}">
                <a16:creationId xmlns:a16="http://schemas.microsoft.com/office/drawing/2014/main" id="{C8D88312-3597-964E-9B24-8371E2C85670}"/>
              </a:ext>
            </a:extLst>
          </p:cNvPr>
          <p:cNvSpPr>
            <a:spLocks noGrp="1"/>
          </p:cNvSpPr>
          <p:nvPr>
            <p:ph type="body" sz="quarter" idx="16" hasCustomPrompt="1"/>
          </p:nvPr>
        </p:nvSpPr>
        <p:spPr>
          <a:xfrm>
            <a:off x="1143000" y="4610099"/>
            <a:ext cx="4953000" cy="1474215"/>
          </a:xfrm>
        </p:spPr>
        <p:txBody>
          <a:bodyPr/>
          <a:lstStyle>
            <a:lvl1pPr marL="0" indent="0" rtl="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US"/>
              <a:t>Place subtitle here in GT Sectra Fine 24pt</a:t>
            </a:r>
            <a:endParaRPr lang="en-US" dirty="0"/>
          </a:p>
        </p:txBody>
      </p:sp>
    </p:spTree>
    <p:extLst>
      <p:ext uri="{BB962C8B-B14F-4D97-AF65-F5344CB8AC3E}">
        <p14:creationId xmlns:p14="http://schemas.microsoft.com/office/powerpoint/2010/main" val="24938617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Section Divider - Numbered, Gradient Mid Purple">
    <p:bg>
      <p:bgPr>
        <a:solidFill>
          <a:schemeClr val="accent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1F46A2D-93FC-5923-E6A5-9C29036F1223}"/>
              </a:ext>
            </a:extLst>
          </p:cNvPr>
          <p:cNvGraphicFramePr>
            <a:graphicFrameLocks noChangeAspect="1"/>
          </p:cNvGraphicFramePr>
          <p:nvPr userDrawn="1">
            <p:custDataLst>
              <p:tags r:id="rId1"/>
            </p:custDataLst>
            <p:extLst>
              <p:ext uri="{D42A27DB-BD31-4B8C-83A1-F6EECF244321}">
                <p14:modId xmlns:p14="http://schemas.microsoft.com/office/powerpoint/2010/main" val="38974463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8" name="think-cell data - do not delete" hidden="1">
                        <a:extLst>
                          <a:ext uri="{FF2B5EF4-FFF2-40B4-BE49-F238E27FC236}">
                            <a16:creationId xmlns:a16="http://schemas.microsoft.com/office/drawing/2014/main" id="{A1F46A2D-93FC-5923-E6A5-9C29036F122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3" name="Picture 12">
            <a:extLst>
              <a:ext uri="{FF2B5EF4-FFF2-40B4-BE49-F238E27FC236}">
                <a16:creationId xmlns:a16="http://schemas.microsoft.com/office/drawing/2014/main" id="{CB16898D-3DD4-439C-B43F-558C1FDD3648}"/>
              </a:ext>
            </a:extLst>
          </p:cNvPr>
          <p:cNvPicPr>
            <a:picLocks noChangeAspect="1"/>
          </p:cNvPicPr>
          <p:nvPr userDrawn="1"/>
        </p:nvPicPr>
        <p:blipFill rotWithShape="1">
          <a:blip r:embed="rId5">
            <a:extLst>
              <a:ext uri="{28A0092B-C50C-407E-A947-70E740481C1C}">
                <a14:useLocalDpi xmlns:a14="http://schemas.microsoft.com/office/drawing/2010/main"/>
              </a:ext>
            </a:extLst>
          </a:blip>
          <a:srcRect/>
          <a:stretch/>
        </p:blipFill>
        <p:spPr>
          <a:xfrm>
            <a:off x="0" y="0"/>
            <a:ext cx="12192000" cy="3428999"/>
          </a:xfrm>
          <a:prstGeom prst="rect">
            <a:avLst/>
          </a:prstGeom>
        </p:spPr>
      </p:pic>
      <p:sp>
        <p:nvSpPr>
          <p:cNvPr id="7" name="Rectangle 6">
            <a:extLst>
              <a:ext uri="{FF2B5EF4-FFF2-40B4-BE49-F238E27FC236}">
                <a16:creationId xmlns:a16="http://schemas.microsoft.com/office/drawing/2014/main" id="{64015D5F-F315-4E58-856E-56BC8490AECE}"/>
              </a:ext>
            </a:extLst>
          </p:cNvPr>
          <p:cNvSpPr/>
          <p:nvPr userDrawn="1"/>
        </p:nvSpPr>
        <p:spPr>
          <a:xfrm>
            <a:off x="0" y="3428999"/>
            <a:ext cx="12192000" cy="3429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3889828"/>
            <a:ext cx="6186713" cy="2194485"/>
          </a:xfrm>
        </p:spPr>
        <p:txBody>
          <a:bodyPr vert="horz" anchor="t"/>
          <a:lstStyle>
            <a:lvl1pPr rtl="0">
              <a:defRPr sz="5400">
                <a:solidFill>
                  <a:schemeClr val="tx1"/>
                </a:solidFill>
              </a:defRPr>
            </a:lvl1pPr>
          </a:lstStyle>
          <a:p>
            <a:r>
              <a:rPr lang="en-US" dirty="0"/>
              <a:t>Section title 54pt</a:t>
            </a:r>
          </a:p>
        </p:txBody>
      </p:sp>
      <p:sp>
        <p:nvSpPr>
          <p:cNvPr id="11" name="Text Placeholder 2">
            <a:extLst>
              <a:ext uri="{FF2B5EF4-FFF2-40B4-BE49-F238E27FC236}">
                <a16:creationId xmlns:a16="http://schemas.microsoft.com/office/drawing/2014/main" id="{63E56B88-63DE-42F5-AE08-5F9069ED6835}"/>
              </a:ext>
            </a:extLst>
          </p:cNvPr>
          <p:cNvSpPr>
            <a:spLocks noGrp="1"/>
          </p:cNvSpPr>
          <p:nvPr>
            <p:ph type="body" idx="10" hasCustomPrompt="1"/>
          </p:nvPr>
        </p:nvSpPr>
        <p:spPr>
          <a:xfrm>
            <a:off x="1143001" y="835805"/>
            <a:ext cx="6186712" cy="2194487"/>
          </a:xfrm>
        </p:spPr>
        <p:txBody>
          <a:bodyPr anchor="ctr"/>
          <a:lstStyle>
            <a:lvl1pPr marL="0" indent="0" algn="l" defTabSz="914400" rtl="0" eaLnBrk="1" latinLnBrk="0" hangingPunct="1">
              <a:lnSpc>
                <a:spcPct val="80000"/>
              </a:lnSpc>
              <a:spcBef>
                <a:spcPct val="0"/>
              </a:spcBef>
              <a:spcAft>
                <a:spcPts val="0"/>
              </a:spcAft>
              <a:buNone/>
              <a:defRPr lang="en-US" sz="16600" b="1" kern="1200" dirty="0">
                <a:ln w="38100">
                  <a:solidFill>
                    <a:schemeClr val="tx1"/>
                  </a:solidFill>
                </a:ln>
                <a:no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a:t>
            </a:r>
          </a:p>
        </p:txBody>
      </p:sp>
      <p:pic>
        <p:nvPicPr>
          <p:cNvPr id="4" name="Picture 3">
            <a:extLst>
              <a:ext uri="{FF2B5EF4-FFF2-40B4-BE49-F238E27FC236}">
                <a16:creationId xmlns:a16="http://schemas.microsoft.com/office/drawing/2014/main" id="{A3B317ED-600C-4D7F-990D-38990FC868E0}"/>
              </a:ext>
            </a:extLst>
          </p:cNvPr>
          <p:cNvPicPr>
            <a:picLocks noChangeAspect="1"/>
          </p:cNvPicPr>
          <p:nvPr userDrawn="1"/>
        </p:nvPicPr>
        <p:blipFill>
          <a:blip r:embed="rId6">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86BA14C7-1430-48FF-8901-F3A033110900}"/>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US" sz="800" b="0" i="0" u="none" strike="noStrike" kern="0" cap="none" spc="0" normalizeH="0" baseline="0" noProof="0">
                <a:ln>
                  <a:noFill/>
                </a:ln>
                <a:solidFill>
                  <a:srgbClr val="FFFFFF">
                    <a:alpha val="75000"/>
                  </a:srgbClr>
                </a:solidFill>
                <a:effectLst/>
                <a:uLnTx/>
                <a:uFillTx/>
              </a:rPr>
              <a:t>Copyright © 2020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6" name="TextBox 5">
            <a:extLst>
              <a:ext uri="{FF2B5EF4-FFF2-40B4-BE49-F238E27FC236}">
                <a16:creationId xmlns:a16="http://schemas.microsoft.com/office/drawing/2014/main" id="{B68F01F3-5CA0-48F9-8E93-BE5B61747A9B}"/>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4" name="Text Placeholder 8">
            <a:extLst>
              <a:ext uri="{FF2B5EF4-FFF2-40B4-BE49-F238E27FC236}">
                <a16:creationId xmlns:a16="http://schemas.microsoft.com/office/drawing/2014/main" id="{4CC28DDD-91C9-FB49-B057-796687C8B07D}"/>
              </a:ext>
            </a:extLst>
          </p:cNvPr>
          <p:cNvSpPr>
            <a:spLocks noGrp="1"/>
          </p:cNvSpPr>
          <p:nvPr>
            <p:ph type="body" sz="quarter" idx="15" hasCustomPrompt="1"/>
          </p:nvPr>
        </p:nvSpPr>
        <p:spPr>
          <a:xfrm>
            <a:off x="8055427" y="3889828"/>
            <a:ext cx="2993573" cy="2194486"/>
          </a:xfrm>
        </p:spPr>
        <p:txBody>
          <a:bodyPr/>
          <a:lstStyle>
            <a:lvl1pPr marL="0" indent="0" rtl="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US"/>
              <a:t>Place subtitle here in GT Sectra Fine 24pt</a:t>
            </a:r>
            <a:endParaRPr lang="en-US" dirty="0"/>
          </a:p>
        </p:txBody>
      </p:sp>
    </p:spTree>
    <p:extLst>
      <p:ext uri="{BB962C8B-B14F-4D97-AF65-F5344CB8AC3E}">
        <p14:creationId xmlns:p14="http://schemas.microsoft.com/office/powerpoint/2010/main" val="99872136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and Content - Dark">
    <p:bg>
      <p:bgPr>
        <a:solidFill>
          <a:schemeClr val="accent3"/>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9B43FA6-CA77-4E42-81FC-7A7D0C69799E}"/>
              </a:ext>
            </a:extLst>
          </p:cNvPr>
          <p:cNvGraphicFramePr>
            <a:graphicFrameLocks noChangeAspect="1"/>
          </p:cNvGraphicFramePr>
          <p:nvPr userDrawn="1">
            <p:custDataLst>
              <p:tags r:id="rId1"/>
            </p:custDataLst>
            <p:extLst>
              <p:ext uri="{D42A27DB-BD31-4B8C-83A1-F6EECF244321}">
                <p14:modId xmlns:p14="http://schemas.microsoft.com/office/powerpoint/2010/main" val="2835563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think-cell data - do not delete" hidden="1">
                        <a:extLst>
                          <a:ext uri="{FF2B5EF4-FFF2-40B4-BE49-F238E27FC236}">
                            <a16:creationId xmlns:a16="http://schemas.microsoft.com/office/drawing/2014/main" id="{39B43FA6-CA77-4E42-81FC-7A7D0C69799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9" name="Picture 8">
            <a:extLst>
              <a:ext uri="{FF2B5EF4-FFF2-40B4-BE49-F238E27FC236}">
                <a16:creationId xmlns:a16="http://schemas.microsoft.com/office/drawing/2014/main" id="{859F547C-24AC-4360-A79B-5A655D445CD2}"/>
              </a:ext>
            </a:extLst>
          </p:cNvPr>
          <p:cNvPicPr>
            <a:picLocks noChangeAspect="1"/>
          </p:cNvPicPr>
          <p:nvPr userDrawn="1"/>
        </p:nvPicPr>
        <p:blipFill>
          <a:blip r:embed="rId5"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4" name="Title 1">
            <a:extLst>
              <a:ext uri="{FF2B5EF4-FFF2-40B4-BE49-F238E27FC236}">
                <a16:creationId xmlns:a16="http://schemas.microsoft.com/office/drawing/2014/main" id="{86D4EA4B-84F0-4EB3-B6B4-6EAB903D2C21}"/>
              </a:ext>
            </a:extLst>
          </p:cNvPr>
          <p:cNvSpPr>
            <a:spLocks noGrp="1"/>
          </p:cNvSpPr>
          <p:nvPr>
            <p:ph type="title" hasCustomPrompt="1"/>
          </p:nvPr>
        </p:nvSpPr>
        <p:spPr>
          <a:xfrm>
            <a:off x="381000" y="381000"/>
            <a:ext cx="11430000" cy="990600"/>
          </a:xfrm>
        </p:spPr>
        <p:txBody>
          <a:bodyPr vert="horz"/>
          <a:lstStyle>
            <a:lvl1pPr rtl="0">
              <a:defRPr sz="3600"/>
            </a:lvl1pPr>
          </a:lstStyle>
          <a:p>
            <a:r>
              <a:rPr lang="en-US"/>
              <a:t>Place headline here (36pt, min 30pt)</a:t>
            </a:r>
            <a:endParaRPr lang="en-US" dirty="0"/>
          </a:p>
        </p:txBody>
      </p:sp>
      <p:sp>
        <p:nvSpPr>
          <p:cNvPr id="5" name="Content Placeholder 7">
            <a:extLst>
              <a:ext uri="{FF2B5EF4-FFF2-40B4-BE49-F238E27FC236}">
                <a16:creationId xmlns:a16="http://schemas.microsoft.com/office/drawing/2014/main" id="{6DFCE48E-1DF3-48D6-BD43-BA3B9CE95A05}"/>
              </a:ext>
            </a:extLst>
          </p:cNvPr>
          <p:cNvSpPr>
            <a:spLocks noGrp="1"/>
          </p:cNvSpPr>
          <p:nvPr>
            <p:ph sz="quarter" idx="10" hasCustomPrompt="1"/>
          </p:nvPr>
        </p:nvSpPr>
        <p:spPr>
          <a:xfrm>
            <a:off x="381001" y="1371601"/>
            <a:ext cx="11430000" cy="4940300"/>
          </a:xfrm>
        </p:spPr>
        <p:txBody>
          <a:bodyPr/>
          <a:lstStyle>
            <a:lvl1pPr rtl="0">
              <a:defRPr/>
            </a:lvl1pPr>
            <a:lvl2pPr rtl="0">
              <a:defRPr/>
            </a:lvl2pPr>
            <a:lvl3pPr rtl="0">
              <a:defRPr/>
            </a:lvl3pPr>
            <a:lvl4pPr rtl="0">
              <a:defRPr/>
            </a:lvl4pPr>
            <a:lvl5pPr rtl="0">
              <a:defRPr/>
            </a:lvl5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53606611"/>
      </p:ext>
    </p:extLst>
  </p:cSld>
  <p:clrMapOvr>
    <a:overrideClrMapping bg1="dk1" tx1="lt1" bg2="dk2" tx2="lt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Title and Content - Light">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C6EB0A3-66A4-383C-6BB2-E3456E676C40}"/>
              </a:ext>
            </a:extLst>
          </p:cNvPr>
          <p:cNvGraphicFramePr>
            <a:graphicFrameLocks noChangeAspect="1"/>
          </p:cNvGraphicFramePr>
          <p:nvPr userDrawn="1">
            <p:custDataLst>
              <p:tags r:id="rId1"/>
            </p:custDataLst>
            <p:extLst>
              <p:ext uri="{D42A27DB-BD31-4B8C-83A1-F6EECF244321}">
                <p14:modId xmlns:p14="http://schemas.microsoft.com/office/powerpoint/2010/main" val="30747622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DC6EB0A3-66A4-383C-6BB2-E3456E676C4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90600"/>
          </a:xfrm>
        </p:spPr>
        <p:txBody>
          <a:bodyPr vert="horz"/>
          <a:lstStyle>
            <a:lvl1pPr rtl="0">
              <a:defRPr sz="3600"/>
            </a:lvl1pPr>
          </a:lstStyle>
          <a:p>
            <a:r>
              <a:rPr lang="en-US"/>
              <a:t>Place headline here (36pt, min 30pt)</a:t>
            </a:r>
            <a:endParaRPr lang="en-US" dirty="0"/>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371601"/>
            <a:ext cx="11430000" cy="4940300"/>
          </a:xfrm>
        </p:spPr>
        <p:txBody>
          <a:bodyPr/>
          <a:lstStyle>
            <a:lvl1pPr rtl="0">
              <a:defRPr/>
            </a:lvl1pPr>
            <a:lvl2pPr rtl="0">
              <a:defRPr/>
            </a:lvl2pPr>
            <a:lvl3pPr rtl="0">
              <a:defRPr/>
            </a:lvl3pPr>
            <a:lvl4pPr rtl="0">
              <a:defRPr/>
            </a:lvl4pPr>
            <a:lvl5pPr rtl="0">
              <a:defRPr/>
            </a:lvl5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34695660"/>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lumns 2 - Headline + GT Sectr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9A6389B-65C4-3E9E-5113-4595B2FACCCB}"/>
              </a:ext>
            </a:extLst>
          </p:cNvPr>
          <p:cNvGraphicFramePr>
            <a:graphicFrameLocks noChangeAspect="1"/>
          </p:cNvGraphicFramePr>
          <p:nvPr userDrawn="1">
            <p:custDataLst>
              <p:tags r:id="rId1"/>
            </p:custDataLst>
            <p:extLst>
              <p:ext uri="{D42A27DB-BD31-4B8C-83A1-F6EECF244321}">
                <p14:modId xmlns:p14="http://schemas.microsoft.com/office/powerpoint/2010/main" val="41871159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49A6389B-65C4-3E9E-5113-4595B2FACCC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0" y="3004457"/>
            <a:ext cx="5524500" cy="2869570"/>
          </a:xfrm>
        </p:spPr>
        <p:txBody>
          <a:bodyPr/>
          <a:lstStyle>
            <a:lvl1pPr marL="0" indent="0" rtl="0">
              <a:lnSpc>
                <a:spcPct val="90000"/>
              </a:lnSpc>
              <a:buNone/>
              <a:defRPr sz="2400">
                <a:solidFill>
                  <a:schemeClr val="accent1"/>
                </a:solidFill>
                <a:latin typeface="GT Sectra Fine" panose="00000500000000000000" pitchFamily="50" charset="0"/>
              </a:defRPr>
            </a:lvl1pPr>
            <a:lvl2pPr marL="0" indent="0" rtl="0">
              <a:buNone/>
              <a:defRPr sz="1800"/>
            </a:lvl2pPr>
            <a:lvl3pPr marL="228600" rtl="0">
              <a:buFont typeface="Arial" panose="020B0604020202020204" pitchFamily="34" charset="0"/>
              <a:buChar char="•"/>
              <a:defRPr sz="1800"/>
            </a:lvl3pPr>
            <a:lvl4pPr marL="457200" rtl="0">
              <a:buFont typeface="System Font"/>
              <a:buChar char="–"/>
              <a:defRPr sz="1600"/>
            </a:lvl4pPr>
            <a:lvl5pPr marL="685800" rtl="0">
              <a:buFont typeface="Arial" panose="020B0604020202020204" pitchFamily="34" charset="0"/>
              <a:buChar char="•"/>
              <a:defRPr sz="1600"/>
            </a:lvl5pPr>
          </a:lstStyle>
          <a:p>
            <a:pPr lvl="0"/>
            <a:r>
              <a:rPr lang="en-US" dirty="0"/>
              <a:t>Place sub-headline here in GT Sectra Fine, indent for other levels</a:t>
            </a:r>
          </a:p>
          <a:p>
            <a:pPr lvl="1"/>
            <a:r>
              <a:rPr lang="en-US" dirty="0"/>
              <a:t>Second level (text 18pt)</a:t>
            </a:r>
          </a:p>
          <a:p>
            <a:pPr lvl="2"/>
            <a:r>
              <a:rPr lang="en-US" dirty="0"/>
              <a:t>Third level bullet (bullet 18pt)</a:t>
            </a:r>
          </a:p>
          <a:p>
            <a:pPr lvl="3"/>
            <a:r>
              <a:rPr lang="en-US" dirty="0"/>
              <a:t>Fourth level bullet (bullet 16pt)</a:t>
            </a:r>
          </a:p>
          <a:p>
            <a:pPr lvl="4"/>
            <a:r>
              <a:rPr lang="en-US" dirty="0"/>
              <a:t>Fifth level bullet (bullet 16pt)</a:t>
            </a:r>
          </a:p>
        </p:txBody>
      </p:sp>
      <p:sp>
        <p:nvSpPr>
          <p:cNvPr id="6" name="Content Placeholder 7">
            <a:extLst>
              <a:ext uri="{FF2B5EF4-FFF2-40B4-BE49-F238E27FC236}">
                <a16:creationId xmlns:a16="http://schemas.microsoft.com/office/drawing/2014/main" id="{CC1513EB-EC9B-9B42-BA12-BC659505A768}"/>
              </a:ext>
            </a:extLst>
          </p:cNvPr>
          <p:cNvSpPr>
            <a:spLocks noGrp="1"/>
          </p:cNvSpPr>
          <p:nvPr>
            <p:ph sz="quarter" idx="10" hasCustomPrompt="1"/>
          </p:nvPr>
        </p:nvSpPr>
        <p:spPr>
          <a:xfrm>
            <a:off x="6286499" y="1371601"/>
            <a:ext cx="5524500" cy="4502426"/>
          </a:xfrm>
        </p:spPr>
        <p:txBody>
          <a:bodyPr/>
          <a:lstStyle>
            <a:lvl1pPr rtl="0">
              <a:defRPr/>
            </a:lvl1pPr>
            <a:lvl2pPr rtl="0">
              <a:defRPr/>
            </a:lvl2pPr>
            <a:lvl3pPr rtl="0">
              <a:defRPr/>
            </a:lvl3pPr>
            <a:lvl4pPr rtl="0">
              <a:defRPr/>
            </a:lvl4pPr>
            <a:lvl5pPr rtl="0">
              <a:defRPr/>
            </a:lvl5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1371601"/>
            <a:ext cx="5524499" cy="1632856"/>
          </a:xfrm>
        </p:spPr>
        <p:txBody>
          <a:bodyPr vert="horz"/>
          <a:lstStyle>
            <a:lvl1pPr rtl="0">
              <a:defRPr/>
            </a:lvl1pPr>
          </a:lstStyle>
          <a:p>
            <a:r>
              <a:rPr lang="en-US"/>
              <a:t>Place headline here (36pt, min 30pt)</a:t>
            </a:r>
            <a:endParaRPr lang="en-US" dirty="0"/>
          </a:p>
        </p:txBody>
      </p:sp>
    </p:spTree>
    <p:extLst>
      <p:ext uri="{BB962C8B-B14F-4D97-AF65-F5344CB8AC3E}">
        <p14:creationId xmlns:p14="http://schemas.microsoft.com/office/powerpoint/2010/main" val="1389076803"/>
      </p:ext>
    </p:extLst>
  </p:cSld>
  <p:clrMapOvr>
    <a:masterClrMapping/>
  </p:clrMapOvr>
  <p:extLst>
    <p:ext uri="{DCECCB84-F9BA-43D5-87BE-67443E8EF086}">
      <p15:sldGuideLst xmlns:p15="http://schemas.microsoft.com/office/powerpoint/2012/main">
        <p15:guide id="1" orient="horz" pos="864">
          <p15:clr>
            <a:srgbClr val="5ACBF0"/>
          </p15:clr>
        </p15:guide>
        <p15:guide id="2" pos="3720">
          <p15:clr>
            <a:srgbClr val="5ACBF0"/>
          </p15:clr>
        </p15:guide>
        <p15:guide id="3" pos="3960">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lumns 2 - Headline + Conten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771FED5-7957-1DE7-6FA1-DD6E132B23B6}"/>
              </a:ext>
            </a:extLst>
          </p:cNvPr>
          <p:cNvGraphicFramePr>
            <a:graphicFrameLocks noChangeAspect="1"/>
          </p:cNvGraphicFramePr>
          <p:nvPr userDrawn="1">
            <p:custDataLst>
              <p:tags r:id="rId1"/>
            </p:custDataLst>
            <p:extLst>
              <p:ext uri="{D42A27DB-BD31-4B8C-83A1-F6EECF244321}">
                <p14:modId xmlns:p14="http://schemas.microsoft.com/office/powerpoint/2010/main" val="30676794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E771FED5-7957-1DE7-6FA1-DD6E132B23B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p:spPr>
        <p:txBody>
          <a:bodyPr vert="horz"/>
          <a:lstStyle>
            <a:lvl1pPr rtl="0">
              <a:defRPr/>
            </a:lvl1pPr>
          </a:lstStyle>
          <a:p>
            <a:r>
              <a:rPr lang="en-US"/>
              <a:t>Place headline here (36pt, min 30pt)</a:t>
            </a:r>
            <a:endParaRPr lang="en-US" dirty="0"/>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1371601"/>
            <a:ext cx="552450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 24pt</a:t>
            </a:r>
          </a:p>
        </p:txBody>
      </p:sp>
      <p:sp>
        <p:nvSpPr>
          <p:cNvPr id="13" name="Text Placeholder 2">
            <a:extLst>
              <a:ext uri="{FF2B5EF4-FFF2-40B4-BE49-F238E27FC236}">
                <a16:creationId xmlns:a16="http://schemas.microsoft.com/office/drawing/2014/main" id="{EDE1E44A-D007-46D2-9E20-283025607FF2}"/>
              </a:ext>
            </a:extLst>
          </p:cNvPr>
          <p:cNvSpPr>
            <a:spLocks noGrp="1"/>
          </p:cNvSpPr>
          <p:nvPr>
            <p:ph type="body" idx="14" hasCustomPrompt="1"/>
          </p:nvPr>
        </p:nvSpPr>
        <p:spPr>
          <a:xfrm>
            <a:off x="6286499" y="1371601"/>
            <a:ext cx="552450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 24pt</a:t>
            </a:r>
          </a:p>
        </p:txBody>
      </p:sp>
      <p:sp>
        <p:nvSpPr>
          <p:cNvPr id="18" name="Text Placeholder 2">
            <a:extLst>
              <a:ext uri="{FF2B5EF4-FFF2-40B4-BE49-F238E27FC236}">
                <a16:creationId xmlns:a16="http://schemas.microsoft.com/office/drawing/2014/main" id="{6B6533C5-6F53-46C1-904B-4A15BC734E7D}"/>
              </a:ext>
            </a:extLst>
          </p:cNvPr>
          <p:cNvSpPr>
            <a:spLocks noGrp="1"/>
          </p:cNvSpPr>
          <p:nvPr>
            <p:ph type="body" idx="16" hasCustomPrompt="1"/>
          </p:nvPr>
        </p:nvSpPr>
        <p:spPr>
          <a:xfrm>
            <a:off x="381000" y="5874026"/>
            <a:ext cx="5524500" cy="437873"/>
          </a:xfrm>
        </p:spPr>
        <p:txBody>
          <a:bodyPr anchor="t"/>
          <a:lstStyle>
            <a:lvl1pPr marL="0" indent="0" defTabSz="228600" rtl="0">
              <a:lnSpc>
                <a:spcPct val="90000"/>
              </a:lnSpc>
              <a:spcAft>
                <a:spcPts val="0"/>
              </a:spcAft>
              <a:buFont typeface="Arial" panose="020B0604020202020204" pitchFamily="34" charset="0"/>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more info here 12pt</a:t>
            </a:r>
          </a:p>
        </p:txBody>
      </p:sp>
      <p:sp>
        <p:nvSpPr>
          <p:cNvPr id="21" name="Text Placeholder 2">
            <a:extLst>
              <a:ext uri="{FF2B5EF4-FFF2-40B4-BE49-F238E27FC236}">
                <a16:creationId xmlns:a16="http://schemas.microsoft.com/office/drawing/2014/main" id="{842901BF-D744-42DD-805A-32CB37B9D8BC}"/>
              </a:ext>
            </a:extLst>
          </p:cNvPr>
          <p:cNvSpPr>
            <a:spLocks noGrp="1"/>
          </p:cNvSpPr>
          <p:nvPr>
            <p:ph type="body" idx="17" hasCustomPrompt="1"/>
          </p:nvPr>
        </p:nvSpPr>
        <p:spPr>
          <a:xfrm>
            <a:off x="6286499" y="5874026"/>
            <a:ext cx="5524500" cy="437873"/>
          </a:xfrm>
        </p:spPr>
        <p:txBody>
          <a:bodyPr vert="horz" lIns="0" tIns="0" rIns="0" bIns="0" rtlCol="0" anchor="t">
            <a:noAutofit/>
          </a:bodyPr>
          <a:lstStyle>
            <a:lvl1pPr marL="0" indent="0" defTabSz="228600" rtl="0">
              <a:buNone/>
              <a:defRPr lang="en-US" sz="1200" dirty="0"/>
            </a:lvl1pPr>
          </a:lstStyle>
          <a:p>
            <a:pPr lvl="0"/>
            <a:r>
              <a:rPr lang="en-US" dirty="0"/>
              <a:t>Place more info here 12pt</a:t>
            </a:r>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2194561"/>
            <a:ext cx="5524499" cy="3679465"/>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2194561"/>
            <a:ext cx="5524499" cy="3679465"/>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Tree>
    <p:extLst>
      <p:ext uri="{BB962C8B-B14F-4D97-AF65-F5344CB8AC3E}">
        <p14:creationId xmlns:p14="http://schemas.microsoft.com/office/powerpoint/2010/main" val="1010653193"/>
      </p:ext>
    </p:extLst>
  </p:cSld>
  <p:clrMapOvr>
    <a:masterClrMapping/>
  </p:clrMapOvr>
  <p:extLst>
    <p:ext uri="{DCECCB84-F9BA-43D5-87BE-67443E8EF086}">
      <p15:sldGuideLst xmlns:p15="http://schemas.microsoft.com/office/powerpoint/2012/main">
        <p15:guide id="1" orient="horz" pos="864">
          <p15:clr>
            <a:srgbClr val="5ACBF0"/>
          </p15:clr>
        </p15:guide>
        <p15:guide id="2" pos="3720">
          <p15:clr>
            <a:srgbClr val="5ACBF0"/>
          </p15:clr>
        </p15:guide>
        <p15:guide id="3" pos="3960">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lumns 3 - Lis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5D98067-9D68-8B01-2F4A-A61F7B34CE42}"/>
              </a:ext>
            </a:extLst>
          </p:cNvPr>
          <p:cNvGraphicFramePr>
            <a:graphicFrameLocks noChangeAspect="1"/>
          </p:cNvGraphicFramePr>
          <p:nvPr userDrawn="1">
            <p:custDataLst>
              <p:tags r:id="rId1"/>
            </p:custDataLst>
            <p:extLst>
              <p:ext uri="{D42A27DB-BD31-4B8C-83A1-F6EECF244321}">
                <p14:modId xmlns:p14="http://schemas.microsoft.com/office/powerpoint/2010/main" val="24737500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55D98067-9D68-8B01-2F4A-A61F7B34CE4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p:spPr>
        <p:txBody>
          <a:bodyPr vert="horz"/>
          <a:lstStyle>
            <a:lvl1pPr rtl="0">
              <a:defRPr/>
            </a:lvl1pPr>
          </a:lstStyle>
          <a:p>
            <a:r>
              <a:rPr lang="en-US"/>
              <a:t>Place headline here (36pt, min 30pt)</a:t>
            </a:r>
            <a:endParaRPr lang="en-US" dirty="0"/>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355600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4" name="Content Placeholder 3">
            <a:extLst>
              <a:ext uri="{FF2B5EF4-FFF2-40B4-BE49-F238E27FC236}">
                <a16:creationId xmlns:a16="http://schemas.microsoft.com/office/drawing/2014/main" id="{02BA4C27-1C65-4465-A8B1-ACE92701B4D0}"/>
              </a:ext>
            </a:extLst>
          </p:cNvPr>
          <p:cNvSpPr>
            <a:spLocks noGrp="1"/>
          </p:cNvSpPr>
          <p:nvPr>
            <p:ph sz="half" idx="2" hasCustomPrompt="1"/>
          </p:nvPr>
        </p:nvSpPr>
        <p:spPr>
          <a:xfrm>
            <a:off x="381000" y="3108960"/>
            <a:ext cx="3556000"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3556000"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dirty="0"/>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318000" y="2286000"/>
            <a:ext cx="355600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23" name="Content Placeholder 3">
            <a:extLst>
              <a:ext uri="{FF2B5EF4-FFF2-40B4-BE49-F238E27FC236}">
                <a16:creationId xmlns:a16="http://schemas.microsoft.com/office/drawing/2014/main" id="{DB26F5FE-8482-4C00-99C1-3FC3BEEE82C8}"/>
              </a:ext>
            </a:extLst>
          </p:cNvPr>
          <p:cNvSpPr>
            <a:spLocks noGrp="1"/>
          </p:cNvSpPr>
          <p:nvPr>
            <p:ph sz="half" idx="20" hasCustomPrompt="1"/>
          </p:nvPr>
        </p:nvSpPr>
        <p:spPr>
          <a:xfrm>
            <a:off x="4318000" y="3108960"/>
            <a:ext cx="3556000"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lang="en-US" sz="1200" kern="1200" dirty="0">
                <a:solidFill>
                  <a:schemeClr val="tx1"/>
                </a:solidFill>
                <a:latin typeface="+mn-lt"/>
                <a:ea typeface="+mn-ea"/>
                <a:cs typeface="+mn-cs"/>
              </a:defRPr>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dirty="0"/>
              <a:t>Sixth level</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318000" y="1828800"/>
            <a:ext cx="3556000"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dirty="0"/>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286000"/>
            <a:ext cx="355600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26" name="Content Placeholder 3">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08960"/>
            <a:ext cx="3556000"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lang="en-US" sz="1200" kern="1200" dirty="0">
                <a:solidFill>
                  <a:schemeClr val="tx1"/>
                </a:solidFill>
                <a:latin typeface="+mn-lt"/>
                <a:ea typeface="+mn-ea"/>
                <a:cs typeface="+mn-cs"/>
              </a:defRPr>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dirty="0"/>
              <a:t>Sixth level</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28800"/>
            <a:ext cx="3556000"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dirty="0"/>
          </a:p>
        </p:txBody>
      </p:sp>
    </p:spTree>
    <p:extLst>
      <p:ext uri="{BB962C8B-B14F-4D97-AF65-F5344CB8AC3E}">
        <p14:creationId xmlns:p14="http://schemas.microsoft.com/office/powerpoint/2010/main" val="3913855967"/>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olumns 4 - Lis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0652F24-65D2-0321-AAAE-CBC0BF960CDE}"/>
              </a:ext>
            </a:extLst>
          </p:cNvPr>
          <p:cNvGraphicFramePr>
            <a:graphicFrameLocks noChangeAspect="1"/>
          </p:cNvGraphicFramePr>
          <p:nvPr userDrawn="1">
            <p:custDataLst>
              <p:tags r:id="rId1"/>
            </p:custDataLst>
            <p:extLst>
              <p:ext uri="{D42A27DB-BD31-4B8C-83A1-F6EECF244321}">
                <p14:modId xmlns:p14="http://schemas.microsoft.com/office/powerpoint/2010/main" val="25185334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C0652F24-65D2-0321-AAAE-CBC0BF960CD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p:spPr>
        <p:txBody>
          <a:bodyPr vert="horz"/>
          <a:lstStyle>
            <a:lvl1pPr rtl="0">
              <a:defRPr/>
            </a:lvl1pPr>
          </a:lstStyle>
          <a:p>
            <a:r>
              <a:rPr lang="en-US"/>
              <a:t>Place headline here (36pt, min 30pt)</a:t>
            </a:r>
            <a:endParaRPr lang="en-US" dirty="0"/>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2571749"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2571749"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dirty="0"/>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3333750" y="2286000"/>
            <a:ext cx="257175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3333750" y="1828800"/>
            <a:ext cx="2571750"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dirty="0"/>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6286500" y="2286000"/>
            <a:ext cx="257175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6286500" y="1828800"/>
            <a:ext cx="2571750"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dirty="0"/>
          </a:p>
        </p:txBody>
      </p:sp>
      <p:sp>
        <p:nvSpPr>
          <p:cNvPr id="18" name="Text Placeholder 2">
            <a:extLst>
              <a:ext uri="{FF2B5EF4-FFF2-40B4-BE49-F238E27FC236}">
                <a16:creationId xmlns:a16="http://schemas.microsoft.com/office/drawing/2014/main" id="{6973701C-90E3-449B-A44A-0C66B0945601}"/>
              </a:ext>
            </a:extLst>
          </p:cNvPr>
          <p:cNvSpPr>
            <a:spLocks noGrp="1"/>
          </p:cNvSpPr>
          <p:nvPr>
            <p:ph type="body" idx="25" hasCustomPrompt="1"/>
          </p:nvPr>
        </p:nvSpPr>
        <p:spPr>
          <a:xfrm>
            <a:off x="9239250" y="2286000"/>
            <a:ext cx="257175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21" name="Text Placeholder 2">
            <a:extLst>
              <a:ext uri="{FF2B5EF4-FFF2-40B4-BE49-F238E27FC236}">
                <a16:creationId xmlns:a16="http://schemas.microsoft.com/office/drawing/2014/main" id="{D6CB018D-34A3-4417-AE76-9BB3793F0332}"/>
              </a:ext>
            </a:extLst>
          </p:cNvPr>
          <p:cNvSpPr>
            <a:spLocks noGrp="1"/>
          </p:cNvSpPr>
          <p:nvPr>
            <p:ph type="body" idx="27" hasCustomPrompt="1"/>
          </p:nvPr>
        </p:nvSpPr>
        <p:spPr>
          <a:xfrm>
            <a:off x="9239250" y="1828800"/>
            <a:ext cx="2571750"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dirty="0"/>
          </a:p>
        </p:txBody>
      </p:sp>
      <p:sp>
        <p:nvSpPr>
          <p:cNvPr id="16" name="Content Placeholder 3">
            <a:extLst>
              <a:ext uri="{FF2B5EF4-FFF2-40B4-BE49-F238E27FC236}">
                <a16:creationId xmlns:a16="http://schemas.microsoft.com/office/drawing/2014/main" id="{3BDC2B1A-D3A0-C04B-AEDB-0389C637EF1A}"/>
              </a:ext>
            </a:extLst>
          </p:cNvPr>
          <p:cNvSpPr>
            <a:spLocks noGrp="1"/>
          </p:cNvSpPr>
          <p:nvPr>
            <p:ph sz="half" idx="28" hasCustomPrompt="1"/>
          </p:nvPr>
        </p:nvSpPr>
        <p:spPr>
          <a:xfrm>
            <a:off x="381000" y="3108960"/>
            <a:ext cx="2571749"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7" name="Content Placeholder 3">
            <a:extLst>
              <a:ext uri="{FF2B5EF4-FFF2-40B4-BE49-F238E27FC236}">
                <a16:creationId xmlns:a16="http://schemas.microsoft.com/office/drawing/2014/main" id="{40F6CE73-9C88-264F-A7F2-A3D2B2D1938B}"/>
              </a:ext>
            </a:extLst>
          </p:cNvPr>
          <p:cNvSpPr>
            <a:spLocks noGrp="1"/>
          </p:cNvSpPr>
          <p:nvPr>
            <p:ph sz="half" idx="29" hasCustomPrompt="1"/>
          </p:nvPr>
        </p:nvSpPr>
        <p:spPr>
          <a:xfrm>
            <a:off x="3333751" y="3108960"/>
            <a:ext cx="2571749"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8" name="Content Placeholder 3">
            <a:extLst>
              <a:ext uri="{FF2B5EF4-FFF2-40B4-BE49-F238E27FC236}">
                <a16:creationId xmlns:a16="http://schemas.microsoft.com/office/drawing/2014/main" id="{5F289FE6-F2A2-784D-9D31-047C10F04CDF}"/>
              </a:ext>
            </a:extLst>
          </p:cNvPr>
          <p:cNvSpPr>
            <a:spLocks noGrp="1"/>
          </p:cNvSpPr>
          <p:nvPr>
            <p:ph sz="half" idx="30" hasCustomPrompt="1"/>
          </p:nvPr>
        </p:nvSpPr>
        <p:spPr>
          <a:xfrm>
            <a:off x="6286501" y="3108960"/>
            <a:ext cx="2571749"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9" name="Content Placeholder 3">
            <a:extLst>
              <a:ext uri="{FF2B5EF4-FFF2-40B4-BE49-F238E27FC236}">
                <a16:creationId xmlns:a16="http://schemas.microsoft.com/office/drawing/2014/main" id="{A079B5C1-1D0F-8F40-A376-4AE3B49D1B5A}"/>
              </a:ext>
            </a:extLst>
          </p:cNvPr>
          <p:cNvSpPr>
            <a:spLocks noGrp="1"/>
          </p:cNvSpPr>
          <p:nvPr>
            <p:ph sz="half" idx="31" hasCustomPrompt="1"/>
          </p:nvPr>
        </p:nvSpPr>
        <p:spPr>
          <a:xfrm>
            <a:off x="9239251" y="3108960"/>
            <a:ext cx="2571749"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Tree>
    <p:extLst>
      <p:ext uri="{BB962C8B-B14F-4D97-AF65-F5344CB8AC3E}">
        <p14:creationId xmlns:p14="http://schemas.microsoft.com/office/powerpoint/2010/main" val="1003117935"/>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Icons 5">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0F03620-AE6E-E86E-5312-7D3FAFCDF5E0}"/>
              </a:ext>
            </a:extLst>
          </p:cNvPr>
          <p:cNvGraphicFramePr>
            <a:graphicFrameLocks noChangeAspect="1"/>
          </p:cNvGraphicFramePr>
          <p:nvPr userDrawn="1">
            <p:custDataLst>
              <p:tags r:id="rId1"/>
            </p:custDataLst>
            <p:extLst>
              <p:ext uri="{D42A27DB-BD31-4B8C-83A1-F6EECF244321}">
                <p14:modId xmlns:p14="http://schemas.microsoft.com/office/powerpoint/2010/main" val="39555663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50F03620-AE6E-E86E-5312-7D3FAFCDF5E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vert="horz"/>
          <a:lstStyle>
            <a:lvl1pPr rtl="0">
              <a:defRPr sz="3600"/>
            </a:lvl1pPr>
          </a:lstStyle>
          <a:p>
            <a:r>
              <a:rPr lang="en-US"/>
              <a:t>Place headline here (36pt, min 30pt)</a:t>
            </a:r>
            <a:endParaRPr lang="en-US" dirty="0"/>
          </a:p>
        </p:txBody>
      </p:sp>
      <p:sp>
        <p:nvSpPr>
          <p:cNvPr id="15" name="Picture Placeholder 13">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713771" y="2098874"/>
            <a:ext cx="1312792" cy="1312792"/>
          </a:xfrm>
          <a:noFill/>
        </p:spPr>
        <p:txBody>
          <a:bodyPr/>
          <a:lstStyle>
            <a:lvl1pPr marL="0" indent="0" algn="ctr" rtl="0">
              <a:buFont typeface="Arial" panose="020B0604020202020204" pitchFamily="34" charset="0"/>
              <a:buNone/>
              <a:defRPr sz="1800" b="0"/>
            </a:lvl1pPr>
          </a:lstStyle>
          <a:p>
            <a:r>
              <a:rPr lang="en-US"/>
              <a:t>Add icon</a:t>
            </a:r>
            <a:endParaRPr lang="en-US" dirty="0"/>
          </a:p>
        </p:txBody>
      </p:sp>
      <p:sp>
        <p:nvSpPr>
          <p:cNvPr id="22" name="Text Placeholder 21">
            <a:extLst>
              <a:ext uri="{FF2B5EF4-FFF2-40B4-BE49-F238E27FC236}">
                <a16:creationId xmlns:a16="http://schemas.microsoft.com/office/drawing/2014/main" id="{4C854DFB-B17D-45CF-98C3-3882DBE2C32C}"/>
              </a:ext>
            </a:extLst>
          </p:cNvPr>
          <p:cNvSpPr>
            <a:spLocks noGrp="1"/>
          </p:cNvSpPr>
          <p:nvPr>
            <p:ph type="body" sz="quarter" idx="19" hasCustomPrompt="1"/>
          </p:nvPr>
        </p:nvSpPr>
        <p:spPr>
          <a:xfrm>
            <a:off x="377415" y="3898900"/>
            <a:ext cx="1985504" cy="1677926"/>
          </a:xfrm>
        </p:spPr>
        <p:txBody>
          <a:bodyPr/>
          <a:lstStyle>
            <a:lvl1pPr marL="0" indent="0" algn="ctr" rtl="0">
              <a:lnSpc>
                <a:spcPct val="90000"/>
              </a:lnSpc>
              <a:spcAft>
                <a:spcPts val="600"/>
              </a:spcAft>
              <a:buFont typeface="Arial" panose="020B0604020202020204" pitchFamily="34" charset="0"/>
              <a:buNone/>
              <a:defRPr sz="2000" b="1"/>
            </a:lvl1pPr>
            <a:lvl2pPr marL="0" indent="0" algn="ctr" rtl="0">
              <a:spcAft>
                <a:spcPts val="600"/>
              </a:spcAft>
              <a:buNone/>
              <a:defRPr sz="1600"/>
            </a:lvl2pPr>
            <a:lvl3pPr marL="0" indent="0" algn="ctr" rtl="0">
              <a:spcAft>
                <a:spcPts val="600"/>
              </a:spcAft>
              <a:buNone/>
              <a:defRPr sz="1200"/>
            </a:lvl3pPr>
            <a:lvl4pPr marL="182880" indent="-182880" algn="ctr" rtl="0">
              <a:spcAft>
                <a:spcPts val="600"/>
              </a:spcAft>
              <a:buFont typeface="Arial" panose="020B0604020202020204" pitchFamily="34" charset="0"/>
              <a:buChar char="•"/>
              <a:defRPr sz="1200"/>
            </a:lvl4pPr>
            <a:lvl5pPr>
              <a:spcAft>
                <a:spcPts val="600"/>
              </a:spcAft>
              <a:defRPr sz="1600"/>
            </a:lvl5pPr>
          </a:lstStyle>
          <a:p>
            <a:pPr lvl="0"/>
            <a:r>
              <a:rPr lang="en-US" dirty="0"/>
              <a:t>Headline</a:t>
            </a:r>
          </a:p>
          <a:p>
            <a:pPr lvl="1"/>
            <a:r>
              <a:rPr lang="en-US" dirty="0"/>
              <a:t>Details</a:t>
            </a:r>
          </a:p>
          <a:p>
            <a:pPr lvl="2"/>
            <a:r>
              <a:rPr lang="en-US" dirty="0"/>
              <a:t>More details</a:t>
            </a:r>
          </a:p>
          <a:p>
            <a:pPr lvl="3"/>
            <a:r>
              <a:rPr lang="en-US" dirty="0"/>
              <a:t>Bullet point</a:t>
            </a:r>
          </a:p>
        </p:txBody>
      </p:sp>
      <p:sp>
        <p:nvSpPr>
          <p:cNvPr id="16" name="Text Placeholder 21">
            <a:extLst>
              <a:ext uri="{FF2B5EF4-FFF2-40B4-BE49-F238E27FC236}">
                <a16:creationId xmlns:a16="http://schemas.microsoft.com/office/drawing/2014/main" id="{C5D125FD-0D25-4E65-82F5-4E18FE84E47C}"/>
              </a:ext>
            </a:extLst>
          </p:cNvPr>
          <p:cNvSpPr>
            <a:spLocks noGrp="1"/>
          </p:cNvSpPr>
          <p:nvPr>
            <p:ph type="body" sz="quarter" idx="20" hasCustomPrompt="1"/>
          </p:nvPr>
        </p:nvSpPr>
        <p:spPr>
          <a:xfrm>
            <a:off x="2739435" y="3898900"/>
            <a:ext cx="1985504" cy="1677926"/>
          </a:xfrm>
        </p:spPr>
        <p:txBody>
          <a:bodyPr/>
          <a:lstStyle>
            <a:lvl1pPr marL="0" indent="0" algn="ctr" rtl="0">
              <a:lnSpc>
                <a:spcPct val="90000"/>
              </a:lnSpc>
              <a:spcAft>
                <a:spcPts val="600"/>
              </a:spcAft>
              <a:buFont typeface="Arial" panose="020B0604020202020204" pitchFamily="34" charset="0"/>
              <a:buNone/>
              <a:defRPr sz="2000" b="1"/>
            </a:lvl1pPr>
            <a:lvl2pPr marL="0" indent="0" algn="ctr" rtl="0">
              <a:spcAft>
                <a:spcPts val="600"/>
              </a:spcAft>
              <a:buNone/>
              <a:defRPr sz="1600"/>
            </a:lvl2pPr>
            <a:lvl3pPr marL="0" indent="0" algn="ctr" rtl="0">
              <a:spcAft>
                <a:spcPts val="600"/>
              </a:spcAft>
              <a:buNone/>
              <a:defRPr sz="1200"/>
            </a:lvl3pPr>
            <a:lvl4pPr marL="182880" indent="-182880" algn="ctr" rtl="0">
              <a:spcAft>
                <a:spcPts val="600"/>
              </a:spcAft>
              <a:buFont typeface="Arial" panose="020B0604020202020204" pitchFamily="34" charset="0"/>
              <a:buChar char="•"/>
              <a:defRPr sz="1200"/>
            </a:lvl4pPr>
            <a:lvl5pPr>
              <a:spcAft>
                <a:spcPts val="600"/>
              </a:spcAft>
              <a:defRPr sz="1600"/>
            </a:lvl5pPr>
          </a:lstStyle>
          <a:p>
            <a:pPr lvl="0"/>
            <a:r>
              <a:rPr lang="en-US" dirty="0"/>
              <a:t>Headline</a:t>
            </a:r>
          </a:p>
          <a:p>
            <a:pPr lvl="1"/>
            <a:r>
              <a:rPr lang="en-US" dirty="0"/>
              <a:t>Details</a:t>
            </a:r>
          </a:p>
          <a:p>
            <a:pPr lvl="2"/>
            <a:r>
              <a:rPr lang="en-US" dirty="0"/>
              <a:t>More details</a:t>
            </a:r>
          </a:p>
          <a:p>
            <a:pPr lvl="3"/>
            <a:r>
              <a:rPr lang="en-US" dirty="0"/>
              <a:t>Bullet point</a:t>
            </a:r>
          </a:p>
        </p:txBody>
      </p:sp>
      <p:sp>
        <p:nvSpPr>
          <p:cNvPr id="21" name="Text Placeholder 21">
            <a:extLst>
              <a:ext uri="{FF2B5EF4-FFF2-40B4-BE49-F238E27FC236}">
                <a16:creationId xmlns:a16="http://schemas.microsoft.com/office/drawing/2014/main" id="{5B124AA5-6419-4552-97B5-242DA08BE730}"/>
              </a:ext>
            </a:extLst>
          </p:cNvPr>
          <p:cNvSpPr>
            <a:spLocks noGrp="1"/>
          </p:cNvSpPr>
          <p:nvPr>
            <p:ph type="body" sz="quarter" idx="21" hasCustomPrompt="1"/>
          </p:nvPr>
        </p:nvSpPr>
        <p:spPr>
          <a:xfrm>
            <a:off x="5101455" y="3898900"/>
            <a:ext cx="1985504" cy="1677926"/>
          </a:xfrm>
        </p:spPr>
        <p:txBody>
          <a:bodyPr/>
          <a:lstStyle>
            <a:lvl1pPr marL="0" indent="0" algn="ctr" rtl="0">
              <a:lnSpc>
                <a:spcPct val="90000"/>
              </a:lnSpc>
              <a:spcAft>
                <a:spcPts val="600"/>
              </a:spcAft>
              <a:buFont typeface="Arial" panose="020B0604020202020204" pitchFamily="34" charset="0"/>
              <a:buNone/>
              <a:defRPr sz="2000" b="1"/>
            </a:lvl1pPr>
            <a:lvl2pPr marL="0" indent="0" algn="ctr" rtl="0">
              <a:spcAft>
                <a:spcPts val="600"/>
              </a:spcAft>
              <a:buNone/>
              <a:defRPr sz="1600"/>
            </a:lvl2pPr>
            <a:lvl3pPr marL="0" indent="0" algn="ctr" rtl="0">
              <a:spcAft>
                <a:spcPts val="600"/>
              </a:spcAft>
              <a:buNone/>
              <a:defRPr sz="1200"/>
            </a:lvl3pPr>
            <a:lvl4pPr marL="182880" indent="-182880" algn="ctr" rtl="0">
              <a:spcAft>
                <a:spcPts val="600"/>
              </a:spcAft>
              <a:buFont typeface="Arial" panose="020B0604020202020204" pitchFamily="34" charset="0"/>
              <a:buChar char="•"/>
              <a:defRPr sz="1200"/>
            </a:lvl4pPr>
            <a:lvl5pPr>
              <a:spcAft>
                <a:spcPts val="600"/>
              </a:spcAft>
              <a:defRPr sz="1600"/>
            </a:lvl5pPr>
          </a:lstStyle>
          <a:p>
            <a:pPr lvl="0"/>
            <a:r>
              <a:rPr lang="en-US" dirty="0"/>
              <a:t>Headline</a:t>
            </a:r>
          </a:p>
          <a:p>
            <a:pPr lvl="1"/>
            <a:r>
              <a:rPr lang="en-US" dirty="0"/>
              <a:t>Details</a:t>
            </a:r>
          </a:p>
          <a:p>
            <a:pPr lvl="2"/>
            <a:r>
              <a:rPr lang="en-US" dirty="0"/>
              <a:t>More details</a:t>
            </a:r>
          </a:p>
          <a:p>
            <a:pPr lvl="3"/>
            <a:r>
              <a:rPr lang="en-US" dirty="0"/>
              <a:t>Bullet point</a:t>
            </a:r>
          </a:p>
        </p:txBody>
      </p:sp>
      <p:sp>
        <p:nvSpPr>
          <p:cNvPr id="23" name="Text Placeholder 21">
            <a:extLst>
              <a:ext uri="{FF2B5EF4-FFF2-40B4-BE49-F238E27FC236}">
                <a16:creationId xmlns:a16="http://schemas.microsoft.com/office/drawing/2014/main" id="{A378CD97-B880-4BCB-AD71-A7C1C1C84891}"/>
              </a:ext>
            </a:extLst>
          </p:cNvPr>
          <p:cNvSpPr>
            <a:spLocks noGrp="1"/>
          </p:cNvSpPr>
          <p:nvPr>
            <p:ph type="body" sz="quarter" idx="22" hasCustomPrompt="1"/>
          </p:nvPr>
        </p:nvSpPr>
        <p:spPr>
          <a:xfrm>
            <a:off x="7463475" y="3898900"/>
            <a:ext cx="1985504" cy="1677926"/>
          </a:xfrm>
        </p:spPr>
        <p:txBody>
          <a:bodyPr/>
          <a:lstStyle>
            <a:lvl1pPr marL="0" indent="0" algn="ctr" rtl="0">
              <a:lnSpc>
                <a:spcPct val="90000"/>
              </a:lnSpc>
              <a:spcAft>
                <a:spcPts val="600"/>
              </a:spcAft>
              <a:buFont typeface="Arial" panose="020B0604020202020204" pitchFamily="34" charset="0"/>
              <a:buNone/>
              <a:defRPr sz="2000" b="1"/>
            </a:lvl1pPr>
            <a:lvl2pPr marL="0" indent="0" algn="ctr" rtl="0">
              <a:spcAft>
                <a:spcPts val="600"/>
              </a:spcAft>
              <a:buNone/>
              <a:defRPr sz="1600"/>
            </a:lvl2pPr>
            <a:lvl3pPr marL="0" indent="0" algn="ctr" rtl="0">
              <a:spcAft>
                <a:spcPts val="600"/>
              </a:spcAft>
              <a:buNone/>
              <a:defRPr sz="1200"/>
            </a:lvl3pPr>
            <a:lvl4pPr marL="182880" indent="-182880" algn="ctr" rtl="0">
              <a:spcAft>
                <a:spcPts val="600"/>
              </a:spcAft>
              <a:buFont typeface="Arial" panose="020B0604020202020204" pitchFamily="34" charset="0"/>
              <a:buChar char="•"/>
              <a:defRPr sz="1200"/>
            </a:lvl4pPr>
            <a:lvl5pPr>
              <a:spcAft>
                <a:spcPts val="600"/>
              </a:spcAft>
              <a:defRPr sz="1600"/>
            </a:lvl5pPr>
          </a:lstStyle>
          <a:p>
            <a:pPr lvl="0"/>
            <a:r>
              <a:rPr lang="en-US" dirty="0"/>
              <a:t>Headline</a:t>
            </a:r>
          </a:p>
          <a:p>
            <a:pPr lvl="1"/>
            <a:r>
              <a:rPr lang="en-US" dirty="0"/>
              <a:t>Details</a:t>
            </a:r>
          </a:p>
          <a:p>
            <a:pPr lvl="2"/>
            <a:r>
              <a:rPr lang="en-US" dirty="0"/>
              <a:t>More details</a:t>
            </a:r>
          </a:p>
          <a:p>
            <a:pPr lvl="3"/>
            <a:r>
              <a:rPr lang="en-US" dirty="0"/>
              <a:t>Bullet point</a:t>
            </a:r>
          </a:p>
        </p:txBody>
      </p:sp>
      <p:sp>
        <p:nvSpPr>
          <p:cNvPr id="24" name="Text Placeholder 21">
            <a:extLst>
              <a:ext uri="{FF2B5EF4-FFF2-40B4-BE49-F238E27FC236}">
                <a16:creationId xmlns:a16="http://schemas.microsoft.com/office/drawing/2014/main" id="{82CB6C29-05E0-4B43-A2EB-22FEB969E562}"/>
              </a:ext>
            </a:extLst>
          </p:cNvPr>
          <p:cNvSpPr>
            <a:spLocks noGrp="1"/>
          </p:cNvSpPr>
          <p:nvPr>
            <p:ph type="body" sz="quarter" idx="23" hasCustomPrompt="1"/>
          </p:nvPr>
        </p:nvSpPr>
        <p:spPr>
          <a:xfrm>
            <a:off x="9825496" y="3898900"/>
            <a:ext cx="1985504" cy="1677926"/>
          </a:xfrm>
        </p:spPr>
        <p:txBody>
          <a:bodyPr/>
          <a:lstStyle>
            <a:lvl1pPr marL="0" indent="0" algn="ctr" rtl="0">
              <a:lnSpc>
                <a:spcPct val="90000"/>
              </a:lnSpc>
              <a:spcAft>
                <a:spcPts val="600"/>
              </a:spcAft>
              <a:buFont typeface="Arial" panose="020B0604020202020204" pitchFamily="34" charset="0"/>
              <a:buNone/>
              <a:defRPr sz="2000" b="1"/>
            </a:lvl1pPr>
            <a:lvl2pPr marL="0" indent="0" algn="ctr" rtl="0">
              <a:spcAft>
                <a:spcPts val="600"/>
              </a:spcAft>
              <a:buNone/>
              <a:defRPr sz="1600"/>
            </a:lvl2pPr>
            <a:lvl3pPr marL="0" indent="0" algn="ctr" rtl="0">
              <a:spcAft>
                <a:spcPts val="600"/>
              </a:spcAft>
              <a:buNone/>
              <a:defRPr sz="1200"/>
            </a:lvl3pPr>
            <a:lvl4pPr marL="182880" indent="-182880" algn="ctr" rtl="0">
              <a:spcAft>
                <a:spcPts val="600"/>
              </a:spcAft>
              <a:buFont typeface="Arial" panose="020B0604020202020204" pitchFamily="34" charset="0"/>
              <a:buChar char="•"/>
              <a:defRPr sz="1200"/>
            </a:lvl4pPr>
            <a:lvl5pPr>
              <a:spcAft>
                <a:spcPts val="600"/>
              </a:spcAft>
              <a:defRPr sz="1600"/>
            </a:lvl5pPr>
          </a:lstStyle>
          <a:p>
            <a:pPr lvl="0"/>
            <a:r>
              <a:rPr lang="en-US" dirty="0"/>
              <a:t>Headline</a:t>
            </a:r>
          </a:p>
          <a:p>
            <a:pPr lvl="1"/>
            <a:r>
              <a:rPr lang="en-US" dirty="0"/>
              <a:t>Details</a:t>
            </a:r>
          </a:p>
          <a:p>
            <a:pPr lvl="2"/>
            <a:r>
              <a:rPr lang="en-US" dirty="0"/>
              <a:t>More details</a:t>
            </a:r>
          </a:p>
          <a:p>
            <a:pPr lvl="3"/>
            <a:r>
              <a:rPr lang="en-US" dirty="0"/>
              <a:t>Bullet point</a:t>
            </a:r>
          </a:p>
        </p:txBody>
      </p:sp>
      <p:cxnSp>
        <p:nvCxnSpPr>
          <p:cNvPr id="4" name="Straight Connector 3">
            <a:extLst>
              <a:ext uri="{FF2B5EF4-FFF2-40B4-BE49-F238E27FC236}">
                <a16:creationId xmlns:a16="http://schemas.microsoft.com/office/drawing/2014/main" id="{B13EDE11-CE40-4943-AE63-A3B14CB3C037}"/>
              </a:ext>
            </a:extLst>
          </p:cNvPr>
          <p:cNvCxnSpPr>
            <a:cxnSpLocks/>
          </p:cNvCxnSpPr>
          <p:nvPr userDrawn="1"/>
        </p:nvCxnSpPr>
        <p:spPr>
          <a:xfrm>
            <a:off x="114156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D40C-58DA-45F1-8E80-6A74976C6E1E}"/>
              </a:ext>
            </a:extLst>
          </p:cNvPr>
          <p:cNvCxnSpPr/>
          <p:nvPr userDrawn="1"/>
        </p:nvCxnSpPr>
        <p:spPr>
          <a:xfrm>
            <a:off x="350358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91A22B2-C08A-41DA-ACB1-5B59B4CDA8DE}"/>
              </a:ext>
            </a:extLst>
          </p:cNvPr>
          <p:cNvCxnSpPr/>
          <p:nvPr userDrawn="1"/>
        </p:nvCxnSpPr>
        <p:spPr>
          <a:xfrm>
            <a:off x="586560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7D3E374-86AB-4A80-81AD-B09F07C51B80}"/>
              </a:ext>
            </a:extLst>
          </p:cNvPr>
          <p:cNvCxnSpPr/>
          <p:nvPr userDrawn="1"/>
        </p:nvCxnSpPr>
        <p:spPr>
          <a:xfrm>
            <a:off x="822762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A5244A-D0CA-43CB-A0DB-296A219EDC9D}"/>
              </a:ext>
            </a:extLst>
          </p:cNvPr>
          <p:cNvCxnSpPr>
            <a:cxnSpLocks/>
          </p:cNvCxnSpPr>
          <p:nvPr userDrawn="1"/>
        </p:nvCxnSpPr>
        <p:spPr>
          <a:xfrm>
            <a:off x="10589648"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Picture Placeholder 13">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3075791" y="2098874"/>
            <a:ext cx="1312792" cy="1312792"/>
          </a:xfrm>
          <a:noFill/>
        </p:spPr>
        <p:txBody>
          <a:bodyPr/>
          <a:lstStyle>
            <a:lvl1pPr marL="0" indent="0" algn="ctr" rtl="0">
              <a:buFont typeface="Arial" panose="020B0604020202020204" pitchFamily="34" charset="0"/>
              <a:buNone/>
              <a:defRPr sz="1800" b="0"/>
            </a:lvl1pPr>
          </a:lstStyle>
          <a:p>
            <a:r>
              <a:rPr lang="en-US"/>
              <a:t>Add icon</a:t>
            </a:r>
            <a:endParaRPr lang="en-US" dirty="0"/>
          </a:p>
        </p:txBody>
      </p:sp>
      <p:sp>
        <p:nvSpPr>
          <p:cNvPr id="30" name="Picture Placeholder 13">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437811" y="2098874"/>
            <a:ext cx="1312792" cy="1312792"/>
          </a:xfrm>
          <a:noFill/>
        </p:spPr>
        <p:txBody>
          <a:bodyPr/>
          <a:lstStyle>
            <a:lvl1pPr marL="0" indent="0" algn="ctr" rtl="0">
              <a:buFont typeface="Arial" panose="020B0604020202020204" pitchFamily="34" charset="0"/>
              <a:buNone/>
              <a:defRPr sz="1800" b="0"/>
            </a:lvl1pPr>
          </a:lstStyle>
          <a:p>
            <a:r>
              <a:rPr lang="en-US"/>
              <a:t>Add icon</a:t>
            </a:r>
            <a:endParaRPr lang="en-US" dirty="0"/>
          </a:p>
        </p:txBody>
      </p:sp>
      <p:sp>
        <p:nvSpPr>
          <p:cNvPr id="31" name="Picture Placeholder 13">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799831" y="2098874"/>
            <a:ext cx="1312792" cy="1312792"/>
          </a:xfrm>
          <a:noFill/>
        </p:spPr>
        <p:txBody>
          <a:bodyPr/>
          <a:lstStyle>
            <a:lvl1pPr marL="0" indent="0" algn="ctr" rtl="0">
              <a:buFont typeface="Arial" panose="020B0604020202020204" pitchFamily="34" charset="0"/>
              <a:buNone/>
              <a:defRPr sz="1800" b="0"/>
            </a:lvl1pPr>
          </a:lstStyle>
          <a:p>
            <a:r>
              <a:rPr lang="en-US"/>
              <a:t>Add icon</a:t>
            </a:r>
            <a:endParaRPr lang="en-US" dirty="0"/>
          </a:p>
        </p:txBody>
      </p:sp>
      <p:sp>
        <p:nvSpPr>
          <p:cNvPr id="32" name="Picture Placeholder 13">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161852" y="2098874"/>
            <a:ext cx="1312792" cy="1312792"/>
          </a:xfrm>
          <a:noFill/>
        </p:spPr>
        <p:txBody>
          <a:bodyPr/>
          <a:lstStyle>
            <a:lvl1pPr marL="0" indent="0" algn="ctr" rtl="0">
              <a:buFont typeface="Arial" panose="020B0604020202020204" pitchFamily="34" charset="0"/>
              <a:buNone/>
              <a:defRPr sz="1800" b="0"/>
            </a:lvl1pPr>
          </a:lstStyle>
          <a:p>
            <a:r>
              <a:rPr lang="en-US"/>
              <a:t>Add icon</a:t>
            </a:r>
            <a:endParaRPr lang="en-US" dirty="0"/>
          </a:p>
        </p:txBody>
      </p:sp>
      <p:sp>
        <p:nvSpPr>
          <p:cNvPr id="18" name="Date Placeholder 10">
            <a:extLst>
              <a:ext uri="{FF2B5EF4-FFF2-40B4-BE49-F238E27FC236}">
                <a16:creationId xmlns:a16="http://schemas.microsoft.com/office/drawing/2014/main" id="{E3730EFD-23A6-7A4C-8044-54C1542D7587}"/>
              </a:ext>
            </a:extLst>
          </p:cNvPr>
          <p:cNvSpPr>
            <a:spLocks noGrp="1"/>
          </p:cNvSpPr>
          <p:nvPr>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fld id="{EDCDE1A5-7B8C-446C-B047-DEF343C830D4}" type="datetime2">
              <a:rPr lang="en-US" smtClean="0"/>
              <a:pPr/>
              <a:t>Thursday, August 27, 2026</a:t>
            </a:fld>
            <a:endParaRPr lang="en-US" dirty="0"/>
          </a:p>
        </p:txBody>
      </p:sp>
    </p:spTree>
    <p:extLst>
      <p:ext uri="{BB962C8B-B14F-4D97-AF65-F5344CB8AC3E}">
        <p14:creationId xmlns:p14="http://schemas.microsoft.com/office/powerpoint/2010/main" val="142586979"/>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eam 4 - Box Shadow">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5DB0DB2-F49E-ABEF-9838-BEC775F484D2}"/>
              </a:ext>
            </a:extLst>
          </p:cNvPr>
          <p:cNvGraphicFramePr>
            <a:graphicFrameLocks noChangeAspect="1"/>
          </p:cNvGraphicFramePr>
          <p:nvPr userDrawn="1">
            <p:custDataLst>
              <p:tags r:id="rId1"/>
            </p:custDataLst>
            <p:extLst>
              <p:ext uri="{D42A27DB-BD31-4B8C-83A1-F6EECF244321}">
                <p14:modId xmlns:p14="http://schemas.microsoft.com/office/powerpoint/2010/main" val="34863731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85DB0DB2-F49E-ABEF-9838-BEC775F484D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1154655"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rtl="0">
              <a:buFont typeface="Arial" panose="020B0604020202020204" pitchFamily="34" charset="0"/>
              <a:buNone/>
              <a:defRPr lang="en-US" sz="1800" b="0" dirty="0"/>
            </a:lvl1pPr>
          </a:lstStyle>
          <a:p>
            <a:pPr lvl="0"/>
            <a:r>
              <a:rPr lang="en-US"/>
              <a:t>Add profile photo</a:t>
            </a:r>
            <a:endParaRPr lang="en-US" dirty="0"/>
          </a:p>
        </p:txBody>
      </p:sp>
      <p:sp>
        <p:nvSpPr>
          <p:cNvPr id="46" name="Picture Placeholder 13">
            <a:extLst>
              <a:ext uri="{FF2B5EF4-FFF2-40B4-BE49-F238E27FC236}">
                <a16:creationId xmlns:a16="http://schemas.microsoft.com/office/drawing/2014/main" id="{25DB0B2A-9775-46B0-9A40-F75EBFA4B45C}"/>
              </a:ext>
            </a:extLst>
          </p:cNvPr>
          <p:cNvSpPr>
            <a:spLocks noGrp="1"/>
          </p:cNvSpPr>
          <p:nvPr>
            <p:ph type="pic" sz="quarter" idx="27" hasCustomPrompt="1"/>
          </p:nvPr>
        </p:nvSpPr>
        <p:spPr>
          <a:xfrm>
            <a:off x="3817351"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rtl="0">
              <a:buNone/>
              <a:defRPr lang="en-US" sz="1800" dirty="0"/>
            </a:lvl1pPr>
          </a:lstStyle>
          <a:p>
            <a:pPr marL="228600" lvl="0" indent="-228600"/>
            <a:r>
              <a:rPr lang="en-US"/>
              <a:t>Add profile photo</a:t>
            </a:r>
            <a:endParaRPr lang="en-US" dirty="0"/>
          </a:p>
        </p:txBody>
      </p:sp>
      <p:sp>
        <p:nvSpPr>
          <p:cNvPr id="47" name="Picture Placeholder 13">
            <a:extLst>
              <a:ext uri="{FF2B5EF4-FFF2-40B4-BE49-F238E27FC236}">
                <a16:creationId xmlns:a16="http://schemas.microsoft.com/office/drawing/2014/main" id="{F83F6B5F-EAE7-44DA-BD77-6D66865CEB92}"/>
              </a:ext>
            </a:extLst>
          </p:cNvPr>
          <p:cNvSpPr>
            <a:spLocks noGrp="1"/>
          </p:cNvSpPr>
          <p:nvPr>
            <p:ph type="pic" sz="quarter" idx="28" hasCustomPrompt="1"/>
          </p:nvPr>
        </p:nvSpPr>
        <p:spPr>
          <a:xfrm>
            <a:off x="6480047"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rtl="0">
              <a:buNone/>
              <a:defRPr lang="en-US" sz="1800" dirty="0"/>
            </a:lvl1pPr>
          </a:lstStyle>
          <a:p>
            <a:pPr marL="228600" lvl="0" indent="-228600"/>
            <a:r>
              <a:rPr lang="en-US"/>
              <a:t>Add profile photo</a:t>
            </a:r>
            <a:endParaRPr lang="en-US" dirty="0"/>
          </a:p>
        </p:txBody>
      </p:sp>
      <p:sp>
        <p:nvSpPr>
          <p:cNvPr id="48" name="Picture Placeholder 13">
            <a:extLst>
              <a:ext uri="{FF2B5EF4-FFF2-40B4-BE49-F238E27FC236}">
                <a16:creationId xmlns:a16="http://schemas.microsoft.com/office/drawing/2014/main" id="{AD8EF41C-E978-4139-80A4-73605C41EA35}"/>
              </a:ext>
            </a:extLst>
          </p:cNvPr>
          <p:cNvSpPr>
            <a:spLocks noGrp="1"/>
          </p:cNvSpPr>
          <p:nvPr>
            <p:ph type="pic" sz="quarter" idx="29" hasCustomPrompt="1"/>
          </p:nvPr>
        </p:nvSpPr>
        <p:spPr>
          <a:xfrm>
            <a:off x="9142743"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rtl="0">
              <a:buNone/>
              <a:defRPr lang="en-US" sz="1800" dirty="0"/>
            </a:lvl1pPr>
          </a:lstStyle>
          <a:p>
            <a:pPr marL="228600" lvl="0" indent="-228600"/>
            <a:r>
              <a:rPr lang="en-US"/>
              <a:t>Add profile photo</a:t>
            </a:r>
            <a:endParaRPr lang="en-US" dirty="0"/>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vert="horz"/>
          <a:lstStyle>
            <a:lvl1pPr rtl="0">
              <a:defRPr sz="3600"/>
            </a:lvl1pPr>
          </a:lstStyle>
          <a:p>
            <a:r>
              <a:rPr lang="en-US"/>
              <a:t>Place headline here (36pt, min 30pt)</a:t>
            </a:r>
            <a:endParaRPr lang="en-US" dirty="0"/>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1154653" y="3914042"/>
            <a:ext cx="2047984" cy="2172433"/>
          </a:xfrm>
        </p:spPr>
        <p:txBody>
          <a:bodyPr/>
          <a:lstStyle>
            <a:lvl1pPr marL="0" indent="0" rtl="0">
              <a:lnSpc>
                <a:spcPct val="80000"/>
              </a:lnSpc>
              <a:spcAft>
                <a:spcPts val="600"/>
              </a:spcAft>
              <a:buFont typeface="Arial" panose="020B0604020202020204" pitchFamily="34" charset="0"/>
              <a:buNone/>
              <a:defRPr sz="2400" b="0" i="0">
                <a:solidFill>
                  <a:schemeClr val="accent2"/>
                </a:solidFill>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Full Name</a:t>
            </a:r>
          </a:p>
          <a:p>
            <a:pPr lvl="1"/>
            <a:r>
              <a:rPr lang="en-US" dirty="0"/>
              <a:t>Role</a:t>
            </a:r>
          </a:p>
          <a:p>
            <a:pPr lvl="2"/>
            <a:r>
              <a:rPr lang="en-US" dirty="0"/>
              <a:t>Short bio</a:t>
            </a:r>
          </a:p>
          <a:p>
            <a:pPr lvl="3"/>
            <a:r>
              <a:rPr lang="en-US" dirty="0"/>
              <a:t>Bullet point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3817350" y="3914042"/>
            <a:ext cx="2047984" cy="2172433"/>
          </a:xfrm>
        </p:spPr>
        <p:txBody>
          <a:bodyPr/>
          <a:lstStyle>
            <a:lvl1pPr marL="0" indent="0" rtl="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dirty="0"/>
              <a:t>Full Name</a:t>
            </a:r>
          </a:p>
          <a:p>
            <a:pPr lvl="1"/>
            <a:r>
              <a:rPr lang="en-US" dirty="0"/>
              <a:t>Role</a:t>
            </a:r>
          </a:p>
          <a:p>
            <a:pPr lvl="2"/>
            <a:r>
              <a:rPr lang="en-US" dirty="0"/>
              <a:t>Short bio</a:t>
            </a:r>
          </a:p>
          <a:p>
            <a:pPr lvl="3"/>
            <a:r>
              <a:rPr lang="en-US" dirty="0"/>
              <a:t>Bullet point</a:t>
            </a:r>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6480047" y="3914042"/>
            <a:ext cx="2047984" cy="2172433"/>
          </a:xfrm>
        </p:spPr>
        <p:txBody>
          <a:bodyPr/>
          <a:lstStyle>
            <a:lvl1pPr marL="0" indent="0" rtl="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dirty="0"/>
              <a:t>Full Name</a:t>
            </a:r>
          </a:p>
          <a:p>
            <a:pPr lvl="1"/>
            <a:r>
              <a:rPr lang="en-US" dirty="0"/>
              <a:t>Role</a:t>
            </a:r>
          </a:p>
          <a:p>
            <a:pPr lvl="2"/>
            <a:r>
              <a:rPr lang="en-US" dirty="0"/>
              <a:t>Short bio</a:t>
            </a:r>
          </a:p>
          <a:p>
            <a:pPr lvl="3"/>
            <a:r>
              <a:rPr lang="en-US" dirty="0"/>
              <a:t>Bullet point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9142742" y="3914042"/>
            <a:ext cx="2047984" cy="2172433"/>
          </a:xfrm>
        </p:spPr>
        <p:txBody>
          <a:bodyPr/>
          <a:lstStyle>
            <a:lvl1pPr marL="0" indent="0" rtl="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dirty="0"/>
              <a:t>Full Name</a:t>
            </a:r>
          </a:p>
          <a:p>
            <a:pPr lvl="1"/>
            <a:r>
              <a:rPr lang="en-US" dirty="0"/>
              <a:t>Role</a:t>
            </a:r>
          </a:p>
          <a:p>
            <a:pPr lvl="2"/>
            <a:r>
              <a:rPr lang="en-US" dirty="0"/>
              <a:t>Short bio</a:t>
            </a:r>
          </a:p>
          <a:p>
            <a:pPr lvl="3"/>
            <a:r>
              <a:rPr lang="en-US" dirty="0"/>
              <a:t>Bullet point</a:t>
            </a:r>
          </a:p>
        </p:txBody>
      </p:sp>
    </p:spTree>
    <p:extLst>
      <p:ext uri="{BB962C8B-B14F-4D97-AF65-F5344CB8AC3E}">
        <p14:creationId xmlns:p14="http://schemas.microsoft.com/office/powerpoint/2010/main" val="2048964258"/>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eam 6 - Light">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B3F6C87-B67F-01ED-EFFC-301F2518EB35}"/>
              </a:ext>
            </a:extLst>
          </p:cNvPr>
          <p:cNvGraphicFramePr>
            <a:graphicFrameLocks noChangeAspect="1"/>
          </p:cNvGraphicFramePr>
          <p:nvPr userDrawn="1">
            <p:custDataLst>
              <p:tags r:id="rId1"/>
            </p:custDataLst>
            <p:extLst>
              <p:ext uri="{D42A27DB-BD31-4B8C-83A1-F6EECF244321}">
                <p14:modId xmlns:p14="http://schemas.microsoft.com/office/powerpoint/2010/main" val="9066085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1B3F6C87-B67F-01ED-EFFC-301F2518EB3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vert="horz"/>
          <a:lstStyle>
            <a:lvl1pPr rtl="0">
              <a:defRPr sz="3600"/>
            </a:lvl1pPr>
          </a:lstStyle>
          <a:p>
            <a:r>
              <a:rPr lang="en-US"/>
              <a:t>Place headline here (36pt, min 30pt)</a:t>
            </a:r>
            <a:endParaRPr lang="en-US" dirty="0"/>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2">
              <a:lumMod val="20000"/>
              <a:lumOff val="80000"/>
            </a:schemeClr>
          </a:solidFill>
        </p:spPr>
        <p:txBody>
          <a:bodyPr/>
          <a:lstStyle>
            <a:lvl1pPr marL="0" indent="0" rtl="0">
              <a:buNone/>
              <a:defRPr sz="1800" b="0"/>
            </a:lvl1pPr>
          </a:lstStyle>
          <a:p>
            <a:r>
              <a:rPr lang="en-US"/>
              <a:t>Add profile photo</a:t>
            </a:r>
            <a:endParaRPr lang="en-US" dirty="0"/>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cxnSp>
        <p:nvCxnSpPr>
          <p:cNvPr id="33" name="Straight Connector 32">
            <a:extLst>
              <a:ext uri="{FF2B5EF4-FFF2-40B4-BE49-F238E27FC236}">
                <a16:creationId xmlns:a16="http://schemas.microsoft.com/office/drawing/2014/main" id="{AA02BDBD-12C4-A940-8556-B3E5BDD10714}"/>
              </a:ext>
            </a:extLst>
          </p:cNvPr>
          <p:cNvCxnSpPr>
            <a:cxnSpLocks/>
          </p:cNvCxnSpPr>
          <p:nvPr userDrawn="1"/>
        </p:nvCxnSpPr>
        <p:spPr>
          <a:xfrm>
            <a:off x="377415"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FEA9EDE-6235-5149-A941-CF6FEAE2E6FF}"/>
              </a:ext>
            </a:extLst>
          </p:cNvPr>
          <p:cNvCxnSpPr>
            <a:cxnSpLocks/>
          </p:cNvCxnSpPr>
          <p:nvPr userDrawn="1"/>
        </p:nvCxnSpPr>
        <p:spPr>
          <a:xfrm>
            <a:off x="2353236"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BE3B3A9-F650-CD4D-ABE8-60A0F5E115AE}"/>
              </a:ext>
            </a:extLst>
          </p:cNvPr>
          <p:cNvCxnSpPr>
            <a:cxnSpLocks/>
          </p:cNvCxnSpPr>
          <p:nvPr userDrawn="1"/>
        </p:nvCxnSpPr>
        <p:spPr>
          <a:xfrm>
            <a:off x="4329057"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0EADFA0-1672-B34A-99B7-19C51FEE8983}"/>
              </a:ext>
            </a:extLst>
          </p:cNvPr>
          <p:cNvCxnSpPr>
            <a:cxnSpLocks/>
          </p:cNvCxnSpPr>
          <p:nvPr userDrawn="1"/>
        </p:nvCxnSpPr>
        <p:spPr>
          <a:xfrm>
            <a:off x="6304878"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C298F82-C3A0-2A4F-8530-36C08463C5C0}"/>
              </a:ext>
            </a:extLst>
          </p:cNvPr>
          <p:cNvCxnSpPr>
            <a:cxnSpLocks/>
          </p:cNvCxnSpPr>
          <p:nvPr userDrawn="1"/>
        </p:nvCxnSpPr>
        <p:spPr>
          <a:xfrm>
            <a:off x="8280699"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35C1307-45DE-104B-82C7-0AF770E496DE}"/>
              </a:ext>
            </a:extLst>
          </p:cNvPr>
          <p:cNvCxnSpPr>
            <a:cxnSpLocks/>
          </p:cNvCxnSpPr>
          <p:nvPr userDrawn="1"/>
        </p:nvCxnSpPr>
        <p:spPr>
          <a:xfrm>
            <a:off x="10256520"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Text Placeholder 21">
            <a:extLst>
              <a:ext uri="{FF2B5EF4-FFF2-40B4-BE49-F238E27FC236}">
                <a16:creationId xmlns:a16="http://schemas.microsoft.com/office/drawing/2014/main" id="{6BEB5A56-DED2-134F-B0DE-11936982FFF4}"/>
              </a:ext>
            </a:extLst>
          </p:cNvPr>
          <p:cNvSpPr>
            <a:spLocks noGrp="1"/>
          </p:cNvSpPr>
          <p:nvPr>
            <p:ph type="body" sz="quarter" idx="19" hasCustomPrompt="1"/>
          </p:nvPr>
        </p:nvSpPr>
        <p:spPr>
          <a:xfrm>
            <a:off x="377415"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28" name="Text Placeholder 21">
            <a:extLst>
              <a:ext uri="{FF2B5EF4-FFF2-40B4-BE49-F238E27FC236}">
                <a16:creationId xmlns:a16="http://schemas.microsoft.com/office/drawing/2014/main" id="{923321BD-6745-7944-910F-B8C8E4AC31DD}"/>
              </a:ext>
            </a:extLst>
          </p:cNvPr>
          <p:cNvSpPr>
            <a:spLocks noGrp="1"/>
          </p:cNvSpPr>
          <p:nvPr>
            <p:ph type="body" sz="quarter" idx="20" hasCustomPrompt="1"/>
          </p:nvPr>
        </p:nvSpPr>
        <p:spPr>
          <a:xfrm>
            <a:off x="2353236"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29" name="Text Placeholder 21">
            <a:extLst>
              <a:ext uri="{FF2B5EF4-FFF2-40B4-BE49-F238E27FC236}">
                <a16:creationId xmlns:a16="http://schemas.microsoft.com/office/drawing/2014/main" id="{2A6C4DC7-1806-A74D-B434-61FF385F82AB}"/>
              </a:ext>
            </a:extLst>
          </p:cNvPr>
          <p:cNvSpPr>
            <a:spLocks noGrp="1"/>
          </p:cNvSpPr>
          <p:nvPr>
            <p:ph type="body" sz="quarter" idx="25" hasCustomPrompt="1"/>
          </p:nvPr>
        </p:nvSpPr>
        <p:spPr>
          <a:xfrm>
            <a:off x="4329057"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30" name="Text Placeholder 21">
            <a:extLst>
              <a:ext uri="{FF2B5EF4-FFF2-40B4-BE49-F238E27FC236}">
                <a16:creationId xmlns:a16="http://schemas.microsoft.com/office/drawing/2014/main" id="{053D7F26-6DC1-034C-B572-B4BFE718C797}"/>
              </a:ext>
            </a:extLst>
          </p:cNvPr>
          <p:cNvSpPr>
            <a:spLocks noGrp="1"/>
          </p:cNvSpPr>
          <p:nvPr>
            <p:ph type="body" sz="quarter" idx="26" hasCustomPrompt="1"/>
          </p:nvPr>
        </p:nvSpPr>
        <p:spPr>
          <a:xfrm>
            <a:off x="6304878"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32" name="Text Placeholder 21">
            <a:extLst>
              <a:ext uri="{FF2B5EF4-FFF2-40B4-BE49-F238E27FC236}">
                <a16:creationId xmlns:a16="http://schemas.microsoft.com/office/drawing/2014/main" id="{E075A489-B7B7-CE40-B061-D8A36AFCC817}"/>
              </a:ext>
            </a:extLst>
          </p:cNvPr>
          <p:cNvSpPr>
            <a:spLocks noGrp="1"/>
          </p:cNvSpPr>
          <p:nvPr>
            <p:ph type="body" sz="quarter" idx="27" hasCustomPrompt="1"/>
          </p:nvPr>
        </p:nvSpPr>
        <p:spPr>
          <a:xfrm>
            <a:off x="8280699"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35" name="Text Placeholder 21">
            <a:extLst>
              <a:ext uri="{FF2B5EF4-FFF2-40B4-BE49-F238E27FC236}">
                <a16:creationId xmlns:a16="http://schemas.microsoft.com/office/drawing/2014/main" id="{FF2BF483-5EDC-9242-AD58-57E84F538C81}"/>
              </a:ext>
            </a:extLst>
          </p:cNvPr>
          <p:cNvSpPr>
            <a:spLocks noGrp="1"/>
          </p:cNvSpPr>
          <p:nvPr>
            <p:ph type="body" sz="quarter" idx="28" hasCustomPrompt="1"/>
          </p:nvPr>
        </p:nvSpPr>
        <p:spPr>
          <a:xfrm>
            <a:off x="10256520"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Tree>
    <p:extLst>
      <p:ext uri="{BB962C8B-B14F-4D97-AF65-F5344CB8AC3E}">
        <p14:creationId xmlns:p14="http://schemas.microsoft.com/office/powerpoint/2010/main" val="1469609863"/>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eam 6 - Dark">
    <p:bg>
      <p:bgPr>
        <a:solidFill>
          <a:schemeClr val="accent3"/>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79BF0E29-7A7B-61A1-A213-8D4C0FA0EAB5}"/>
              </a:ext>
            </a:extLst>
          </p:cNvPr>
          <p:cNvGraphicFramePr>
            <a:graphicFrameLocks noChangeAspect="1"/>
          </p:cNvGraphicFramePr>
          <p:nvPr userDrawn="1">
            <p:custDataLst>
              <p:tags r:id="rId1"/>
            </p:custDataLst>
            <p:extLst>
              <p:ext uri="{D42A27DB-BD31-4B8C-83A1-F6EECF244321}">
                <p14:modId xmlns:p14="http://schemas.microsoft.com/office/powerpoint/2010/main" val="41566669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79BF0E29-7A7B-61A1-A213-8D4C0FA0EA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vert="horz"/>
          <a:lstStyle>
            <a:lvl1pPr rtl="0">
              <a:defRPr sz="3600"/>
            </a:lvl1pPr>
          </a:lstStyle>
          <a:p>
            <a:r>
              <a:rPr lang="en-US"/>
              <a:t>Place headline here (36pt, min 30pt)</a:t>
            </a:r>
            <a:endParaRPr lang="en-US" dirty="0"/>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2">
              <a:lumMod val="20000"/>
              <a:lumOff val="80000"/>
            </a:schemeClr>
          </a:solidFill>
        </p:spPr>
        <p:txBody>
          <a:bodyPr/>
          <a:lstStyle>
            <a:lvl1pPr marL="0" indent="0" rtl="0">
              <a:buNone/>
              <a:defRPr sz="1800" b="0"/>
            </a:lvl1pPr>
          </a:lstStyle>
          <a:p>
            <a:r>
              <a:rPr lang="en-US"/>
              <a:t>Add profile photo</a:t>
            </a:r>
            <a:endParaRPr lang="en-US" dirty="0"/>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377415"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2353236"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cxnSp>
        <p:nvCxnSpPr>
          <p:cNvPr id="33" name="Straight Connector 32">
            <a:extLst>
              <a:ext uri="{FF2B5EF4-FFF2-40B4-BE49-F238E27FC236}">
                <a16:creationId xmlns:a16="http://schemas.microsoft.com/office/drawing/2014/main" id="{AA02BDBD-12C4-A940-8556-B3E5BDD10714}"/>
              </a:ext>
            </a:extLst>
          </p:cNvPr>
          <p:cNvCxnSpPr>
            <a:cxnSpLocks/>
          </p:cNvCxnSpPr>
          <p:nvPr userDrawn="1"/>
        </p:nvCxnSpPr>
        <p:spPr>
          <a:xfrm>
            <a:off x="377415"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FEA9EDE-6235-5149-A941-CF6FEAE2E6FF}"/>
              </a:ext>
            </a:extLst>
          </p:cNvPr>
          <p:cNvCxnSpPr>
            <a:cxnSpLocks/>
          </p:cNvCxnSpPr>
          <p:nvPr userDrawn="1"/>
        </p:nvCxnSpPr>
        <p:spPr>
          <a:xfrm>
            <a:off x="2353236"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BE3B3A9-F650-CD4D-ABE8-60A0F5E115AE}"/>
              </a:ext>
            </a:extLst>
          </p:cNvPr>
          <p:cNvCxnSpPr>
            <a:cxnSpLocks/>
          </p:cNvCxnSpPr>
          <p:nvPr userDrawn="1"/>
        </p:nvCxnSpPr>
        <p:spPr>
          <a:xfrm>
            <a:off x="4329057"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0EADFA0-1672-B34A-99B7-19C51FEE8983}"/>
              </a:ext>
            </a:extLst>
          </p:cNvPr>
          <p:cNvCxnSpPr>
            <a:cxnSpLocks/>
          </p:cNvCxnSpPr>
          <p:nvPr userDrawn="1"/>
        </p:nvCxnSpPr>
        <p:spPr>
          <a:xfrm>
            <a:off x="6304878"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C298F82-C3A0-2A4F-8530-36C08463C5C0}"/>
              </a:ext>
            </a:extLst>
          </p:cNvPr>
          <p:cNvCxnSpPr>
            <a:cxnSpLocks/>
          </p:cNvCxnSpPr>
          <p:nvPr userDrawn="1"/>
        </p:nvCxnSpPr>
        <p:spPr>
          <a:xfrm>
            <a:off x="8280699"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35C1307-45DE-104B-82C7-0AF770E496DE}"/>
              </a:ext>
            </a:extLst>
          </p:cNvPr>
          <p:cNvCxnSpPr>
            <a:cxnSpLocks/>
          </p:cNvCxnSpPr>
          <p:nvPr userDrawn="1"/>
        </p:nvCxnSpPr>
        <p:spPr>
          <a:xfrm>
            <a:off x="10256520"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4329057"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6304878"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52" name="Text Placeholder 21">
            <a:extLst>
              <a:ext uri="{FF2B5EF4-FFF2-40B4-BE49-F238E27FC236}">
                <a16:creationId xmlns:a16="http://schemas.microsoft.com/office/drawing/2014/main" id="{6DA3268F-5CC4-7E4D-879D-3A3F1FBF6B55}"/>
              </a:ext>
            </a:extLst>
          </p:cNvPr>
          <p:cNvSpPr>
            <a:spLocks noGrp="1"/>
          </p:cNvSpPr>
          <p:nvPr>
            <p:ph type="body" sz="quarter" idx="27" hasCustomPrompt="1"/>
          </p:nvPr>
        </p:nvSpPr>
        <p:spPr>
          <a:xfrm>
            <a:off x="8280699"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53" name="Text Placeholder 21">
            <a:extLst>
              <a:ext uri="{FF2B5EF4-FFF2-40B4-BE49-F238E27FC236}">
                <a16:creationId xmlns:a16="http://schemas.microsoft.com/office/drawing/2014/main" id="{855592D2-902A-1146-B433-6648BEC87843}"/>
              </a:ext>
            </a:extLst>
          </p:cNvPr>
          <p:cNvSpPr>
            <a:spLocks noGrp="1"/>
          </p:cNvSpPr>
          <p:nvPr>
            <p:ph type="body" sz="quarter" idx="28" hasCustomPrompt="1"/>
          </p:nvPr>
        </p:nvSpPr>
        <p:spPr>
          <a:xfrm>
            <a:off x="10256520"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pic>
        <p:nvPicPr>
          <p:cNvPr id="4" name="Picture 3">
            <a:extLst>
              <a:ext uri="{FF2B5EF4-FFF2-40B4-BE49-F238E27FC236}">
                <a16:creationId xmlns:a16="http://schemas.microsoft.com/office/drawing/2014/main" id="{DB3CD3D7-329E-47BB-94A7-43044FF6B3FA}"/>
              </a:ext>
            </a:extLst>
          </p:cNvPr>
          <p:cNvPicPr>
            <a:picLocks noChangeAspect="1"/>
          </p:cNvPicPr>
          <p:nvPr userDrawn="1"/>
        </p:nvPicPr>
        <p:blipFill>
          <a:blip r:embed="rId5"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128971457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eam 8 + Tex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F38074-4D88-2E74-D4BE-969E9A2649A0}"/>
              </a:ext>
            </a:extLst>
          </p:cNvPr>
          <p:cNvGraphicFramePr>
            <a:graphicFrameLocks noChangeAspect="1"/>
          </p:cNvGraphicFramePr>
          <p:nvPr userDrawn="1">
            <p:custDataLst>
              <p:tags r:id="rId1"/>
            </p:custDataLst>
            <p:extLst>
              <p:ext uri="{D42A27DB-BD31-4B8C-83A1-F6EECF244321}">
                <p14:modId xmlns:p14="http://schemas.microsoft.com/office/powerpoint/2010/main" val="42210145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8" name="think-cell data - do not delete" hidden="1">
                        <a:extLst>
                          <a:ext uri="{FF2B5EF4-FFF2-40B4-BE49-F238E27FC236}">
                            <a16:creationId xmlns:a16="http://schemas.microsoft.com/office/drawing/2014/main" id="{3EF38074-4D88-2E74-D4BE-969E9A2649A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381000" y="1295233"/>
            <a:ext cx="3540355" cy="5016665"/>
          </a:xfrm>
        </p:spPr>
        <p:txBody>
          <a:bodyPr/>
          <a:lstStyle>
            <a:lvl1pPr rtl="0">
              <a:defRPr/>
            </a:lvl1pPr>
            <a:lvl2pPr rtl="0">
              <a:defRPr/>
            </a:lvl2pPr>
            <a:lvl3pPr rtl="0">
              <a:defRPr/>
            </a:lvl3pPr>
            <a:lvl4pPr rtl="0">
              <a:defRPr/>
            </a:lvl4pPr>
            <a:lvl5pPr rtl="0">
              <a:defRPr/>
            </a:lvl5pPr>
          </a:lstStyle>
          <a:p>
            <a:pPr lvl="0"/>
            <a:r>
              <a:rPr lang="en-US"/>
              <a:t>Place text here, use indent to access other levels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vert="horz"/>
          <a:lstStyle>
            <a:lvl1pPr rtl="0">
              <a:defRPr sz="3600"/>
            </a:lvl1pPr>
          </a:lstStyle>
          <a:p>
            <a:r>
              <a:rPr lang="en-US"/>
              <a:t>Place headline here (36pt, min 30pt)</a:t>
            </a:r>
            <a:endParaRPr lang="en-US" dirty="0"/>
          </a:p>
        </p:txBody>
      </p:sp>
      <p:sp>
        <p:nvSpPr>
          <p:cNvPr id="45" name="Picture Placeholder 13">
            <a:extLst>
              <a:ext uri="{FF2B5EF4-FFF2-40B4-BE49-F238E27FC236}">
                <a16:creationId xmlns:a16="http://schemas.microsoft.com/office/drawing/2014/main" id="{CD7EAAF9-7102-4351-9F35-C40B3F381975}"/>
              </a:ext>
            </a:extLst>
          </p:cNvPr>
          <p:cNvSpPr>
            <a:spLocks noGrp="1"/>
          </p:cNvSpPr>
          <p:nvPr>
            <p:ph type="pic" sz="quarter" idx="16" hasCustomPrompt="1"/>
          </p:nvPr>
        </p:nvSpPr>
        <p:spPr>
          <a:xfrm>
            <a:off x="4325822" y="1295233"/>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46" name="Picture Placeholder 13">
            <a:extLst>
              <a:ext uri="{FF2B5EF4-FFF2-40B4-BE49-F238E27FC236}">
                <a16:creationId xmlns:a16="http://schemas.microsoft.com/office/drawing/2014/main" id="{CC40CB3D-DFEA-4056-B2DA-887E7C863243}"/>
              </a:ext>
            </a:extLst>
          </p:cNvPr>
          <p:cNvSpPr>
            <a:spLocks noGrp="1"/>
          </p:cNvSpPr>
          <p:nvPr>
            <p:ph type="pic" sz="quarter" idx="17" hasCustomPrompt="1"/>
          </p:nvPr>
        </p:nvSpPr>
        <p:spPr>
          <a:xfrm>
            <a:off x="6298233" y="1295233"/>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47" name="Picture Placeholder 13">
            <a:extLst>
              <a:ext uri="{FF2B5EF4-FFF2-40B4-BE49-F238E27FC236}">
                <a16:creationId xmlns:a16="http://schemas.microsoft.com/office/drawing/2014/main" id="{F8BABECB-6F2D-4068-AEE6-A603DAA72EFF}"/>
              </a:ext>
            </a:extLst>
          </p:cNvPr>
          <p:cNvSpPr>
            <a:spLocks noGrp="1"/>
          </p:cNvSpPr>
          <p:nvPr>
            <p:ph type="pic" sz="quarter" idx="18" hasCustomPrompt="1"/>
          </p:nvPr>
        </p:nvSpPr>
        <p:spPr>
          <a:xfrm>
            <a:off x="10243055" y="1295233"/>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48" name="Picture Placeholder 13">
            <a:extLst>
              <a:ext uri="{FF2B5EF4-FFF2-40B4-BE49-F238E27FC236}">
                <a16:creationId xmlns:a16="http://schemas.microsoft.com/office/drawing/2014/main" id="{914A31DD-59CB-48C9-9C28-954E6B85C623}"/>
              </a:ext>
            </a:extLst>
          </p:cNvPr>
          <p:cNvSpPr>
            <a:spLocks noGrp="1"/>
          </p:cNvSpPr>
          <p:nvPr>
            <p:ph type="pic" sz="quarter" idx="24" hasCustomPrompt="1"/>
          </p:nvPr>
        </p:nvSpPr>
        <p:spPr>
          <a:xfrm>
            <a:off x="8270644" y="1295233"/>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cxnSp>
        <p:nvCxnSpPr>
          <p:cNvPr id="49" name="Straight Connector 48">
            <a:extLst>
              <a:ext uri="{FF2B5EF4-FFF2-40B4-BE49-F238E27FC236}">
                <a16:creationId xmlns:a16="http://schemas.microsoft.com/office/drawing/2014/main" id="{F41646E1-19C3-4B9B-B997-D1E684346A58}"/>
              </a:ext>
            </a:extLst>
          </p:cNvPr>
          <p:cNvCxnSpPr>
            <a:cxnSpLocks/>
          </p:cNvCxnSpPr>
          <p:nvPr userDrawn="1"/>
        </p:nvCxnSpPr>
        <p:spPr>
          <a:xfrm>
            <a:off x="4325822"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573D48A-A495-4050-90E3-75258FCF3377}"/>
              </a:ext>
            </a:extLst>
          </p:cNvPr>
          <p:cNvCxnSpPr>
            <a:cxnSpLocks/>
          </p:cNvCxnSpPr>
          <p:nvPr userDrawn="1"/>
        </p:nvCxnSpPr>
        <p:spPr>
          <a:xfrm>
            <a:off x="6298233"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73483C0-79C0-4141-9CB1-0BA663E254D0}"/>
              </a:ext>
            </a:extLst>
          </p:cNvPr>
          <p:cNvCxnSpPr>
            <a:cxnSpLocks/>
          </p:cNvCxnSpPr>
          <p:nvPr userDrawn="1"/>
        </p:nvCxnSpPr>
        <p:spPr>
          <a:xfrm>
            <a:off x="8270644"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4A17C9C-D115-468F-86DD-CDE522721719}"/>
              </a:ext>
            </a:extLst>
          </p:cNvPr>
          <p:cNvCxnSpPr>
            <a:cxnSpLocks/>
          </p:cNvCxnSpPr>
          <p:nvPr userDrawn="1"/>
        </p:nvCxnSpPr>
        <p:spPr>
          <a:xfrm>
            <a:off x="10243055"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7" name="Text Placeholder 21">
            <a:extLst>
              <a:ext uri="{FF2B5EF4-FFF2-40B4-BE49-F238E27FC236}">
                <a16:creationId xmlns:a16="http://schemas.microsoft.com/office/drawing/2014/main" id="{224BCF40-5B7A-4471-B077-3EEE956ADC3D}"/>
              </a:ext>
            </a:extLst>
          </p:cNvPr>
          <p:cNvSpPr>
            <a:spLocks noGrp="1"/>
          </p:cNvSpPr>
          <p:nvPr>
            <p:ph type="body" sz="quarter" idx="25" hasCustomPrompt="1"/>
          </p:nvPr>
        </p:nvSpPr>
        <p:spPr>
          <a:xfrm>
            <a:off x="4325822" y="2786552"/>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58" name="Text Placeholder 21">
            <a:extLst>
              <a:ext uri="{FF2B5EF4-FFF2-40B4-BE49-F238E27FC236}">
                <a16:creationId xmlns:a16="http://schemas.microsoft.com/office/drawing/2014/main" id="{68E899C2-D12C-4214-88A5-B7A6E1BCDCEC}"/>
              </a:ext>
            </a:extLst>
          </p:cNvPr>
          <p:cNvSpPr>
            <a:spLocks noGrp="1"/>
          </p:cNvSpPr>
          <p:nvPr>
            <p:ph type="body" sz="quarter" idx="26" hasCustomPrompt="1"/>
          </p:nvPr>
        </p:nvSpPr>
        <p:spPr>
          <a:xfrm>
            <a:off x="6298233" y="2786552"/>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59" name="Text Placeholder 21">
            <a:extLst>
              <a:ext uri="{FF2B5EF4-FFF2-40B4-BE49-F238E27FC236}">
                <a16:creationId xmlns:a16="http://schemas.microsoft.com/office/drawing/2014/main" id="{66A0D763-27FE-421C-A5D9-19A08FC2D8D1}"/>
              </a:ext>
            </a:extLst>
          </p:cNvPr>
          <p:cNvSpPr>
            <a:spLocks noGrp="1"/>
          </p:cNvSpPr>
          <p:nvPr>
            <p:ph type="body" sz="quarter" idx="27" hasCustomPrompt="1"/>
          </p:nvPr>
        </p:nvSpPr>
        <p:spPr>
          <a:xfrm>
            <a:off x="8270644" y="2786552"/>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78" name="Text Placeholder 21">
            <a:extLst>
              <a:ext uri="{FF2B5EF4-FFF2-40B4-BE49-F238E27FC236}">
                <a16:creationId xmlns:a16="http://schemas.microsoft.com/office/drawing/2014/main" id="{43E52046-A5DE-47E3-A9A3-ADD4F6DB823B}"/>
              </a:ext>
            </a:extLst>
          </p:cNvPr>
          <p:cNvSpPr>
            <a:spLocks noGrp="1"/>
          </p:cNvSpPr>
          <p:nvPr>
            <p:ph type="body" sz="quarter" idx="28" hasCustomPrompt="1"/>
          </p:nvPr>
        </p:nvSpPr>
        <p:spPr>
          <a:xfrm>
            <a:off x="10243055" y="2786552"/>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32" name="Picture Placeholder 13">
            <a:extLst>
              <a:ext uri="{FF2B5EF4-FFF2-40B4-BE49-F238E27FC236}">
                <a16:creationId xmlns:a16="http://schemas.microsoft.com/office/drawing/2014/main" id="{BA696AEF-3D6B-2E4A-853E-8A8760E58D09}"/>
              </a:ext>
            </a:extLst>
          </p:cNvPr>
          <p:cNvSpPr>
            <a:spLocks noGrp="1"/>
          </p:cNvSpPr>
          <p:nvPr>
            <p:ph type="pic" sz="quarter" idx="43" hasCustomPrompt="1"/>
          </p:nvPr>
        </p:nvSpPr>
        <p:spPr>
          <a:xfrm>
            <a:off x="4325822" y="3842161"/>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33" name="Picture Placeholder 13">
            <a:extLst>
              <a:ext uri="{FF2B5EF4-FFF2-40B4-BE49-F238E27FC236}">
                <a16:creationId xmlns:a16="http://schemas.microsoft.com/office/drawing/2014/main" id="{05B98E7F-7333-A04B-94D4-281325401EF4}"/>
              </a:ext>
            </a:extLst>
          </p:cNvPr>
          <p:cNvSpPr>
            <a:spLocks noGrp="1"/>
          </p:cNvSpPr>
          <p:nvPr>
            <p:ph type="pic" sz="quarter" idx="44" hasCustomPrompt="1"/>
          </p:nvPr>
        </p:nvSpPr>
        <p:spPr>
          <a:xfrm>
            <a:off x="6298233" y="3842161"/>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34" name="Picture Placeholder 13">
            <a:extLst>
              <a:ext uri="{FF2B5EF4-FFF2-40B4-BE49-F238E27FC236}">
                <a16:creationId xmlns:a16="http://schemas.microsoft.com/office/drawing/2014/main" id="{B99C455B-37CC-4E44-8046-56AF81C16361}"/>
              </a:ext>
            </a:extLst>
          </p:cNvPr>
          <p:cNvSpPr>
            <a:spLocks noGrp="1"/>
          </p:cNvSpPr>
          <p:nvPr>
            <p:ph type="pic" sz="quarter" idx="45" hasCustomPrompt="1"/>
          </p:nvPr>
        </p:nvSpPr>
        <p:spPr>
          <a:xfrm>
            <a:off x="10243055" y="3842161"/>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35" name="Picture Placeholder 13">
            <a:extLst>
              <a:ext uri="{FF2B5EF4-FFF2-40B4-BE49-F238E27FC236}">
                <a16:creationId xmlns:a16="http://schemas.microsoft.com/office/drawing/2014/main" id="{AAA6B0A5-6A50-1640-8F39-F8AC766655FE}"/>
              </a:ext>
            </a:extLst>
          </p:cNvPr>
          <p:cNvSpPr>
            <a:spLocks noGrp="1"/>
          </p:cNvSpPr>
          <p:nvPr>
            <p:ph type="pic" sz="quarter" idx="46" hasCustomPrompt="1"/>
          </p:nvPr>
        </p:nvSpPr>
        <p:spPr>
          <a:xfrm>
            <a:off x="8270644" y="3842161"/>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cxnSp>
        <p:nvCxnSpPr>
          <p:cNvPr id="36" name="Straight Connector 35">
            <a:extLst>
              <a:ext uri="{FF2B5EF4-FFF2-40B4-BE49-F238E27FC236}">
                <a16:creationId xmlns:a16="http://schemas.microsoft.com/office/drawing/2014/main" id="{4AEBC920-4A06-1844-A297-04C9B4995EA2}"/>
              </a:ext>
            </a:extLst>
          </p:cNvPr>
          <p:cNvCxnSpPr>
            <a:cxnSpLocks/>
          </p:cNvCxnSpPr>
          <p:nvPr userDrawn="1"/>
        </p:nvCxnSpPr>
        <p:spPr>
          <a:xfrm>
            <a:off x="4325822"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8D916B0-6C7A-FE46-ADE6-48744F6FD90A}"/>
              </a:ext>
            </a:extLst>
          </p:cNvPr>
          <p:cNvCxnSpPr>
            <a:cxnSpLocks/>
          </p:cNvCxnSpPr>
          <p:nvPr userDrawn="1"/>
        </p:nvCxnSpPr>
        <p:spPr>
          <a:xfrm>
            <a:off x="6298233"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A86475A-7CFD-8340-A566-4FB21E689F0A}"/>
              </a:ext>
            </a:extLst>
          </p:cNvPr>
          <p:cNvCxnSpPr>
            <a:cxnSpLocks/>
          </p:cNvCxnSpPr>
          <p:nvPr userDrawn="1"/>
        </p:nvCxnSpPr>
        <p:spPr>
          <a:xfrm>
            <a:off x="8270644"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79DFD2D-5360-2342-829B-32DDEB7EBEB1}"/>
              </a:ext>
            </a:extLst>
          </p:cNvPr>
          <p:cNvCxnSpPr>
            <a:cxnSpLocks/>
          </p:cNvCxnSpPr>
          <p:nvPr userDrawn="1"/>
        </p:nvCxnSpPr>
        <p:spPr>
          <a:xfrm>
            <a:off x="10243055"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Text Placeholder 21">
            <a:extLst>
              <a:ext uri="{FF2B5EF4-FFF2-40B4-BE49-F238E27FC236}">
                <a16:creationId xmlns:a16="http://schemas.microsoft.com/office/drawing/2014/main" id="{CDFBCAAC-9CA0-5A4E-8684-A49AAB0BA650}"/>
              </a:ext>
            </a:extLst>
          </p:cNvPr>
          <p:cNvSpPr>
            <a:spLocks noGrp="1"/>
          </p:cNvSpPr>
          <p:nvPr>
            <p:ph type="body" sz="quarter" idx="47" hasCustomPrompt="1"/>
          </p:nvPr>
        </p:nvSpPr>
        <p:spPr>
          <a:xfrm>
            <a:off x="4325822" y="5333480"/>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41" name="Text Placeholder 21">
            <a:extLst>
              <a:ext uri="{FF2B5EF4-FFF2-40B4-BE49-F238E27FC236}">
                <a16:creationId xmlns:a16="http://schemas.microsoft.com/office/drawing/2014/main" id="{0C025F6B-BD75-0A4C-87E1-147D69F7C5B9}"/>
              </a:ext>
            </a:extLst>
          </p:cNvPr>
          <p:cNvSpPr>
            <a:spLocks noGrp="1"/>
          </p:cNvSpPr>
          <p:nvPr>
            <p:ph type="body" sz="quarter" idx="48" hasCustomPrompt="1"/>
          </p:nvPr>
        </p:nvSpPr>
        <p:spPr>
          <a:xfrm>
            <a:off x="6298233" y="5333480"/>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42" name="Text Placeholder 21">
            <a:extLst>
              <a:ext uri="{FF2B5EF4-FFF2-40B4-BE49-F238E27FC236}">
                <a16:creationId xmlns:a16="http://schemas.microsoft.com/office/drawing/2014/main" id="{A9CB5A73-2496-3841-A61A-1965B0A6AD13}"/>
              </a:ext>
            </a:extLst>
          </p:cNvPr>
          <p:cNvSpPr>
            <a:spLocks noGrp="1"/>
          </p:cNvSpPr>
          <p:nvPr>
            <p:ph type="body" sz="quarter" idx="49" hasCustomPrompt="1"/>
          </p:nvPr>
        </p:nvSpPr>
        <p:spPr>
          <a:xfrm>
            <a:off x="8270644" y="5333480"/>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43" name="Text Placeholder 21">
            <a:extLst>
              <a:ext uri="{FF2B5EF4-FFF2-40B4-BE49-F238E27FC236}">
                <a16:creationId xmlns:a16="http://schemas.microsoft.com/office/drawing/2014/main" id="{886F547A-67CA-C749-B9EA-AA1142C31543}"/>
              </a:ext>
            </a:extLst>
          </p:cNvPr>
          <p:cNvSpPr>
            <a:spLocks noGrp="1"/>
          </p:cNvSpPr>
          <p:nvPr>
            <p:ph type="body" sz="quarter" idx="50" hasCustomPrompt="1"/>
          </p:nvPr>
        </p:nvSpPr>
        <p:spPr>
          <a:xfrm>
            <a:off x="10243055" y="5333480"/>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3" name="TextBox 2">
            <a:extLst>
              <a:ext uri="{FF2B5EF4-FFF2-40B4-BE49-F238E27FC236}">
                <a16:creationId xmlns:a16="http://schemas.microsoft.com/office/drawing/2014/main" id="{FC687A6A-0DE7-4742-9FEC-F4CAACF6BD01}"/>
              </a:ext>
            </a:extLst>
          </p:cNvPr>
          <p:cNvSpPr txBox="1"/>
          <p:nvPr userDrawn="1"/>
        </p:nvSpPr>
        <p:spPr>
          <a:xfrm>
            <a:off x="9363919" y="6620719"/>
            <a:ext cx="0" cy="0"/>
          </a:xfrm>
          <a:prstGeom prst="rect">
            <a:avLst/>
          </a:prstGeom>
          <a:noFill/>
        </p:spPr>
        <p:txBody>
          <a:bodyPr wrap="none" lIns="0" tIns="0" rIns="0" bIns="0" rtlCol="0">
            <a:noAutofit/>
          </a:bodyPr>
          <a:lstStyle/>
          <a:p>
            <a:pPr algn="l" defTabSz="228600" rtl="0">
              <a:spcAft>
                <a:spcPts val="1200"/>
              </a:spcAft>
            </a:pPr>
            <a:endParaRPr lang="en-US" noProof="0" dirty="0"/>
          </a:p>
        </p:txBody>
      </p:sp>
      <p:sp>
        <p:nvSpPr>
          <p:cNvPr id="5" name="TextBox 4">
            <a:extLst>
              <a:ext uri="{FF2B5EF4-FFF2-40B4-BE49-F238E27FC236}">
                <a16:creationId xmlns:a16="http://schemas.microsoft.com/office/drawing/2014/main" id="{AFC37153-4580-BB48-AD3A-E289DF242EE6}"/>
              </a:ext>
            </a:extLst>
          </p:cNvPr>
          <p:cNvSpPr txBox="1"/>
          <p:nvPr userDrawn="1"/>
        </p:nvSpPr>
        <p:spPr>
          <a:xfrm>
            <a:off x="9734309" y="6539696"/>
            <a:ext cx="0" cy="0"/>
          </a:xfrm>
          <a:prstGeom prst="rect">
            <a:avLst/>
          </a:prstGeom>
          <a:noFill/>
        </p:spPr>
        <p:txBody>
          <a:bodyPr wrap="none" lIns="0" tIns="0" rIns="0" bIns="0" rtlCol="0">
            <a:noAutofit/>
          </a:bodyPr>
          <a:lstStyle/>
          <a:p>
            <a:pPr algn="l" defTabSz="228600" rtl="0">
              <a:spcAft>
                <a:spcPts val="1200"/>
              </a:spcAft>
            </a:pPr>
            <a:endParaRPr lang="en-US" noProof="0" dirty="0"/>
          </a:p>
        </p:txBody>
      </p:sp>
      <p:sp>
        <p:nvSpPr>
          <p:cNvPr id="6" name="TextBox 5">
            <a:extLst>
              <a:ext uri="{FF2B5EF4-FFF2-40B4-BE49-F238E27FC236}">
                <a16:creationId xmlns:a16="http://schemas.microsoft.com/office/drawing/2014/main" id="{2E3869D1-469A-5B41-97BC-C47919F46F86}"/>
              </a:ext>
            </a:extLst>
          </p:cNvPr>
          <p:cNvSpPr txBox="1"/>
          <p:nvPr userDrawn="1"/>
        </p:nvSpPr>
        <p:spPr>
          <a:xfrm>
            <a:off x="10131552" y="6528816"/>
            <a:ext cx="0" cy="0"/>
          </a:xfrm>
          <a:prstGeom prst="rect">
            <a:avLst/>
          </a:prstGeom>
          <a:noFill/>
        </p:spPr>
        <p:txBody>
          <a:bodyPr wrap="none" lIns="0" tIns="0" rIns="0" bIns="0" rtlCol="0">
            <a:noAutofit/>
          </a:bodyPr>
          <a:lstStyle/>
          <a:p>
            <a:pPr algn="l" defTabSz="228600" rtl="0">
              <a:spcAft>
                <a:spcPts val="1200"/>
              </a:spcAft>
            </a:pPr>
            <a:endParaRPr lang="en-US" noProof="0" dirty="0"/>
          </a:p>
        </p:txBody>
      </p:sp>
    </p:spTree>
    <p:extLst>
      <p:ext uri="{BB962C8B-B14F-4D97-AF65-F5344CB8AC3E}">
        <p14:creationId xmlns:p14="http://schemas.microsoft.com/office/powerpoint/2010/main" val="551253902"/>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Text and Image 1">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CF3B55C-5C48-9D6D-7861-31B31B8315C2}"/>
              </a:ext>
            </a:extLst>
          </p:cNvPr>
          <p:cNvGraphicFramePr>
            <a:graphicFrameLocks noChangeAspect="1"/>
          </p:cNvGraphicFramePr>
          <p:nvPr userDrawn="1">
            <p:custDataLst>
              <p:tags r:id="rId1"/>
            </p:custDataLst>
            <p:extLst>
              <p:ext uri="{D42A27DB-BD31-4B8C-83A1-F6EECF244321}">
                <p14:modId xmlns:p14="http://schemas.microsoft.com/office/powerpoint/2010/main" val="34912168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0CF3B55C-5C48-9D6D-7861-31B31B8315C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5" name="Text Placeholder 14">
            <a:extLst>
              <a:ext uri="{FF2B5EF4-FFF2-40B4-BE49-F238E27FC236}">
                <a16:creationId xmlns:a16="http://schemas.microsoft.com/office/drawing/2014/main" id="{A27BE519-6A5B-4320-BE53-57885A779914}"/>
              </a:ext>
            </a:extLst>
          </p:cNvPr>
          <p:cNvSpPr>
            <a:spLocks noGrp="1"/>
          </p:cNvSpPr>
          <p:nvPr>
            <p:ph type="body" sz="quarter" idx="14" hasCustomPrompt="1"/>
          </p:nvPr>
        </p:nvSpPr>
        <p:spPr>
          <a:xfrm>
            <a:off x="381001" y="3267635"/>
            <a:ext cx="5334000" cy="2667000"/>
          </a:xfrm>
        </p:spPr>
        <p:txBody>
          <a:bodyPr/>
          <a:lstStyle>
            <a:lvl1pPr marL="0" indent="0" rtl="0">
              <a:buNone/>
              <a:defRPr sz="2400">
                <a:solidFill>
                  <a:schemeClr val="accent1"/>
                </a:solidFill>
                <a:latin typeface="GT Sectra Fine" panose="00000500000000000000" pitchFamily="50" charset="0"/>
              </a:defRPr>
            </a:lvl1pPr>
            <a:lvl2pPr marL="0" indent="0" rtl="0">
              <a:buNone/>
              <a:defRPr sz="1800"/>
            </a:lvl2pPr>
            <a:lvl3pPr marL="228600" rtl="0">
              <a:buFont typeface="Arial" panose="020B0604020202020204" pitchFamily="34" charset="0"/>
              <a:buChar char="•"/>
              <a:defRPr sz="1800"/>
            </a:lvl3pPr>
            <a:lvl4pPr marL="457200" rtl="0">
              <a:buFont typeface="System Font"/>
              <a:buChar char="–"/>
              <a:defRPr sz="1600"/>
            </a:lvl4pPr>
            <a:lvl5pPr marL="685800" rtl="0">
              <a:buFont typeface="Arial" panose="020B0604020202020204" pitchFamily="34" charset="0"/>
              <a:buChar char="•"/>
              <a:defRPr sz="1600"/>
            </a:lvl5pPr>
          </a:lstStyle>
          <a:p>
            <a:pPr lvl="0"/>
            <a:r>
              <a:rPr lang="en-US" dirty="0"/>
              <a:t>Place sub-headline here in GT Sectra Fine, indent for other levels</a:t>
            </a:r>
          </a:p>
          <a:p>
            <a:pPr lvl="1"/>
            <a:r>
              <a:rPr lang="en-US" dirty="0"/>
              <a:t>Second level (text 18pt)</a:t>
            </a:r>
          </a:p>
          <a:p>
            <a:pPr lvl="2"/>
            <a:r>
              <a:rPr lang="en-US" dirty="0"/>
              <a:t>Third level bullet (bullet 18pt)</a:t>
            </a:r>
          </a:p>
          <a:p>
            <a:pPr lvl="3"/>
            <a:r>
              <a:rPr lang="en-US" dirty="0"/>
              <a:t>Fourth level bullet (bullet 16pt)</a:t>
            </a:r>
          </a:p>
          <a:p>
            <a:pPr lvl="4"/>
            <a:r>
              <a:rPr lang="en-US" dirty="0"/>
              <a:t>Fifth level bullet (bullet 16pt)</a:t>
            </a:r>
          </a:p>
        </p:txBody>
      </p:sp>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196769"/>
            <a:ext cx="6096000" cy="6857999"/>
          </a:xfrm>
        </p:spPr>
        <p:txBody>
          <a:bodyPr anchor="ctr"/>
          <a:lstStyle>
            <a:lvl1pPr marL="0" indent="0" algn="ctr" defTabSz="914400" rtl="0" eaLnBrk="1" latinLnBrk="0" hangingPunct="1">
              <a:lnSpc>
                <a:spcPct val="100000"/>
              </a:lnSpc>
              <a:spcBef>
                <a:spcPts val="0"/>
              </a:spcBef>
              <a:spcAft>
                <a:spcPts val="1200"/>
              </a:spcAft>
              <a:buFont typeface="Arial" panose="020B0604020202020204" pitchFamily="34" charset="0"/>
              <a:buNone/>
              <a:defRPr lang="en-US" sz="1400" b="0" kern="1200" dirty="0">
                <a:solidFill>
                  <a:schemeClr val="tx1"/>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Add image, then ‘Send to Back’</a:t>
            </a:r>
            <a:endParaRPr lang="en-US" dirty="0"/>
          </a:p>
        </p:txBody>
      </p:sp>
      <p:sp>
        <p:nvSpPr>
          <p:cNvPr id="5" name="Title 1">
            <a:extLst>
              <a:ext uri="{FF2B5EF4-FFF2-40B4-BE49-F238E27FC236}">
                <a16:creationId xmlns:a16="http://schemas.microsoft.com/office/drawing/2014/main" id="{1BB929FF-38D9-4792-A56F-C1810627FF9B}"/>
              </a:ext>
            </a:extLst>
          </p:cNvPr>
          <p:cNvSpPr>
            <a:spLocks noGrp="1"/>
          </p:cNvSpPr>
          <p:nvPr>
            <p:ph type="title" hasCustomPrompt="1"/>
          </p:nvPr>
        </p:nvSpPr>
        <p:spPr>
          <a:xfrm>
            <a:off x="381000" y="381000"/>
            <a:ext cx="5334000" cy="2667000"/>
          </a:xfrm>
        </p:spPr>
        <p:txBody>
          <a:bodyPr vert="horz" anchor="b"/>
          <a:lstStyle>
            <a:lvl1pPr rtl="0">
              <a:defRPr sz="3600"/>
            </a:lvl1pPr>
          </a:lstStyle>
          <a:p>
            <a:r>
              <a:rPr lang="en-US"/>
              <a:t>Place headline here (36pt, min 30pt)</a:t>
            </a:r>
            <a:endParaRPr lang="en-US" dirty="0"/>
          </a:p>
        </p:txBody>
      </p:sp>
      <p:sp>
        <p:nvSpPr>
          <p:cNvPr id="7" name="Slide Number Placeholder 6">
            <a:extLst>
              <a:ext uri="{FF2B5EF4-FFF2-40B4-BE49-F238E27FC236}">
                <a16:creationId xmlns:a16="http://schemas.microsoft.com/office/drawing/2014/main" id="{471ECD14-894C-4210-BC23-98D893AA2320}"/>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lvl1pPr rtl="0">
              <a:defRPr lang="en-US" sz="800" smtClean="0">
                <a:solidFill>
                  <a:schemeClr val="tx1">
                    <a:alpha val="75000"/>
                  </a:schemeClr>
                </a:solidFill>
              </a:defRPr>
            </a:lvl1pPr>
          </a:lstStyle>
          <a:p>
            <a:pPr algn="r" defTabSz="228600">
              <a:spcAft>
                <a:spcPts val="1200"/>
              </a:spcAft>
            </a:pPr>
            <a:fld id="{CC9E6EB9-168E-4914-8CC7-2E853AFB4F1B}" type="slidenum">
              <a:rPr lang="en-US" smtClean="0"/>
              <a:pPr algn="r" defTabSz="228600">
                <a:spcAft>
                  <a:spcPts val="1200"/>
                </a:spcAft>
              </a:pPr>
              <a:t>‹#›</a:t>
            </a:fld>
            <a:endParaRPr lang="en-US" dirty="0"/>
          </a:p>
        </p:txBody>
      </p:sp>
      <p:pic>
        <p:nvPicPr>
          <p:cNvPr id="2" name="Picture 1">
            <a:extLst>
              <a:ext uri="{FF2B5EF4-FFF2-40B4-BE49-F238E27FC236}">
                <a16:creationId xmlns:a16="http://schemas.microsoft.com/office/drawing/2014/main" id="{296067A3-9F0D-44FB-B267-D94DE708562D}"/>
              </a:ext>
            </a:extLst>
          </p:cNvPr>
          <p:cNvPicPr>
            <a:picLocks noChangeAspect="1"/>
          </p:cNvPicPr>
          <p:nvPr userDrawn="1"/>
        </p:nvPicPr>
        <p:blipFill>
          <a:blip r:embed="rId5" cstate="print">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8" name="TextBox 7">
            <a:extLst>
              <a:ext uri="{FF2B5EF4-FFF2-40B4-BE49-F238E27FC236}">
                <a16:creationId xmlns:a16="http://schemas.microsoft.com/office/drawing/2014/main" id="{13C499DC-456D-AD4E-B8A4-E55217F992E7}"/>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a:solidFill>
                  <a:schemeClr val="tx1">
                    <a:alpha val="75000"/>
                  </a:schemeClr>
                </a:solidFill>
              </a:rPr>
              <a:t>Copyright © 2020 Accenture. All rights reserved.</a:t>
            </a:r>
            <a:endParaRPr lang="en-US" noProof="0" dirty="0">
              <a:solidFill>
                <a:schemeClr val="tx1">
                  <a:alpha val="75000"/>
                </a:schemeClr>
              </a:solidFill>
            </a:endParaRPr>
          </a:p>
        </p:txBody>
      </p:sp>
    </p:spTree>
    <p:extLst>
      <p:ext uri="{BB962C8B-B14F-4D97-AF65-F5344CB8AC3E}">
        <p14:creationId xmlns:p14="http://schemas.microsoft.com/office/powerpoint/2010/main" val="113717687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ext and Image 2">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E5BD5D0-7FEE-FB44-069E-CA52563534AD}"/>
              </a:ext>
            </a:extLst>
          </p:cNvPr>
          <p:cNvGraphicFramePr>
            <a:graphicFrameLocks noChangeAspect="1"/>
          </p:cNvGraphicFramePr>
          <p:nvPr userDrawn="1">
            <p:custDataLst>
              <p:tags r:id="rId1"/>
            </p:custDataLst>
            <p:extLst>
              <p:ext uri="{D42A27DB-BD31-4B8C-83A1-F6EECF244321}">
                <p14:modId xmlns:p14="http://schemas.microsoft.com/office/powerpoint/2010/main" val="20255873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CE5BD5D0-7FEE-FB44-069E-CA52563534A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1"/>
            <a:ext cx="6096024" cy="6309361"/>
          </a:xfrm>
          <a:noFill/>
        </p:spPr>
        <p:txBody>
          <a:bodyPr anchor="ctr"/>
          <a:lstStyle>
            <a:lvl1pPr marL="0" indent="0" algn="ctr" rtl="0">
              <a:buNone/>
              <a:defRPr sz="1400" b="0">
                <a:solidFill>
                  <a:schemeClr val="tx1"/>
                </a:solidFill>
              </a:defRPr>
            </a:lvl1pPr>
          </a:lstStyle>
          <a:p>
            <a:r>
              <a:rPr lang="en-US"/>
              <a:t>Add image here</a:t>
            </a:r>
            <a:endParaRPr lang="en-US" dirty="0"/>
          </a:p>
        </p:txBody>
      </p:sp>
      <p:sp>
        <p:nvSpPr>
          <p:cNvPr id="10" name="Rectangle 9">
            <a:extLst>
              <a:ext uri="{FF2B5EF4-FFF2-40B4-BE49-F238E27FC236}">
                <a16:creationId xmlns:a16="http://schemas.microsoft.com/office/drawing/2014/main" id="{7F8DBAF1-DC97-4CAB-B174-0AAA55CCB2E8}"/>
              </a:ext>
            </a:extLst>
          </p:cNvPr>
          <p:cNvSpPr/>
          <p:nvPr userDrawn="1"/>
        </p:nvSpPr>
        <p:spPr>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p:spPr>
        <p:txBody>
          <a:bodyPr vert="horz" anchor="b"/>
          <a:lstStyle>
            <a:lvl1pPr rtl="0">
              <a:defRPr sz="3600"/>
            </a:lvl1pPr>
          </a:lstStyle>
          <a:p>
            <a:r>
              <a:rPr lang="en-US"/>
              <a:t>Place headline here (36pt, min 30pt)</a:t>
            </a:r>
            <a:endParaRPr lang="en-US" dirty="0"/>
          </a:p>
        </p:txBody>
      </p:sp>
      <p:pic>
        <p:nvPicPr>
          <p:cNvPr id="2" name="Picture 1">
            <a:extLst>
              <a:ext uri="{FF2B5EF4-FFF2-40B4-BE49-F238E27FC236}">
                <a16:creationId xmlns:a16="http://schemas.microsoft.com/office/drawing/2014/main" id="{A9656D06-A8CE-4A1F-9876-6AFBEE60C207}"/>
              </a:ext>
            </a:extLst>
          </p:cNvPr>
          <p:cNvPicPr>
            <a:picLocks noChangeAspect="1"/>
          </p:cNvPicPr>
          <p:nvPr userDrawn="1"/>
        </p:nvPicPr>
        <p:blipFill>
          <a:blip r:embed="rId5"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13" name="TextBox 12">
            <a:extLst>
              <a:ext uri="{FF2B5EF4-FFF2-40B4-BE49-F238E27FC236}">
                <a16:creationId xmlns:a16="http://schemas.microsoft.com/office/drawing/2014/main" id="{C5A17E02-A31F-4B3C-922A-197462C89A0D}"/>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US" sz="800" b="0" i="0" u="none" strike="noStrike" kern="0" cap="none" spc="0" normalizeH="0" baseline="0" noProof="0">
                <a:ln>
                  <a:noFill/>
                </a:ln>
                <a:solidFill>
                  <a:srgbClr val="FFFFFF">
                    <a:alpha val="75000"/>
                  </a:srgbClr>
                </a:solidFill>
                <a:effectLst/>
                <a:uLnTx/>
                <a:uFillTx/>
              </a:rPr>
              <a:t>Copyright © 2020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4" name="TextBox 13">
            <a:extLst>
              <a:ext uri="{FF2B5EF4-FFF2-40B4-BE49-F238E27FC236}">
                <a16:creationId xmlns:a16="http://schemas.microsoft.com/office/drawing/2014/main" id="{A10195CB-D424-4B71-9300-2867217A049D}"/>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2" name="Text Placeholder 14">
            <a:extLst>
              <a:ext uri="{FF2B5EF4-FFF2-40B4-BE49-F238E27FC236}">
                <a16:creationId xmlns:a16="http://schemas.microsoft.com/office/drawing/2014/main" id="{6EB7BC02-64C6-5A42-A5C4-F0D83DB51123}"/>
              </a:ext>
            </a:extLst>
          </p:cNvPr>
          <p:cNvSpPr>
            <a:spLocks noGrp="1"/>
          </p:cNvSpPr>
          <p:nvPr>
            <p:ph type="body" sz="quarter" idx="17" hasCustomPrompt="1"/>
          </p:nvPr>
        </p:nvSpPr>
        <p:spPr>
          <a:xfrm>
            <a:off x="6476999" y="3267635"/>
            <a:ext cx="5334000" cy="2667000"/>
          </a:xfrm>
        </p:spPr>
        <p:txBody>
          <a:bodyPr/>
          <a:lstStyle>
            <a:lvl1pPr marL="0" indent="0" rtl="0">
              <a:buNone/>
              <a:defRPr sz="2400">
                <a:solidFill>
                  <a:schemeClr val="tx1"/>
                </a:solidFill>
                <a:latin typeface="GT Sectra Fine" panose="00000500000000000000" pitchFamily="50" charset="0"/>
              </a:defRPr>
            </a:lvl1pPr>
            <a:lvl2pPr marL="0" indent="0" rtl="0">
              <a:buNone/>
              <a:defRPr sz="1800">
                <a:solidFill>
                  <a:schemeClr val="tx1"/>
                </a:solidFill>
              </a:defRPr>
            </a:lvl2pPr>
            <a:lvl3pPr marL="228600" rtl="0">
              <a:buFont typeface="Arial" panose="020B0604020202020204" pitchFamily="34" charset="0"/>
              <a:buChar char="•"/>
              <a:defRPr sz="1800">
                <a:solidFill>
                  <a:schemeClr val="tx1"/>
                </a:solidFill>
              </a:defRPr>
            </a:lvl3pPr>
            <a:lvl4pPr marL="457200" rtl="0">
              <a:buFont typeface="System Font"/>
              <a:buChar char="–"/>
              <a:defRPr sz="1600">
                <a:solidFill>
                  <a:schemeClr val="tx1"/>
                </a:solidFill>
              </a:defRPr>
            </a:lvl4pPr>
            <a:lvl5pPr marL="685800" rtl="0">
              <a:buFont typeface="Arial" panose="020B0604020202020204" pitchFamily="34" charset="0"/>
              <a:buChar char="•"/>
              <a:defRPr sz="1600">
                <a:solidFill>
                  <a:schemeClr val="tx1"/>
                </a:solidFill>
              </a:defRPr>
            </a:lvl5pPr>
          </a:lstStyle>
          <a:p>
            <a:pPr lvl="0"/>
            <a:r>
              <a:rPr lang="en-US" dirty="0"/>
              <a:t>Place sub-headline here in GT Sectra Fine, indent for other levels</a:t>
            </a:r>
          </a:p>
          <a:p>
            <a:pPr lvl="1"/>
            <a:r>
              <a:rPr lang="en-US" dirty="0"/>
              <a:t>Second level (text 18pt)</a:t>
            </a:r>
          </a:p>
          <a:p>
            <a:pPr lvl="2"/>
            <a:r>
              <a:rPr lang="en-US" dirty="0"/>
              <a:t>Third level bullet (bullet 18pt)</a:t>
            </a:r>
          </a:p>
          <a:p>
            <a:pPr lvl="3"/>
            <a:r>
              <a:rPr lang="en-US" dirty="0"/>
              <a:t>Fourth level bullet (bullet 16pt)</a:t>
            </a:r>
          </a:p>
          <a:p>
            <a:pPr lvl="4"/>
            <a:r>
              <a:rPr lang="en-US" dirty="0"/>
              <a:t>Fifth level bullet (bullet 16pt)</a:t>
            </a:r>
          </a:p>
        </p:txBody>
      </p:sp>
    </p:spTree>
    <p:extLst>
      <p:ext uri="{BB962C8B-B14F-4D97-AF65-F5344CB8AC3E}">
        <p14:creationId xmlns:p14="http://schemas.microsoft.com/office/powerpoint/2010/main" val="15426762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20">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Quote + Portrait 1">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0B7BE49-597E-DD04-E620-1DC5A550383F}"/>
              </a:ext>
            </a:extLst>
          </p:cNvPr>
          <p:cNvGraphicFramePr>
            <a:graphicFrameLocks noChangeAspect="1"/>
          </p:cNvGraphicFramePr>
          <p:nvPr userDrawn="1">
            <p:custDataLst>
              <p:tags r:id="rId1"/>
            </p:custDataLst>
            <p:extLst>
              <p:ext uri="{D42A27DB-BD31-4B8C-83A1-F6EECF244321}">
                <p14:modId xmlns:p14="http://schemas.microsoft.com/office/powerpoint/2010/main" val="35318205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80B7BE49-597E-DD04-E620-1DC5A550383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3" name="Picture Placeholder 19">
            <a:extLst>
              <a:ext uri="{FF2B5EF4-FFF2-40B4-BE49-F238E27FC236}">
                <a16:creationId xmlns:a16="http://schemas.microsoft.com/office/drawing/2014/main" id="{9128CE8F-D41A-47B9-921B-C6C1790F8F27}"/>
              </a:ext>
            </a:extLst>
          </p:cNvPr>
          <p:cNvPicPr>
            <a:picLocks noChangeAspect="1"/>
          </p:cNvPicPr>
          <p:nvPr userDrawn="1"/>
        </p:nvPicPr>
        <p:blipFill rotWithShape="1">
          <a:blip r:embed="rId5">
            <a:extLst>
              <a:ext uri="{28A0092B-C50C-407E-A947-70E740481C1C}">
                <a14:useLocalDpi xmlns:a14="http://schemas.microsoft.com/office/drawing/2010/main"/>
              </a:ext>
            </a:extLst>
          </a:blip>
          <a:srcRect/>
          <a:stretch/>
        </p:blipFill>
        <p:spPr>
          <a:xfrm>
            <a:off x="7026839" y="943234"/>
            <a:ext cx="4191000" cy="4976812"/>
          </a:xfrm>
          <a:prstGeom prst="rect">
            <a:avLst/>
          </a:prstGeom>
          <a:solidFill>
            <a:schemeClr val="tx2">
              <a:lumMod val="20000"/>
              <a:lumOff val="80000"/>
            </a:schemeClr>
          </a:solidFill>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1" y="744434"/>
            <a:ext cx="4190998" cy="4976446"/>
          </a:xfrm>
          <a:solidFill>
            <a:schemeClr val="bg1"/>
          </a:solidFill>
        </p:spPr>
        <p:txBody>
          <a:bodyPr tIns="274320" bIns="274320" anchor="ctr"/>
          <a:lstStyle>
            <a:lvl1pPr marL="0" indent="0" algn="ctr" rtl="0">
              <a:buNone/>
              <a:defRPr sz="1400" b="0">
                <a:solidFill>
                  <a:schemeClr val="tx1"/>
                </a:solidFill>
              </a:defRPr>
            </a:lvl1pPr>
          </a:lstStyle>
          <a:p>
            <a:r>
              <a:rPr lang="en-US"/>
              <a:t>Add image</a:t>
            </a:r>
            <a:endParaRPr lang="en-US" dirty="0"/>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vert="horz" anchor="ctr"/>
          <a:lstStyle>
            <a:lvl1pPr rtl="0">
              <a:defRPr sz="5400">
                <a:solidFill>
                  <a:schemeClr val="tx1"/>
                </a:solidFill>
              </a:defRPr>
            </a:lvl1pPr>
          </a:lstStyle>
          <a:p>
            <a:r>
              <a:rPr lang="en-US" dirty="0"/>
              <a:t>Place quote or key message here</a:t>
            </a:r>
          </a:p>
        </p:txBody>
      </p:sp>
    </p:spTree>
    <p:extLst>
      <p:ext uri="{BB962C8B-B14F-4D97-AF65-F5344CB8AC3E}">
        <p14:creationId xmlns:p14="http://schemas.microsoft.com/office/powerpoint/2010/main" val="114730840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Stat 1">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F0D7581-1E6A-1FB2-613D-BF568DA4D6B8}"/>
              </a:ext>
            </a:extLst>
          </p:cNvPr>
          <p:cNvGraphicFramePr>
            <a:graphicFrameLocks noChangeAspect="1"/>
          </p:cNvGraphicFramePr>
          <p:nvPr userDrawn="1">
            <p:custDataLst>
              <p:tags r:id="rId1"/>
            </p:custDataLst>
            <p:extLst>
              <p:ext uri="{D42A27DB-BD31-4B8C-83A1-F6EECF244321}">
                <p14:modId xmlns:p14="http://schemas.microsoft.com/office/powerpoint/2010/main" val="37433041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2" name="think-cell data - do not delete" hidden="1">
                        <a:extLst>
                          <a:ext uri="{FF2B5EF4-FFF2-40B4-BE49-F238E27FC236}">
                            <a16:creationId xmlns:a16="http://schemas.microsoft.com/office/drawing/2014/main" id="{8F0D7581-1E6A-1FB2-613D-BF568DA4D6B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Rectangle 17">
            <a:extLst>
              <a:ext uri="{FF2B5EF4-FFF2-40B4-BE49-F238E27FC236}">
                <a16:creationId xmlns:a16="http://schemas.microsoft.com/office/drawing/2014/main" id="{7FF1C6BE-E6FE-4BD6-8477-A09403EEE56E}"/>
              </a:ext>
            </a:extLst>
          </p:cNvPr>
          <p:cNvSpPr/>
          <p:nvPr userDrawn="1"/>
        </p:nvSpPr>
        <p:spPr>
          <a:xfrm>
            <a:off x="-10" y="-3"/>
            <a:ext cx="6096008" cy="6311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22" name="Text Placeholder 32">
            <a:extLst>
              <a:ext uri="{FF2B5EF4-FFF2-40B4-BE49-F238E27FC236}">
                <a16:creationId xmlns:a16="http://schemas.microsoft.com/office/drawing/2014/main" id="{AC315915-FC9E-0942-980E-6C0E99FEA8DD}"/>
              </a:ext>
            </a:extLst>
          </p:cNvPr>
          <p:cNvSpPr>
            <a:spLocks noGrp="1"/>
          </p:cNvSpPr>
          <p:nvPr>
            <p:ph type="body" sz="quarter" idx="18" hasCustomPrompt="1"/>
          </p:nvPr>
        </p:nvSpPr>
        <p:spPr>
          <a:xfrm>
            <a:off x="380986" y="1490072"/>
            <a:ext cx="2285996" cy="1284861"/>
          </a:xfrm>
        </p:spPr>
        <p:txBody>
          <a:bodyPr/>
          <a:lstStyle>
            <a:lvl1pPr marL="0" indent="0" rtl="0">
              <a:spcAft>
                <a:spcPts val="600"/>
              </a:spcAft>
              <a:buNone/>
              <a:defRPr lang="en-US" sz="2000" b="1" kern="1200" dirty="0" smtClean="0">
                <a:solidFill>
                  <a:schemeClr val="tx1"/>
                </a:solidFill>
                <a:latin typeface="+mn-lt"/>
                <a:ea typeface="+mn-ea"/>
                <a:cs typeface="+mn-cs"/>
              </a:defRPr>
            </a:lvl1pPr>
            <a:lvl2pPr marL="0" indent="0" rtl="0">
              <a:spcAft>
                <a:spcPts val="600"/>
              </a:spcAft>
              <a:buNone/>
              <a:defRPr lang="en-US" sz="1600" kern="1200" dirty="0">
                <a:solidFill>
                  <a:schemeClr val="tx1"/>
                </a:solidFill>
                <a:latin typeface="+mn-lt"/>
                <a:ea typeface="+mn-ea"/>
                <a:cs typeface="+mn-cs"/>
              </a:defRPr>
            </a:lvl2pPr>
            <a:lvl3pPr marL="285750" indent="-285750" rtl="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6095992" y="0"/>
            <a:ext cx="6096008" cy="6311900"/>
          </a:xfrm>
          <a:solidFill>
            <a:schemeClr val="bg2"/>
          </a:solidFill>
        </p:spPr>
        <p:txBody>
          <a:bodyPr anchor="ctr"/>
          <a:lstStyle>
            <a:lvl1pPr marL="0" indent="0" algn="ctr" rtl="0">
              <a:buNone/>
              <a:defRPr sz="1400" b="0">
                <a:solidFill>
                  <a:schemeClr val="tx1"/>
                </a:solidFill>
              </a:defRPr>
            </a:lvl1pPr>
          </a:lstStyle>
          <a:p>
            <a:r>
              <a:rPr lang="en-US"/>
              <a:t>Add image here</a:t>
            </a:r>
            <a:endParaRPr lang="en-US" dirty="0"/>
          </a:p>
        </p:txBody>
      </p:sp>
      <p:sp>
        <p:nvSpPr>
          <p:cNvPr id="27" name="Text Placeholder 26">
            <a:extLst>
              <a:ext uri="{FF2B5EF4-FFF2-40B4-BE49-F238E27FC236}">
                <a16:creationId xmlns:a16="http://schemas.microsoft.com/office/drawing/2014/main" id="{8D7539E0-EC97-4984-8CDD-85CC949BB7FB}"/>
              </a:ext>
            </a:extLst>
          </p:cNvPr>
          <p:cNvSpPr>
            <a:spLocks noGrp="1"/>
          </p:cNvSpPr>
          <p:nvPr>
            <p:ph type="body" sz="quarter" idx="13" hasCustomPrompt="1"/>
          </p:nvPr>
        </p:nvSpPr>
        <p:spPr>
          <a:xfrm>
            <a:off x="381001" y="380999"/>
            <a:ext cx="2285996" cy="912223"/>
          </a:xfrm>
        </p:spPr>
        <p:txBody>
          <a:bodyPr anchor="ctr"/>
          <a:lstStyle>
            <a:lvl1pPr marL="0" indent="0" rtl="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a:t>00x</a:t>
            </a:r>
            <a:endParaRPr lang="en-US" dirty="0"/>
          </a:p>
        </p:txBody>
      </p:sp>
      <p:cxnSp>
        <p:nvCxnSpPr>
          <p:cNvPr id="42" name="Straight Connector 41">
            <a:extLst>
              <a:ext uri="{FF2B5EF4-FFF2-40B4-BE49-F238E27FC236}">
                <a16:creationId xmlns:a16="http://schemas.microsoft.com/office/drawing/2014/main" id="{149C8D0A-C37D-4D9A-9703-8A0AFB18570C}"/>
              </a:ext>
            </a:extLst>
          </p:cNvPr>
          <p:cNvCxnSpPr>
            <a:cxnSpLocks/>
          </p:cNvCxnSpPr>
          <p:nvPr userDrawn="1"/>
        </p:nvCxnSpPr>
        <p:spPr>
          <a:xfrm>
            <a:off x="0" y="3155950"/>
            <a:ext cx="6096008"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2" y="380999"/>
            <a:ext cx="2285996" cy="912223"/>
          </a:xfrm>
        </p:spPr>
        <p:txBody>
          <a:bodyPr anchor="ctr"/>
          <a:lstStyle>
            <a:lvl1pPr marL="0" indent="0" rtl="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a:t>00x</a:t>
            </a:r>
            <a:endParaRPr lang="en-US" dirty="0"/>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81001" y="3536948"/>
            <a:ext cx="2285996" cy="912223"/>
          </a:xfrm>
        </p:spPr>
        <p:txBody>
          <a:bodyPr anchor="ctr"/>
          <a:lstStyle>
            <a:lvl1pPr marL="0" indent="0" rtl="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a:t>00x</a:t>
            </a:r>
            <a:endParaRPr lang="en-US" dirty="0"/>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2" y="3536948"/>
            <a:ext cx="2285996" cy="912223"/>
          </a:xfrm>
        </p:spPr>
        <p:txBody>
          <a:bodyPr anchor="ctr"/>
          <a:lstStyle>
            <a:lvl1pPr marL="0" indent="0" rtl="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a:t>00x</a:t>
            </a:r>
            <a:endParaRPr lang="en-US" dirty="0"/>
          </a:p>
        </p:txBody>
      </p:sp>
      <p:cxnSp>
        <p:nvCxnSpPr>
          <p:cNvPr id="53" name="Straight Connector 52">
            <a:extLst>
              <a:ext uri="{FF2B5EF4-FFF2-40B4-BE49-F238E27FC236}">
                <a16:creationId xmlns:a16="http://schemas.microsoft.com/office/drawing/2014/main" id="{1BE5BBCC-C957-48B6-99B6-EF1F3E80F622}"/>
              </a:ext>
            </a:extLst>
          </p:cNvPr>
          <p:cNvCxnSpPr>
            <a:cxnSpLocks/>
          </p:cNvCxnSpPr>
          <p:nvPr userDrawn="1"/>
        </p:nvCxnSpPr>
        <p:spPr>
          <a:xfrm>
            <a:off x="3047998" y="-2"/>
            <a:ext cx="0" cy="6311902"/>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94EF33C-E010-4503-AC38-BB48E62572E9}"/>
              </a:ext>
            </a:extLst>
          </p:cNvPr>
          <p:cNvSpPr/>
          <p:nvPr userDrawn="1"/>
        </p:nvSpPr>
        <p:spPr>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4" name="Graphic 4">
            <a:extLst>
              <a:ext uri="{FF2B5EF4-FFF2-40B4-BE49-F238E27FC236}">
                <a16:creationId xmlns:a16="http://schemas.microsoft.com/office/drawing/2014/main" id="{B5857967-07ED-4F5E-A053-B5E7B0047997}"/>
              </a:ext>
            </a:extLst>
          </p:cNvPr>
          <p:cNvSpPr>
            <a:spLocks noChangeAspect="1"/>
          </p:cNvSpPr>
          <p:nvPr userDrawn="1"/>
        </p:nvSpPr>
        <p:spPr>
          <a:xfrm>
            <a:off x="381000" y="6483349"/>
            <a:ext cx="192024" cy="203202"/>
          </a:xfrm>
          <a:custGeom>
            <a:avLst/>
            <a:gdLst>
              <a:gd name="connsiteX0" fmla="*/ 0 w 556260"/>
              <a:gd name="connsiteY0" fmla="*/ 415290 h 588644"/>
              <a:gd name="connsiteX1" fmla="*/ 324803 w 556260"/>
              <a:gd name="connsiteY1" fmla="*/ 295275 h 588644"/>
              <a:gd name="connsiteX2" fmla="*/ 0 w 556260"/>
              <a:gd name="connsiteY2" fmla="*/ 167640 h 588644"/>
              <a:gd name="connsiteX3" fmla="*/ 0 w 556260"/>
              <a:gd name="connsiteY3" fmla="*/ 0 h 588644"/>
              <a:gd name="connsiteX4" fmla="*/ 556260 w 556260"/>
              <a:gd name="connsiteY4" fmla="*/ 223838 h 588644"/>
              <a:gd name="connsiteX5" fmla="*/ 556260 w 556260"/>
              <a:gd name="connsiteY5" fmla="*/ 363855 h 588644"/>
              <a:gd name="connsiteX6" fmla="*/ 0 w 556260"/>
              <a:gd name="connsiteY6" fmla="*/ 588645 h 58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260" h="588644">
                <a:moveTo>
                  <a:pt x="0" y="415290"/>
                </a:moveTo>
                <a:lnTo>
                  <a:pt x="324803" y="295275"/>
                </a:lnTo>
                <a:lnTo>
                  <a:pt x="0" y="167640"/>
                </a:lnTo>
                <a:lnTo>
                  <a:pt x="0" y="0"/>
                </a:lnTo>
                <a:lnTo>
                  <a:pt x="556260" y="223838"/>
                </a:lnTo>
                <a:lnTo>
                  <a:pt x="556260" y="363855"/>
                </a:lnTo>
                <a:lnTo>
                  <a:pt x="0" y="588645"/>
                </a:lnTo>
                <a:close/>
              </a:path>
            </a:pathLst>
          </a:custGeom>
          <a:solidFill>
            <a:schemeClr val="bg1"/>
          </a:solidFill>
          <a:ln w="9525" cap="flat">
            <a:noFill/>
            <a:prstDash val="solid"/>
            <a:miter/>
          </a:ln>
        </p:spPr>
        <p:txBody>
          <a:bodyPr rtlCol="0" anchor="ctr"/>
          <a:lstStyle/>
          <a:p>
            <a:pPr rtl="0"/>
            <a:endParaRPr lang="en-US" dirty="0"/>
          </a:p>
        </p:txBody>
      </p:sp>
      <p:sp>
        <p:nvSpPr>
          <p:cNvPr id="5" name="TextBox 4">
            <a:extLst>
              <a:ext uri="{FF2B5EF4-FFF2-40B4-BE49-F238E27FC236}">
                <a16:creationId xmlns:a16="http://schemas.microsoft.com/office/drawing/2014/main" id="{61FAF127-9F53-4673-A2A8-7956E1AE99D5}"/>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a:solidFill>
                  <a:schemeClr val="bg1">
                    <a:alpha val="75000"/>
                  </a:schemeClr>
                </a:solidFill>
              </a:rPr>
              <a:t>Copyright © 2020 Accenture. All rights reserved.</a:t>
            </a:r>
            <a:endParaRPr lang="en-US" noProof="0" dirty="0">
              <a:solidFill>
                <a:schemeClr val="bg1">
                  <a:alpha val="75000"/>
                </a:schemeClr>
              </a:solidFill>
            </a:endParaRPr>
          </a:p>
        </p:txBody>
      </p:sp>
      <p:sp>
        <p:nvSpPr>
          <p:cNvPr id="6" name="TextBox 5">
            <a:extLst>
              <a:ext uri="{FF2B5EF4-FFF2-40B4-BE49-F238E27FC236}">
                <a16:creationId xmlns:a16="http://schemas.microsoft.com/office/drawing/2014/main" id="{AF44D4EC-5AC3-4E83-91F6-146FE9DE044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US" sz="800" smtClean="0">
                <a:solidFill>
                  <a:schemeClr val="bg1">
                    <a:alpha val="75000"/>
                  </a:schemeClr>
                </a:solidFill>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lang="en-US" noProof="0" dirty="0">
              <a:solidFill>
                <a:schemeClr val="bg1">
                  <a:alpha val="75000"/>
                </a:schemeClr>
              </a:solidFill>
            </a:endParaRPr>
          </a:p>
        </p:txBody>
      </p:sp>
      <p:sp>
        <p:nvSpPr>
          <p:cNvPr id="23" name="Text Placeholder 32">
            <a:extLst>
              <a:ext uri="{FF2B5EF4-FFF2-40B4-BE49-F238E27FC236}">
                <a16:creationId xmlns:a16="http://schemas.microsoft.com/office/drawing/2014/main" id="{15FC8104-48E6-B248-8FB6-974B5ABAE65B}"/>
              </a:ext>
            </a:extLst>
          </p:cNvPr>
          <p:cNvSpPr>
            <a:spLocks noGrp="1"/>
          </p:cNvSpPr>
          <p:nvPr>
            <p:ph type="body" sz="quarter" idx="22" hasCustomPrompt="1"/>
          </p:nvPr>
        </p:nvSpPr>
        <p:spPr>
          <a:xfrm>
            <a:off x="3428992" y="1490072"/>
            <a:ext cx="2285996" cy="1284861"/>
          </a:xfrm>
        </p:spPr>
        <p:txBody>
          <a:bodyPr/>
          <a:lstStyle>
            <a:lvl1pPr marL="0" indent="0" rtl="0">
              <a:spcAft>
                <a:spcPts val="600"/>
              </a:spcAft>
              <a:buNone/>
              <a:defRPr lang="en-US" sz="2000" b="1" kern="1200" dirty="0" smtClean="0">
                <a:solidFill>
                  <a:schemeClr val="tx1"/>
                </a:solidFill>
                <a:latin typeface="+mn-lt"/>
                <a:ea typeface="+mn-ea"/>
                <a:cs typeface="+mn-cs"/>
              </a:defRPr>
            </a:lvl1pPr>
            <a:lvl2pPr marL="0" indent="0" rtl="0">
              <a:spcAft>
                <a:spcPts val="600"/>
              </a:spcAft>
              <a:buNone/>
              <a:defRPr lang="en-US" sz="1600" kern="1200" dirty="0">
                <a:solidFill>
                  <a:schemeClr val="tx1"/>
                </a:solidFill>
                <a:latin typeface="+mn-lt"/>
                <a:ea typeface="+mn-ea"/>
                <a:cs typeface="+mn-cs"/>
              </a:defRPr>
            </a:lvl2pPr>
            <a:lvl3pPr marL="285750" indent="-285750" rtl="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24" name="Text Placeholder 32">
            <a:extLst>
              <a:ext uri="{FF2B5EF4-FFF2-40B4-BE49-F238E27FC236}">
                <a16:creationId xmlns:a16="http://schemas.microsoft.com/office/drawing/2014/main" id="{27C860B3-C7A0-E840-9D83-305F7392029A}"/>
              </a:ext>
            </a:extLst>
          </p:cNvPr>
          <p:cNvSpPr>
            <a:spLocks noGrp="1"/>
          </p:cNvSpPr>
          <p:nvPr>
            <p:ph type="body" sz="quarter" idx="23" hasCustomPrompt="1"/>
          </p:nvPr>
        </p:nvSpPr>
        <p:spPr>
          <a:xfrm>
            <a:off x="380986" y="4646021"/>
            <a:ext cx="2285996" cy="1284861"/>
          </a:xfrm>
        </p:spPr>
        <p:txBody>
          <a:bodyPr/>
          <a:lstStyle>
            <a:lvl1pPr marL="0" indent="0" rtl="0">
              <a:spcAft>
                <a:spcPts val="600"/>
              </a:spcAft>
              <a:buNone/>
              <a:defRPr lang="en-US" sz="2000" b="1" kern="1200" dirty="0" smtClean="0">
                <a:solidFill>
                  <a:schemeClr val="tx1"/>
                </a:solidFill>
                <a:latin typeface="+mn-lt"/>
                <a:ea typeface="+mn-ea"/>
                <a:cs typeface="+mn-cs"/>
              </a:defRPr>
            </a:lvl1pPr>
            <a:lvl2pPr marL="0" indent="0" rtl="0">
              <a:spcAft>
                <a:spcPts val="600"/>
              </a:spcAft>
              <a:buNone/>
              <a:defRPr lang="en-US" sz="1600" kern="1200" dirty="0">
                <a:solidFill>
                  <a:schemeClr val="tx1"/>
                </a:solidFill>
                <a:latin typeface="+mn-lt"/>
                <a:ea typeface="+mn-ea"/>
                <a:cs typeface="+mn-cs"/>
              </a:defRPr>
            </a:lvl2pPr>
            <a:lvl3pPr marL="285750" indent="-285750" rtl="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25" name="Text Placeholder 32">
            <a:extLst>
              <a:ext uri="{FF2B5EF4-FFF2-40B4-BE49-F238E27FC236}">
                <a16:creationId xmlns:a16="http://schemas.microsoft.com/office/drawing/2014/main" id="{0559DD1F-A98C-F14E-95DC-32EC947751EA}"/>
              </a:ext>
            </a:extLst>
          </p:cNvPr>
          <p:cNvSpPr>
            <a:spLocks noGrp="1"/>
          </p:cNvSpPr>
          <p:nvPr>
            <p:ph type="body" sz="quarter" idx="24" hasCustomPrompt="1"/>
          </p:nvPr>
        </p:nvSpPr>
        <p:spPr>
          <a:xfrm>
            <a:off x="3428992" y="4646021"/>
            <a:ext cx="2285996" cy="1284861"/>
          </a:xfrm>
        </p:spPr>
        <p:txBody>
          <a:bodyPr/>
          <a:lstStyle>
            <a:lvl1pPr marL="0" indent="0" rtl="0">
              <a:spcAft>
                <a:spcPts val="600"/>
              </a:spcAft>
              <a:buNone/>
              <a:defRPr lang="en-US" sz="2000" b="1" kern="1200" dirty="0" smtClean="0">
                <a:solidFill>
                  <a:schemeClr val="tx1"/>
                </a:solidFill>
                <a:latin typeface="+mn-lt"/>
                <a:ea typeface="+mn-ea"/>
                <a:cs typeface="+mn-cs"/>
              </a:defRPr>
            </a:lvl1pPr>
            <a:lvl2pPr marL="0" indent="0" rtl="0">
              <a:spcAft>
                <a:spcPts val="600"/>
              </a:spcAft>
              <a:buNone/>
              <a:defRPr lang="en-US" sz="1600" kern="1200" dirty="0">
                <a:solidFill>
                  <a:schemeClr val="tx1"/>
                </a:solidFill>
                <a:latin typeface="+mn-lt"/>
                <a:ea typeface="+mn-ea"/>
                <a:cs typeface="+mn-cs"/>
              </a:defRPr>
            </a:lvl2pPr>
            <a:lvl3pPr marL="285750" indent="-285750" rtl="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Tree>
    <p:extLst>
      <p:ext uri="{BB962C8B-B14F-4D97-AF65-F5344CB8AC3E}">
        <p14:creationId xmlns:p14="http://schemas.microsoft.com/office/powerpoint/2010/main" val="68509944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85">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Stat 2">
    <p:bg>
      <p:bgRef idx="1001">
        <a:schemeClr val="bg1"/>
      </p:bgRef>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AEC19B7-71C4-1EB6-A696-BC1FE0D05698}"/>
              </a:ext>
            </a:extLst>
          </p:cNvPr>
          <p:cNvGraphicFramePr>
            <a:graphicFrameLocks noChangeAspect="1"/>
          </p:cNvGraphicFramePr>
          <p:nvPr userDrawn="1">
            <p:custDataLst>
              <p:tags r:id="rId1"/>
            </p:custDataLst>
            <p:extLst>
              <p:ext uri="{D42A27DB-BD31-4B8C-83A1-F6EECF244321}">
                <p14:modId xmlns:p14="http://schemas.microsoft.com/office/powerpoint/2010/main" val="14813990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BAEC19B7-71C4-1EB6-A696-BC1FE0D0569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Rectangle 9">
            <a:extLst>
              <a:ext uri="{FF2B5EF4-FFF2-40B4-BE49-F238E27FC236}">
                <a16:creationId xmlns:a16="http://schemas.microsoft.com/office/drawing/2014/main" id="{7F8DBAF1-DC97-4CAB-B174-0AAA55CCB2E8}"/>
              </a:ext>
            </a:extLst>
          </p:cNvPr>
          <p:cNvSpPr/>
          <p:nvPr userDrawn="1"/>
        </p:nvSpPr>
        <p:spPr>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9" name="Rectangle 28">
            <a:extLst>
              <a:ext uri="{FF2B5EF4-FFF2-40B4-BE49-F238E27FC236}">
                <a16:creationId xmlns:a16="http://schemas.microsoft.com/office/drawing/2014/main" id="{F2E53630-789F-425F-8AB1-96EFF4EA1E46}"/>
              </a:ext>
            </a:extLst>
          </p:cNvPr>
          <p:cNvSpPr/>
          <p:nvPr userDrawn="1"/>
        </p:nvSpPr>
        <p:spPr>
          <a:xfrm>
            <a:off x="9144056" y="3155948"/>
            <a:ext cx="3047944" cy="315595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8" name="Rectangle 7">
            <a:extLst>
              <a:ext uri="{FF2B5EF4-FFF2-40B4-BE49-F238E27FC236}">
                <a16:creationId xmlns:a16="http://schemas.microsoft.com/office/drawing/2014/main" id="{3D16F949-3472-4EBC-9DC1-05EC807C9FC0}"/>
              </a:ext>
            </a:extLst>
          </p:cNvPr>
          <p:cNvSpPr/>
          <p:nvPr userDrawn="1"/>
        </p:nvSpPr>
        <p:spPr>
          <a:xfrm>
            <a:off x="3048000" y="3155948"/>
            <a:ext cx="3047968" cy="3155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6095976" y="-1"/>
            <a:ext cx="3048024" cy="3151189"/>
          </a:xfrm>
          <a:solidFill>
            <a:schemeClr val="bg2"/>
          </a:solidFill>
        </p:spPr>
        <p:txBody>
          <a:bodyPr anchor="ctr"/>
          <a:lstStyle>
            <a:lvl1pPr marL="0" indent="0" algn="ctr" rtl="0">
              <a:buNone/>
              <a:defRPr sz="1400" b="0">
                <a:solidFill>
                  <a:schemeClr val="tx1"/>
                </a:solidFill>
              </a:defRPr>
            </a:lvl1pPr>
          </a:lstStyle>
          <a:p>
            <a:r>
              <a:rPr lang="en-US"/>
              <a:t>Add image here</a:t>
            </a:r>
            <a:endParaRPr lang="en-US" dirty="0"/>
          </a:p>
        </p:txBody>
      </p: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7" y="380999"/>
            <a:ext cx="2285996" cy="912223"/>
          </a:xfrm>
        </p:spPr>
        <p:txBody>
          <a:bodyPr anchor="ctr"/>
          <a:lstStyle>
            <a:lvl1pPr marL="0" indent="0" rtl="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a:t>00x</a:t>
            </a:r>
            <a:endParaRPr lang="en-US" dirty="0"/>
          </a:p>
        </p:txBody>
      </p:sp>
      <p:sp>
        <p:nvSpPr>
          <p:cNvPr id="47" name="Text Placeholder 32">
            <a:extLst>
              <a:ext uri="{FF2B5EF4-FFF2-40B4-BE49-F238E27FC236}">
                <a16:creationId xmlns:a16="http://schemas.microsoft.com/office/drawing/2014/main" id="{705CC01D-6D66-4B27-8D0E-E2205E002C2F}"/>
              </a:ext>
            </a:extLst>
          </p:cNvPr>
          <p:cNvSpPr>
            <a:spLocks noGrp="1"/>
          </p:cNvSpPr>
          <p:nvPr>
            <p:ph type="body" sz="quarter" idx="18" hasCustomPrompt="1"/>
          </p:nvPr>
        </p:nvSpPr>
        <p:spPr>
          <a:xfrm>
            <a:off x="9525005" y="1490072"/>
            <a:ext cx="2285995" cy="1284879"/>
          </a:xfrm>
        </p:spPr>
        <p:txBody>
          <a:bodyPr/>
          <a:lstStyle>
            <a:lvl1pPr marL="0" indent="0" rtl="0">
              <a:spcAft>
                <a:spcPts val="600"/>
              </a:spcAft>
              <a:buNone/>
              <a:defRPr lang="en-US" sz="2000" b="1" kern="1200" dirty="0" smtClean="0">
                <a:solidFill>
                  <a:schemeClr val="tx1"/>
                </a:solidFill>
                <a:latin typeface="+mn-lt"/>
                <a:ea typeface="+mn-ea"/>
                <a:cs typeface="+mn-cs"/>
              </a:defRPr>
            </a:lvl1pPr>
            <a:lvl2pPr marL="0" indent="0" rtl="0">
              <a:spcAft>
                <a:spcPts val="600"/>
              </a:spcAft>
              <a:buNone/>
              <a:defRPr lang="en-US" sz="1600" kern="1200" dirty="0">
                <a:solidFill>
                  <a:schemeClr val="tx1"/>
                </a:solidFill>
                <a:latin typeface="+mn-lt"/>
                <a:ea typeface="+mn-ea"/>
                <a:cs typeface="+mn-cs"/>
              </a:defRPr>
            </a:lvl2pPr>
            <a:lvl3pPr marL="285750" indent="-285750" rtl="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8" y="3538763"/>
            <a:ext cx="2285996" cy="912223"/>
          </a:xfrm>
        </p:spPr>
        <p:txBody>
          <a:bodyPr anchor="ctr"/>
          <a:lstStyle>
            <a:lvl1pPr marL="0" indent="0" rtl="0">
              <a:buNone/>
              <a:defRPr lang="en-US" sz="4800" b="1" kern="1200" dirty="0">
                <a:solidFill>
                  <a:schemeClr val="bg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a:t>00x</a:t>
            </a:r>
            <a:endParaRPr lang="en-US" dirty="0"/>
          </a:p>
        </p:txBody>
      </p:sp>
      <p:sp>
        <p:nvSpPr>
          <p:cNvPr id="49" name="Text Placeholder 32">
            <a:extLst>
              <a:ext uri="{FF2B5EF4-FFF2-40B4-BE49-F238E27FC236}">
                <a16:creationId xmlns:a16="http://schemas.microsoft.com/office/drawing/2014/main" id="{D36C84D9-D180-4ECA-9C39-AB74A8A3E6B1}"/>
              </a:ext>
            </a:extLst>
          </p:cNvPr>
          <p:cNvSpPr>
            <a:spLocks noGrp="1"/>
          </p:cNvSpPr>
          <p:nvPr>
            <p:ph type="body" sz="quarter" idx="20" hasCustomPrompt="1"/>
          </p:nvPr>
        </p:nvSpPr>
        <p:spPr>
          <a:xfrm>
            <a:off x="3428986" y="4647836"/>
            <a:ext cx="2285995" cy="1284879"/>
          </a:xfrm>
        </p:spPr>
        <p:txBody>
          <a:bodyPr/>
          <a:lstStyle>
            <a:lvl1pPr marL="0" indent="0" rtl="0">
              <a:spcAft>
                <a:spcPts val="600"/>
              </a:spcAft>
              <a:buNone/>
              <a:defRPr lang="en-US" sz="2000" b="1" kern="1200" dirty="0" smtClean="0">
                <a:solidFill>
                  <a:schemeClr val="bg1"/>
                </a:solidFill>
                <a:latin typeface="+mn-lt"/>
                <a:ea typeface="+mn-ea"/>
                <a:cs typeface="+mn-cs"/>
              </a:defRPr>
            </a:lvl1pPr>
            <a:lvl2pPr marL="0" indent="0" rtl="0">
              <a:spcAft>
                <a:spcPts val="600"/>
              </a:spcAft>
              <a:buNone/>
              <a:defRPr lang="en-US" sz="1600" kern="1200" dirty="0">
                <a:solidFill>
                  <a:schemeClr val="bg1"/>
                </a:solidFill>
                <a:latin typeface="+mn-lt"/>
                <a:ea typeface="+mn-ea"/>
                <a:cs typeface="+mn-cs"/>
              </a:defRPr>
            </a:lvl2pPr>
            <a:lvl3pPr marL="285750" indent="-285750" rtl="0">
              <a:spcAft>
                <a:spcPts val="600"/>
              </a:spcAft>
              <a:defRPr lang="en-US" sz="1600" kern="1200" dirty="0">
                <a:solidFill>
                  <a:schemeClr val="bg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6" y="3538763"/>
            <a:ext cx="2285996" cy="912223"/>
          </a:xfrm>
        </p:spPr>
        <p:txBody>
          <a:bodyPr anchor="ctr"/>
          <a:lstStyle>
            <a:lvl1pPr marL="0" indent="0" rtl="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a:t>00x</a:t>
            </a:r>
            <a:endParaRPr lang="en-US" dirty="0"/>
          </a:p>
        </p:txBody>
      </p:sp>
      <p:sp>
        <p:nvSpPr>
          <p:cNvPr id="51" name="Text Placeholder 32">
            <a:extLst>
              <a:ext uri="{FF2B5EF4-FFF2-40B4-BE49-F238E27FC236}">
                <a16:creationId xmlns:a16="http://schemas.microsoft.com/office/drawing/2014/main" id="{2ACA6616-E51D-4660-96C1-738E6693FAD3}"/>
              </a:ext>
            </a:extLst>
          </p:cNvPr>
          <p:cNvSpPr>
            <a:spLocks noGrp="1"/>
          </p:cNvSpPr>
          <p:nvPr>
            <p:ph type="body" sz="quarter" idx="22" hasCustomPrompt="1"/>
          </p:nvPr>
        </p:nvSpPr>
        <p:spPr>
          <a:xfrm>
            <a:off x="6476994" y="4647836"/>
            <a:ext cx="2285995" cy="1284879"/>
          </a:xfrm>
        </p:spPr>
        <p:txBody>
          <a:bodyPr/>
          <a:lstStyle>
            <a:lvl1pPr marL="0" indent="0" rtl="0">
              <a:spcAft>
                <a:spcPts val="600"/>
              </a:spcAft>
              <a:buNone/>
              <a:defRPr lang="en-US" sz="2000" b="1" kern="1200" dirty="0" smtClean="0">
                <a:solidFill>
                  <a:schemeClr val="tx1"/>
                </a:solidFill>
                <a:latin typeface="+mn-lt"/>
                <a:ea typeface="+mn-ea"/>
                <a:cs typeface="+mn-cs"/>
              </a:defRPr>
            </a:lvl1pPr>
            <a:lvl2pPr marL="0" indent="0" rtl="0">
              <a:spcAft>
                <a:spcPts val="600"/>
              </a:spcAft>
              <a:buNone/>
              <a:defRPr lang="en-US" sz="1600" kern="1200" dirty="0">
                <a:solidFill>
                  <a:schemeClr val="tx1"/>
                </a:solidFill>
                <a:latin typeface="+mn-lt"/>
                <a:ea typeface="+mn-ea"/>
                <a:cs typeface="+mn-cs"/>
              </a:defRPr>
            </a:lvl2pPr>
            <a:lvl3pPr marL="285750" indent="-285750" rtl="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21" name="Picture Placeholder 35">
            <a:extLst>
              <a:ext uri="{FF2B5EF4-FFF2-40B4-BE49-F238E27FC236}">
                <a16:creationId xmlns:a16="http://schemas.microsoft.com/office/drawing/2014/main" id="{4CA191CE-F49B-4889-A102-DDD1279F3FB2}"/>
              </a:ext>
            </a:extLst>
          </p:cNvPr>
          <p:cNvSpPr>
            <a:spLocks noGrp="1"/>
          </p:cNvSpPr>
          <p:nvPr>
            <p:ph type="pic" sz="quarter" idx="23" hasCustomPrompt="1"/>
          </p:nvPr>
        </p:nvSpPr>
        <p:spPr>
          <a:xfrm>
            <a:off x="0" y="3155942"/>
            <a:ext cx="3048000" cy="3155958"/>
          </a:xfrm>
          <a:solidFill>
            <a:schemeClr val="bg2"/>
          </a:solidFill>
        </p:spPr>
        <p:txBody>
          <a:bodyPr vert="horz" lIns="0" tIns="0" rIns="0" bIns="0" rtlCol="0" anchor="ctr">
            <a:noAutofit/>
          </a:bodyPr>
          <a:lstStyle>
            <a:lvl1pPr marL="0" indent="0" algn="ctr" rtl="0">
              <a:buNone/>
              <a:defRPr lang="en-US" sz="1400" dirty="0"/>
            </a:lvl1pPr>
          </a:lstStyle>
          <a:p>
            <a:pPr marL="228600" lvl="0" indent="-228600" algn="ctr"/>
            <a:r>
              <a:rPr lang="en-US"/>
              <a:t>Add image here</a:t>
            </a:r>
            <a:endParaRPr lang="en-US" dirty="0"/>
          </a:p>
        </p:txBody>
      </p:sp>
      <p:sp>
        <p:nvSpPr>
          <p:cNvPr id="24" name="Text Placeholder 26">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1" y="3538763"/>
            <a:ext cx="2285996" cy="912223"/>
          </a:xfrm>
        </p:spPr>
        <p:txBody>
          <a:bodyPr anchor="ctr"/>
          <a:lstStyle>
            <a:lvl1pPr marL="0" indent="0" rtl="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a:t>00x</a:t>
            </a:r>
            <a:endParaRPr lang="en-US" dirty="0"/>
          </a:p>
        </p:txBody>
      </p:sp>
      <p:sp>
        <p:nvSpPr>
          <p:cNvPr id="25" name="Text Placeholder 32">
            <a:extLst>
              <a:ext uri="{FF2B5EF4-FFF2-40B4-BE49-F238E27FC236}">
                <a16:creationId xmlns:a16="http://schemas.microsoft.com/office/drawing/2014/main" id="{07ADCD97-A8C0-487C-9E6C-6CD77C3BE053}"/>
              </a:ext>
            </a:extLst>
          </p:cNvPr>
          <p:cNvSpPr>
            <a:spLocks noGrp="1"/>
          </p:cNvSpPr>
          <p:nvPr>
            <p:ph type="body" sz="quarter" idx="25" hasCustomPrompt="1"/>
          </p:nvPr>
        </p:nvSpPr>
        <p:spPr>
          <a:xfrm>
            <a:off x="9524999" y="4647836"/>
            <a:ext cx="2285995" cy="1284879"/>
          </a:xfrm>
        </p:spPr>
        <p:txBody>
          <a:bodyPr/>
          <a:lstStyle>
            <a:lvl1pPr marL="0" indent="0" rtl="0">
              <a:spcAft>
                <a:spcPts val="600"/>
              </a:spcAft>
              <a:buNone/>
              <a:defRPr lang="en-US" sz="2000" b="1" kern="1200" dirty="0" smtClean="0">
                <a:solidFill>
                  <a:schemeClr val="tx1"/>
                </a:solidFill>
                <a:latin typeface="+mn-lt"/>
                <a:ea typeface="+mn-ea"/>
                <a:cs typeface="+mn-cs"/>
              </a:defRPr>
            </a:lvl1pPr>
            <a:lvl2pPr marL="0" indent="0" rtl="0">
              <a:spcAft>
                <a:spcPts val="600"/>
              </a:spcAft>
              <a:buNone/>
              <a:defRPr lang="en-US" sz="1600" kern="1200" dirty="0">
                <a:solidFill>
                  <a:schemeClr val="tx1"/>
                </a:solidFill>
                <a:latin typeface="+mn-lt"/>
                <a:ea typeface="+mn-ea"/>
                <a:cs typeface="+mn-cs"/>
              </a:defRPr>
            </a:lvl2pPr>
            <a:lvl3pPr marL="285750" indent="-285750" rtl="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11" name="Graphic 4">
            <a:extLst>
              <a:ext uri="{FF2B5EF4-FFF2-40B4-BE49-F238E27FC236}">
                <a16:creationId xmlns:a16="http://schemas.microsoft.com/office/drawing/2014/main" id="{2823ABF6-DA1C-4C36-B01C-57A2B31166E8}"/>
              </a:ext>
            </a:extLst>
          </p:cNvPr>
          <p:cNvSpPr>
            <a:spLocks noChangeAspect="1"/>
          </p:cNvSpPr>
          <p:nvPr userDrawn="1"/>
        </p:nvSpPr>
        <p:spPr>
          <a:xfrm>
            <a:off x="381000" y="6483349"/>
            <a:ext cx="192024" cy="203202"/>
          </a:xfrm>
          <a:custGeom>
            <a:avLst/>
            <a:gdLst>
              <a:gd name="connsiteX0" fmla="*/ 0 w 556260"/>
              <a:gd name="connsiteY0" fmla="*/ 415290 h 588644"/>
              <a:gd name="connsiteX1" fmla="*/ 324803 w 556260"/>
              <a:gd name="connsiteY1" fmla="*/ 295275 h 588644"/>
              <a:gd name="connsiteX2" fmla="*/ 0 w 556260"/>
              <a:gd name="connsiteY2" fmla="*/ 167640 h 588644"/>
              <a:gd name="connsiteX3" fmla="*/ 0 w 556260"/>
              <a:gd name="connsiteY3" fmla="*/ 0 h 588644"/>
              <a:gd name="connsiteX4" fmla="*/ 556260 w 556260"/>
              <a:gd name="connsiteY4" fmla="*/ 223838 h 588644"/>
              <a:gd name="connsiteX5" fmla="*/ 556260 w 556260"/>
              <a:gd name="connsiteY5" fmla="*/ 363855 h 588644"/>
              <a:gd name="connsiteX6" fmla="*/ 0 w 556260"/>
              <a:gd name="connsiteY6" fmla="*/ 588645 h 58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260" h="588644">
                <a:moveTo>
                  <a:pt x="0" y="415290"/>
                </a:moveTo>
                <a:lnTo>
                  <a:pt x="324803" y="295275"/>
                </a:lnTo>
                <a:lnTo>
                  <a:pt x="0" y="167640"/>
                </a:lnTo>
                <a:lnTo>
                  <a:pt x="0" y="0"/>
                </a:lnTo>
                <a:lnTo>
                  <a:pt x="556260" y="223838"/>
                </a:lnTo>
                <a:lnTo>
                  <a:pt x="556260" y="363855"/>
                </a:lnTo>
                <a:lnTo>
                  <a:pt x="0" y="588645"/>
                </a:lnTo>
                <a:close/>
              </a:path>
            </a:pathLst>
          </a:custGeom>
          <a:solidFill>
            <a:schemeClr val="bg1"/>
          </a:solidFill>
          <a:ln w="9525" cap="flat">
            <a:noFill/>
            <a:prstDash val="solid"/>
            <a:miter/>
          </a:ln>
        </p:spPr>
        <p:txBody>
          <a:bodyPr rtlCol="0" anchor="ctr"/>
          <a:lstStyle/>
          <a:p>
            <a:pPr rtl="0"/>
            <a:endParaRPr lang="en-US" dirty="0"/>
          </a:p>
        </p:txBody>
      </p:sp>
      <p:sp>
        <p:nvSpPr>
          <p:cNvPr id="35" name="Text Placeholder 26">
            <a:extLst>
              <a:ext uri="{FF2B5EF4-FFF2-40B4-BE49-F238E27FC236}">
                <a16:creationId xmlns:a16="http://schemas.microsoft.com/office/drawing/2014/main" id="{9BC0904C-6BDA-4032-94C2-6417F59042D8}"/>
              </a:ext>
            </a:extLst>
          </p:cNvPr>
          <p:cNvSpPr>
            <a:spLocks noGrp="1"/>
          </p:cNvSpPr>
          <p:nvPr>
            <p:ph type="body" sz="quarter" idx="26" hasCustomPrompt="1"/>
          </p:nvPr>
        </p:nvSpPr>
        <p:spPr>
          <a:xfrm>
            <a:off x="380997" y="380999"/>
            <a:ext cx="5333972" cy="2393952"/>
          </a:xfrm>
        </p:spPr>
        <p:txBody>
          <a:bodyPr anchor="ctr"/>
          <a:lstStyle>
            <a:lvl1pPr marL="0" indent="0" rtl="0">
              <a:buNone/>
              <a:defRPr kumimoji="0" lang="en-US" sz="3600" b="1" i="0" u="none" strike="noStrike" kern="1200" cap="none" spc="0" normalizeH="0" baseline="0" dirty="0">
                <a:ln>
                  <a:noFill/>
                </a:ln>
                <a:solidFill>
                  <a:srgbClr val="000000"/>
                </a:solidFill>
                <a:effectLst/>
                <a:uLnTx/>
                <a:uFillTx/>
                <a:latin typeface="Graphik"/>
                <a:ea typeface="+mj-ea"/>
                <a:cs typeface="+mj-cs"/>
              </a:defRPr>
            </a:lvl1pPr>
            <a:lvl2pPr>
              <a:defRPr/>
            </a:lvl2pPr>
            <a:lvl3pPr>
              <a:defRPr/>
            </a:lvl3pPr>
            <a:lvl4pPr>
              <a:defRPr/>
            </a:lvl4pPr>
            <a:lvl5pPr>
              <a:defRPr/>
            </a:lvl5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600" b="1" i="0" u="none" strike="noStrike" kern="1200" cap="none" spc="0" normalizeH="0" baseline="0" noProof="0">
                <a:ln>
                  <a:noFill/>
                </a:ln>
                <a:solidFill>
                  <a:srgbClr val="000000"/>
                </a:solidFill>
                <a:effectLst/>
                <a:uLnTx/>
                <a:uFillTx/>
                <a:latin typeface="Graphik"/>
                <a:ea typeface="+mj-ea"/>
                <a:cs typeface="+mj-cs"/>
              </a:rPr>
              <a:t>Place </a:t>
            </a:r>
            <a:r>
              <a:rPr kumimoji="0" lang="en-US" sz="3600" b="1" i="0" u="none" strike="noStrike" kern="1200" cap="none" spc="0" normalizeH="0" baseline="0" noProof="0" dirty="0">
                <a:ln>
                  <a:noFill/>
                </a:ln>
                <a:solidFill>
                  <a:srgbClr val="000000"/>
                </a:solidFill>
                <a:effectLst/>
                <a:uLnTx/>
                <a:uFillTx/>
                <a:latin typeface="Graphik"/>
                <a:ea typeface="+mj-ea"/>
                <a:cs typeface="+mj-cs"/>
              </a:rPr>
              <a:t>headline here 36pt, min 30pt)</a:t>
            </a:r>
          </a:p>
        </p:txBody>
      </p:sp>
      <p:sp>
        <p:nvSpPr>
          <p:cNvPr id="2" name="TextBox 1">
            <a:extLst>
              <a:ext uri="{FF2B5EF4-FFF2-40B4-BE49-F238E27FC236}">
                <a16:creationId xmlns:a16="http://schemas.microsoft.com/office/drawing/2014/main" id="{37D52323-3645-4D54-A333-3E2D3D1E3ED3}"/>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a:solidFill>
                  <a:schemeClr val="bg1">
                    <a:alpha val="75000"/>
                  </a:schemeClr>
                </a:solidFill>
              </a:rPr>
              <a:t>Copyright © 2020 Accenture. All rights reserved.</a:t>
            </a:r>
            <a:endParaRPr lang="en-US" noProof="0" dirty="0">
              <a:solidFill>
                <a:schemeClr val="bg1">
                  <a:alpha val="75000"/>
                </a:schemeClr>
              </a:solidFill>
            </a:endParaRPr>
          </a:p>
        </p:txBody>
      </p:sp>
      <p:sp>
        <p:nvSpPr>
          <p:cNvPr id="3" name="TextBox 2">
            <a:extLst>
              <a:ext uri="{FF2B5EF4-FFF2-40B4-BE49-F238E27FC236}">
                <a16:creationId xmlns:a16="http://schemas.microsoft.com/office/drawing/2014/main" id="{9CC17CEB-6634-4DFE-841E-12DDA90C7C5D}"/>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US" sz="800" smtClean="0">
                <a:solidFill>
                  <a:schemeClr val="bg1">
                    <a:alpha val="75000"/>
                  </a:schemeClr>
                </a:solidFill>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lang="en-US" noProof="0" dirty="0">
              <a:solidFill>
                <a:schemeClr val="bg1">
                  <a:alpha val="75000"/>
                </a:schemeClr>
              </a:solidFill>
            </a:endParaRPr>
          </a:p>
        </p:txBody>
      </p:sp>
    </p:spTree>
    <p:extLst>
      <p:ext uri="{BB962C8B-B14F-4D97-AF65-F5344CB8AC3E}">
        <p14:creationId xmlns:p14="http://schemas.microsoft.com/office/powerpoint/2010/main" val="223222570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85">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Key Message Gradient Dark 1">
    <p:bg>
      <p:bgPr>
        <a:solidFill>
          <a:schemeClr val="accent3"/>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7924326-E0F5-816B-981F-135BB064F000}"/>
              </a:ext>
            </a:extLst>
          </p:cNvPr>
          <p:cNvGraphicFramePr>
            <a:graphicFrameLocks noChangeAspect="1"/>
          </p:cNvGraphicFramePr>
          <p:nvPr userDrawn="1">
            <p:custDataLst>
              <p:tags r:id="rId1"/>
            </p:custDataLst>
            <p:extLst>
              <p:ext uri="{D42A27DB-BD31-4B8C-83A1-F6EECF244321}">
                <p14:modId xmlns:p14="http://schemas.microsoft.com/office/powerpoint/2010/main" val="19497676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B7924326-E0F5-816B-981F-135BB064F00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AB47B586-CFEE-4C32-8227-001B5A89C37D}"/>
              </a:ext>
            </a:extLst>
          </p:cNvPr>
          <p:cNvPicPr>
            <a:picLocks noChangeAspect="1"/>
          </p:cNvPicPr>
          <p:nvPr userDrawn="1"/>
        </p:nvPicPr>
        <p:blipFill>
          <a:blip r:embed="rId5">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vert="horz" anchor="ctr"/>
          <a:lstStyle>
            <a:lvl1pPr algn="ctr" rtl="0">
              <a:defRPr sz="5400">
                <a:solidFill>
                  <a:schemeClr val="tx1"/>
                </a:solidFill>
              </a:defRPr>
            </a:lvl1pPr>
          </a:lstStyle>
          <a:p>
            <a:r>
              <a:rPr lang="en-US" dirty="0"/>
              <a:t>Place key message here</a:t>
            </a:r>
          </a:p>
        </p:txBody>
      </p:sp>
      <p:pic>
        <p:nvPicPr>
          <p:cNvPr id="3" name="Picture 2">
            <a:extLst>
              <a:ext uri="{FF2B5EF4-FFF2-40B4-BE49-F238E27FC236}">
                <a16:creationId xmlns:a16="http://schemas.microsoft.com/office/drawing/2014/main" id="{0141FE43-9ADC-4313-8D22-F47ABC16F445}"/>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EA97BC18-949B-4A9A-B05F-CA4F3F80FEC9}"/>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US" sz="800" b="0" i="0" u="none" strike="noStrike" kern="0" cap="none" spc="0" normalizeH="0" baseline="0" noProof="0">
                <a:ln>
                  <a:noFill/>
                </a:ln>
                <a:solidFill>
                  <a:srgbClr val="FFFFFF">
                    <a:alpha val="75000"/>
                  </a:srgbClr>
                </a:solidFill>
                <a:effectLst/>
                <a:uLnTx/>
                <a:uFillTx/>
              </a:rPr>
              <a:t>Copyright © 2020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5" name="TextBox 14">
            <a:extLst>
              <a:ext uri="{FF2B5EF4-FFF2-40B4-BE49-F238E27FC236}">
                <a16:creationId xmlns:a16="http://schemas.microsoft.com/office/drawing/2014/main" id="{CF34DCA4-9B3F-424E-8478-0FB3BCA6E006}"/>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Tree>
    <p:extLst>
      <p:ext uri="{BB962C8B-B14F-4D97-AF65-F5344CB8AC3E}">
        <p14:creationId xmlns:p14="http://schemas.microsoft.com/office/powerpoint/2010/main" val="3030773419"/>
      </p:ext>
    </p:extLst>
  </p:cSld>
  <p:clrMapOvr>
    <a:overrideClrMapping bg1="dk1" tx1="lt1" bg2="dk2" tx2="lt2" accent1="accent1" accent2="accent2" accent3="accent3" accent4="accent4" accent5="accent5" accent6="accent6" hlink="hlink" folHlink="folHlink"/>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Key Message Mid Purple">
    <p:bg>
      <p:bgPr>
        <a:solidFill>
          <a:schemeClr val="accent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27D71506-2A1F-88BA-8561-CA0A7B082697}"/>
              </a:ext>
            </a:extLst>
          </p:cNvPr>
          <p:cNvGraphicFramePr>
            <a:graphicFrameLocks noChangeAspect="1"/>
          </p:cNvGraphicFramePr>
          <p:nvPr userDrawn="1">
            <p:custDataLst>
              <p:tags r:id="rId1"/>
            </p:custDataLst>
            <p:extLst>
              <p:ext uri="{D42A27DB-BD31-4B8C-83A1-F6EECF244321}">
                <p14:modId xmlns:p14="http://schemas.microsoft.com/office/powerpoint/2010/main" val="13917252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8" name="think-cell data - do not delete" hidden="1">
                        <a:extLst>
                          <a:ext uri="{FF2B5EF4-FFF2-40B4-BE49-F238E27FC236}">
                            <a16:creationId xmlns:a16="http://schemas.microsoft.com/office/drawing/2014/main" id="{27D71506-2A1F-88BA-8561-CA0A7B08269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vert="horz" anchor="ctr"/>
          <a:lstStyle>
            <a:lvl1pPr algn="ctr" rtl="0">
              <a:defRPr sz="5400">
                <a:solidFill>
                  <a:schemeClr val="tx1"/>
                </a:solidFill>
              </a:defRPr>
            </a:lvl1pPr>
          </a:lstStyle>
          <a:p>
            <a:r>
              <a:rPr lang="en-US" dirty="0"/>
              <a:t>Place key message here</a:t>
            </a:r>
          </a:p>
        </p:txBody>
      </p:sp>
      <p:pic>
        <p:nvPicPr>
          <p:cNvPr id="3" name="Picture 2">
            <a:extLst>
              <a:ext uri="{FF2B5EF4-FFF2-40B4-BE49-F238E27FC236}">
                <a16:creationId xmlns:a16="http://schemas.microsoft.com/office/drawing/2014/main" id="{0141FE43-9ADC-4313-8D22-F47ABC16F445}"/>
              </a:ext>
            </a:extLst>
          </p:cNvPr>
          <p:cNvPicPr>
            <a:picLocks noChangeAspect="1"/>
          </p:cNvPicPr>
          <p:nvPr userDrawn="1"/>
        </p:nvPicPr>
        <p:blipFill>
          <a:blip r:embed="rId5"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4" name="TextBox 3">
            <a:extLst>
              <a:ext uri="{FF2B5EF4-FFF2-40B4-BE49-F238E27FC236}">
                <a16:creationId xmlns:a16="http://schemas.microsoft.com/office/drawing/2014/main" id="{84D7B63E-E6E1-481B-936E-CE344FE52C2F}"/>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US" sz="800" b="0" i="0" u="none" strike="noStrike" kern="0" cap="none" spc="0" normalizeH="0" baseline="0" noProof="0">
                <a:ln>
                  <a:noFill/>
                </a:ln>
                <a:solidFill>
                  <a:srgbClr val="FFFFFF">
                    <a:alpha val="75000"/>
                  </a:srgbClr>
                </a:solidFill>
                <a:effectLst/>
                <a:uLnTx/>
                <a:uFillTx/>
              </a:rPr>
              <a:t>Copyright © 2020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5" name="TextBox 4">
            <a:extLst>
              <a:ext uri="{FF2B5EF4-FFF2-40B4-BE49-F238E27FC236}">
                <a16:creationId xmlns:a16="http://schemas.microsoft.com/office/drawing/2014/main" id="{13DA5CD6-870E-4AEB-ABEE-5BC1AF19C661}"/>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7" name="TextBox 6">
            <a:extLst>
              <a:ext uri="{FF2B5EF4-FFF2-40B4-BE49-F238E27FC236}">
                <a16:creationId xmlns:a16="http://schemas.microsoft.com/office/drawing/2014/main" id="{A5CECBE8-C9DE-46DF-9582-7DB75BEDF4F9}"/>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dirty="0">
              <a:ln>
                <a:noFill/>
              </a:ln>
              <a:solidFill>
                <a:schemeClr val="bg2"/>
              </a:solidFill>
              <a:effectLst/>
              <a:uLnTx/>
              <a:uFillTx/>
            </a:endParaRPr>
          </a:p>
        </p:txBody>
      </p:sp>
    </p:spTree>
    <p:extLst>
      <p:ext uri="{BB962C8B-B14F-4D97-AF65-F5344CB8AC3E}">
        <p14:creationId xmlns:p14="http://schemas.microsoft.com/office/powerpoint/2010/main" val="1989777820"/>
      </p:ext>
    </p:extLst>
  </p:cSld>
  <p:clrMapOvr>
    <a:overrideClrMapping bg1="dk1" tx1="lt1" bg2="dk2" tx2="lt2" accent1="accent1" accent2="accent2" accent3="accent3" accent4="accent4" accent5="accent5" accent6="accent6" hlink="hlink" folHlink="folHlink"/>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Full Bleed Image">
    <p:bg>
      <p:bgPr>
        <a:solidFill>
          <a:schemeClr val="accent3"/>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462F216-969A-D4D1-0185-2A519574B708}"/>
              </a:ext>
            </a:extLst>
          </p:cNvPr>
          <p:cNvGraphicFramePr>
            <a:graphicFrameLocks noChangeAspect="1"/>
          </p:cNvGraphicFramePr>
          <p:nvPr userDrawn="1">
            <p:custDataLst>
              <p:tags r:id="rId1"/>
            </p:custDataLst>
            <p:extLst>
              <p:ext uri="{D42A27DB-BD31-4B8C-83A1-F6EECF244321}">
                <p14:modId xmlns:p14="http://schemas.microsoft.com/office/powerpoint/2010/main" val="36006694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4462F216-969A-D4D1-0185-2A519574B7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Picture Placeholder 18">
            <a:extLst>
              <a:ext uri="{FF2B5EF4-FFF2-40B4-BE49-F238E27FC236}">
                <a16:creationId xmlns:a16="http://schemas.microsoft.com/office/drawing/2014/main" id="{0302C3C0-FF67-42ED-97D5-60E1344FC3C3}"/>
              </a:ext>
            </a:extLst>
          </p:cNvPr>
          <p:cNvSpPr>
            <a:spLocks noGrp="1"/>
          </p:cNvSpPr>
          <p:nvPr>
            <p:ph type="pic" sz="quarter" idx="13" hasCustomPrompt="1"/>
          </p:nvPr>
        </p:nvSpPr>
        <p:spPr>
          <a:xfrm>
            <a:off x="0" y="0"/>
            <a:ext cx="12192000" cy="6858000"/>
          </a:xfrm>
          <a:noFill/>
        </p:spPr>
        <p:txBody>
          <a:bodyPr tIns="274320" bIns="274320" anchor="t"/>
          <a:lstStyle>
            <a:lvl1pPr marL="0" indent="0" algn="ctr" rtl="0">
              <a:buNone/>
              <a:defRPr sz="1400" b="0">
                <a:solidFill>
                  <a:schemeClr val="tx2"/>
                </a:solidFill>
              </a:defRPr>
            </a:lvl1pPr>
          </a:lstStyle>
          <a:p>
            <a:r>
              <a:rPr lang="en-US"/>
              <a:t>Add image, then ‘Send to Back’</a:t>
            </a:r>
            <a:endParaRPr lang="en-US" dirty="0"/>
          </a:p>
        </p:txBody>
      </p:sp>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39" y="2015925"/>
            <a:ext cx="8656320" cy="2826150"/>
          </a:xfrm>
        </p:spPr>
        <p:txBody>
          <a:bodyPr vert="horz" anchor="ctr"/>
          <a:lstStyle>
            <a:lvl1pPr algn="ctr" rtl="0">
              <a:defRPr sz="5400">
                <a:solidFill>
                  <a:schemeClr val="tx1"/>
                </a:solidFill>
              </a:defRPr>
            </a:lvl1pPr>
          </a:lstStyle>
          <a:p>
            <a:r>
              <a:rPr lang="en-US" dirty="0"/>
              <a:t>Place headline here</a:t>
            </a:r>
          </a:p>
        </p:txBody>
      </p:sp>
      <p:pic>
        <p:nvPicPr>
          <p:cNvPr id="3" name="Picture 2">
            <a:extLst>
              <a:ext uri="{FF2B5EF4-FFF2-40B4-BE49-F238E27FC236}">
                <a16:creationId xmlns:a16="http://schemas.microsoft.com/office/drawing/2014/main" id="{BD6F1257-AA6C-44C6-86DE-CAD089D08935}"/>
              </a:ext>
            </a:extLst>
          </p:cNvPr>
          <p:cNvPicPr>
            <a:picLocks noChangeAspect="1"/>
          </p:cNvPicPr>
          <p:nvPr userDrawn="1"/>
        </p:nvPicPr>
        <p:blipFill>
          <a:blip r:embed="rId5"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8" name="Slide Number Placeholder 6">
            <a:extLst>
              <a:ext uri="{FF2B5EF4-FFF2-40B4-BE49-F238E27FC236}">
                <a16:creationId xmlns:a16="http://schemas.microsoft.com/office/drawing/2014/main" id="{28ACB7EA-E7A1-452B-89CA-4FA566F73421}"/>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lvl1pPr algn="r" rtl="0">
              <a:defRPr lang="en-US" sz="800" smtClean="0">
                <a:solidFill>
                  <a:schemeClr val="tx1">
                    <a:alpha val="75000"/>
                  </a:schemeClr>
                </a:solidFill>
              </a:defRPr>
            </a:lvl1pPr>
          </a:lstStyle>
          <a:p>
            <a:pPr defTabSz="228600">
              <a:spcAft>
                <a:spcPts val="1200"/>
              </a:spcAft>
            </a:pPr>
            <a:fld id="{CC9E6EB9-168E-4914-8CC7-2E853AFB4F1B}" type="slidenum">
              <a:rPr lang="en-US" smtClean="0"/>
              <a:pPr defTabSz="228600">
                <a:spcAft>
                  <a:spcPts val="1200"/>
                </a:spcAft>
              </a:pPr>
              <a:t>‹#›</a:t>
            </a:fld>
            <a:endParaRPr lang="en-US" dirty="0"/>
          </a:p>
        </p:txBody>
      </p:sp>
      <p:sp>
        <p:nvSpPr>
          <p:cNvPr id="7" name="TextBox 6">
            <a:extLst>
              <a:ext uri="{FF2B5EF4-FFF2-40B4-BE49-F238E27FC236}">
                <a16:creationId xmlns:a16="http://schemas.microsoft.com/office/drawing/2014/main" id="{9DE018DE-8A90-C842-A7BE-D441C9648D56}"/>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a:solidFill>
                  <a:schemeClr val="tx1">
                    <a:alpha val="75000"/>
                  </a:schemeClr>
                </a:solidFill>
              </a:rPr>
              <a:t>Copyright © 2020 Accenture. All rights reserved.</a:t>
            </a:r>
            <a:endParaRPr lang="en-US" noProof="0" dirty="0">
              <a:solidFill>
                <a:schemeClr val="tx1">
                  <a:alpha val="75000"/>
                </a:schemeClr>
              </a:solidFill>
            </a:endParaRPr>
          </a:p>
        </p:txBody>
      </p:sp>
    </p:spTree>
    <p:extLst>
      <p:ext uri="{BB962C8B-B14F-4D97-AF65-F5344CB8AC3E}">
        <p14:creationId xmlns:p14="http://schemas.microsoft.com/office/powerpoint/2010/main" val="2133489611"/>
      </p:ext>
    </p:extLst>
  </p:cSld>
  <p:clrMapOvr>
    <a:overrideClrMapping bg1="dk1" tx1="lt1" bg2="dk2" tx2="lt2" accent1="accent1" accent2="accent2" accent3="accent3" accent4="accent4" accent5="accent5" accent6="accent6" hlink="hlink" folHlink="folHlink"/>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Guide - Icon Library">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8AD08D0-362E-9BC1-5548-ED693D4D235D}"/>
              </a:ext>
            </a:extLst>
          </p:cNvPr>
          <p:cNvGraphicFramePr>
            <a:graphicFrameLocks noChangeAspect="1"/>
          </p:cNvGraphicFramePr>
          <p:nvPr userDrawn="1">
            <p:custDataLst>
              <p:tags r:id="rId1"/>
            </p:custDataLst>
            <p:extLst>
              <p:ext uri="{D42A27DB-BD31-4B8C-83A1-F6EECF244321}">
                <p14:modId xmlns:p14="http://schemas.microsoft.com/office/powerpoint/2010/main" val="21355102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48AD08D0-362E-9BC1-5548-ED693D4D235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itle 1">
            <a:extLst>
              <a:ext uri="{FF2B5EF4-FFF2-40B4-BE49-F238E27FC236}">
                <a16:creationId xmlns:a16="http://schemas.microsoft.com/office/drawing/2014/main" id="{7CECD371-7C06-488E-AA23-EB47BBF733D9}"/>
              </a:ext>
            </a:extLst>
          </p:cNvPr>
          <p:cNvSpPr txBox="1">
            <a:spLocks/>
          </p:cNvSpPr>
          <p:nvPr userDrawn="1"/>
        </p:nvSpPr>
        <p:spPr>
          <a:xfrm>
            <a:off x="381000" y="381000"/>
            <a:ext cx="11430000" cy="914400"/>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a:lstStyle>
          <a:p>
            <a:pPr rtl="0"/>
            <a:r>
              <a:rPr lang="en-US" noProof="0" dirty="0"/>
              <a:t>Iconography: Monoline</a:t>
            </a:r>
          </a:p>
        </p:txBody>
      </p:sp>
      <p:sp>
        <p:nvSpPr>
          <p:cNvPr id="2" name="TextBox 1">
            <a:extLst>
              <a:ext uri="{FF2B5EF4-FFF2-40B4-BE49-F238E27FC236}">
                <a16:creationId xmlns:a16="http://schemas.microsoft.com/office/drawing/2014/main" id="{AF966297-1DCC-45B0-9DA7-3CE9DE25D2DF}"/>
              </a:ext>
            </a:extLst>
          </p:cNvPr>
          <p:cNvSpPr txBox="1"/>
          <p:nvPr userDrawn="1"/>
        </p:nvSpPr>
        <p:spPr>
          <a:xfrm>
            <a:off x="380999" y="927847"/>
            <a:ext cx="11429981" cy="500243"/>
          </a:xfrm>
          <a:prstGeom prst="rect">
            <a:avLst/>
          </a:prstGeom>
          <a:noFill/>
        </p:spPr>
        <p:txBody>
          <a:bodyPr wrap="square" lIns="0" tIns="0" rIns="0" bIns="0" rtlCol="0">
            <a:noAutofit/>
          </a:bodyPr>
          <a:lstStyle/>
          <a:p>
            <a:pPr defTabSz="228600" rtl="0">
              <a:spcAft>
                <a:spcPts val="1200"/>
              </a:spcAft>
            </a:pPr>
            <a:r>
              <a:rPr lang="en-US" sz="1600"/>
              <a:t>Our expansive asset library including fonts, photography, iconography and custom slides are available </a:t>
            </a:r>
            <a:r>
              <a:rPr lang="en-US" sz="1600">
                <a:solidFill>
                  <a:schemeClr val="accent1"/>
                </a:solidFill>
              </a:rPr>
              <a:t>[here &lt;link&gt;]</a:t>
            </a:r>
            <a:r>
              <a:rPr lang="en-US" sz="1600"/>
              <a:t>. Contact </a:t>
            </a:r>
            <a:r>
              <a:rPr kumimoji="0" lang="en-US" sz="1600" b="0" i="0" u="none" strike="noStrike" kern="1200" cap="none" spc="0" normalizeH="0" baseline="0" noProof="0">
                <a:ln>
                  <a:noFill/>
                </a:ln>
                <a:solidFill>
                  <a:srgbClr val="A100FF"/>
                </a:solidFill>
                <a:effectLst/>
                <a:uLnTx/>
                <a:uFillTx/>
                <a:latin typeface="Graphik"/>
                <a:ea typeface="+mn-ea"/>
                <a:cs typeface="+mn-cs"/>
                <a:hlinkClick r:id="rId5"/>
              </a:rPr>
              <a:t>Amy.Ritz@Accenture.com</a:t>
            </a:r>
            <a:r>
              <a:rPr kumimoji="0" lang="en-US" sz="1600" b="0" i="0" u="none" strike="noStrike" kern="1200" cap="none" spc="0" normalizeH="0" baseline="0" noProof="0">
                <a:ln>
                  <a:noFill/>
                </a:ln>
                <a:solidFill>
                  <a:srgbClr val="A100FF"/>
                </a:solidFill>
                <a:effectLst/>
                <a:uLnTx/>
                <a:uFillTx/>
                <a:latin typeface="Graphik"/>
                <a:ea typeface="+mn-ea"/>
                <a:cs typeface="+mn-cs"/>
              </a:rPr>
              <a:t> </a:t>
            </a:r>
            <a:r>
              <a:rPr lang="en-US" sz="1600"/>
              <a:t>for further information. Access the icons below through </a:t>
            </a:r>
            <a:r>
              <a:rPr lang="en-US" sz="1600" b="1">
                <a:solidFill>
                  <a:schemeClr val="accent1"/>
                </a:solidFill>
              </a:rPr>
              <a:t>View &gt; Slide Master</a:t>
            </a:r>
            <a:r>
              <a:rPr lang="en-US" sz="1600"/>
              <a:t>.</a:t>
            </a:r>
            <a:endParaRPr lang="en-US" sz="1600" dirty="0"/>
          </a:p>
        </p:txBody>
      </p:sp>
      <p:sp>
        <p:nvSpPr>
          <p:cNvPr id="4" name="Freeform 127">
            <a:extLst>
              <a:ext uri="{FF2B5EF4-FFF2-40B4-BE49-F238E27FC236}">
                <a16:creationId xmlns:a16="http://schemas.microsoft.com/office/drawing/2014/main" id="{80F51A57-4DBA-FA4F-916F-88328E5E0137}"/>
              </a:ext>
            </a:extLst>
          </p:cNvPr>
          <p:cNvSpPr>
            <a:spLocks noEditPoints="1"/>
          </p:cNvSpPr>
          <p:nvPr userDrawn="1"/>
        </p:nvSpPr>
        <p:spPr bwMode="auto">
          <a:xfrm>
            <a:off x="767063" y="1981658"/>
            <a:ext cx="513948" cy="396598"/>
          </a:xfrm>
          <a:custGeom>
            <a:avLst/>
            <a:gdLst>
              <a:gd name="T0" fmla="*/ 199 w 309"/>
              <a:gd name="T1" fmla="*/ 232 h 244"/>
              <a:gd name="T2" fmla="*/ 222 w 309"/>
              <a:gd name="T3" fmla="*/ 225 h 244"/>
              <a:gd name="T4" fmla="*/ 248 w 309"/>
              <a:gd name="T5" fmla="*/ 202 h 244"/>
              <a:gd name="T6" fmla="*/ 273 w 309"/>
              <a:gd name="T7" fmla="*/ 177 h 244"/>
              <a:gd name="T8" fmla="*/ 308 w 309"/>
              <a:gd name="T9" fmla="*/ 128 h 244"/>
              <a:gd name="T10" fmla="*/ 216 w 309"/>
              <a:gd name="T11" fmla="*/ 12 h 244"/>
              <a:gd name="T12" fmla="*/ 115 w 309"/>
              <a:gd name="T13" fmla="*/ 19 h 244"/>
              <a:gd name="T14" fmla="*/ 3 w 309"/>
              <a:gd name="T15" fmla="*/ 136 h 244"/>
              <a:gd name="T16" fmla="*/ 44 w 309"/>
              <a:gd name="T17" fmla="*/ 199 h 244"/>
              <a:gd name="T18" fmla="*/ 60 w 309"/>
              <a:gd name="T19" fmla="*/ 217 h 244"/>
              <a:gd name="T20" fmla="*/ 82 w 309"/>
              <a:gd name="T21" fmla="*/ 228 h 244"/>
              <a:gd name="T22" fmla="*/ 128 w 309"/>
              <a:gd name="T23" fmla="*/ 244 h 244"/>
              <a:gd name="T24" fmla="*/ 147 w 309"/>
              <a:gd name="T25" fmla="*/ 233 h 244"/>
              <a:gd name="T26" fmla="*/ 122 w 309"/>
              <a:gd name="T27" fmla="*/ 30 h 244"/>
              <a:gd name="T28" fmla="*/ 194 w 309"/>
              <a:gd name="T29" fmla="*/ 20 h 244"/>
              <a:gd name="T30" fmla="*/ 263 w 309"/>
              <a:gd name="T31" fmla="*/ 31 h 244"/>
              <a:gd name="T32" fmla="*/ 278 w 309"/>
              <a:gd name="T33" fmla="*/ 143 h 244"/>
              <a:gd name="T34" fmla="*/ 136 w 309"/>
              <a:gd name="T35" fmla="*/ 85 h 244"/>
              <a:gd name="T36" fmla="*/ 122 w 309"/>
              <a:gd name="T37" fmla="*/ 30 h 244"/>
              <a:gd name="T38" fmla="*/ 45 w 309"/>
              <a:gd name="T39" fmla="*/ 186 h 244"/>
              <a:gd name="T40" fmla="*/ 32 w 309"/>
              <a:gd name="T41" fmla="*/ 155 h 244"/>
              <a:gd name="T42" fmla="*/ 73 w 309"/>
              <a:gd name="T43" fmla="*/ 206 h 244"/>
              <a:gd name="T44" fmla="*/ 57 w 309"/>
              <a:gd name="T45" fmla="*/ 195 h 244"/>
              <a:gd name="T46" fmla="*/ 67 w 309"/>
              <a:gd name="T47" fmla="*/ 172 h 244"/>
              <a:gd name="T48" fmla="*/ 85 w 309"/>
              <a:gd name="T49" fmla="*/ 171 h 244"/>
              <a:gd name="T50" fmla="*/ 73 w 309"/>
              <a:gd name="T51" fmla="*/ 206 h 244"/>
              <a:gd name="T52" fmla="*/ 102 w 309"/>
              <a:gd name="T53" fmla="*/ 221 h 244"/>
              <a:gd name="T54" fmla="*/ 97 w 309"/>
              <a:gd name="T55" fmla="*/ 181 h 244"/>
              <a:gd name="T56" fmla="*/ 110 w 309"/>
              <a:gd name="T57" fmla="*/ 197 h 244"/>
              <a:gd name="T58" fmla="*/ 137 w 309"/>
              <a:gd name="T59" fmla="*/ 219 h 244"/>
              <a:gd name="T60" fmla="*/ 132 w 309"/>
              <a:gd name="T61" fmla="*/ 230 h 244"/>
              <a:gd name="T62" fmla="*/ 115 w 309"/>
              <a:gd name="T63" fmla="*/ 225 h 244"/>
              <a:gd name="T64" fmla="*/ 138 w 309"/>
              <a:gd name="T65" fmla="*/ 205 h 244"/>
              <a:gd name="T66" fmla="*/ 123 w 309"/>
              <a:gd name="T67" fmla="*/ 187 h 244"/>
              <a:gd name="T68" fmla="*/ 98 w 309"/>
              <a:gd name="T69" fmla="*/ 168 h 244"/>
              <a:gd name="T70" fmla="*/ 68 w 309"/>
              <a:gd name="T71" fmla="*/ 152 h 244"/>
              <a:gd name="T72" fmla="*/ 15 w 309"/>
              <a:gd name="T73" fmla="*/ 128 h 244"/>
              <a:gd name="T74" fmla="*/ 107 w 309"/>
              <a:gd name="T75" fmla="*/ 32 h 244"/>
              <a:gd name="T76" fmla="*/ 113 w 309"/>
              <a:gd name="T77" fmla="*/ 116 h 244"/>
              <a:gd name="T78" fmla="*/ 231 w 309"/>
              <a:gd name="T79" fmla="*/ 115 h 244"/>
              <a:gd name="T80" fmla="*/ 264 w 309"/>
              <a:gd name="T81" fmla="*/ 167 h 244"/>
              <a:gd name="T82" fmla="*/ 220 w 309"/>
              <a:gd name="T83" fmla="*/ 145 h 244"/>
              <a:gd name="T84" fmla="*/ 199 w 309"/>
              <a:gd name="T85" fmla="*/ 133 h 244"/>
              <a:gd name="T86" fmla="*/ 246 w 309"/>
              <a:gd name="T87" fmla="*/ 183 h 244"/>
              <a:gd name="T88" fmla="*/ 228 w 309"/>
              <a:gd name="T89" fmla="*/ 197 h 244"/>
              <a:gd name="T90" fmla="*/ 188 w 309"/>
              <a:gd name="T91" fmla="*/ 167 h 244"/>
              <a:gd name="T92" fmla="*/ 219 w 309"/>
              <a:gd name="T93" fmla="*/ 206 h 244"/>
              <a:gd name="T94" fmla="*/ 204 w 309"/>
              <a:gd name="T95" fmla="*/ 219 h 244"/>
              <a:gd name="T96" fmla="*/ 162 w 309"/>
              <a:gd name="T97" fmla="*/ 196 h 244"/>
              <a:gd name="T98" fmla="*/ 188 w 309"/>
              <a:gd name="T99" fmla="*/ 224 h 244"/>
              <a:gd name="T100" fmla="*/ 151 w 309"/>
              <a:gd name="T101" fmla="*/ 22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09" h="244">
                <a:moveTo>
                  <a:pt x="176" y="239"/>
                </a:moveTo>
                <a:cubicBezTo>
                  <a:pt x="181" y="239"/>
                  <a:pt x="184" y="238"/>
                  <a:pt x="188" y="238"/>
                </a:cubicBezTo>
                <a:cubicBezTo>
                  <a:pt x="192" y="236"/>
                  <a:pt x="196" y="235"/>
                  <a:pt x="199" y="232"/>
                </a:cubicBezTo>
                <a:cubicBezTo>
                  <a:pt x="199" y="232"/>
                  <a:pt x="199" y="232"/>
                  <a:pt x="199" y="232"/>
                </a:cubicBezTo>
                <a:cubicBezTo>
                  <a:pt x="199" y="232"/>
                  <a:pt x="199" y="232"/>
                  <a:pt x="199" y="232"/>
                </a:cubicBezTo>
                <a:cubicBezTo>
                  <a:pt x="200" y="232"/>
                  <a:pt x="201" y="232"/>
                  <a:pt x="201" y="232"/>
                </a:cubicBezTo>
                <a:cubicBezTo>
                  <a:pt x="202" y="232"/>
                  <a:pt x="203" y="233"/>
                  <a:pt x="204" y="233"/>
                </a:cubicBezTo>
                <a:cubicBezTo>
                  <a:pt x="210" y="233"/>
                  <a:pt x="217" y="230"/>
                  <a:pt x="222" y="225"/>
                </a:cubicBezTo>
                <a:cubicBezTo>
                  <a:pt x="227" y="221"/>
                  <a:pt x="230" y="216"/>
                  <a:pt x="232" y="210"/>
                </a:cubicBezTo>
                <a:cubicBezTo>
                  <a:pt x="232" y="210"/>
                  <a:pt x="232" y="210"/>
                  <a:pt x="232" y="210"/>
                </a:cubicBezTo>
                <a:cubicBezTo>
                  <a:pt x="232" y="210"/>
                  <a:pt x="232" y="210"/>
                  <a:pt x="232" y="210"/>
                </a:cubicBezTo>
                <a:cubicBezTo>
                  <a:pt x="238" y="209"/>
                  <a:pt x="243" y="206"/>
                  <a:pt x="248" y="202"/>
                </a:cubicBezTo>
                <a:cubicBezTo>
                  <a:pt x="254" y="197"/>
                  <a:pt x="257" y="191"/>
                  <a:pt x="259" y="185"/>
                </a:cubicBezTo>
                <a:cubicBezTo>
                  <a:pt x="259" y="185"/>
                  <a:pt x="259" y="185"/>
                  <a:pt x="259" y="185"/>
                </a:cubicBezTo>
                <a:cubicBezTo>
                  <a:pt x="259" y="185"/>
                  <a:pt x="259" y="185"/>
                  <a:pt x="259" y="185"/>
                </a:cubicBezTo>
                <a:cubicBezTo>
                  <a:pt x="264" y="184"/>
                  <a:pt x="269" y="181"/>
                  <a:pt x="273" y="177"/>
                </a:cubicBezTo>
                <a:cubicBezTo>
                  <a:pt x="280" y="171"/>
                  <a:pt x="284" y="164"/>
                  <a:pt x="285" y="155"/>
                </a:cubicBezTo>
                <a:cubicBezTo>
                  <a:pt x="285" y="155"/>
                  <a:pt x="285" y="155"/>
                  <a:pt x="285" y="155"/>
                </a:cubicBezTo>
                <a:cubicBezTo>
                  <a:pt x="307" y="135"/>
                  <a:pt x="307" y="135"/>
                  <a:pt x="307" y="135"/>
                </a:cubicBezTo>
                <a:cubicBezTo>
                  <a:pt x="308" y="134"/>
                  <a:pt x="309" y="131"/>
                  <a:pt x="308" y="128"/>
                </a:cubicBezTo>
                <a:cubicBezTo>
                  <a:pt x="274" y="23"/>
                  <a:pt x="274" y="23"/>
                  <a:pt x="274" y="23"/>
                </a:cubicBezTo>
                <a:cubicBezTo>
                  <a:pt x="273" y="21"/>
                  <a:pt x="271" y="19"/>
                  <a:pt x="269" y="19"/>
                </a:cubicBezTo>
                <a:cubicBezTo>
                  <a:pt x="269" y="19"/>
                  <a:pt x="269" y="19"/>
                  <a:pt x="269" y="19"/>
                </a:cubicBezTo>
                <a:cubicBezTo>
                  <a:pt x="264" y="18"/>
                  <a:pt x="226" y="12"/>
                  <a:pt x="216" y="12"/>
                </a:cubicBezTo>
                <a:cubicBezTo>
                  <a:pt x="213" y="12"/>
                  <a:pt x="205" y="10"/>
                  <a:pt x="198" y="7"/>
                </a:cubicBezTo>
                <a:cubicBezTo>
                  <a:pt x="185" y="4"/>
                  <a:pt x="171" y="0"/>
                  <a:pt x="162" y="1"/>
                </a:cubicBezTo>
                <a:cubicBezTo>
                  <a:pt x="148" y="2"/>
                  <a:pt x="123" y="15"/>
                  <a:pt x="115" y="19"/>
                </a:cubicBezTo>
                <a:cubicBezTo>
                  <a:pt x="115" y="19"/>
                  <a:pt x="115" y="19"/>
                  <a:pt x="115" y="19"/>
                </a:cubicBezTo>
                <a:cubicBezTo>
                  <a:pt x="45" y="19"/>
                  <a:pt x="45" y="19"/>
                  <a:pt x="45" y="19"/>
                </a:cubicBezTo>
                <a:cubicBezTo>
                  <a:pt x="42" y="19"/>
                  <a:pt x="40" y="21"/>
                  <a:pt x="39" y="23"/>
                </a:cubicBezTo>
                <a:cubicBezTo>
                  <a:pt x="1" y="128"/>
                  <a:pt x="1" y="128"/>
                  <a:pt x="1" y="128"/>
                </a:cubicBezTo>
                <a:cubicBezTo>
                  <a:pt x="0" y="131"/>
                  <a:pt x="1" y="134"/>
                  <a:pt x="3" y="136"/>
                </a:cubicBezTo>
                <a:cubicBezTo>
                  <a:pt x="21" y="148"/>
                  <a:pt x="21" y="148"/>
                  <a:pt x="21" y="148"/>
                </a:cubicBezTo>
                <a:cubicBezTo>
                  <a:pt x="21" y="148"/>
                  <a:pt x="21" y="148"/>
                  <a:pt x="21" y="148"/>
                </a:cubicBezTo>
                <a:cubicBezTo>
                  <a:pt x="16" y="156"/>
                  <a:pt x="11" y="168"/>
                  <a:pt x="14" y="175"/>
                </a:cubicBezTo>
                <a:cubicBezTo>
                  <a:pt x="17" y="184"/>
                  <a:pt x="33" y="196"/>
                  <a:pt x="44" y="199"/>
                </a:cubicBezTo>
                <a:cubicBezTo>
                  <a:pt x="44" y="199"/>
                  <a:pt x="44" y="199"/>
                  <a:pt x="44" y="199"/>
                </a:cubicBezTo>
                <a:cubicBezTo>
                  <a:pt x="44" y="199"/>
                  <a:pt x="44" y="199"/>
                  <a:pt x="44" y="199"/>
                </a:cubicBezTo>
                <a:cubicBezTo>
                  <a:pt x="44" y="200"/>
                  <a:pt x="44" y="201"/>
                  <a:pt x="44" y="201"/>
                </a:cubicBezTo>
                <a:cubicBezTo>
                  <a:pt x="46" y="208"/>
                  <a:pt x="51" y="213"/>
                  <a:pt x="60" y="217"/>
                </a:cubicBezTo>
                <a:cubicBezTo>
                  <a:pt x="65" y="219"/>
                  <a:pt x="70" y="220"/>
                  <a:pt x="74" y="220"/>
                </a:cubicBezTo>
                <a:cubicBezTo>
                  <a:pt x="74" y="220"/>
                  <a:pt x="74" y="220"/>
                  <a:pt x="74" y="220"/>
                </a:cubicBezTo>
                <a:cubicBezTo>
                  <a:pt x="74" y="220"/>
                  <a:pt x="74" y="220"/>
                  <a:pt x="74" y="220"/>
                </a:cubicBezTo>
                <a:cubicBezTo>
                  <a:pt x="76" y="223"/>
                  <a:pt x="79" y="225"/>
                  <a:pt x="82" y="228"/>
                </a:cubicBezTo>
                <a:cubicBezTo>
                  <a:pt x="89" y="233"/>
                  <a:pt x="99" y="235"/>
                  <a:pt x="106" y="234"/>
                </a:cubicBezTo>
                <a:cubicBezTo>
                  <a:pt x="106" y="234"/>
                  <a:pt x="106" y="234"/>
                  <a:pt x="106" y="234"/>
                </a:cubicBezTo>
                <a:cubicBezTo>
                  <a:pt x="106" y="234"/>
                  <a:pt x="106" y="234"/>
                  <a:pt x="106" y="234"/>
                </a:cubicBezTo>
                <a:cubicBezTo>
                  <a:pt x="111" y="239"/>
                  <a:pt x="119" y="244"/>
                  <a:pt x="128" y="244"/>
                </a:cubicBezTo>
                <a:cubicBezTo>
                  <a:pt x="128" y="244"/>
                  <a:pt x="128" y="244"/>
                  <a:pt x="128" y="244"/>
                </a:cubicBezTo>
                <a:cubicBezTo>
                  <a:pt x="132" y="244"/>
                  <a:pt x="136" y="243"/>
                  <a:pt x="139" y="241"/>
                </a:cubicBezTo>
                <a:cubicBezTo>
                  <a:pt x="142" y="239"/>
                  <a:pt x="145" y="237"/>
                  <a:pt x="147" y="233"/>
                </a:cubicBezTo>
                <a:cubicBezTo>
                  <a:pt x="147" y="233"/>
                  <a:pt x="147" y="233"/>
                  <a:pt x="147" y="233"/>
                </a:cubicBezTo>
                <a:cubicBezTo>
                  <a:pt x="147" y="233"/>
                  <a:pt x="147" y="233"/>
                  <a:pt x="147" y="233"/>
                </a:cubicBezTo>
                <a:cubicBezTo>
                  <a:pt x="156" y="237"/>
                  <a:pt x="167" y="239"/>
                  <a:pt x="176" y="239"/>
                </a:cubicBezTo>
                <a:close/>
                <a:moveTo>
                  <a:pt x="122" y="30"/>
                </a:moveTo>
                <a:cubicBezTo>
                  <a:pt x="122" y="30"/>
                  <a:pt x="122" y="30"/>
                  <a:pt x="122" y="30"/>
                </a:cubicBezTo>
                <a:cubicBezTo>
                  <a:pt x="132" y="25"/>
                  <a:pt x="153" y="14"/>
                  <a:pt x="163" y="14"/>
                </a:cubicBezTo>
                <a:cubicBezTo>
                  <a:pt x="163" y="14"/>
                  <a:pt x="164" y="14"/>
                  <a:pt x="164" y="14"/>
                </a:cubicBezTo>
                <a:cubicBezTo>
                  <a:pt x="171" y="14"/>
                  <a:pt x="184" y="17"/>
                  <a:pt x="194" y="20"/>
                </a:cubicBezTo>
                <a:cubicBezTo>
                  <a:pt x="194" y="20"/>
                  <a:pt x="194" y="20"/>
                  <a:pt x="194" y="20"/>
                </a:cubicBezTo>
                <a:cubicBezTo>
                  <a:pt x="203" y="23"/>
                  <a:pt x="211" y="25"/>
                  <a:pt x="216" y="25"/>
                </a:cubicBezTo>
                <a:cubicBezTo>
                  <a:pt x="222" y="25"/>
                  <a:pt x="245" y="29"/>
                  <a:pt x="262" y="31"/>
                </a:cubicBezTo>
                <a:cubicBezTo>
                  <a:pt x="263" y="31"/>
                  <a:pt x="263" y="31"/>
                  <a:pt x="263" y="31"/>
                </a:cubicBezTo>
                <a:cubicBezTo>
                  <a:pt x="263" y="31"/>
                  <a:pt x="263" y="31"/>
                  <a:pt x="263" y="31"/>
                </a:cubicBezTo>
                <a:cubicBezTo>
                  <a:pt x="295" y="129"/>
                  <a:pt x="295" y="129"/>
                  <a:pt x="295" y="129"/>
                </a:cubicBezTo>
                <a:cubicBezTo>
                  <a:pt x="294" y="129"/>
                  <a:pt x="294" y="129"/>
                  <a:pt x="294" y="129"/>
                </a:cubicBezTo>
                <a:cubicBezTo>
                  <a:pt x="279" y="143"/>
                  <a:pt x="279" y="143"/>
                  <a:pt x="279" y="143"/>
                </a:cubicBezTo>
                <a:cubicBezTo>
                  <a:pt x="278" y="143"/>
                  <a:pt x="278" y="143"/>
                  <a:pt x="278" y="143"/>
                </a:cubicBezTo>
                <a:cubicBezTo>
                  <a:pt x="241" y="106"/>
                  <a:pt x="241" y="106"/>
                  <a:pt x="241" y="106"/>
                </a:cubicBezTo>
                <a:cubicBezTo>
                  <a:pt x="232" y="96"/>
                  <a:pt x="202" y="64"/>
                  <a:pt x="191" y="61"/>
                </a:cubicBezTo>
                <a:cubicBezTo>
                  <a:pt x="174" y="56"/>
                  <a:pt x="159" y="59"/>
                  <a:pt x="147" y="69"/>
                </a:cubicBezTo>
                <a:cubicBezTo>
                  <a:pt x="142" y="74"/>
                  <a:pt x="139" y="79"/>
                  <a:pt x="136" y="85"/>
                </a:cubicBezTo>
                <a:cubicBezTo>
                  <a:pt x="131" y="94"/>
                  <a:pt x="127" y="102"/>
                  <a:pt x="111" y="103"/>
                </a:cubicBezTo>
                <a:cubicBezTo>
                  <a:pt x="104" y="104"/>
                  <a:pt x="98" y="103"/>
                  <a:pt x="96" y="100"/>
                </a:cubicBezTo>
                <a:cubicBezTo>
                  <a:pt x="94" y="98"/>
                  <a:pt x="94" y="96"/>
                  <a:pt x="95" y="95"/>
                </a:cubicBezTo>
                <a:lnTo>
                  <a:pt x="122" y="30"/>
                </a:lnTo>
                <a:close/>
                <a:moveTo>
                  <a:pt x="52" y="170"/>
                </a:moveTo>
                <a:cubicBezTo>
                  <a:pt x="50" y="175"/>
                  <a:pt x="47" y="180"/>
                  <a:pt x="46" y="186"/>
                </a:cubicBezTo>
                <a:cubicBezTo>
                  <a:pt x="46" y="186"/>
                  <a:pt x="46" y="186"/>
                  <a:pt x="46" y="186"/>
                </a:cubicBezTo>
                <a:cubicBezTo>
                  <a:pt x="45" y="186"/>
                  <a:pt x="45" y="186"/>
                  <a:pt x="45" y="186"/>
                </a:cubicBezTo>
                <a:cubicBezTo>
                  <a:pt x="39" y="183"/>
                  <a:pt x="28" y="176"/>
                  <a:pt x="26" y="171"/>
                </a:cubicBezTo>
                <a:cubicBezTo>
                  <a:pt x="26" y="171"/>
                  <a:pt x="26" y="171"/>
                  <a:pt x="26" y="171"/>
                </a:cubicBezTo>
                <a:cubicBezTo>
                  <a:pt x="25" y="169"/>
                  <a:pt x="28" y="161"/>
                  <a:pt x="31" y="156"/>
                </a:cubicBezTo>
                <a:cubicBezTo>
                  <a:pt x="32" y="155"/>
                  <a:pt x="32" y="155"/>
                  <a:pt x="32" y="155"/>
                </a:cubicBezTo>
                <a:cubicBezTo>
                  <a:pt x="32" y="155"/>
                  <a:pt x="32" y="155"/>
                  <a:pt x="32" y="155"/>
                </a:cubicBezTo>
                <a:cubicBezTo>
                  <a:pt x="52" y="170"/>
                  <a:pt x="52" y="170"/>
                  <a:pt x="52" y="170"/>
                </a:cubicBezTo>
                <a:close/>
                <a:moveTo>
                  <a:pt x="73" y="206"/>
                </a:moveTo>
                <a:cubicBezTo>
                  <a:pt x="73" y="206"/>
                  <a:pt x="73" y="206"/>
                  <a:pt x="73" y="206"/>
                </a:cubicBezTo>
                <a:cubicBezTo>
                  <a:pt x="73" y="206"/>
                  <a:pt x="72" y="206"/>
                  <a:pt x="72" y="206"/>
                </a:cubicBezTo>
                <a:cubicBezTo>
                  <a:pt x="71" y="206"/>
                  <a:pt x="68" y="206"/>
                  <a:pt x="65" y="205"/>
                </a:cubicBezTo>
                <a:cubicBezTo>
                  <a:pt x="60" y="203"/>
                  <a:pt x="57" y="200"/>
                  <a:pt x="57" y="198"/>
                </a:cubicBezTo>
                <a:cubicBezTo>
                  <a:pt x="57" y="197"/>
                  <a:pt x="57" y="196"/>
                  <a:pt x="57" y="195"/>
                </a:cubicBezTo>
                <a:cubicBezTo>
                  <a:pt x="57" y="195"/>
                  <a:pt x="57" y="194"/>
                  <a:pt x="57" y="194"/>
                </a:cubicBezTo>
                <a:cubicBezTo>
                  <a:pt x="58" y="188"/>
                  <a:pt x="62" y="179"/>
                  <a:pt x="65" y="173"/>
                </a:cubicBezTo>
                <a:cubicBezTo>
                  <a:pt x="65" y="173"/>
                  <a:pt x="65" y="173"/>
                  <a:pt x="65" y="173"/>
                </a:cubicBezTo>
                <a:cubicBezTo>
                  <a:pt x="66" y="173"/>
                  <a:pt x="67" y="172"/>
                  <a:pt x="67" y="172"/>
                </a:cubicBezTo>
                <a:cubicBezTo>
                  <a:pt x="67" y="171"/>
                  <a:pt x="68" y="170"/>
                  <a:pt x="68" y="169"/>
                </a:cubicBezTo>
                <a:cubicBezTo>
                  <a:pt x="68" y="169"/>
                  <a:pt x="68" y="169"/>
                  <a:pt x="68" y="169"/>
                </a:cubicBezTo>
                <a:cubicBezTo>
                  <a:pt x="70" y="166"/>
                  <a:pt x="71" y="165"/>
                  <a:pt x="72" y="164"/>
                </a:cubicBezTo>
                <a:cubicBezTo>
                  <a:pt x="76" y="163"/>
                  <a:pt x="84" y="169"/>
                  <a:pt x="85" y="171"/>
                </a:cubicBezTo>
                <a:cubicBezTo>
                  <a:pt x="85" y="172"/>
                  <a:pt x="85" y="172"/>
                  <a:pt x="85" y="172"/>
                </a:cubicBezTo>
                <a:cubicBezTo>
                  <a:pt x="86" y="172"/>
                  <a:pt x="86" y="173"/>
                  <a:pt x="85" y="175"/>
                </a:cubicBezTo>
                <a:cubicBezTo>
                  <a:pt x="85" y="175"/>
                  <a:pt x="85" y="175"/>
                  <a:pt x="85" y="175"/>
                </a:cubicBezTo>
                <a:lnTo>
                  <a:pt x="73" y="206"/>
                </a:lnTo>
                <a:close/>
                <a:moveTo>
                  <a:pt x="110" y="197"/>
                </a:moveTo>
                <a:cubicBezTo>
                  <a:pt x="110" y="197"/>
                  <a:pt x="110" y="197"/>
                  <a:pt x="110" y="197"/>
                </a:cubicBezTo>
                <a:cubicBezTo>
                  <a:pt x="102" y="221"/>
                  <a:pt x="102" y="221"/>
                  <a:pt x="102" y="221"/>
                </a:cubicBezTo>
                <a:cubicBezTo>
                  <a:pt x="102" y="221"/>
                  <a:pt x="102" y="221"/>
                  <a:pt x="102" y="221"/>
                </a:cubicBezTo>
                <a:cubicBezTo>
                  <a:pt x="99" y="221"/>
                  <a:pt x="94" y="220"/>
                  <a:pt x="90" y="217"/>
                </a:cubicBezTo>
                <a:cubicBezTo>
                  <a:pt x="87" y="215"/>
                  <a:pt x="86" y="214"/>
                  <a:pt x="85" y="212"/>
                </a:cubicBezTo>
                <a:cubicBezTo>
                  <a:pt x="85" y="212"/>
                  <a:pt x="85" y="212"/>
                  <a:pt x="85" y="212"/>
                </a:cubicBezTo>
                <a:cubicBezTo>
                  <a:pt x="97" y="181"/>
                  <a:pt x="97" y="181"/>
                  <a:pt x="97" y="181"/>
                </a:cubicBezTo>
                <a:cubicBezTo>
                  <a:pt x="97" y="181"/>
                  <a:pt x="97" y="181"/>
                  <a:pt x="97" y="181"/>
                </a:cubicBezTo>
                <a:cubicBezTo>
                  <a:pt x="103" y="182"/>
                  <a:pt x="109" y="185"/>
                  <a:pt x="110" y="187"/>
                </a:cubicBezTo>
                <a:cubicBezTo>
                  <a:pt x="110" y="187"/>
                  <a:pt x="110" y="187"/>
                  <a:pt x="110" y="187"/>
                </a:cubicBezTo>
                <a:cubicBezTo>
                  <a:pt x="110" y="188"/>
                  <a:pt x="111" y="191"/>
                  <a:pt x="110" y="197"/>
                </a:cubicBezTo>
                <a:close/>
                <a:moveTo>
                  <a:pt x="138" y="218"/>
                </a:moveTo>
                <a:cubicBezTo>
                  <a:pt x="138" y="218"/>
                  <a:pt x="138" y="218"/>
                  <a:pt x="138" y="218"/>
                </a:cubicBezTo>
                <a:cubicBezTo>
                  <a:pt x="138" y="218"/>
                  <a:pt x="138" y="218"/>
                  <a:pt x="138" y="218"/>
                </a:cubicBezTo>
                <a:cubicBezTo>
                  <a:pt x="138" y="219"/>
                  <a:pt x="137" y="219"/>
                  <a:pt x="137" y="219"/>
                </a:cubicBezTo>
                <a:cubicBezTo>
                  <a:pt x="136" y="221"/>
                  <a:pt x="136" y="223"/>
                  <a:pt x="136" y="225"/>
                </a:cubicBezTo>
                <a:cubicBezTo>
                  <a:pt x="136" y="225"/>
                  <a:pt x="136" y="225"/>
                  <a:pt x="136" y="225"/>
                </a:cubicBezTo>
                <a:cubicBezTo>
                  <a:pt x="136" y="225"/>
                  <a:pt x="136" y="225"/>
                  <a:pt x="136" y="225"/>
                </a:cubicBezTo>
                <a:cubicBezTo>
                  <a:pt x="135" y="227"/>
                  <a:pt x="134" y="229"/>
                  <a:pt x="132" y="230"/>
                </a:cubicBezTo>
                <a:cubicBezTo>
                  <a:pt x="131" y="231"/>
                  <a:pt x="130" y="231"/>
                  <a:pt x="128" y="231"/>
                </a:cubicBezTo>
                <a:cubicBezTo>
                  <a:pt x="124" y="231"/>
                  <a:pt x="118" y="228"/>
                  <a:pt x="115" y="225"/>
                </a:cubicBezTo>
                <a:cubicBezTo>
                  <a:pt x="115" y="225"/>
                  <a:pt x="115" y="225"/>
                  <a:pt x="115" y="225"/>
                </a:cubicBezTo>
                <a:cubicBezTo>
                  <a:pt x="115" y="225"/>
                  <a:pt x="115" y="225"/>
                  <a:pt x="115" y="225"/>
                </a:cubicBezTo>
                <a:cubicBezTo>
                  <a:pt x="122" y="201"/>
                  <a:pt x="122" y="201"/>
                  <a:pt x="122" y="201"/>
                </a:cubicBezTo>
                <a:cubicBezTo>
                  <a:pt x="122" y="201"/>
                  <a:pt x="122" y="201"/>
                  <a:pt x="122" y="201"/>
                </a:cubicBezTo>
                <a:cubicBezTo>
                  <a:pt x="124" y="200"/>
                  <a:pt x="127" y="199"/>
                  <a:pt x="129" y="200"/>
                </a:cubicBezTo>
                <a:cubicBezTo>
                  <a:pt x="132" y="200"/>
                  <a:pt x="137" y="201"/>
                  <a:pt x="138" y="205"/>
                </a:cubicBezTo>
                <a:cubicBezTo>
                  <a:pt x="139" y="208"/>
                  <a:pt x="139" y="213"/>
                  <a:pt x="138" y="218"/>
                </a:cubicBezTo>
                <a:close/>
                <a:moveTo>
                  <a:pt x="131" y="187"/>
                </a:moveTo>
                <a:cubicBezTo>
                  <a:pt x="129" y="187"/>
                  <a:pt x="126" y="187"/>
                  <a:pt x="124" y="187"/>
                </a:cubicBezTo>
                <a:cubicBezTo>
                  <a:pt x="123" y="187"/>
                  <a:pt x="123" y="187"/>
                  <a:pt x="123" y="187"/>
                </a:cubicBezTo>
                <a:cubicBezTo>
                  <a:pt x="123" y="187"/>
                  <a:pt x="123" y="187"/>
                  <a:pt x="123" y="187"/>
                </a:cubicBezTo>
                <a:cubicBezTo>
                  <a:pt x="123" y="185"/>
                  <a:pt x="123" y="184"/>
                  <a:pt x="123" y="184"/>
                </a:cubicBezTo>
                <a:cubicBezTo>
                  <a:pt x="121" y="175"/>
                  <a:pt x="109" y="169"/>
                  <a:pt x="98" y="168"/>
                </a:cubicBezTo>
                <a:cubicBezTo>
                  <a:pt x="98" y="168"/>
                  <a:pt x="98" y="168"/>
                  <a:pt x="98" y="168"/>
                </a:cubicBezTo>
                <a:cubicBezTo>
                  <a:pt x="98" y="168"/>
                  <a:pt x="98" y="168"/>
                  <a:pt x="98" y="168"/>
                </a:cubicBezTo>
                <a:cubicBezTo>
                  <a:pt x="98" y="168"/>
                  <a:pt x="98" y="168"/>
                  <a:pt x="98" y="167"/>
                </a:cubicBezTo>
                <a:cubicBezTo>
                  <a:pt x="96" y="162"/>
                  <a:pt x="90" y="156"/>
                  <a:pt x="84" y="154"/>
                </a:cubicBezTo>
                <a:cubicBezTo>
                  <a:pt x="78" y="151"/>
                  <a:pt x="73" y="150"/>
                  <a:pt x="68" y="152"/>
                </a:cubicBezTo>
                <a:cubicBezTo>
                  <a:pt x="65" y="153"/>
                  <a:pt x="63" y="155"/>
                  <a:pt x="60" y="158"/>
                </a:cubicBezTo>
                <a:cubicBezTo>
                  <a:pt x="60" y="159"/>
                  <a:pt x="60" y="159"/>
                  <a:pt x="60" y="159"/>
                </a:cubicBezTo>
                <a:cubicBezTo>
                  <a:pt x="59" y="158"/>
                  <a:pt x="59" y="158"/>
                  <a:pt x="59" y="158"/>
                </a:cubicBezTo>
                <a:cubicBezTo>
                  <a:pt x="15" y="128"/>
                  <a:pt x="15" y="128"/>
                  <a:pt x="15" y="128"/>
                </a:cubicBezTo>
                <a:cubicBezTo>
                  <a:pt x="15" y="128"/>
                  <a:pt x="15" y="128"/>
                  <a:pt x="15" y="128"/>
                </a:cubicBezTo>
                <a:cubicBezTo>
                  <a:pt x="50" y="32"/>
                  <a:pt x="50" y="32"/>
                  <a:pt x="50" y="32"/>
                </a:cubicBezTo>
                <a:cubicBezTo>
                  <a:pt x="107" y="32"/>
                  <a:pt x="107" y="32"/>
                  <a:pt x="107" y="32"/>
                </a:cubicBezTo>
                <a:cubicBezTo>
                  <a:pt x="107" y="32"/>
                  <a:pt x="107" y="32"/>
                  <a:pt x="107" y="32"/>
                </a:cubicBezTo>
                <a:cubicBezTo>
                  <a:pt x="82" y="90"/>
                  <a:pt x="82" y="90"/>
                  <a:pt x="82" y="90"/>
                </a:cubicBezTo>
                <a:cubicBezTo>
                  <a:pt x="82" y="90"/>
                  <a:pt x="82" y="91"/>
                  <a:pt x="82" y="91"/>
                </a:cubicBezTo>
                <a:cubicBezTo>
                  <a:pt x="82" y="92"/>
                  <a:pt x="79" y="101"/>
                  <a:pt x="86" y="108"/>
                </a:cubicBezTo>
                <a:cubicBezTo>
                  <a:pt x="91" y="115"/>
                  <a:pt x="100" y="117"/>
                  <a:pt x="113" y="116"/>
                </a:cubicBezTo>
                <a:cubicBezTo>
                  <a:pt x="135" y="114"/>
                  <a:pt x="142" y="101"/>
                  <a:pt x="148" y="91"/>
                </a:cubicBezTo>
                <a:cubicBezTo>
                  <a:pt x="150" y="86"/>
                  <a:pt x="152" y="82"/>
                  <a:pt x="155" y="79"/>
                </a:cubicBezTo>
                <a:cubicBezTo>
                  <a:pt x="164" y="72"/>
                  <a:pt x="174" y="70"/>
                  <a:pt x="187" y="74"/>
                </a:cubicBezTo>
                <a:cubicBezTo>
                  <a:pt x="193" y="75"/>
                  <a:pt x="214" y="96"/>
                  <a:pt x="231" y="115"/>
                </a:cubicBezTo>
                <a:cubicBezTo>
                  <a:pt x="231" y="115"/>
                  <a:pt x="231" y="115"/>
                  <a:pt x="231" y="115"/>
                </a:cubicBezTo>
                <a:cubicBezTo>
                  <a:pt x="272" y="155"/>
                  <a:pt x="272" y="155"/>
                  <a:pt x="272" y="155"/>
                </a:cubicBezTo>
                <a:cubicBezTo>
                  <a:pt x="272" y="155"/>
                  <a:pt x="272" y="155"/>
                  <a:pt x="272" y="155"/>
                </a:cubicBezTo>
                <a:cubicBezTo>
                  <a:pt x="271" y="159"/>
                  <a:pt x="268" y="164"/>
                  <a:pt x="264" y="167"/>
                </a:cubicBezTo>
                <a:cubicBezTo>
                  <a:pt x="261" y="170"/>
                  <a:pt x="257" y="172"/>
                  <a:pt x="254" y="172"/>
                </a:cubicBezTo>
                <a:cubicBezTo>
                  <a:pt x="254" y="172"/>
                  <a:pt x="254" y="172"/>
                  <a:pt x="254" y="172"/>
                </a:cubicBezTo>
                <a:cubicBezTo>
                  <a:pt x="253" y="172"/>
                  <a:pt x="253" y="172"/>
                  <a:pt x="253" y="172"/>
                </a:cubicBezTo>
                <a:cubicBezTo>
                  <a:pt x="220" y="145"/>
                  <a:pt x="220" y="145"/>
                  <a:pt x="220" y="145"/>
                </a:cubicBezTo>
                <a:cubicBezTo>
                  <a:pt x="217" y="142"/>
                  <a:pt x="212" y="135"/>
                  <a:pt x="212" y="132"/>
                </a:cubicBezTo>
                <a:cubicBezTo>
                  <a:pt x="212" y="128"/>
                  <a:pt x="209" y="126"/>
                  <a:pt x="205" y="126"/>
                </a:cubicBezTo>
                <a:cubicBezTo>
                  <a:pt x="205" y="126"/>
                  <a:pt x="205" y="126"/>
                  <a:pt x="205" y="126"/>
                </a:cubicBezTo>
                <a:cubicBezTo>
                  <a:pt x="201" y="126"/>
                  <a:pt x="199" y="129"/>
                  <a:pt x="199" y="133"/>
                </a:cubicBezTo>
                <a:cubicBezTo>
                  <a:pt x="200" y="142"/>
                  <a:pt x="209" y="152"/>
                  <a:pt x="211" y="154"/>
                </a:cubicBezTo>
                <a:cubicBezTo>
                  <a:pt x="211" y="155"/>
                  <a:pt x="211" y="155"/>
                  <a:pt x="212" y="155"/>
                </a:cubicBezTo>
                <a:cubicBezTo>
                  <a:pt x="245" y="182"/>
                  <a:pt x="245" y="182"/>
                  <a:pt x="245" y="182"/>
                </a:cubicBezTo>
                <a:cubicBezTo>
                  <a:pt x="245" y="182"/>
                  <a:pt x="245" y="183"/>
                  <a:pt x="246" y="183"/>
                </a:cubicBezTo>
                <a:cubicBezTo>
                  <a:pt x="246" y="183"/>
                  <a:pt x="246" y="183"/>
                  <a:pt x="246" y="183"/>
                </a:cubicBezTo>
                <a:cubicBezTo>
                  <a:pt x="246" y="183"/>
                  <a:pt x="246" y="183"/>
                  <a:pt x="246" y="183"/>
                </a:cubicBezTo>
                <a:cubicBezTo>
                  <a:pt x="245" y="186"/>
                  <a:pt x="243" y="189"/>
                  <a:pt x="240" y="192"/>
                </a:cubicBezTo>
                <a:cubicBezTo>
                  <a:pt x="236" y="195"/>
                  <a:pt x="232" y="197"/>
                  <a:pt x="228" y="197"/>
                </a:cubicBezTo>
                <a:cubicBezTo>
                  <a:pt x="228" y="197"/>
                  <a:pt x="228" y="197"/>
                  <a:pt x="228" y="197"/>
                </a:cubicBezTo>
                <a:cubicBezTo>
                  <a:pt x="228" y="197"/>
                  <a:pt x="228" y="197"/>
                  <a:pt x="228" y="197"/>
                </a:cubicBezTo>
                <a:cubicBezTo>
                  <a:pt x="193" y="168"/>
                  <a:pt x="193" y="168"/>
                  <a:pt x="193" y="168"/>
                </a:cubicBezTo>
                <a:cubicBezTo>
                  <a:pt x="192" y="167"/>
                  <a:pt x="190" y="167"/>
                  <a:pt x="188" y="167"/>
                </a:cubicBezTo>
                <a:cubicBezTo>
                  <a:pt x="186" y="167"/>
                  <a:pt x="185" y="168"/>
                  <a:pt x="184" y="169"/>
                </a:cubicBezTo>
                <a:cubicBezTo>
                  <a:pt x="183" y="171"/>
                  <a:pt x="182" y="172"/>
                  <a:pt x="182" y="174"/>
                </a:cubicBezTo>
                <a:cubicBezTo>
                  <a:pt x="182" y="176"/>
                  <a:pt x="183" y="177"/>
                  <a:pt x="185" y="178"/>
                </a:cubicBezTo>
                <a:cubicBezTo>
                  <a:pt x="219" y="206"/>
                  <a:pt x="219" y="206"/>
                  <a:pt x="219" y="206"/>
                </a:cubicBezTo>
                <a:cubicBezTo>
                  <a:pt x="219" y="206"/>
                  <a:pt x="219" y="206"/>
                  <a:pt x="219" y="206"/>
                </a:cubicBezTo>
                <a:cubicBezTo>
                  <a:pt x="218" y="210"/>
                  <a:pt x="216" y="213"/>
                  <a:pt x="213" y="215"/>
                </a:cubicBezTo>
                <a:cubicBezTo>
                  <a:pt x="211" y="218"/>
                  <a:pt x="207" y="219"/>
                  <a:pt x="204" y="219"/>
                </a:cubicBezTo>
                <a:cubicBezTo>
                  <a:pt x="204" y="219"/>
                  <a:pt x="204" y="219"/>
                  <a:pt x="204" y="219"/>
                </a:cubicBezTo>
                <a:cubicBezTo>
                  <a:pt x="204" y="219"/>
                  <a:pt x="204" y="219"/>
                  <a:pt x="204" y="219"/>
                </a:cubicBezTo>
                <a:cubicBezTo>
                  <a:pt x="171" y="194"/>
                  <a:pt x="171" y="194"/>
                  <a:pt x="171" y="194"/>
                </a:cubicBezTo>
                <a:cubicBezTo>
                  <a:pt x="170" y="193"/>
                  <a:pt x="168" y="193"/>
                  <a:pt x="166" y="193"/>
                </a:cubicBezTo>
                <a:cubicBezTo>
                  <a:pt x="165" y="193"/>
                  <a:pt x="163" y="194"/>
                  <a:pt x="162" y="196"/>
                </a:cubicBezTo>
                <a:cubicBezTo>
                  <a:pt x="161" y="197"/>
                  <a:pt x="161" y="199"/>
                  <a:pt x="161" y="201"/>
                </a:cubicBezTo>
                <a:cubicBezTo>
                  <a:pt x="161" y="202"/>
                  <a:pt x="162" y="204"/>
                  <a:pt x="163" y="205"/>
                </a:cubicBezTo>
                <a:cubicBezTo>
                  <a:pt x="188" y="224"/>
                  <a:pt x="188" y="224"/>
                  <a:pt x="188" y="224"/>
                </a:cubicBezTo>
                <a:cubicBezTo>
                  <a:pt x="188" y="224"/>
                  <a:pt x="188" y="224"/>
                  <a:pt x="188" y="224"/>
                </a:cubicBezTo>
                <a:cubicBezTo>
                  <a:pt x="187" y="224"/>
                  <a:pt x="186" y="225"/>
                  <a:pt x="185" y="225"/>
                </a:cubicBezTo>
                <a:cubicBezTo>
                  <a:pt x="182" y="225"/>
                  <a:pt x="179" y="226"/>
                  <a:pt x="176" y="226"/>
                </a:cubicBezTo>
                <a:cubicBezTo>
                  <a:pt x="168" y="226"/>
                  <a:pt x="158" y="223"/>
                  <a:pt x="151" y="220"/>
                </a:cubicBezTo>
                <a:cubicBezTo>
                  <a:pt x="151" y="220"/>
                  <a:pt x="151" y="220"/>
                  <a:pt x="151" y="220"/>
                </a:cubicBezTo>
                <a:cubicBezTo>
                  <a:pt x="151" y="220"/>
                  <a:pt x="151" y="220"/>
                  <a:pt x="151" y="220"/>
                </a:cubicBezTo>
                <a:cubicBezTo>
                  <a:pt x="153" y="212"/>
                  <a:pt x="152" y="205"/>
                  <a:pt x="151" y="201"/>
                </a:cubicBezTo>
                <a:cubicBezTo>
                  <a:pt x="149" y="193"/>
                  <a:pt x="141" y="188"/>
                  <a:pt x="131" y="18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nvGrpSpPr>
          <p:cNvPr id="32" name="Group 31">
            <a:extLst>
              <a:ext uri="{FF2B5EF4-FFF2-40B4-BE49-F238E27FC236}">
                <a16:creationId xmlns:a16="http://schemas.microsoft.com/office/drawing/2014/main" id="{DE8D8CA6-2132-3B4A-BC60-9F91E4B1458B}"/>
              </a:ext>
            </a:extLst>
          </p:cNvPr>
          <p:cNvGrpSpPr/>
          <p:nvPr userDrawn="1"/>
        </p:nvGrpSpPr>
        <p:grpSpPr>
          <a:xfrm>
            <a:off x="380999" y="1577830"/>
            <a:ext cx="11429980" cy="4734070"/>
            <a:chOff x="380999" y="1577845"/>
            <a:chExt cx="11520823" cy="5122866"/>
          </a:xfrm>
          <a:noFill/>
        </p:grpSpPr>
        <p:sp>
          <p:nvSpPr>
            <p:cNvPr id="3" name="Rectangle 2">
              <a:extLst>
                <a:ext uri="{FF2B5EF4-FFF2-40B4-BE49-F238E27FC236}">
                  <a16:creationId xmlns:a16="http://schemas.microsoft.com/office/drawing/2014/main" id="{6AE293C8-14C3-874B-8890-DD874D9F5187}"/>
                </a:ext>
              </a:extLst>
            </p:cNvPr>
            <p:cNvSpPr/>
            <p:nvPr userDrawn="1"/>
          </p:nvSpPr>
          <p:spPr>
            <a:xfrm>
              <a:off x="380999"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11" name="Rectangle 10">
              <a:extLst>
                <a:ext uri="{FF2B5EF4-FFF2-40B4-BE49-F238E27FC236}">
                  <a16:creationId xmlns:a16="http://schemas.microsoft.com/office/drawing/2014/main" id="{5956D8B7-72A3-4147-AD60-AFE0126E0C59}"/>
                </a:ext>
              </a:extLst>
            </p:cNvPr>
            <p:cNvSpPr/>
            <p:nvPr userDrawn="1"/>
          </p:nvSpPr>
          <p:spPr>
            <a:xfrm>
              <a:off x="1661715"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12" name="Rectangle 11">
              <a:extLst>
                <a:ext uri="{FF2B5EF4-FFF2-40B4-BE49-F238E27FC236}">
                  <a16:creationId xmlns:a16="http://schemas.microsoft.com/office/drawing/2014/main" id="{088FFDCF-08AC-A745-A14B-1FB83D20EF87}"/>
                </a:ext>
              </a:extLst>
            </p:cNvPr>
            <p:cNvSpPr/>
            <p:nvPr userDrawn="1"/>
          </p:nvSpPr>
          <p:spPr>
            <a:xfrm>
              <a:off x="2942432"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13" name="Rectangle 12">
              <a:extLst>
                <a:ext uri="{FF2B5EF4-FFF2-40B4-BE49-F238E27FC236}">
                  <a16:creationId xmlns:a16="http://schemas.microsoft.com/office/drawing/2014/main" id="{02B6DE6F-DAF8-E246-AB81-6B639342348F}"/>
                </a:ext>
              </a:extLst>
            </p:cNvPr>
            <p:cNvSpPr/>
            <p:nvPr userDrawn="1"/>
          </p:nvSpPr>
          <p:spPr>
            <a:xfrm>
              <a:off x="4223148"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14" name="Rectangle 13">
              <a:extLst>
                <a:ext uri="{FF2B5EF4-FFF2-40B4-BE49-F238E27FC236}">
                  <a16:creationId xmlns:a16="http://schemas.microsoft.com/office/drawing/2014/main" id="{23841CF2-263C-B04E-9960-36397C49999B}"/>
                </a:ext>
              </a:extLst>
            </p:cNvPr>
            <p:cNvSpPr/>
            <p:nvPr userDrawn="1"/>
          </p:nvSpPr>
          <p:spPr>
            <a:xfrm>
              <a:off x="5503865"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22" name="Rectangle 21">
              <a:extLst>
                <a:ext uri="{FF2B5EF4-FFF2-40B4-BE49-F238E27FC236}">
                  <a16:creationId xmlns:a16="http://schemas.microsoft.com/office/drawing/2014/main" id="{82987178-6410-AF4D-A95C-0F3F1BDEE23D}"/>
                </a:ext>
              </a:extLst>
            </p:cNvPr>
            <p:cNvSpPr/>
            <p:nvPr userDrawn="1"/>
          </p:nvSpPr>
          <p:spPr>
            <a:xfrm>
              <a:off x="380999"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23" name="Rectangle 22">
              <a:extLst>
                <a:ext uri="{FF2B5EF4-FFF2-40B4-BE49-F238E27FC236}">
                  <a16:creationId xmlns:a16="http://schemas.microsoft.com/office/drawing/2014/main" id="{2970435B-0CE9-444F-B4A6-D7E0FE1E8098}"/>
                </a:ext>
              </a:extLst>
            </p:cNvPr>
            <p:cNvSpPr/>
            <p:nvPr userDrawn="1"/>
          </p:nvSpPr>
          <p:spPr>
            <a:xfrm>
              <a:off x="1661715"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24" name="Rectangle 23">
              <a:extLst>
                <a:ext uri="{FF2B5EF4-FFF2-40B4-BE49-F238E27FC236}">
                  <a16:creationId xmlns:a16="http://schemas.microsoft.com/office/drawing/2014/main" id="{D637EA29-2A06-9242-B2F2-EA7F43329956}"/>
                </a:ext>
              </a:extLst>
            </p:cNvPr>
            <p:cNvSpPr/>
            <p:nvPr userDrawn="1"/>
          </p:nvSpPr>
          <p:spPr>
            <a:xfrm>
              <a:off x="2942432"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25" name="Rectangle 24">
              <a:extLst>
                <a:ext uri="{FF2B5EF4-FFF2-40B4-BE49-F238E27FC236}">
                  <a16:creationId xmlns:a16="http://schemas.microsoft.com/office/drawing/2014/main" id="{EA48AEFC-712D-D044-81E5-6C1E41110759}"/>
                </a:ext>
              </a:extLst>
            </p:cNvPr>
            <p:cNvSpPr/>
            <p:nvPr userDrawn="1"/>
          </p:nvSpPr>
          <p:spPr>
            <a:xfrm>
              <a:off x="4223148"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26" name="Rectangle 25">
              <a:extLst>
                <a:ext uri="{FF2B5EF4-FFF2-40B4-BE49-F238E27FC236}">
                  <a16:creationId xmlns:a16="http://schemas.microsoft.com/office/drawing/2014/main" id="{A7CBE003-D5E8-864C-98FA-9796248CE2AC}"/>
                </a:ext>
              </a:extLst>
            </p:cNvPr>
            <p:cNvSpPr/>
            <p:nvPr userDrawn="1"/>
          </p:nvSpPr>
          <p:spPr>
            <a:xfrm>
              <a:off x="5503865"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27" name="Rectangle 26">
              <a:extLst>
                <a:ext uri="{FF2B5EF4-FFF2-40B4-BE49-F238E27FC236}">
                  <a16:creationId xmlns:a16="http://schemas.microsoft.com/office/drawing/2014/main" id="{BADE82A5-95E4-6C4B-B11D-D53B6705F30D}"/>
                </a:ext>
              </a:extLst>
            </p:cNvPr>
            <p:cNvSpPr/>
            <p:nvPr userDrawn="1"/>
          </p:nvSpPr>
          <p:spPr>
            <a:xfrm>
              <a:off x="380999"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28" name="Rectangle 27">
              <a:extLst>
                <a:ext uri="{FF2B5EF4-FFF2-40B4-BE49-F238E27FC236}">
                  <a16:creationId xmlns:a16="http://schemas.microsoft.com/office/drawing/2014/main" id="{6D3153DA-7E96-5A48-85FB-7AA1D84749D2}"/>
                </a:ext>
              </a:extLst>
            </p:cNvPr>
            <p:cNvSpPr/>
            <p:nvPr userDrawn="1"/>
          </p:nvSpPr>
          <p:spPr>
            <a:xfrm>
              <a:off x="1661715"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29" name="Rectangle 28">
              <a:extLst>
                <a:ext uri="{FF2B5EF4-FFF2-40B4-BE49-F238E27FC236}">
                  <a16:creationId xmlns:a16="http://schemas.microsoft.com/office/drawing/2014/main" id="{784E1B72-B1CA-DE40-964D-0211741FA050}"/>
                </a:ext>
              </a:extLst>
            </p:cNvPr>
            <p:cNvSpPr/>
            <p:nvPr userDrawn="1"/>
          </p:nvSpPr>
          <p:spPr>
            <a:xfrm>
              <a:off x="2942432"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30" name="Rectangle 29">
              <a:extLst>
                <a:ext uri="{FF2B5EF4-FFF2-40B4-BE49-F238E27FC236}">
                  <a16:creationId xmlns:a16="http://schemas.microsoft.com/office/drawing/2014/main" id="{0EDEA1F2-0336-5941-9F8D-A8F560A28115}"/>
                </a:ext>
              </a:extLst>
            </p:cNvPr>
            <p:cNvSpPr/>
            <p:nvPr userDrawn="1"/>
          </p:nvSpPr>
          <p:spPr>
            <a:xfrm>
              <a:off x="4223148"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31" name="Rectangle 30">
              <a:extLst>
                <a:ext uri="{FF2B5EF4-FFF2-40B4-BE49-F238E27FC236}">
                  <a16:creationId xmlns:a16="http://schemas.microsoft.com/office/drawing/2014/main" id="{C57AB087-9AA7-2D4E-A82A-605B50372D51}"/>
                </a:ext>
              </a:extLst>
            </p:cNvPr>
            <p:cNvSpPr/>
            <p:nvPr userDrawn="1"/>
          </p:nvSpPr>
          <p:spPr>
            <a:xfrm>
              <a:off x="5503865"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42" name="Rectangle 41">
              <a:extLst>
                <a:ext uri="{FF2B5EF4-FFF2-40B4-BE49-F238E27FC236}">
                  <a16:creationId xmlns:a16="http://schemas.microsoft.com/office/drawing/2014/main" id="{0F447629-D1B9-0546-851F-E0D5ED605B7A}"/>
                </a:ext>
              </a:extLst>
            </p:cNvPr>
            <p:cNvSpPr/>
            <p:nvPr userDrawn="1"/>
          </p:nvSpPr>
          <p:spPr>
            <a:xfrm>
              <a:off x="6784581"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43" name="Rectangle 42">
              <a:extLst>
                <a:ext uri="{FF2B5EF4-FFF2-40B4-BE49-F238E27FC236}">
                  <a16:creationId xmlns:a16="http://schemas.microsoft.com/office/drawing/2014/main" id="{FE9B1291-33A4-EE48-806C-B5D7A1613345}"/>
                </a:ext>
              </a:extLst>
            </p:cNvPr>
            <p:cNvSpPr/>
            <p:nvPr userDrawn="1"/>
          </p:nvSpPr>
          <p:spPr>
            <a:xfrm>
              <a:off x="6784581"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44" name="Rectangle 43">
              <a:extLst>
                <a:ext uri="{FF2B5EF4-FFF2-40B4-BE49-F238E27FC236}">
                  <a16:creationId xmlns:a16="http://schemas.microsoft.com/office/drawing/2014/main" id="{69CEBC75-F9B2-DF40-8FAB-B56A760AED4B}"/>
                </a:ext>
              </a:extLst>
            </p:cNvPr>
            <p:cNvSpPr/>
            <p:nvPr userDrawn="1"/>
          </p:nvSpPr>
          <p:spPr>
            <a:xfrm>
              <a:off x="6784581"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45" name="Rectangle 44">
              <a:extLst>
                <a:ext uri="{FF2B5EF4-FFF2-40B4-BE49-F238E27FC236}">
                  <a16:creationId xmlns:a16="http://schemas.microsoft.com/office/drawing/2014/main" id="{EE5FF759-951A-054F-9F4A-482FE7225052}"/>
                </a:ext>
              </a:extLst>
            </p:cNvPr>
            <p:cNvSpPr/>
            <p:nvPr userDrawn="1"/>
          </p:nvSpPr>
          <p:spPr>
            <a:xfrm>
              <a:off x="8065298"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46" name="Rectangle 45">
              <a:extLst>
                <a:ext uri="{FF2B5EF4-FFF2-40B4-BE49-F238E27FC236}">
                  <a16:creationId xmlns:a16="http://schemas.microsoft.com/office/drawing/2014/main" id="{90EB0590-F226-6748-B645-71C913F9B674}"/>
                </a:ext>
              </a:extLst>
            </p:cNvPr>
            <p:cNvSpPr/>
            <p:nvPr userDrawn="1"/>
          </p:nvSpPr>
          <p:spPr>
            <a:xfrm>
              <a:off x="8065298"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47" name="Rectangle 46">
              <a:extLst>
                <a:ext uri="{FF2B5EF4-FFF2-40B4-BE49-F238E27FC236}">
                  <a16:creationId xmlns:a16="http://schemas.microsoft.com/office/drawing/2014/main" id="{5D31B860-B762-A94B-B4E7-355AC4826289}"/>
                </a:ext>
              </a:extLst>
            </p:cNvPr>
            <p:cNvSpPr/>
            <p:nvPr userDrawn="1"/>
          </p:nvSpPr>
          <p:spPr>
            <a:xfrm>
              <a:off x="8065298"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48" name="Rectangle 47">
              <a:extLst>
                <a:ext uri="{FF2B5EF4-FFF2-40B4-BE49-F238E27FC236}">
                  <a16:creationId xmlns:a16="http://schemas.microsoft.com/office/drawing/2014/main" id="{982F9D60-F80B-2F4A-9903-3996F96A22C1}"/>
                </a:ext>
              </a:extLst>
            </p:cNvPr>
            <p:cNvSpPr/>
            <p:nvPr userDrawn="1"/>
          </p:nvSpPr>
          <p:spPr>
            <a:xfrm>
              <a:off x="380999" y="5419994"/>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49" name="Rectangle 48">
              <a:extLst>
                <a:ext uri="{FF2B5EF4-FFF2-40B4-BE49-F238E27FC236}">
                  <a16:creationId xmlns:a16="http://schemas.microsoft.com/office/drawing/2014/main" id="{69C6B9A7-FBBB-F541-A935-BD7AF34D2A23}"/>
                </a:ext>
              </a:extLst>
            </p:cNvPr>
            <p:cNvSpPr/>
            <p:nvPr userDrawn="1"/>
          </p:nvSpPr>
          <p:spPr>
            <a:xfrm>
              <a:off x="1661715"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0" name="Rectangle 49">
              <a:extLst>
                <a:ext uri="{FF2B5EF4-FFF2-40B4-BE49-F238E27FC236}">
                  <a16:creationId xmlns:a16="http://schemas.microsoft.com/office/drawing/2014/main" id="{D53EEC05-B7DA-1540-9D32-177152835D78}"/>
                </a:ext>
              </a:extLst>
            </p:cNvPr>
            <p:cNvSpPr/>
            <p:nvPr userDrawn="1"/>
          </p:nvSpPr>
          <p:spPr>
            <a:xfrm>
              <a:off x="2942432"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1" name="Rectangle 50">
              <a:extLst>
                <a:ext uri="{FF2B5EF4-FFF2-40B4-BE49-F238E27FC236}">
                  <a16:creationId xmlns:a16="http://schemas.microsoft.com/office/drawing/2014/main" id="{4FF87792-0038-E245-A756-AFA193BEC33C}"/>
                </a:ext>
              </a:extLst>
            </p:cNvPr>
            <p:cNvSpPr/>
            <p:nvPr userDrawn="1"/>
          </p:nvSpPr>
          <p:spPr>
            <a:xfrm>
              <a:off x="4223148"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2" name="Rectangle 51">
              <a:extLst>
                <a:ext uri="{FF2B5EF4-FFF2-40B4-BE49-F238E27FC236}">
                  <a16:creationId xmlns:a16="http://schemas.microsoft.com/office/drawing/2014/main" id="{563EA47D-7036-6149-BFDD-AE64B4F0440E}"/>
                </a:ext>
              </a:extLst>
            </p:cNvPr>
            <p:cNvSpPr/>
            <p:nvPr userDrawn="1"/>
          </p:nvSpPr>
          <p:spPr>
            <a:xfrm>
              <a:off x="5503865"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3" name="Rectangle 52">
              <a:extLst>
                <a:ext uri="{FF2B5EF4-FFF2-40B4-BE49-F238E27FC236}">
                  <a16:creationId xmlns:a16="http://schemas.microsoft.com/office/drawing/2014/main" id="{04CBC1BB-E618-4143-8102-0EE9DB6F72F6}"/>
                </a:ext>
              </a:extLst>
            </p:cNvPr>
            <p:cNvSpPr/>
            <p:nvPr userDrawn="1"/>
          </p:nvSpPr>
          <p:spPr>
            <a:xfrm>
              <a:off x="6784581"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4" name="Rectangle 53">
              <a:extLst>
                <a:ext uri="{FF2B5EF4-FFF2-40B4-BE49-F238E27FC236}">
                  <a16:creationId xmlns:a16="http://schemas.microsoft.com/office/drawing/2014/main" id="{16302F22-33DC-404D-B9F7-4999125BE1C0}"/>
                </a:ext>
              </a:extLst>
            </p:cNvPr>
            <p:cNvSpPr/>
            <p:nvPr userDrawn="1"/>
          </p:nvSpPr>
          <p:spPr>
            <a:xfrm>
              <a:off x="8065298"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5" name="Rectangle 54">
              <a:extLst>
                <a:ext uri="{FF2B5EF4-FFF2-40B4-BE49-F238E27FC236}">
                  <a16:creationId xmlns:a16="http://schemas.microsoft.com/office/drawing/2014/main" id="{63913E2F-D6C7-6E4C-AF84-F30990D1C5F1}"/>
                </a:ext>
              </a:extLst>
            </p:cNvPr>
            <p:cNvSpPr/>
            <p:nvPr userDrawn="1"/>
          </p:nvSpPr>
          <p:spPr>
            <a:xfrm>
              <a:off x="9343202"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6" name="Rectangle 55">
              <a:extLst>
                <a:ext uri="{FF2B5EF4-FFF2-40B4-BE49-F238E27FC236}">
                  <a16:creationId xmlns:a16="http://schemas.microsoft.com/office/drawing/2014/main" id="{98F6AD2D-9784-F642-A106-04B3A189A305}"/>
                </a:ext>
              </a:extLst>
            </p:cNvPr>
            <p:cNvSpPr/>
            <p:nvPr userDrawn="1"/>
          </p:nvSpPr>
          <p:spPr>
            <a:xfrm>
              <a:off x="9343202"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7" name="Rectangle 56">
              <a:extLst>
                <a:ext uri="{FF2B5EF4-FFF2-40B4-BE49-F238E27FC236}">
                  <a16:creationId xmlns:a16="http://schemas.microsoft.com/office/drawing/2014/main" id="{15BAA71B-3977-2C45-BFCD-DD42EE282F3A}"/>
                </a:ext>
              </a:extLst>
            </p:cNvPr>
            <p:cNvSpPr/>
            <p:nvPr userDrawn="1"/>
          </p:nvSpPr>
          <p:spPr>
            <a:xfrm>
              <a:off x="9343202"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8" name="Rectangle 57">
              <a:extLst>
                <a:ext uri="{FF2B5EF4-FFF2-40B4-BE49-F238E27FC236}">
                  <a16:creationId xmlns:a16="http://schemas.microsoft.com/office/drawing/2014/main" id="{009A6B8D-0BC6-844C-98BC-26714B74B89C}"/>
                </a:ext>
              </a:extLst>
            </p:cNvPr>
            <p:cNvSpPr/>
            <p:nvPr userDrawn="1"/>
          </p:nvSpPr>
          <p:spPr>
            <a:xfrm>
              <a:off x="9343202"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9" name="Rectangle 58">
              <a:extLst>
                <a:ext uri="{FF2B5EF4-FFF2-40B4-BE49-F238E27FC236}">
                  <a16:creationId xmlns:a16="http://schemas.microsoft.com/office/drawing/2014/main" id="{D8F3FD9C-200A-6341-94B3-0C1EB6DACAB0}"/>
                </a:ext>
              </a:extLst>
            </p:cNvPr>
            <p:cNvSpPr/>
            <p:nvPr userDrawn="1"/>
          </p:nvSpPr>
          <p:spPr>
            <a:xfrm>
              <a:off x="10621105"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60" name="Rectangle 59">
              <a:extLst>
                <a:ext uri="{FF2B5EF4-FFF2-40B4-BE49-F238E27FC236}">
                  <a16:creationId xmlns:a16="http://schemas.microsoft.com/office/drawing/2014/main" id="{138373EE-C7AD-A948-BF2D-EFDCBD86A63D}"/>
                </a:ext>
              </a:extLst>
            </p:cNvPr>
            <p:cNvSpPr/>
            <p:nvPr userDrawn="1"/>
          </p:nvSpPr>
          <p:spPr>
            <a:xfrm>
              <a:off x="10621105"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61" name="Rectangle 60">
              <a:extLst>
                <a:ext uri="{FF2B5EF4-FFF2-40B4-BE49-F238E27FC236}">
                  <a16:creationId xmlns:a16="http://schemas.microsoft.com/office/drawing/2014/main" id="{1D9BF3B8-1553-CB43-861A-0C55AC833BFD}"/>
                </a:ext>
              </a:extLst>
            </p:cNvPr>
            <p:cNvSpPr/>
            <p:nvPr userDrawn="1"/>
          </p:nvSpPr>
          <p:spPr>
            <a:xfrm>
              <a:off x="10621105"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62" name="Rectangle 61">
              <a:extLst>
                <a:ext uri="{FF2B5EF4-FFF2-40B4-BE49-F238E27FC236}">
                  <a16:creationId xmlns:a16="http://schemas.microsoft.com/office/drawing/2014/main" id="{A6D0F4D3-BA10-E141-99A5-7B49C20DF11A}"/>
                </a:ext>
              </a:extLst>
            </p:cNvPr>
            <p:cNvSpPr/>
            <p:nvPr userDrawn="1"/>
          </p:nvSpPr>
          <p:spPr>
            <a:xfrm>
              <a:off x="10621105"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grpSp>
      <p:sp>
        <p:nvSpPr>
          <p:cNvPr id="37" name="Freeform 69">
            <a:extLst>
              <a:ext uri="{FF2B5EF4-FFF2-40B4-BE49-F238E27FC236}">
                <a16:creationId xmlns:a16="http://schemas.microsoft.com/office/drawing/2014/main" id="{3634B592-2BB6-5C4B-A72F-5EE93BA6F81A}"/>
              </a:ext>
            </a:extLst>
          </p:cNvPr>
          <p:cNvSpPr>
            <a:spLocks noEditPoints="1"/>
          </p:cNvSpPr>
          <p:nvPr userDrawn="1"/>
        </p:nvSpPr>
        <p:spPr bwMode="auto">
          <a:xfrm>
            <a:off x="3325653" y="1967482"/>
            <a:ext cx="499664" cy="424950"/>
          </a:xfrm>
          <a:custGeom>
            <a:avLst/>
            <a:gdLst>
              <a:gd name="T0" fmla="*/ 90 w 289"/>
              <a:gd name="T1" fmla="*/ 246 h 246"/>
              <a:gd name="T2" fmla="*/ 86 w 289"/>
              <a:gd name="T3" fmla="*/ 244 h 246"/>
              <a:gd name="T4" fmla="*/ 2 w 289"/>
              <a:gd name="T5" fmla="*/ 160 h 246"/>
              <a:gd name="T6" fmla="*/ 2 w 289"/>
              <a:gd name="T7" fmla="*/ 152 h 246"/>
              <a:gd name="T8" fmla="*/ 44 w 289"/>
              <a:gd name="T9" fmla="*/ 110 h 246"/>
              <a:gd name="T10" fmla="*/ 53 w 289"/>
              <a:gd name="T11" fmla="*/ 110 h 246"/>
              <a:gd name="T12" fmla="*/ 90 w 289"/>
              <a:gd name="T13" fmla="*/ 148 h 246"/>
              <a:gd name="T14" fmla="*/ 236 w 289"/>
              <a:gd name="T15" fmla="*/ 2 h 246"/>
              <a:gd name="T16" fmla="*/ 245 w 289"/>
              <a:gd name="T17" fmla="*/ 2 h 246"/>
              <a:gd name="T18" fmla="*/ 287 w 289"/>
              <a:gd name="T19" fmla="*/ 44 h 246"/>
              <a:gd name="T20" fmla="*/ 287 w 289"/>
              <a:gd name="T21" fmla="*/ 52 h 246"/>
              <a:gd name="T22" fmla="*/ 95 w 289"/>
              <a:gd name="T23" fmla="*/ 244 h 246"/>
              <a:gd name="T24" fmla="*/ 90 w 289"/>
              <a:gd name="T25" fmla="*/ 246 h 246"/>
              <a:gd name="T26" fmla="*/ 15 w 289"/>
              <a:gd name="T27" fmla="*/ 156 h 246"/>
              <a:gd name="T28" fmla="*/ 90 w 289"/>
              <a:gd name="T29" fmla="*/ 232 h 246"/>
              <a:gd name="T30" fmla="*/ 274 w 289"/>
              <a:gd name="T31" fmla="*/ 48 h 246"/>
              <a:gd name="T32" fmla="*/ 240 w 289"/>
              <a:gd name="T33" fmla="*/ 15 h 246"/>
              <a:gd name="T34" fmla="*/ 95 w 289"/>
              <a:gd name="T35" fmla="*/ 160 h 246"/>
              <a:gd name="T36" fmla="*/ 86 w 289"/>
              <a:gd name="T37" fmla="*/ 160 h 246"/>
              <a:gd name="T38" fmla="*/ 48 w 289"/>
              <a:gd name="T39" fmla="*/ 123 h 246"/>
              <a:gd name="T40" fmla="*/ 15 w 289"/>
              <a:gd name="T41" fmla="*/ 156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9" h="246">
                <a:moveTo>
                  <a:pt x="90" y="246"/>
                </a:moveTo>
                <a:cubicBezTo>
                  <a:pt x="89" y="246"/>
                  <a:pt x="87" y="246"/>
                  <a:pt x="86" y="244"/>
                </a:cubicBezTo>
                <a:cubicBezTo>
                  <a:pt x="2" y="160"/>
                  <a:pt x="2" y="160"/>
                  <a:pt x="2" y="160"/>
                </a:cubicBezTo>
                <a:cubicBezTo>
                  <a:pt x="0" y="158"/>
                  <a:pt x="0" y="154"/>
                  <a:pt x="2" y="152"/>
                </a:cubicBezTo>
                <a:cubicBezTo>
                  <a:pt x="44" y="110"/>
                  <a:pt x="44" y="110"/>
                  <a:pt x="44" y="110"/>
                </a:cubicBezTo>
                <a:cubicBezTo>
                  <a:pt x="47" y="108"/>
                  <a:pt x="50" y="108"/>
                  <a:pt x="53" y="110"/>
                </a:cubicBezTo>
                <a:cubicBezTo>
                  <a:pt x="90" y="148"/>
                  <a:pt x="90" y="148"/>
                  <a:pt x="90" y="148"/>
                </a:cubicBezTo>
                <a:cubicBezTo>
                  <a:pt x="236" y="2"/>
                  <a:pt x="236" y="2"/>
                  <a:pt x="236" y="2"/>
                </a:cubicBezTo>
                <a:cubicBezTo>
                  <a:pt x="239" y="0"/>
                  <a:pt x="242" y="0"/>
                  <a:pt x="245" y="2"/>
                </a:cubicBezTo>
                <a:cubicBezTo>
                  <a:pt x="287" y="44"/>
                  <a:pt x="287" y="44"/>
                  <a:pt x="287" y="44"/>
                </a:cubicBezTo>
                <a:cubicBezTo>
                  <a:pt x="289" y="46"/>
                  <a:pt x="289" y="50"/>
                  <a:pt x="287" y="52"/>
                </a:cubicBezTo>
                <a:cubicBezTo>
                  <a:pt x="95" y="244"/>
                  <a:pt x="95" y="244"/>
                  <a:pt x="95" y="244"/>
                </a:cubicBezTo>
                <a:cubicBezTo>
                  <a:pt x="94" y="246"/>
                  <a:pt x="92" y="246"/>
                  <a:pt x="90" y="246"/>
                </a:cubicBezTo>
                <a:close/>
                <a:moveTo>
                  <a:pt x="15" y="156"/>
                </a:moveTo>
                <a:cubicBezTo>
                  <a:pt x="90" y="232"/>
                  <a:pt x="90" y="232"/>
                  <a:pt x="90" y="232"/>
                </a:cubicBezTo>
                <a:cubicBezTo>
                  <a:pt x="274" y="48"/>
                  <a:pt x="274" y="48"/>
                  <a:pt x="274" y="48"/>
                </a:cubicBezTo>
                <a:cubicBezTo>
                  <a:pt x="240" y="15"/>
                  <a:pt x="240" y="15"/>
                  <a:pt x="240" y="15"/>
                </a:cubicBezTo>
                <a:cubicBezTo>
                  <a:pt x="95" y="160"/>
                  <a:pt x="95" y="160"/>
                  <a:pt x="95" y="160"/>
                </a:cubicBezTo>
                <a:cubicBezTo>
                  <a:pt x="92" y="163"/>
                  <a:pt x="89" y="163"/>
                  <a:pt x="86" y="160"/>
                </a:cubicBezTo>
                <a:cubicBezTo>
                  <a:pt x="48" y="123"/>
                  <a:pt x="48" y="123"/>
                  <a:pt x="48" y="123"/>
                </a:cubicBezTo>
                <a:lnTo>
                  <a:pt x="15" y="156"/>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rtl="0"/>
            <a:endParaRPr lang="en-US" dirty="0">
              <a:solidFill>
                <a:schemeClr val="bg2"/>
              </a:solidFill>
              <a:latin typeface="+mj-lt"/>
            </a:endParaRPr>
          </a:p>
        </p:txBody>
      </p:sp>
      <p:grpSp>
        <p:nvGrpSpPr>
          <p:cNvPr id="91" name="Group 98">
            <a:extLst>
              <a:ext uri="{FF2B5EF4-FFF2-40B4-BE49-F238E27FC236}">
                <a16:creationId xmlns:a16="http://schemas.microsoft.com/office/drawing/2014/main" id="{9AC922D9-7CEE-B448-86D3-66DA557B7FF2}"/>
              </a:ext>
            </a:extLst>
          </p:cNvPr>
          <p:cNvGrpSpPr>
            <a:grpSpLocks noChangeAspect="1"/>
          </p:cNvGrpSpPr>
          <p:nvPr userDrawn="1"/>
        </p:nvGrpSpPr>
        <p:grpSpPr bwMode="auto">
          <a:xfrm>
            <a:off x="2084826" y="5548256"/>
            <a:ext cx="448560" cy="372925"/>
            <a:chOff x="1371" y="1755"/>
            <a:chExt cx="427" cy="355"/>
          </a:xfrm>
          <a:solidFill>
            <a:schemeClr val="accent1"/>
          </a:solidFill>
        </p:grpSpPr>
        <p:sp>
          <p:nvSpPr>
            <p:cNvPr id="92" name="Freeform 99">
              <a:extLst>
                <a:ext uri="{FF2B5EF4-FFF2-40B4-BE49-F238E27FC236}">
                  <a16:creationId xmlns:a16="http://schemas.microsoft.com/office/drawing/2014/main" id="{6DD3FF56-53E8-3945-A690-6D0C81F64008}"/>
                </a:ext>
              </a:extLst>
            </p:cNvPr>
            <p:cNvSpPr>
              <a:spLocks noEditPoints="1"/>
            </p:cNvSpPr>
            <p:nvPr/>
          </p:nvSpPr>
          <p:spPr bwMode="auto">
            <a:xfrm>
              <a:off x="1371" y="1755"/>
              <a:ext cx="427" cy="355"/>
            </a:xfrm>
            <a:custGeom>
              <a:avLst/>
              <a:gdLst>
                <a:gd name="T0" fmla="*/ 282 w 288"/>
                <a:gd name="T1" fmla="*/ 240 h 240"/>
                <a:gd name="T2" fmla="*/ 6 w 288"/>
                <a:gd name="T3" fmla="*/ 240 h 240"/>
                <a:gd name="T4" fmla="*/ 0 w 288"/>
                <a:gd name="T5" fmla="*/ 234 h 240"/>
                <a:gd name="T6" fmla="*/ 0 w 288"/>
                <a:gd name="T7" fmla="*/ 6 h 240"/>
                <a:gd name="T8" fmla="*/ 6 w 288"/>
                <a:gd name="T9" fmla="*/ 0 h 240"/>
                <a:gd name="T10" fmla="*/ 282 w 288"/>
                <a:gd name="T11" fmla="*/ 0 h 240"/>
                <a:gd name="T12" fmla="*/ 288 w 288"/>
                <a:gd name="T13" fmla="*/ 6 h 240"/>
                <a:gd name="T14" fmla="*/ 288 w 288"/>
                <a:gd name="T15" fmla="*/ 234 h 240"/>
                <a:gd name="T16" fmla="*/ 282 w 288"/>
                <a:gd name="T17" fmla="*/ 240 h 240"/>
                <a:gd name="T18" fmla="*/ 12 w 288"/>
                <a:gd name="T19" fmla="*/ 228 h 240"/>
                <a:gd name="T20" fmla="*/ 276 w 288"/>
                <a:gd name="T21" fmla="*/ 228 h 240"/>
                <a:gd name="T22" fmla="*/ 276 w 288"/>
                <a:gd name="T23" fmla="*/ 12 h 240"/>
                <a:gd name="T24" fmla="*/ 12 w 288"/>
                <a:gd name="T25" fmla="*/ 12 h 240"/>
                <a:gd name="T26" fmla="*/ 12 w 288"/>
                <a:gd name="T27" fmla="*/ 228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240">
                  <a:moveTo>
                    <a:pt x="282" y="240"/>
                  </a:moveTo>
                  <a:cubicBezTo>
                    <a:pt x="6" y="240"/>
                    <a:pt x="6" y="240"/>
                    <a:pt x="6" y="240"/>
                  </a:cubicBezTo>
                  <a:cubicBezTo>
                    <a:pt x="3" y="240"/>
                    <a:pt x="0" y="237"/>
                    <a:pt x="0" y="234"/>
                  </a:cubicBezTo>
                  <a:cubicBezTo>
                    <a:pt x="0" y="6"/>
                    <a:pt x="0" y="6"/>
                    <a:pt x="0" y="6"/>
                  </a:cubicBezTo>
                  <a:cubicBezTo>
                    <a:pt x="0" y="3"/>
                    <a:pt x="3" y="0"/>
                    <a:pt x="6" y="0"/>
                  </a:cubicBezTo>
                  <a:cubicBezTo>
                    <a:pt x="282" y="0"/>
                    <a:pt x="282" y="0"/>
                    <a:pt x="282" y="0"/>
                  </a:cubicBezTo>
                  <a:cubicBezTo>
                    <a:pt x="285" y="0"/>
                    <a:pt x="288" y="3"/>
                    <a:pt x="288" y="6"/>
                  </a:cubicBezTo>
                  <a:cubicBezTo>
                    <a:pt x="288" y="234"/>
                    <a:pt x="288" y="234"/>
                    <a:pt x="288" y="234"/>
                  </a:cubicBezTo>
                  <a:cubicBezTo>
                    <a:pt x="288" y="237"/>
                    <a:pt x="285" y="240"/>
                    <a:pt x="282" y="240"/>
                  </a:cubicBezTo>
                  <a:close/>
                  <a:moveTo>
                    <a:pt x="12" y="228"/>
                  </a:moveTo>
                  <a:cubicBezTo>
                    <a:pt x="276" y="228"/>
                    <a:pt x="276" y="228"/>
                    <a:pt x="276" y="228"/>
                  </a:cubicBezTo>
                  <a:cubicBezTo>
                    <a:pt x="276" y="12"/>
                    <a:pt x="276" y="12"/>
                    <a:pt x="276" y="12"/>
                  </a:cubicBezTo>
                  <a:cubicBezTo>
                    <a:pt x="12" y="12"/>
                    <a:pt x="12" y="12"/>
                    <a:pt x="12" y="12"/>
                  </a:cubicBezTo>
                  <a:lnTo>
                    <a:pt x="12" y="2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93" name="Freeform 100">
              <a:extLst>
                <a:ext uri="{FF2B5EF4-FFF2-40B4-BE49-F238E27FC236}">
                  <a16:creationId xmlns:a16="http://schemas.microsoft.com/office/drawing/2014/main" id="{B9DD30D6-7FC5-4E4B-AA29-A488CEB79813}"/>
                </a:ext>
              </a:extLst>
            </p:cNvPr>
            <p:cNvSpPr>
              <a:spLocks/>
            </p:cNvSpPr>
            <p:nvPr/>
          </p:nvSpPr>
          <p:spPr bwMode="auto">
            <a:xfrm>
              <a:off x="1407" y="1790"/>
              <a:ext cx="71" cy="71"/>
            </a:xfrm>
            <a:custGeom>
              <a:avLst/>
              <a:gdLst>
                <a:gd name="T0" fmla="*/ 6 w 48"/>
                <a:gd name="T1" fmla="*/ 48 h 48"/>
                <a:gd name="T2" fmla="*/ 0 w 48"/>
                <a:gd name="T3" fmla="*/ 42 h 48"/>
                <a:gd name="T4" fmla="*/ 0 w 48"/>
                <a:gd name="T5" fmla="*/ 6 h 48"/>
                <a:gd name="T6" fmla="*/ 6 w 48"/>
                <a:gd name="T7" fmla="*/ 0 h 48"/>
                <a:gd name="T8" fmla="*/ 42 w 48"/>
                <a:gd name="T9" fmla="*/ 0 h 48"/>
                <a:gd name="T10" fmla="*/ 48 w 48"/>
                <a:gd name="T11" fmla="*/ 6 h 48"/>
                <a:gd name="T12" fmla="*/ 42 w 48"/>
                <a:gd name="T13" fmla="*/ 12 h 48"/>
                <a:gd name="T14" fmla="*/ 12 w 48"/>
                <a:gd name="T15" fmla="*/ 12 h 48"/>
                <a:gd name="T16" fmla="*/ 12 w 48"/>
                <a:gd name="T17" fmla="*/ 42 h 48"/>
                <a:gd name="T18" fmla="*/ 6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6" y="48"/>
                  </a:moveTo>
                  <a:cubicBezTo>
                    <a:pt x="3" y="48"/>
                    <a:pt x="0" y="45"/>
                    <a:pt x="0" y="42"/>
                  </a:cubicBezTo>
                  <a:cubicBezTo>
                    <a:pt x="0" y="6"/>
                    <a:pt x="0" y="6"/>
                    <a:pt x="0" y="6"/>
                  </a:cubicBezTo>
                  <a:cubicBezTo>
                    <a:pt x="0" y="3"/>
                    <a:pt x="3" y="0"/>
                    <a:pt x="6" y="0"/>
                  </a:cubicBezTo>
                  <a:cubicBezTo>
                    <a:pt x="42" y="0"/>
                    <a:pt x="42" y="0"/>
                    <a:pt x="42" y="0"/>
                  </a:cubicBezTo>
                  <a:cubicBezTo>
                    <a:pt x="45" y="0"/>
                    <a:pt x="48" y="3"/>
                    <a:pt x="48" y="6"/>
                  </a:cubicBezTo>
                  <a:cubicBezTo>
                    <a:pt x="48" y="9"/>
                    <a:pt x="45" y="12"/>
                    <a:pt x="42" y="12"/>
                  </a:cubicBezTo>
                  <a:cubicBezTo>
                    <a:pt x="12" y="12"/>
                    <a:pt x="12" y="12"/>
                    <a:pt x="12" y="12"/>
                  </a:cubicBezTo>
                  <a:cubicBezTo>
                    <a:pt x="12" y="42"/>
                    <a:pt x="12" y="42"/>
                    <a:pt x="12" y="42"/>
                  </a:cubicBezTo>
                  <a:cubicBezTo>
                    <a:pt x="12" y="45"/>
                    <a:pt x="9" y="48"/>
                    <a:pt x="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94" name="Freeform 101">
              <a:extLst>
                <a:ext uri="{FF2B5EF4-FFF2-40B4-BE49-F238E27FC236}">
                  <a16:creationId xmlns:a16="http://schemas.microsoft.com/office/drawing/2014/main" id="{B598F935-A581-034B-89D4-127294ECEFE4}"/>
                </a:ext>
              </a:extLst>
            </p:cNvPr>
            <p:cNvSpPr>
              <a:spLocks/>
            </p:cNvSpPr>
            <p:nvPr/>
          </p:nvSpPr>
          <p:spPr bwMode="auto">
            <a:xfrm>
              <a:off x="1691" y="1790"/>
              <a:ext cx="71" cy="71"/>
            </a:xfrm>
            <a:custGeom>
              <a:avLst/>
              <a:gdLst>
                <a:gd name="T0" fmla="*/ 42 w 48"/>
                <a:gd name="T1" fmla="*/ 48 h 48"/>
                <a:gd name="T2" fmla="*/ 36 w 48"/>
                <a:gd name="T3" fmla="*/ 42 h 48"/>
                <a:gd name="T4" fmla="*/ 36 w 48"/>
                <a:gd name="T5" fmla="*/ 12 h 48"/>
                <a:gd name="T6" fmla="*/ 6 w 48"/>
                <a:gd name="T7" fmla="*/ 12 h 48"/>
                <a:gd name="T8" fmla="*/ 0 w 48"/>
                <a:gd name="T9" fmla="*/ 6 h 48"/>
                <a:gd name="T10" fmla="*/ 6 w 48"/>
                <a:gd name="T11" fmla="*/ 0 h 48"/>
                <a:gd name="T12" fmla="*/ 42 w 48"/>
                <a:gd name="T13" fmla="*/ 0 h 48"/>
                <a:gd name="T14" fmla="*/ 48 w 48"/>
                <a:gd name="T15" fmla="*/ 6 h 48"/>
                <a:gd name="T16" fmla="*/ 48 w 48"/>
                <a:gd name="T17" fmla="*/ 42 h 48"/>
                <a:gd name="T18" fmla="*/ 42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42" y="48"/>
                  </a:moveTo>
                  <a:cubicBezTo>
                    <a:pt x="39" y="48"/>
                    <a:pt x="36" y="45"/>
                    <a:pt x="36" y="42"/>
                  </a:cubicBezTo>
                  <a:cubicBezTo>
                    <a:pt x="36" y="12"/>
                    <a:pt x="36" y="12"/>
                    <a:pt x="36" y="12"/>
                  </a:cubicBezTo>
                  <a:cubicBezTo>
                    <a:pt x="6" y="12"/>
                    <a:pt x="6" y="12"/>
                    <a:pt x="6" y="12"/>
                  </a:cubicBezTo>
                  <a:cubicBezTo>
                    <a:pt x="3" y="12"/>
                    <a:pt x="0" y="9"/>
                    <a:pt x="0" y="6"/>
                  </a:cubicBezTo>
                  <a:cubicBezTo>
                    <a:pt x="0" y="3"/>
                    <a:pt x="3" y="0"/>
                    <a:pt x="6" y="0"/>
                  </a:cubicBezTo>
                  <a:cubicBezTo>
                    <a:pt x="42" y="0"/>
                    <a:pt x="42" y="0"/>
                    <a:pt x="42" y="0"/>
                  </a:cubicBezTo>
                  <a:cubicBezTo>
                    <a:pt x="45" y="0"/>
                    <a:pt x="48" y="3"/>
                    <a:pt x="48" y="6"/>
                  </a:cubicBezTo>
                  <a:cubicBezTo>
                    <a:pt x="48" y="42"/>
                    <a:pt x="48" y="42"/>
                    <a:pt x="48" y="42"/>
                  </a:cubicBezTo>
                  <a:cubicBezTo>
                    <a:pt x="48" y="45"/>
                    <a:pt x="45" y="48"/>
                    <a:pt x="4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95" name="Freeform 102">
              <a:extLst>
                <a:ext uri="{FF2B5EF4-FFF2-40B4-BE49-F238E27FC236}">
                  <a16:creationId xmlns:a16="http://schemas.microsoft.com/office/drawing/2014/main" id="{24EC5BA8-8063-3241-A2BA-5D3F0C810EF9}"/>
                </a:ext>
              </a:extLst>
            </p:cNvPr>
            <p:cNvSpPr>
              <a:spLocks/>
            </p:cNvSpPr>
            <p:nvPr/>
          </p:nvSpPr>
          <p:spPr bwMode="auto">
            <a:xfrm>
              <a:off x="1407" y="2004"/>
              <a:ext cx="71" cy="71"/>
            </a:xfrm>
            <a:custGeom>
              <a:avLst/>
              <a:gdLst>
                <a:gd name="T0" fmla="*/ 42 w 48"/>
                <a:gd name="T1" fmla="*/ 48 h 48"/>
                <a:gd name="T2" fmla="*/ 6 w 48"/>
                <a:gd name="T3" fmla="*/ 48 h 48"/>
                <a:gd name="T4" fmla="*/ 0 w 48"/>
                <a:gd name="T5" fmla="*/ 42 h 48"/>
                <a:gd name="T6" fmla="*/ 0 w 48"/>
                <a:gd name="T7" fmla="*/ 6 h 48"/>
                <a:gd name="T8" fmla="*/ 6 w 48"/>
                <a:gd name="T9" fmla="*/ 0 h 48"/>
                <a:gd name="T10" fmla="*/ 12 w 48"/>
                <a:gd name="T11" fmla="*/ 6 h 48"/>
                <a:gd name="T12" fmla="*/ 12 w 48"/>
                <a:gd name="T13" fmla="*/ 36 h 48"/>
                <a:gd name="T14" fmla="*/ 42 w 48"/>
                <a:gd name="T15" fmla="*/ 36 h 48"/>
                <a:gd name="T16" fmla="*/ 48 w 48"/>
                <a:gd name="T17" fmla="*/ 42 h 48"/>
                <a:gd name="T18" fmla="*/ 42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42" y="48"/>
                  </a:moveTo>
                  <a:cubicBezTo>
                    <a:pt x="6" y="48"/>
                    <a:pt x="6" y="48"/>
                    <a:pt x="6" y="48"/>
                  </a:cubicBezTo>
                  <a:cubicBezTo>
                    <a:pt x="3" y="48"/>
                    <a:pt x="0" y="45"/>
                    <a:pt x="0" y="42"/>
                  </a:cubicBezTo>
                  <a:cubicBezTo>
                    <a:pt x="0" y="6"/>
                    <a:pt x="0" y="6"/>
                    <a:pt x="0" y="6"/>
                  </a:cubicBezTo>
                  <a:cubicBezTo>
                    <a:pt x="0" y="3"/>
                    <a:pt x="3" y="0"/>
                    <a:pt x="6" y="0"/>
                  </a:cubicBezTo>
                  <a:cubicBezTo>
                    <a:pt x="9" y="0"/>
                    <a:pt x="12" y="3"/>
                    <a:pt x="12" y="6"/>
                  </a:cubicBezTo>
                  <a:cubicBezTo>
                    <a:pt x="12" y="36"/>
                    <a:pt x="12" y="36"/>
                    <a:pt x="12" y="36"/>
                  </a:cubicBezTo>
                  <a:cubicBezTo>
                    <a:pt x="42" y="36"/>
                    <a:pt x="42" y="36"/>
                    <a:pt x="42" y="36"/>
                  </a:cubicBezTo>
                  <a:cubicBezTo>
                    <a:pt x="45" y="36"/>
                    <a:pt x="48" y="39"/>
                    <a:pt x="48" y="42"/>
                  </a:cubicBezTo>
                  <a:cubicBezTo>
                    <a:pt x="48" y="45"/>
                    <a:pt x="45" y="48"/>
                    <a:pt x="4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96" name="Freeform 103">
              <a:extLst>
                <a:ext uri="{FF2B5EF4-FFF2-40B4-BE49-F238E27FC236}">
                  <a16:creationId xmlns:a16="http://schemas.microsoft.com/office/drawing/2014/main" id="{CF8C2DB6-381F-254A-B48E-15AFF4C7C781}"/>
                </a:ext>
              </a:extLst>
            </p:cNvPr>
            <p:cNvSpPr>
              <a:spLocks/>
            </p:cNvSpPr>
            <p:nvPr/>
          </p:nvSpPr>
          <p:spPr bwMode="auto">
            <a:xfrm>
              <a:off x="1691" y="2004"/>
              <a:ext cx="71" cy="71"/>
            </a:xfrm>
            <a:custGeom>
              <a:avLst/>
              <a:gdLst>
                <a:gd name="T0" fmla="*/ 42 w 48"/>
                <a:gd name="T1" fmla="*/ 48 h 48"/>
                <a:gd name="T2" fmla="*/ 6 w 48"/>
                <a:gd name="T3" fmla="*/ 48 h 48"/>
                <a:gd name="T4" fmla="*/ 0 w 48"/>
                <a:gd name="T5" fmla="*/ 42 h 48"/>
                <a:gd name="T6" fmla="*/ 6 w 48"/>
                <a:gd name="T7" fmla="*/ 36 h 48"/>
                <a:gd name="T8" fmla="*/ 36 w 48"/>
                <a:gd name="T9" fmla="*/ 36 h 48"/>
                <a:gd name="T10" fmla="*/ 36 w 48"/>
                <a:gd name="T11" fmla="*/ 6 h 48"/>
                <a:gd name="T12" fmla="*/ 42 w 48"/>
                <a:gd name="T13" fmla="*/ 0 h 48"/>
                <a:gd name="T14" fmla="*/ 48 w 48"/>
                <a:gd name="T15" fmla="*/ 6 h 48"/>
                <a:gd name="T16" fmla="*/ 48 w 48"/>
                <a:gd name="T17" fmla="*/ 42 h 48"/>
                <a:gd name="T18" fmla="*/ 42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42" y="48"/>
                  </a:moveTo>
                  <a:cubicBezTo>
                    <a:pt x="6" y="48"/>
                    <a:pt x="6" y="48"/>
                    <a:pt x="6" y="48"/>
                  </a:cubicBezTo>
                  <a:cubicBezTo>
                    <a:pt x="3" y="48"/>
                    <a:pt x="0" y="45"/>
                    <a:pt x="0" y="42"/>
                  </a:cubicBezTo>
                  <a:cubicBezTo>
                    <a:pt x="0" y="39"/>
                    <a:pt x="3" y="36"/>
                    <a:pt x="6" y="36"/>
                  </a:cubicBezTo>
                  <a:cubicBezTo>
                    <a:pt x="36" y="36"/>
                    <a:pt x="36" y="36"/>
                    <a:pt x="36" y="36"/>
                  </a:cubicBezTo>
                  <a:cubicBezTo>
                    <a:pt x="36" y="6"/>
                    <a:pt x="36" y="6"/>
                    <a:pt x="36" y="6"/>
                  </a:cubicBezTo>
                  <a:cubicBezTo>
                    <a:pt x="36" y="3"/>
                    <a:pt x="39" y="0"/>
                    <a:pt x="42" y="0"/>
                  </a:cubicBezTo>
                  <a:cubicBezTo>
                    <a:pt x="45" y="0"/>
                    <a:pt x="48" y="3"/>
                    <a:pt x="48" y="6"/>
                  </a:cubicBezTo>
                  <a:cubicBezTo>
                    <a:pt x="48" y="42"/>
                    <a:pt x="48" y="42"/>
                    <a:pt x="48" y="42"/>
                  </a:cubicBezTo>
                  <a:cubicBezTo>
                    <a:pt x="48" y="45"/>
                    <a:pt x="45" y="48"/>
                    <a:pt x="4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97" name="Freeform 104">
              <a:extLst>
                <a:ext uri="{FF2B5EF4-FFF2-40B4-BE49-F238E27FC236}">
                  <a16:creationId xmlns:a16="http://schemas.microsoft.com/office/drawing/2014/main" id="{0667E557-C3C5-454F-BFFD-0892A85D1147}"/>
                </a:ext>
              </a:extLst>
            </p:cNvPr>
            <p:cNvSpPr>
              <a:spLocks noEditPoints="1"/>
            </p:cNvSpPr>
            <p:nvPr/>
          </p:nvSpPr>
          <p:spPr bwMode="auto">
            <a:xfrm>
              <a:off x="1441" y="1844"/>
              <a:ext cx="286" cy="177"/>
            </a:xfrm>
            <a:custGeom>
              <a:avLst/>
              <a:gdLst>
                <a:gd name="T0" fmla="*/ 97 w 193"/>
                <a:gd name="T1" fmla="*/ 120 h 120"/>
                <a:gd name="T2" fmla="*/ 2 w 193"/>
                <a:gd name="T3" fmla="*/ 64 h 120"/>
                <a:gd name="T4" fmla="*/ 2 w 193"/>
                <a:gd name="T5" fmla="*/ 56 h 120"/>
                <a:gd name="T6" fmla="*/ 97 w 193"/>
                <a:gd name="T7" fmla="*/ 0 h 120"/>
                <a:gd name="T8" fmla="*/ 191 w 193"/>
                <a:gd name="T9" fmla="*/ 56 h 120"/>
                <a:gd name="T10" fmla="*/ 191 w 193"/>
                <a:gd name="T11" fmla="*/ 64 h 120"/>
                <a:gd name="T12" fmla="*/ 97 w 193"/>
                <a:gd name="T13" fmla="*/ 120 h 120"/>
                <a:gd name="T14" fmla="*/ 15 w 193"/>
                <a:gd name="T15" fmla="*/ 60 h 120"/>
                <a:gd name="T16" fmla="*/ 97 w 193"/>
                <a:gd name="T17" fmla="*/ 108 h 120"/>
                <a:gd name="T18" fmla="*/ 179 w 193"/>
                <a:gd name="T19" fmla="*/ 60 h 120"/>
                <a:gd name="T20" fmla="*/ 97 w 193"/>
                <a:gd name="T21" fmla="*/ 12 h 120"/>
                <a:gd name="T22" fmla="*/ 15 w 193"/>
                <a:gd name="T23" fmla="*/ 6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3" h="120">
                  <a:moveTo>
                    <a:pt x="97" y="120"/>
                  </a:moveTo>
                  <a:cubicBezTo>
                    <a:pt x="53" y="120"/>
                    <a:pt x="4" y="66"/>
                    <a:pt x="2" y="64"/>
                  </a:cubicBezTo>
                  <a:cubicBezTo>
                    <a:pt x="0" y="62"/>
                    <a:pt x="0" y="58"/>
                    <a:pt x="2" y="56"/>
                  </a:cubicBezTo>
                  <a:cubicBezTo>
                    <a:pt x="4" y="54"/>
                    <a:pt x="53" y="0"/>
                    <a:pt x="97" y="0"/>
                  </a:cubicBezTo>
                  <a:cubicBezTo>
                    <a:pt x="141" y="0"/>
                    <a:pt x="189" y="54"/>
                    <a:pt x="191" y="56"/>
                  </a:cubicBezTo>
                  <a:cubicBezTo>
                    <a:pt x="193" y="58"/>
                    <a:pt x="193" y="62"/>
                    <a:pt x="191" y="64"/>
                  </a:cubicBezTo>
                  <a:cubicBezTo>
                    <a:pt x="189" y="66"/>
                    <a:pt x="141" y="120"/>
                    <a:pt x="97" y="120"/>
                  </a:cubicBezTo>
                  <a:close/>
                  <a:moveTo>
                    <a:pt x="15" y="60"/>
                  </a:moveTo>
                  <a:cubicBezTo>
                    <a:pt x="27" y="72"/>
                    <a:pt x="64" y="108"/>
                    <a:pt x="97" y="108"/>
                  </a:cubicBezTo>
                  <a:cubicBezTo>
                    <a:pt x="129" y="108"/>
                    <a:pt x="167" y="72"/>
                    <a:pt x="179" y="60"/>
                  </a:cubicBezTo>
                  <a:cubicBezTo>
                    <a:pt x="167" y="48"/>
                    <a:pt x="129" y="12"/>
                    <a:pt x="97" y="12"/>
                  </a:cubicBezTo>
                  <a:cubicBezTo>
                    <a:pt x="64" y="12"/>
                    <a:pt x="27" y="48"/>
                    <a:pt x="15"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98" name="Freeform 105">
              <a:extLst>
                <a:ext uri="{FF2B5EF4-FFF2-40B4-BE49-F238E27FC236}">
                  <a16:creationId xmlns:a16="http://schemas.microsoft.com/office/drawing/2014/main" id="{3BB22AA7-DF3C-C443-90C8-1FB2B5423AB0}"/>
                </a:ext>
              </a:extLst>
            </p:cNvPr>
            <p:cNvSpPr>
              <a:spLocks noEditPoints="1"/>
            </p:cNvSpPr>
            <p:nvPr/>
          </p:nvSpPr>
          <p:spPr bwMode="auto">
            <a:xfrm>
              <a:off x="1531" y="1879"/>
              <a:ext cx="107"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99" name="Oval 106">
              <a:extLst>
                <a:ext uri="{FF2B5EF4-FFF2-40B4-BE49-F238E27FC236}">
                  <a16:creationId xmlns:a16="http://schemas.microsoft.com/office/drawing/2014/main" id="{840F5257-5088-364D-878D-3C2254FB2EC8}"/>
                </a:ext>
              </a:extLst>
            </p:cNvPr>
            <p:cNvSpPr>
              <a:spLocks noChangeArrowheads="1"/>
            </p:cNvSpPr>
            <p:nvPr/>
          </p:nvSpPr>
          <p:spPr bwMode="auto">
            <a:xfrm>
              <a:off x="1567" y="1915"/>
              <a:ext cx="35" cy="3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111" name="Group 41">
            <a:extLst>
              <a:ext uri="{FF2B5EF4-FFF2-40B4-BE49-F238E27FC236}">
                <a16:creationId xmlns:a16="http://schemas.microsoft.com/office/drawing/2014/main" id="{CAE15CC3-F3B0-4346-93C0-B55CF2674050}"/>
              </a:ext>
            </a:extLst>
          </p:cNvPr>
          <p:cNvGrpSpPr>
            <a:grpSpLocks noChangeAspect="1"/>
          </p:cNvGrpSpPr>
          <p:nvPr userDrawn="1"/>
        </p:nvGrpSpPr>
        <p:grpSpPr bwMode="auto">
          <a:xfrm>
            <a:off x="9695631" y="5524348"/>
            <a:ext cx="459581" cy="420743"/>
            <a:chOff x="3439" y="460"/>
            <a:chExt cx="426" cy="390"/>
          </a:xfrm>
          <a:solidFill>
            <a:schemeClr val="accent1"/>
          </a:solidFill>
        </p:grpSpPr>
        <p:sp>
          <p:nvSpPr>
            <p:cNvPr id="112" name="Freeform 42">
              <a:extLst>
                <a:ext uri="{FF2B5EF4-FFF2-40B4-BE49-F238E27FC236}">
                  <a16:creationId xmlns:a16="http://schemas.microsoft.com/office/drawing/2014/main" id="{FC866253-99F8-F940-8BD2-B8A0B5BABFB5}"/>
                </a:ext>
              </a:extLst>
            </p:cNvPr>
            <p:cNvSpPr>
              <a:spLocks noEditPoints="1"/>
            </p:cNvSpPr>
            <p:nvPr/>
          </p:nvSpPr>
          <p:spPr bwMode="auto">
            <a:xfrm>
              <a:off x="3439" y="584"/>
              <a:ext cx="426" cy="266"/>
            </a:xfrm>
            <a:custGeom>
              <a:avLst/>
              <a:gdLst>
                <a:gd name="T0" fmla="*/ 265 w 288"/>
                <a:gd name="T1" fmla="*/ 180 h 180"/>
                <a:gd name="T2" fmla="*/ 23 w 288"/>
                <a:gd name="T3" fmla="*/ 180 h 180"/>
                <a:gd name="T4" fmla="*/ 0 w 288"/>
                <a:gd name="T5" fmla="*/ 157 h 180"/>
                <a:gd name="T6" fmla="*/ 0 w 288"/>
                <a:gd name="T7" fmla="*/ 6 h 180"/>
                <a:gd name="T8" fmla="*/ 6 w 288"/>
                <a:gd name="T9" fmla="*/ 0 h 180"/>
                <a:gd name="T10" fmla="*/ 282 w 288"/>
                <a:gd name="T11" fmla="*/ 0 h 180"/>
                <a:gd name="T12" fmla="*/ 288 w 288"/>
                <a:gd name="T13" fmla="*/ 6 h 180"/>
                <a:gd name="T14" fmla="*/ 288 w 288"/>
                <a:gd name="T15" fmla="*/ 157 h 180"/>
                <a:gd name="T16" fmla="*/ 265 w 288"/>
                <a:gd name="T17" fmla="*/ 180 h 180"/>
                <a:gd name="T18" fmla="*/ 12 w 288"/>
                <a:gd name="T19" fmla="*/ 12 h 180"/>
                <a:gd name="T20" fmla="*/ 12 w 288"/>
                <a:gd name="T21" fmla="*/ 157 h 180"/>
                <a:gd name="T22" fmla="*/ 23 w 288"/>
                <a:gd name="T23" fmla="*/ 168 h 180"/>
                <a:gd name="T24" fmla="*/ 265 w 288"/>
                <a:gd name="T25" fmla="*/ 168 h 180"/>
                <a:gd name="T26" fmla="*/ 276 w 288"/>
                <a:gd name="T27" fmla="*/ 157 h 180"/>
                <a:gd name="T28" fmla="*/ 276 w 288"/>
                <a:gd name="T29" fmla="*/ 12 h 180"/>
                <a:gd name="T30" fmla="*/ 12 w 288"/>
                <a:gd name="T31" fmla="*/ 12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 h="180">
                  <a:moveTo>
                    <a:pt x="265" y="180"/>
                  </a:moveTo>
                  <a:cubicBezTo>
                    <a:pt x="23" y="180"/>
                    <a:pt x="23" y="180"/>
                    <a:pt x="23" y="180"/>
                  </a:cubicBezTo>
                  <a:cubicBezTo>
                    <a:pt x="10" y="180"/>
                    <a:pt x="0" y="170"/>
                    <a:pt x="0" y="157"/>
                  </a:cubicBezTo>
                  <a:cubicBezTo>
                    <a:pt x="0" y="6"/>
                    <a:pt x="0" y="6"/>
                    <a:pt x="0" y="6"/>
                  </a:cubicBezTo>
                  <a:cubicBezTo>
                    <a:pt x="0" y="3"/>
                    <a:pt x="3" y="0"/>
                    <a:pt x="6" y="0"/>
                  </a:cubicBezTo>
                  <a:cubicBezTo>
                    <a:pt x="282" y="0"/>
                    <a:pt x="282" y="0"/>
                    <a:pt x="282" y="0"/>
                  </a:cubicBezTo>
                  <a:cubicBezTo>
                    <a:pt x="285" y="0"/>
                    <a:pt x="288" y="3"/>
                    <a:pt x="288" y="6"/>
                  </a:cubicBezTo>
                  <a:cubicBezTo>
                    <a:pt x="288" y="157"/>
                    <a:pt x="288" y="157"/>
                    <a:pt x="288" y="157"/>
                  </a:cubicBezTo>
                  <a:cubicBezTo>
                    <a:pt x="288" y="170"/>
                    <a:pt x="277" y="180"/>
                    <a:pt x="265" y="180"/>
                  </a:cubicBezTo>
                  <a:close/>
                  <a:moveTo>
                    <a:pt x="12" y="12"/>
                  </a:moveTo>
                  <a:cubicBezTo>
                    <a:pt x="12" y="157"/>
                    <a:pt x="12" y="157"/>
                    <a:pt x="12" y="157"/>
                  </a:cubicBezTo>
                  <a:cubicBezTo>
                    <a:pt x="12" y="163"/>
                    <a:pt x="17" y="168"/>
                    <a:pt x="23" y="168"/>
                  </a:cubicBezTo>
                  <a:cubicBezTo>
                    <a:pt x="265" y="168"/>
                    <a:pt x="265" y="168"/>
                    <a:pt x="265" y="168"/>
                  </a:cubicBezTo>
                  <a:cubicBezTo>
                    <a:pt x="271" y="168"/>
                    <a:pt x="276" y="163"/>
                    <a:pt x="276" y="157"/>
                  </a:cubicBezTo>
                  <a:cubicBezTo>
                    <a:pt x="276" y="12"/>
                    <a:pt x="276" y="12"/>
                    <a:pt x="276" y="12"/>
                  </a:cubicBez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13" name="Freeform 43">
              <a:extLst>
                <a:ext uri="{FF2B5EF4-FFF2-40B4-BE49-F238E27FC236}">
                  <a16:creationId xmlns:a16="http://schemas.microsoft.com/office/drawing/2014/main" id="{DAD71534-CAEB-4342-9B3B-ACB93687E4EC}"/>
                </a:ext>
              </a:extLst>
            </p:cNvPr>
            <p:cNvSpPr>
              <a:spLocks noEditPoints="1"/>
            </p:cNvSpPr>
            <p:nvPr/>
          </p:nvSpPr>
          <p:spPr bwMode="auto">
            <a:xfrm>
              <a:off x="3581" y="637"/>
              <a:ext cx="160" cy="160"/>
            </a:xfrm>
            <a:custGeom>
              <a:avLst/>
              <a:gdLst>
                <a:gd name="T0" fmla="*/ 6 w 108"/>
                <a:gd name="T1" fmla="*/ 108 h 108"/>
                <a:gd name="T2" fmla="*/ 3 w 108"/>
                <a:gd name="T3" fmla="*/ 107 h 108"/>
                <a:gd name="T4" fmla="*/ 0 w 108"/>
                <a:gd name="T5" fmla="*/ 102 h 108"/>
                <a:gd name="T6" fmla="*/ 0 w 108"/>
                <a:gd name="T7" fmla="*/ 6 h 108"/>
                <a:gd name="T8" fmla="*/ 3 w 108"/>
                <a:gd name="T9" fmla="*/ 1 h 108"/>
                <a:gd name="T10" fmla="*/ 9 w 108"/>
                <a:gd name="T11" fmla="*/ 1 h 108"/>
                <a:gd name="T12" fmla="*/ 105 w 108"/>
                <a:gd name="T13" fmla="*/ 49 h 108"/>
                <a:gd name="T14" fmla="*/ 108 w 108"/>
                <a:gd name="T15" fmla="*/ 54 h 108"/>
                <a:gd name="T16" fmla="*/ 105 w 108"/>
                <a:gd name="T17" fmla="*/ 60 h 108"/>
                <a:gd name="T18" fmla="*/ 9 w 108"/>
                <a:gd name="T19" fmla="*/ 108 h 108"/>
                <a:gd name="T20" fmla="*/ 6 w 108"/>
                <a:gd name="T21" fmla="*/ 108 h 108"/>
                <a:gd name="T22" fmla="*/ 12 w 108"/>
                <a:gd name="T23" fmla="*/ 16 h 108"/>
                <a:gd name="T24" fmla="*/ 12 w 108"/>
                <a:gd name="T25" fmla="*/ 93 h 108"/>
                <a:gd name="T26" fmla="*/ 88 w 108"/>
                <a:gd name="T27" fmla="*/ 54 h 108"/>
                <a:gd name="T28" fmla="*/ 12 w 108"/>
                <a:gd name="T29" fmla="*/ 1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8" h="108">
                  <a:moveTo>
                    <a:pt x="6" y="108"/>
                  </a:moveTo>
                  <a:cubicBezTo>
                    <a:pt x="5" y="108"/>
                    <a:pt x="4" y="108"/>
                    <a:pt x="3" y="107"/>
                  </a:cubicBezTo>
                  <a:cubicBezTo>
                    <a:pt x="1" y="106"/>
                    <a:pt x="0" y="104"/>
                    <a:pt x="0" y="102"/>
                  </a:cubicBezTo>
                  <a:cubicBezTo>
                    <a:pt x="0" y="6"/>
                    <a:pt x="0" y="6"/>
                    <a:pt x="0" y="6"/>
                  </a:cubicBezTo>
                  <a:cubicBezTo>
                    <a:pt x="0" y="4"/>
                    <a:pt x="1" y="2"/>
                    <a:pt x="3" y="1"/>
                  </a:cubicBezTo>
                  <a:cubicBezTo>
                    <a:pt x="4" y="0"/>
                    <a:pt x="7" y="0"/>
                    <a:pt x="9" y="1"/>
                  </a:cubicBezTo>
                  <a:cubicBezTo>
                    <a:pt x="105" y="49"/>
                    <a:pt x="105" y="49"/>
                    <a:pt x="105" y="49"/>
                  </a:cubicBezTo>
                  <a:cubicBezTo>
                    <a:pt x="107" y="50"/>
                    <a:pt x="108" y="52"/>
                    <a:pt x="108" y="54"/>
                  </a:cubicBezTo>
                  <a:cubicBezTo>
                    <a:pt x="108" y="57"/>
                    <a:pt x="107" y="59"/>
                    <a:pt x="105" y="60"/>
                  </a:cubicBezTo>
                  <a:cubicBezTo>
                    <a:pt x="9" y="108"/>
                    <a:pt x="9" y="108"/>
                    <a:pt x="9" y="108"/>
                  </a:cubicBezTo>
                  <a:cubicBezTo>
                    <a:pt x="8" y="108"/>
                    <a:pt x="7" y="108"/>
                    <a:pt x="6" y="108"/>
                  </a:cubicBezTo>
                  <a:close/>
                  <a:moveTo>
                    <a:pt x="12" y="16"/>
                  </a:moveTo>
                  <a:cubicBezTo>
                    <a:pt x="12" y="93"/>
                    <a:pt x="12" y="93"/>
                    <a:pt x="12" y="93"/>
                  </a:cubicBezTo>
                  <a:cubicBezTo>
                    <a:pt x="88" y="54"/>
                    <a:pt x="88" y="54"/>
                    <a:pt x="88" y="54"/>
                  </a:cubicBezTo>
                  <a:lnTo>
                    <a:pt x="1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14" name="Freeform 44">
              <a:extLst>
                <a:ext uri="{FF2B5EF4-FFF2-40B4-BE49-F238E27FC236}">
                  <a16:creationId xmlns:a16="http://schemas.microsoft.com/office/drawing/2014/main" id="{69604E24-F016-194E-9E2B-1ACF8EBA526D}"/>
                </a:ext>
              </a:extLst>
            </p:cNvPr>
            <p:cNvSpPr>
              <a:spLocks noEditPoints="1"/>
            </p:cNvSpPr>
            <p:nvPr/>
          </p:nvSpPr>
          <p:spPr bwMode="auto">
            <a:xfrm>
              <a:off x="3439" y="460"/>
              <a:ext cx="426" cy="106"/>
            </a:xfrm>
            <a:custGeom>
              <a:avLst/>
              <a:gdLst>
                <a:gd name="T0" fmla="*/ 282 w 288"/>
                <a:gd name="T1" fmla="*/ 72 h 72"/>
                <a:gd name="T2" fmla="*/ 6 w 288"/>
                <a:gd name="T3" fmla="*/ 72 h 72"/>
                <a:gd name="T4" fmla="*/ 0 w 288"/>
                <a:gd name="T5" fmla="*/ 66 h 72"/>
                <a:gd name="T6" fmla="*/ 0 w 288"/>
                <a:gd name="T7" fmla="*/ 18 h 72"/>
                <a:gd name="T8" fmla="*/ 18 w 288"/>
                <a:gd name="T9" fmla="*/ 0 h 72"/>
                <a:gd name="T10" fmla="*/ 270 w 288"/>
                <a:gd name="T11" fmla="*/ 0 h 72"/>
                <a:gd name="T12" fmla="*/ 288 w 288"/>
                <a:gd name="T13" fmla="*/ 18 h 72"/>
                <a:gd name="T14" fmla="*/ 288 w 288"/>
                <a:gd name="T15" fmla="*/ 66 h 72"/>
                <a:gd name="T16" fmla="*/ 282 w 288"/>
                <a:gd name="T17" fmla="*/ 72 h 72"/>
                <a:gd name="T18" fmla="*/ 12 w 288"/>
                <a:gd name="T19" fmla="*/ 60 h 72"/>
                <a:gd name="T20" fmla="*/ 276 w 288"/>
                <a:gd name="T21" fmla="*/ 60 h 72"/>
                <a:gd name="T22" fmla="*/ 276 w 288"/>
                <a:gd name="T23" fmla="*/ 18 h 72"/>
                <a:gd name="T24" fmla="*/ 270 w 288"/>
                <a:gd name="T25" fmla="*/ 12 h 72"/>
                <a:gd name="T26" fmla="*/ 18 w 288"/>
                <a:gd name="T27" fmla="*/ 12 h 72"/>
                <a:gd name="T28" fmla="*/ 12 w 288"/>
                <a:gd name="T29" fmla="*/ 18 h 72"/>
                <a:gd name="T30" fmla="*/ 12 w 288"/>
                <a:gd name="T31"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 h="72">
                  <a:moveTo>
                    <a:pt x="282" y="72"/>
                  </a:moveTo>
                  <a:cubicBezTo>
                    <a:pt x="6" y="72"/>
                    <a:pt x="6" y="72"/>
                    <a:pt x="6" y="72"/>
                  </a:cubicBezTo>
                  <a:cubicBezTo>
                    <a:pt x="3" y="72"/>
                    <a:pt x="0" y="70"/>
                    <a:pt x="0" y="66"/>
                  </a:cubicBezTo>
                  <a:cubicBezTo>
                    <a:pt x="0" y="18"/>
                    <a:pt x="0" y="18"/>
                    <a:pt x="0" y="18"/>
                  </a:cubicBezTo>
                  <a:cubicBezTo>
                    <a:pt x="0" y="8"/>
                    <a:pt x="8" y="0"/>
                    <a:pt x="18" y="0"/>
                  </a:cubicBezTo>
                  <a:cubicBezTo>
                    <a:pt x="270" y="0"/>
                    <a:pt x="270" y="0"/>
                    <a:pt x="270" y="0"/>
                  </a:cubicBezTo>
                  <a:cubicBezTo>
                    <a:pt x="280" y="0"/>
                    <a:pt x="288" y="8"/>
                    <a:pt x="288" y="18"/>
                  </a:cubicBezTo>
                  <a:cubicBezTo>
                    <a:pt x="288" y="66"/>
                    <a:pt x="288" y="66"/>
                    <a:pt x="288" y="66"/>
                  </a:cubicBezTo>
                  <a:cubicBezTo>
                    <a:pt x="288" y="70"/>
                    <a:pt x="285" y="72"/>
                    <a:pt x="282" y="72"/>
                  </a:cubicBezTo>
                  <a:close/>
                  <a:moveTo>
                    <a:pt x="12" y="60"/>
                  </a:moveTo>
                  <a:cubicBezTo>
                    <a:pt x="276" y="60"/>
                    <a:pt x="276" y="60"/>
                    <a:pt x="276" y="60"/>
                  </a:cubicBezTo>
                  <a:cubicBezTo>
                    <a:pt x="276" y="18"/>
                    <a:pt x="276" y="18"/>
                    <a:pt x="276" y="18"/>
                  </a:cubicBezTo>
                  <a:cubicBezTo>
                    <a:pt x="276" y="15"/>
                    <a:pt x="273" y="12"/>
                    <a:pt x="270" y="12"/>
                  </a:cubicBezTo>
                  <a:cubicBezTo>
                    <a:pt x="18" y="12"/>
                    <a:pt x="18" y="12"/>
                    <a:pt x="18" y="12"/>
                  </a:cubicBezTo>
                  <a:cubicBezTo>
                    <a:pt x="15" y="12"/>
                    <a:pt x="12" y="15"/>
                    <a:pt x="12" y="18"/>
                  </a:cubicBezTo>
                  <a:lnTo>
                    <a:pt x="12"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15" name="Freeform 45">
              <a:extLst>
                <a:ext uri="{FF2B5EF4-FFF2-40B4-BE49-F238E27FC236}">
                  <a16:creationId xmlns:a16="http://schemas.microsoft.com/office/drawing/2014/main" id="{0272F795-CB5C-EC40-AB73-8271C831B7E3}"/>
                </a:ext>
              </a:extLst>
            </p:cNvPr>
            <p:cNvSpPr>
              <a:spLocks/>
            </p:cNvSpPr>
            <p:nvPr/>
          </p:nvSpPr>
          <p:spPr bwMode="auto">
            <a:xfrm>
              <a:off x="3442" y="463"/>
              <a:ext cx="92" cy="91"/>
            </a:xfrm>
            <a:custGeom>
              <a:avLst/>
              <a:gdLst>
                <a:gd name="T0" fmla="*/ 12 w 92"/>
                <a:gd name="T1" fmla="*/ 91 h 91"/>
                <a:gd name="T2" fmla="*/ 0 w 92"/>
                <a:gd name="T3" fmla="*/ 80 h 91"/>
                <a:gd name="T4" fmla="*/ 80 w 92"/>
                <a:gd name="T5" fmla="*/ 0 h 91"/>
                <a:gd name="T6" fmla="*/ 92 w 92"/>
                <a:gd name="T7" fmla="*/ 11 h 91"/>
                <a:gd name="T8" fmla="*/ 12 w 92"/>
                <a:gd name="T9" fmla="*/ 91 h 91"/>
              </a:gdLst>
              <a:ahLst/>
              <a:cxnLst>
                <a:cxn ang="0">
                  <a:pos x="T0" y="T1"/>
                </a:cxn>
                <a:cxn ang="0">
                  <a:pos x="T2" y="T3"/>
                </a:cxn>
                <a:cxn ang="0">
                  <a:pos x="T4" y="T5"/>
                </a:cxn>
                <a:cxn ang="0">
                  <a:pos x="T6" y="T7"/>
                </a:cxn>
                <a:cxn ang="0">
                  <a:pos x="T8" y="T9"/>
                </a:cxn>
              </a:cxnLst>
              <a:rect l="0" t="0" r="r" b="b"/>
              <a:pathLst>
                <a:path w="92" h="91">
                  <a:moveTo>
                    <a:pt x="12" y="91"/>
                  </a:moveTo>
                  <a:lnTo>
                    <a:pt x="0" y="80"/>
                  </a:lnTo>
                  <a:lnTo>
                    <a:pt x="80" y="0"/>
                  </a:lnTo>
                  <a:lnTo>
                    <a:pt x="92" y="11"/>
                  </a:lnTo>
                  <a:lnTo>
                    <a:pt x="12"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16" name="Freeform 46">
              <a:extLst>
                <a:ext uri="{FF2B5EF4-FFF2-40B4-BE49-F238E27FC236}">
                  <a16:creationId xmlns:a16="http://schemas.microsoft.com/office/drawing/2014/main" id="{58894E59-5B8C-E746-BE36-282800DC218E}"/>
                </a:ext>
              </a:extLst>
            </p:cNvPr>
            <p:cNvSpPr>
              <a:spLocks/>
            </p:cNvSpPr>
            <p:nvPr/>
          </p:nvSpPr>
          <p:spPr bwMode="auto">
            <a:xfrm>
              <a:off x="3495" y="463"/>
              <a:ext cx="101" cy="102"/>
            </a:xfrm>
            <a:custGeom>
              <a:avLst/>
              <a:gdLst>
                <a:gd name="T0" fmla="*/ 12 w 101"/>
                <a:gd name="T1" fmla="*/ 102 h 102"/>
                <a:gd name="T2" fmla="*/ 0 w 101"/>
                <a:gd name="T3" fmla="*/ 88 h 102"/>
                <a:gd name="T4" fmla="*/ 89 w 101"/>
                <a:gd name="T5" fmla="*/ 0 h 102"/>
                <a:gd name="T6" fmla="*/ 101 w 101"/>
                <a:gd name="T7" fmla="*/ 11 h 102"/>
                <a:gd name="T8" fmla="*/ 12 w 101"/>
                <a:gd name="T9" fmla="*/ 102 h 102"/>
              </a:gdLst>
              <a:ahLst/>
              <a:cxnLst>
                <a:cxn ang="0">
                  <a:pos x="T0" y="T1"/>
                </a:cxn>
                <a:cxn ang="0">
                  <a:pos x="T2" y="T3"/>
                </a:cxn>
                <a:cxn ang="0">
                  <a:pos x="T4" y="T5"/>
                </a:cxn>
                <a:cxn ang="0">
                  <a:pos x="T6" y="T7"/>
                </a:cxn>
                <a:cxn ang="0">
                  <a:pos x="T8" y="T9"/>
                </a:cxn>
              </a:cxnLst>
              <a:rect l="0" t="0" r="r" b="b"/>
              <a:pathLst>
                <a:path w="101" h="102">
                  <a:moveTo>
                    <a:pt x="12" y="102"/>
                  </a:moveTo>
                  <a:lnTo>
                    <a:pt x="0" y="88"/>
                  </a:lnTo>
                  <a:lnTo>
                    <a:pt x="89" y="0"/>
                  </a:lnTo>
                  <a:lnTo>
                    <a:pt x="101" y="11"/>
                  </a:lnTo>
                  <a:lnTo>
                    <a:pt x="1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17" name="Freeform 47">
              <a:extLst>
                <a:ext uri="{FF2B5EF4-FFF2-40B4-BE49-F238E27FC236}">
                  <a16:creationId xmlns:a16="http://schemas.microsoft.com/office/drawing/2014/main" id="{89C3B5C2-0698-134A-8C5B-F8C984B3D30A}"/>
                </a:ext>
              </a:extLst>
            </p:cNvPr>
            <p:cNvSpPr>
              <a:spLocks/>
            </p:cNvSpPr>
            <p:nvPr/>
          </p:nvSpPr>
          <p:spPr bwMode="auto">
            <a:xfrm>
              <a:off x="3566" y="463"/>
              <a:ext cx="101" cy="102"/>
            </a:xfrm>
            <a:custGeom>
              <a:avLst/>
              <a:gdLst>
                <a:gd name="T0" fmla="*/ 12 w 101"/>
                <a:gd name="T1" fmla="*/ 102 h 102"/>
                <a:gd name="T2" fmla="*/ 0 w 101"/>
                <a:gd name="T3" fmla="*/ 88 h 102"/>
                <a:gd name="T4" fmla="*/ 89 w 101"/>
                <a:gd name="T5" fmla="*/ 0 h 102"/>
                <a:gd name="T6" fmla="*/ 101 w 101"/>
                <a:gd name="T7" fmla="*/ 11 h 102"/>
                <a:gd name="T8" fmla="*/ 12 w 101"/>
                <a:gd name="T9" fmla="*/ 102 h 102"/>
              </a:gdLst>
              <a:ahLst/>
              <a:cxnLst>
                <a:cxn ang="0">
                  <a:pos x="T0" y="T1"/>
                </a:cxn>
                <a:cxn ang="0">
                  <a:pos x="T2" y="T3"/>
                </a:cxn>
                <a:cxn ang="0">
                  <a:pos x="T4" y="T5"/>
                </a:cxn>
                <a:cxn ang="0">
                  <a:pos x="T6" y="T7"/>
                </a:cxn>
                <a:cxn ang="0">
                  <a:pos x="T8" y="T9"/>
                </a:cxn>
              </a:cxnLst>
              <a:rect l="0" t="0" r="r" b="b"/>
              <a:pathLst>
                <a:path w="101" h="102">
                  <a:moveTo>
                    <a:pt x="12" y="102"/>
                  </a:moveTo>
                  <a:lnTo>
                    <a:pt x="0" y="88"/>
                  </a:lnTo>
                  <a:lnTo>
                    <a:pt x="89" y="0"/>
                  </a:lnTo>
                  <a:lnTo>
                    <a:pt x="101" y="11"/>
                  </a:lnTo>
                  <a:lnTo>
                    <a:pt x="1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18" name="Freeform 48">
              <a:extLst>
                <a:ext uri="{FF2B5EF4-FFF2-40B4-BE49-F238E27FC236}">
                  <a16:creationId xmlns:a16="http://schemas.microsoft.com/office/drawing/2014/main" id="{98ED0FAF-2170-CC4B-893D-B4DFEB1E987B}"/>
                </a:ext>
              </a:extLst>
            </p:cNvPr>
            <p:cNvSpPr>
              <a:spLocks/>
            </p:cNvSpPr>
            <p:nvPr/>
          </p:nvSpPr>
          <p:spPr bwMode="auto">
            <a:xfrm>
              <a:off x="3637" y="463"/>
              <a:ext cx="101" cy="102"/>
            </a:xfrm>
            <a:custGeom>
              <a:avLst/>
              <a:gdLst>
                <a:gd name="T0" fmla="*/ 12 w 101"/>
                <a:gd name="T1" fmla="*/ 102 h 102"/>
                <a:gd name="T2" fmla="*/ 0 w 101"/>
                <a:gd name="T3" fmla="*/ 88 h 102"/>
                <a:gd name="T4" fmla="*/ 89 w 101"/>
                <a:gd name="T5" fmla="*/ 0 h 102"/>
                <a:gd name="T6" fmla="*/ 101 w 101"/>
                <a:gd name="T7" fmla="*/ 11 h 102"/>
                <a:gd name="T8" fmla="*/ 12 w 101"/>
                <a:gd name="T9" fmla="*/ 102 h 102"/>
              </a:gdLst>
              <a:ahLst/>
              <a:cxnLst>
                <a:cxn ang="0">
                  <a:pos x="T0" y="T1"/>
                </a:cxn>
                <a:cxn ang="0">
                  <a:pos x="T2" y="T3"/>
                </a:cxn>
                <a:cxn ang="0">
                  <a:pos x="T4" y="T5"/>
                </a:cxn>
                <a:cxn ang="0">
                  <a:pos x="T6" y="T7"/>
                </a:cxn>
                <a:cxn ang="0">
                  <a:pos x="T8" y="T9"/>
                </a:cxn>
              </a:cxnLst>
              <a:rect l="0" t="0" r="r" b="b"/>
              <a:pathLst>
                <a:path w="101" h="102">
                  <a:moveTo>
                    <a:pt x="12" y="102"/>
                  </a:moveTo>
                  <a:lnTo>
                    <a:pt x="0" y="88"/>
                  </a:lnTo>
                  <a:lnTo>
                    <a:pt x="89" y="0"/>
                  </a:lnTo>
                  <a:lnTo>
                    <a:pt x="101" y="11"/>
                  </a:lnTo>
                  <a:lnTo>
                    <a:pt x="1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19" name="Freeform 49">
              <a:extLst>
                <a:ext uri="{FF2B5EF4-FFF2-40B4-BE49-F238E27FC236}">
                  <a16:creationId xmlns:a16="http://schemas.microsoft.com/office/drawing/2014/main" id="{E93B3885-01CD-824B-9BBD-D9A7BC873F3E}"/>
                </a:ext>
              </a:extLst>
            </p:cNvPr>
            <p:cNvSpPr>
              <a:spLocks/>
            </p:cNvSpPr>
            <p:nvPr/>
          </p:nvSpPr>
          <p:spPr bwMode="auto">
            <a:xfrm>
              <a:off x="3708" y="463"/>
              <a:ext cx="100" cy="100"/>
            </a:xfrm>
            <a:custGeom>
              <a:avLst/>
              <a:gdLst>
                <a:gd name="T0" fmla="*/ 12 w 100"/>
                <a:gd name="T1" fmla="*/ 100 h 100"/>
                <a:gd name="T2" fmla="*/ 0 w 100"/>
                <a:gd name="T3" fmla="*/ 88 h 100"/>
                <a:gd name="T4" fmla="*/ 89 w 100"/>
                <a:gd name="T5" fmla="*/ 0 h 100"/>
                <a:gd name="T6" fmla="*/ 100 w 100"/>
                <a:gd name="T7" fmla="*/ 11 h 100"/>
                <a:gd name="T8" fmla="*/ 12 w 100"/>
                <a:gd name="T9" fmla="*/ 100 h 100"/>
              </a:gdLst>
              <a:ahLst/>
              <a:cxnLst>
                <a:cxn ang="0">
                  <a:pos x="T0" y="T1"/>
                </a:cxn>
                <a:cxn ang="0">
                  <a:pos x="T2" y="T3"/>
                </a:cxn>
                <a:cxn ang="0">
                  <a:pos x="T4" y="T5"/>
                </a:cxn>
                <a:cxn ang="0">
                  <a:pos x="T6" y="T7"/>
                </a:cxn>
                <a:cxn ang="0">
                  <a:pos x="T8" y="T9"/>
                </a:cxn>
              </a:cxnLst>
              <a:rect l="0" t="0" r="r" b="b"/>
              <a:pathLst>
                <a:path w="100" h="100">
                  <a:moveTo>
                    <a:pt x="12" y="100"/>
                  </a:moveTo>
                  <a:lnTo>
                    <a:pt x="0" y="88"/>
                  </a:lnTo>
                  <a:lnTo>
                    <a:pt x="89" y="0"/>
                  </a:lnTo>
                  <a:lnTo>
                    <a:pt x="100" y="11"/>
                  </a:lnTo>
                  <a:lnTo>
                    <a:pt x="12" y="1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20" name="Freeform 50">
              <a:extLst>
                <a:ext uri="{FF2B5EF4-FFF2-40B4-BE49-F238E27FC236}">
                  <a16:creationId xmlns:a16="http://schemas.microsoft.com/office/drawing/2014/main" id="{4B94C46B-FB83-4F43-83C7-AC36E95C6A04}"/>
                </a:ext>
              </a:extLst>
            </p:cNvPr>
            <p:cNvSpPr>
              <a:spLocks/>
            </p:cNvSpPr>
            <p:nvPr/>
          </p:nvSpPr>
          <p:spPr bwMode="auto">
            <a:xfrm>
              <a:off x="3779" y="480"/>
              <a:ext cx="83" cy="83"/>
            </a:xfrm>
            <a:custGeom>
              <a:avLst/>
              <a:gdLst>
                <a:gd name="T0" fmla="*/ 12 w 83"/>
                <a:gd name="T1" fmla="*/ 83 h 83"/>
                <a:gd name="T2" fmla="*/ 0 w 83"/>
                <a:gd name="T3" fmla="*/ 71 h 83"/>
                <a:gd name="T4" fmla="*/ 71 w 83"/>
                <a:gd name="T5" fmla="*/ 0 h 83"/>
                <a:gd name="T6" fmla="*/ 83 w 83"/>
                <a:gd name="T7" fmla="*/ 12 h 83"/>
                <a:gd name="T8" fmla="*/ 12 w 83"/>
                <a:gd name="T9" fmla="*/ 83 h 83"/>
              </a:gdLst>
              <a:ahLst/>
              <a:cxnLst>
                <a:cxn ang="0">
                  <a:pos x="T0" y="T1"/>
                </a:cxn>
                <a:cxn ang="0">
                  <a:pos x="T2" y="T3"/>
                </a:cxn>
                <a:cxn ang="0">
                  <a:pos x="T4" y="T5"/>
                </a:cxn>
                <a:cxn ang="0">
                  <a:pos x="T6" y="T7"/>
                </a:cxn>
                <a:cxn ang="0">
                  <a:pos x="T8" y="T9"/>
                </a:cxn>
              </a:cxnLst>
              <a:rect l="0" t="0" r="r" b="b"/>
              <a:pathLst>
                <a:path w="83" h="83">
                  <a:moveTo>
                    <a:pt x="12" y="83"/>
                  </a:moveTo>
                  <a:lnTo>
                    <a:pt x="0" y="71"/>
                  </a:lnTo>
                  <a:lnTo>
                    <a:pt x="71" y="0"/>
                  </a:lnTo>
                  <a:lnTo>
                    <a:pt x="83" y="12"/>
                  </a:lnTo>
                  <a:lnTo>
                    <a:pt x="1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grpSp>
      <p:grpSp>
        <p:nvGrpSpPr>
          <p:cNvPr id="121" name="Group 10">
            <a:extLst>
              <a:ext uri="{FF2B5EF4-FFF2-40B4-BE49-F238E27FC236}">
                <a16:creationId xmlns:a16="http://schemas.microsoft.com/office/drawing/2014/main" id="{EDE454D0-8C87-B549-B592-7DDDDDA65FAD}"/>
              </a:ext>
            </a:extLst>
          </p:cNvPr>
          <p:cNvGrpSpPr>
            <a:grpSpLocks noChangeAspect="1"/>
          </p:cNvGrpSpPr>
          <p:nvPr userDrawn="1"/>
        </p:nvGrpSpPr>
        <p:grpSpPr bwMode="auto">
          <a:xfrm>
            <a:off x="10965185" y="5500310"/>
            <a:ext cx="467720" cy="468818"/>
            <a:chOff x="1374" y="442"/>
            <a:chExt cx="425" cy="426"/>
          </a:xfrm>
          <a:solidFill>
            <a:schemeClr val="accent1"/>
          </a:solidFill>
        </p:grpSpPr>
        <p:sp>
          <p:nvSpPr>
            <p:cNvPr id="122" name="Freeform 11">
              <a:extLst>
                <a:ext uri="{FF2B5EF4-FFF2-40B4-BE49-F238E27FC236}">
                  <a16:creationId xmlns:a16="http://schemas.microsoft.com/office/drawing/2014/main" id="{81B4BA5C-5D57-5243-95A0-B0939E103188}"/>
                </a:ext>
              </a:extLst>
            </p:cNvPr>
            <p:cNvSpPr>
              <a:spLocks noEditPoints="1"/>
            </p:cNvSpPr>
            <p:nvPr/>
          </p:nvSpPr>
          <p:spPr bwMode="auto">
            <a:xfrm>
              <a:off x="1374" y="442"/>
              <a:ext cx="425" cy="426"/>
            </a:xfrm>
            <a:custGeom>
              <a:avLst/>
              <a:gdLst>
                <a:gd name="T0" fmla="*/ 144 w 288"/>
                <a:gd name="T1" fmla="*/ 288 h 288"/>
                <a:gd name="T2" fmla="*/ 0 w 288"/>
                <a:gd name="T3" fmla="*/ 144 h 288"/>
                <a:gd name="T4" fmla="*/ 144 w 288"/>
                <a:gd name="T5" fmla="*/ 0 h 288"/>
                <a:gd name="T6" fmla="*/ 288 w 288"/>
                <a:gd name="T7" fmla="*/ 144 h 288"/>
                <a:gd name="T8" fmla="*/ 144 w 288"/>
                <a:gd name="T9" fmla="*/ 288 h 288"/>
                <a:gd name="T10" fmla="*/ 144 w 288"/>
                <a:gd name="T11" fmla="*/ 12 h 288"/>
                <a:gd name="T12" fmla="*/ 12 w 288"/>
                <a:gd name="T13" fmla="*/ 144 h 288"/>
                <a:gd name="T14" fmla="*/ 144 w 288"/>
                <a:gd name="T15" fmla="*/ 276 h 288"/>
                <a:gd name="T16" fmla="*/ 276 w 288"/>
                <a:gd name="T17" fmla="*/ 144 h 288"/>
                <a:gd name="T18" fmla="*/ 144 w 288"/>
                <a:gd name="T19"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 h="288">
                  <a:moveTo>
                    <a:pt x="144" y="288"/>
                  </a:moveTo>
                  <a:cubicBezTo>
                    <a:pt x="64" y="288"/>
                    <a:pt x="0" y="223"/>
                    <a:pt x="0" y="144"/>
                  </a:cubicBezTo>
                  <a:cubicBezTo>
                    <a:pt x="0" y="64"/>
                    <a:pt x="64" y="0"/>
                    <a:pt x="144" y="0"/>
                  </a:cubicBezTo>
                  <a:cubicBezTo>
                    <a:pt x="223" y="0"/>
                    <a:pt x="288" y="64"/>
                    <a:pt x="288" y="144"/>
                  </a:cubicBezTo>
                  <a:cubicBezTo>
                    <a:pt x="288" y="223"/>
                    <a:pt x="223" y="288"/>
                    <a:pt x="144" y="288"/>
                  </a:cubicBezTo>
                  <a:close/>
                  <a:moveTo>
                    <a:pt x="144" y="12"/>
                  </a:moveTo>
                  <a:cubicBezTo>
                    <a:pt x="71" y="12"/>
                    <a:pt x="12" y="71"/>
                    <a:pt x="12" y="144"/>
                  </a:cubicBezTo>
                  <a:cubicBezTo>
                    <a:pt x="12" y="216"/>
                    <a:pt x="71" y="276"/>
                    <a:pt x="144" y="276"/>
                  </a:cubicBezTo>
                  <a:cubicBezTo>
                    <a:pt x="216" y="276"/>
                    <a:pt x="276" y="216"/>
                    <a:pt x="276" y="144"/>
                  </a:cubicBezTo>
                  <a:cubicBezTo>
                    <a:pt x="276" y="71"/>
                    <a:pt x="216"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23" name="Freeform 12">
              <a:extLst>
                <a:ext uri="{FF2B5EF4-FFF2-40B4-BE49-F238E27FC236}">
                  <a16:creationId xmlns:a16="http://schemas.microsoft.com/office/drawing/2014/main" id="{DBE386C7-E758-5C4A-95CF-157D349ABDEC}"/>
                </a:ext>
              </a:extLst>
            </p:cNvPr>
            <p:cNvSpPr>
              <a:spLocks noEditPoints="1"/>
            </p:cNvSpPr>
            <p:nvPr/>
          </p:nvSpPr>
          <p:spPr bwMode="auto">
            <a:xfrm>
              <a:off x="1516" y="565"/>
              <a:ext cx="177" cy="179"/>
            </a:xfrm>
            <a:custGeom>
              <a:avLst/>
              <a:gdLst>
                <a:gd name="T0" fmla="*/ 6 w 120"/>
                <a:gd name="T1" fmla="*/ 121 h 121"/>
                <a:gd name="T2" fmla="*/ 2 w 120"/>
                <a:gd name="T3" fmla="*/ 120 h 121"/>
                <a:gd name="T4" fmla="*/ 0 w 120"/>
                <a:gd name="T5" fmla="*/ 115 h 121"/>
                <a:gd name="T6" fmla="*/ 0 w 120"/>
                <a:gd name="T7" fmla="*/ 7 h 121"/>
                <a:gd name="T8" fmla="*/ 2 w 120"/>
                <a:gd name="T9" fmla="*/ 2 h 121"/>
                <a:gd name="T10" fmla="*/ 8 w 120"/>
                <a:gd name="T11" fmla="*/ 1 h 121"/>
                <a:gd name="T12" fmla="*/ 116 w 120"/>
                <a:gd name="T13" fmla="*/ 55 h 121"/>
                <a:gd name="T14" fmla="*/ 120 w 120"/>
                <a:gd name="T15" fmla="*/ 61 h 121"/>
                <a:gd name="T16" fmla="*/ 116 w 120"/>
                <a:gd name="T17" fmla="*/ 66 h 121"/>
                <a:gd name="T18" fmla="*/ 8 w 120"/>
                <a:gd name="T19" fmla="*/ 120 h 121"/>
                <a:gd name="T20" fmla="*/ 6 w 120"/>
                <a:gd name="T21" fmla="*/ 121 h 121"/>
                <a:gd name="T22" fmla="*/ 12 w 120"/>
                <a:gd name="T23" fmla="*/ 16 h 121"/>
                <a:gd name="T24" fmla="*/ 12 w 120"/>
                <a:gd name="T25" fmla="*/ 105 h 121"/>
                <a:gd name="T26" fmla="*/ 100 w 120"/>
                <a:gd name="T27" fmla="*/ 61 h 121"/>
                <a:gd name="T28" fmla="*/ 12 w 120"/>
                <a:gd name="T29" fmla="*/ 1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0" h="121">
                  <a:moveTo>
                    <a:pt x="6" y="121"/>
                  </a:moveTo>
                  <a:cubicBezTo>
                    <a:pt x="5" y="121"/>
                    <a:pt x="3" y="120"/>
                    <a:pt x="2" y="120"/>
                  </a:cubicBezTo>
                  <a:cubicBezTo>
                    <a:pt x="1" y="119"/>
                    <a:pt x="0" y="117"/>
                    <a:pt x="0" y="115"/>
                  </a:cubicBezTo>
                  <a:cubicBezTo>
                    <a:pt x="0" y="7"/>
                    <a:pt x="0" y="7"/>
                    <a:pt x="0" y="7"/>
                  </a:cubicBezTo>
                  <a:cubicBezTo>
                    <a:pt x="0" y="5"/>
                    <a:pt x="1" y="3"/>
                    <a:pt x="2" y="2"/>
                  </a:cubicBezTo>
                  <a:cubicBezTo>
                    <a:pt x="4" y="0"/>
                    <a:pt x="6" y="0"/>
                    <a:pt x="8" y="1"/>
                  </a:cubicBezTo>
                  <a:cubicBezTo>
                    <a:pt x="116" y="55"/>
                    <a:pt x="116" y="55"/>
                    <a:pt x="116" y="55"/>
                  </a:cubicBezTo>
                  <a:cubicBezTo>
                    <a:pt x="118" y="56"/>
                    <a:pt x="120" y="58"/>
                    <a:pt x="120" y="61"/>
                  </a:cubicBezTo>
                  <a:cubicBezTo>
                    <a:pt x="120" y="63"/>
                    <a:pt x="118" y="65"/>
                    <a:pt x="116" y="66"/>
                  </a:cubicBezTo>
                  <a:cubicBezTo>
                    <a:pt x="8" y="120"/>
                    <a:pt x="8" y="120"/>
                    <a:pt x="8" y="120"/>
                  </a:cubicBezTo>
                  <a:cubicBezTo>
                    <a:pt x="7" y="120"/>
                    <a:pt x="7" y="121"/>
                    <a:pt x="6" y="121"/>
                  </a:cubicBezTo>
                  <a:close/>
                  <a:moveTo>
                    <a:pt x="12" y="16"/>
                  </a:moveTo>
                  <a:cubicBezTo>
                    <a:pt x="12" y="105"/>
                    <a:pt x="12" y="105"/>
                    <a:pt x="12" y="105"/>
                  </a:cubicBezTo>
                  <a:cubicBezTo>
                    <a:pt x="100" y="61"/>
                    <a:pt x="100" y="61"/>
                    <a:pt x="100" y="61"/>
                  </a:cubicBezTo>
                  <a:lnTo>
                    <a:pt x="1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124" name="Group 87">
            <a:extLst>
              <a:ext uri="{FF2B5EF4-FFF2-40B4-BE49-F238E27FC236}">
                <a16:creationId xmlns:a16="http://schemas.microsoft.com/office/drawing/2014/main" id="{6BDE5202-854C-CC41-965A-533F32430AEE}"/>
              </a:ext>
            </a:extLst>
          </p:cNvPr>
          <p:cNvGrpSpPr>
            <a:grpSpLocks noChangeAspect="1"/>
          </p:cNvGrpSpPr>
          <p:nvPr userDrawn="1"/>
        </p:nvGrpSpPr>
        <p:grpSpPr bwMode="auto">
          <a:xfrm>
            <a:off x="4599644" y="1930124"/>
            <a:ext cx="499666" cy="499666"/>
            <a:chOff x="5510" y="1717"/>
            <a:chExt cx="428" cy="428"/>
          </a:xfrm>
          <a:solidFill>
            <a:schemeClr val="accent1"/>
          </a:solidFill>
        </p:grpSpPr>
        <p:sp>
          <p:nvSpPr>
            <p:cNvPr id="125" name="Freeform 88">
              <a:extLst>
                <a:ext uri="{FF2B5EF4-FFF2-40B4-BE49-F238E27FC236}">
                  <a16:creationId xmlns:a16="http://schemas.microsoft.com/office/drawing/2014/main" id="{5B0A10F8-A96B-5844-8703-D5883AC797AC}"/>
                </a:ext>
              </a:extLst>
            </p:cNvPr>
            <p:cNvSpPr>
              <a:spLocks/>
            </p:cNvSpPr>
            <p:nvPr/>
          </p:nvSpPr>
          <p:spPr bwMode="auto">
            <a:xfrm>
              <a:off x="5572" y="1717"/>
              <a:ext cx="366" cy="339"/>
            </a:xfrm>
            <a:custGeom>
              <a:avLst/>
              <a:gdLst>
                <a:gd name="T0" fmla="*/ 66 w 247"/>
                <a:gd name="T1" fmla="*/ 229 h 229"/>
                <a:gd name="T2" fmla="*/ 62 w 247"/>
                <a:gd name="T3" fmla="*/ 227 h 229"/>
                <a:gd name="T4" fmla="*/ 2 w 247"/>
                <a:gd name="T5" fmla="*/ 167 h 229"/>
                <a:gd name="T6" fmla="*/ 2 w 247"/>
                <a:gd name="T7" fmla="*/ 159 h 229"/>
                <a:gd name="T8" fmla="*/ 10 w 247"/>
                <a:gd name="T9" fmla="*/ 159 h 229"/>
                <a:gd name="T10" fmla="*/ 66 w 247"/>
                <a:gd name="T11" fmla="*/ 214 h 229"/>
                <a:gd name="T12" fmla="*/ 235 w 247"/>
                <a:gd name="T13" fmla="*/ 3 h 229"/>
                <a:gd name="T14" fmla="*/ 244 w 247"/>
                <a:gd name="T15" fmla="*/ 3 h 229"/>
                <a:gd name="T16" fmla="*/ 245 w 247"/>
                <a:gd name="T17" fmla="*/ 11 h 229"/>
                <a:gd name="T18" fmla="*/ 71 w 247"/>
                <a:gd name="T19" fmla="*/ 227 h 229"/>
                <a:gd name="T20" fmla="*/ 66 w 247"/>
                <a:gd name="T21" fmla="*/ 229 h 229"/>
                <a:gd name="T22" fmla="*/ 66 w 247"/>
                <a:gd name="T23" fmla="*/ 229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7" h="229">
                  <a:moveTo>
                    <a:pt x="66" y="229"/>
                  </a:moveTo>
                  <a:cubicBezTo>
                    <a:pt x="65" y="229"/>
                    <a:pt x="63" y="229"/>
                    <a:pt x="62" y="227"/>
                  </a:cubicBezTo>
                  <a:cubicBezTo>
                    <a:pt x="2" y="167"/>
                    <a:pt x="2" y="167"/>
                    <a:pt x="2" y="167"/>
                  </a:cubicBezTo>
                  <a:cubicBezTo>
                    <a:pt x="0" y="165"/>
                    <a:pt x="0" y="161"/>
                    <a:pt x="2" y="159"/>
                  </a:cubicBezTo>
                  <a:cubicBezTo>
                    <a:pt x="4" y="157"/>
                    <a:pt x="8" y="157"/>
                    <a:pt x="10" y="159"/>
                  </a:cubicBezTo>
                  <a:cubicBezTo>
                    <a:pt x="66" y="214"/>
                    <a:pt x="66" y="214"/>
                    <a:pt x="66" y="214"/>
                  </a:cubicBezTo>
                  <a:cubicBezTo>
                    <a:pt x="235" y="3"/>
                    <a:pt x="235" y="3"/>
                    <a:pt x="235" y="3"/>
                  </a:cubicBezTo>
                  <a:cubicBezTo>
                    <a:pt x="238" y="1"/>
                    <a:pt x="241" y="0"/>
                    <a:pt x="244" y="3"/>
                  </a:cubicBezTo>
                  <a:cubicBezTo>
                    <a:pt x="246" y="5"/>
                    <a:pt x="247" y="8"/>
                    <a:pt x="245" y="11"/>
                  </a:cubicBezTo>
                  <a:cubicBezTo>
                    <a:pt x="71" y="227"/>
                    <a:pt x="71" y="227"/>
                    <a:pt x="71" y="227"/>
                  </a:cubicBezTo>
                  <a:cubicBezTo>
                    <a:pt x="70" y="228"/>
                    <a:pt x="68" y="229"/>
                    <a:pt x="66" y="229"/>
                  </a:cubicBezTo>
                  <a:cubicBezTo>
                    <a:pt x="66" y="229"/>
                    <a:pt x="66" y="229"/>
                    <a:pt x="6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latin typeface="+mj-lt"/>
              </a:endParaRPr>
            </a:p>
          </p:txBody>
        </p:sp>
        <p:sp>
          <p:nvSpPr>
            <p:cNvPr id="126" name="Freeform 89">
              <a:extLst>
                <a:ext uri="{FF2B5EF4-FFF2-40B4-BE49-F238E27FC236}">
                  <a16:creationId xmlns:a16="http://schemas.microsoft.com/office/drawing/2014/main" id="{04185316-B34F-294A-A34C-BE4AAF5B7697}"/>
                </a:ext>
              </a:extLst>
            </p:cNvPr>
            <p:cNvSpPr>
              <a:spLocks/>
            </p:cNvSpPr>
            <p:nvPr/>
          </p:nvSpPr>
          <p:spPr bwMode="auto">
            <a:xfrm>
              <a:off x="5510" y="1808"/>
              <a:ext cx="337" cy="337"/>
            </a:xfrm>
            <a:custGeom>
              <a:avLst/>
              <a:gdLst>
                <a:gd name="T0" fmla="*/ 114 w 228"/>
                <a:gd name="T1" fmla="*/ 228 h 228"/>
                <a:gd name="T2" fmla="*/ 0 w 228"/>
                <a:gd name="T3" fmla="*/ 114 h 228"/>
                <a:gd name="T4" fmla="*/ 114 w 228"/>
                <a:gd name="T5" fmla="*/ 0 h 228"/>
                <a:gd name="T6" fmla="*/ 165 w 228"/>
                <a:gd name="T7" fmla="*/ 12 h 228"/>
                <a:gd name="T8" fmla="*/ 168 w 228"/>
                <a:gd name="T9" fmla="*/ 20 h 228"/>
                <a:gd name="T10" fmla="*/ 159 w 228"/>
                <a:gd name="T11" fmla="*/ 23 h 228"/>
                <a:gd name="T12" fmla="*/ 114 w 228"/>
                <a:gd name="T13" fmla="*/ 12 h 228"/>
                <a:gd name="T14" fmla="*/ 12 w 228"/>
                <a:gd name="T15" fmla="*/ 114 h 228"/>
                <a:gd name="T16" fmla="*/ 114 w 228"/>
                <a:gd name="T17" fmla="*/ 216 h 228"/>
                <a:gd name="T18" fmla="*/ 216 w 228"/>
                <a:gd name="T19" fmla="*/ 114 h 228"/>
                <a:gd name="T20" fmla="*/ 214 w 228"/>
                <a:gd name="T21" fmla="*/ 92 h 228"/>
                <a:gd name="T22" fmla="*/ 218 w 228"/>
                <a:gd name="T23" fmla="*/ 84 h 228"/>
                <a:gd name="T24" fmla="*/ 225 w 228"/>
                <a:gd name="T25" fmla="*/ 89 h 228"/>
                <a:gd name="T26" fmla="*/ 228 w 228"/>
                <a:gd name="T27" fmla="*/ 114 h 228"/>
                <a:gd name="T28" fmla="*/ 114 w 228"/>
                <a:gd name="T29"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8" h="228">
                  <a:moveTo>
                    <a:pt x="114" y="228"/>
                  </a:moveTo>
                  <a:cubicBezTo>
                    <a:pt x="51" y="228"/>
                    <a:pt x="0" y="177"/>
                    <a:pt x="0" y="114"/>
                  </a:cubicBezTo>
                  <a:cubicBezTo>
                    <a:pt x="0" y="51"/>
                    <a:pt x="51" y="0"/>
                    <a:pt x="114" y="0"/>
                  </a:cubicBezTo>
                  <a:cubicBezTo>
                    <a:pt x="132" y="0"/>
                    <a:pt x="149" y="4"/>
                    <a:pt x="165" y="12"/>
                  </a:cubicBezTo>
                  <a:cubicBezTo>
                    <a:pt x="168" y="14"/>
                    <a:pt x="169" y="17"/>
                    <a:pt x="168" y="20"/>
                  </a:cubicBezTo>
                  <a:cubicBezTo>
                    <a:pt x="166" y="23"/>
                    <a:pt x="162" y="24"/>
                    <a:pt x="159" y="23"/>
                  </a:cubicBezTo>
                  <a:cubicBezTo>
                    <a:pt x="145" y="16"/>
                    <a:pt x="130" y="12"/>
                    <a:pt x="114" y="12"/>
                  </a:cubicBezTo>
                  <a:cubicBezTo>
                    <a:pt x="58" y="12"/>
                    <a:pt x="12" y="58"/>
                    <a:pt x="12" y="114"/>
                  </a:cubicBezTo>
                  <a:cubicBezTo>
                    <a:pt x="12" y="170"/>
                    <a:pt x="58" y="216"/>
                    <a:pt x="114" y="216"/>
                  </a:cubicBezTo>
                  <a:cubicBezTo>
                    <a:pt x="170" y="216"/>
                    <a:pt x="216" y="170"/>
                    <a:pt x="216" y="114"/>
                  </a:cubicBezTo>
                  <a:cubicBezTo>
                    <a:pt x="216" y="107"/>
                    <a:pt x="215" y="99"/>
                    <a:pt x="214" y="92"/>
                  </a:cubicBezTo>
                  <a:cubicBezTo>
                    <a:pt x="213" y="88"/>
                    <a:pt x="215" y="85"/>
                    <a:pt x="218" y="84"/>
                  </a:cubicBezTo>
                  <a:cubicBezTo>
                    <a:pt x="221" y="84"/>
                    <a:pt x="225" y="86"/>
                    <a:pt x="225" y="89"/>
                  </a:cubicBezTo>
                  <a:cubicBezTo>
                    <a:pt x="227" y="97"/>
                    <a:pt x="228" y="106"/>
                    <a:pt x="228" y="114"/>
                  </a:cubicBezTo>
                  <a:cubicBezTo>
                    <a:pt x="228" y="177"/>
                    <a:pt x="177" y="228"/>
                    <a:pt x="114" y="2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latin typeface="+mj-lt"/>
              </a:endParaRPr>
            </a:p>
          </p:txBody>
        </p:sp>
      </p:grpSp>
      <p:grpSp>
        <p:nvGrpSpPr>
          <p:cNvPr id="127" name="Group 78">
            <a:extLst>
              <a:ext uri="{FF2B5EF4-FFF2-40B4-BE49-F238E27FC236}">
                <a16:creationId xmlns:a16="http://schemas.microsoft.com/office/drawing/2014/main" id="{11722946-2303-184D-8463-D62F3154D89B}"/>
              </a:ext>
            </a:extLst>
          </p:cNvPr>
          <p:cNvGrpSpPr>
            <a:grpSpLocks noChangeAspect="1"/>
          </p:cNvGrpSpPr>
          <p:nvPr userDrawn="1"/>
        </p:nvGrpSpPr>
        <p:grpSpPr bwMode="auto">
          <a:xfrm>
            <a:off x="5953323" y="1958607"/>
            <a:ext cx="332545" cy="442701"/>
            <a:chOff x="5561" y="440"/>
            <a:chExt cx="320" cy="426"/>
          </a:xfrm>
          <a:solidFill>
            <a:schemeClr val="accent1"/>
          </a:solidFill>
        </p:grpSpPr>
        <p:sp>
          <p:nvSpPr>
            <p:cNvPr id="128" name="Freeform 79">
              <a:extLst>
                <a:ext uri="{FF2B5EF4-FFF2-40B4-BE49-F238E27FC236}">
                  <a16:creationId xmlns:a16="http://schemas.microsoft.com/office/drawing/2014/main" id="{B5E1DA5A-F0CE-4447-9220-974C2855E08C}"/>
                </a:ext>
              </a:extLst>
            </p:cNvPr>
            <p:cNvSpPr>
              <a:spLocks noEditPoints="1"/>
            </p:cNvSpPr>
            <p:nvPr/>
          </p:nvSpPr>
          <p:spPr bwMode="auto">
            <a:xfrm>
              <a:off x="5561" y="440"/>
              <a:ext cx="320" cy="426"/>
            </a:xfrm>
            <a:custGeom>
              <a:avLst/>
              <a:gdLst>
                <a:gd name="T0" fmla="*/ 210 w 216"/>
                <a:gd name="T1" fmla="*/ 288 h 288"/>
                <a:gd name="T2" fmla="*/ 6 w 216"/>
                <a:gd name="T3" fmla="*/ 288 h 288"/>
                <a:gd name="T4" fmla="*/ 0 w 216"/>
                <a:gd name="T5" fmla="*/ 282 h 288"/>
                <a:gd name="T6" fmla="*/ 0 w 216"/>
                <a:gd name="T7" fmla="*/ 6 h 288"/>
                <a:gd name="T8" fmla="*/ 6 w 216"/>
                <a:gd name="T9" fmla="*/ 0 h 288"/>
                <a:gd name="T10" fmla="*/ 138 w 216"/>
                <a:gd name="T11" fmla="*/ 0 h 288"/>
                <a:gd name="T12" fmla="*/ 142 w 216"/>
                <a:gd name="T13" fmla="*/ 2 h 288"/>
                <a:gd name="T14" fmla="*/ 214 w 216"/>
                <a:gd name="T15" fmla="*/ 74 h 288"/>
                <a:gd name="T16" fmla="*/ 216 w 216"/>
                <a:gd name="T17" fmla="*/ 78 h 288"/>
                <a:gd name="T18" fmla="*/ 216 w 216"/>
                <a:gd name="T19" fmla="*/ 282 h 288"/>
                <a:gd name="T20" fmla="*/ 210 w 216"/>
                <a:gd name="T21" fmla="*/ 288 h 288"/>
                <a:gd name="T22" fmla="*/ 12 w 216"/>
                <a:gd name="T23" fmla="*/ 276 h 288"/>
                <a:gd name="T24" fmla="*/ 204 w 216"/>
                <a:gd name="T25" fmla="*/ 276 h 288"/>
                <a:gd name="T26" fmla="*/ 204 w 216"/>
                <a:gd name="T27" fmla="*/ 81 h 288"/>
                <a:gd name="T28" fmla="*/ 136 w 216"/>
                <a:gd name="T29" fmla="*/ 12 h 288"/>
                <a:gd name="T30" fmla="*/ 12 w 216"/>
                <a:gd name="T31" fmla="*/ 12 h 288"/>
                <a:gd name="T32" fmla="*/ 12 w 216"/>
                <a:gd name="T33" fmla="*/ 27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6" h="288">
                  <a:moveTo>
                    <a:pt x="210" y="288"/>
                  </a:moveTo>
                  <a:cubicBezTo>
                    <a:pt x="6" y="288"/>
                    <a:pt x="6" y="288"/>
                    <a:pt x="6" y="288"/>
                  </a:cubicBezTo>
                  <a:cubicBezTo>
                    <a:pt x="3" y="288"/>
                    <a:pt x="0" y="286"/>
                    <a:pt x="0" y="282"/>
                  </a:cubicBezTo>
                  <a:cubicBezTo>
                    <a:pt x="0" y="6"/>
                    <a:pt x="0" y="6"/>
                    <a:pt x="0" y="6"/>
                  </a:cubicBezTo>
                  <a:cubicBezTo>
                    <a:pt x="0" y="3"/>
                    <a:pt x="3" y="0"/>
                    <a:pt x="6" y="0"/>
                  </a:cubicBezTo>
                  <a:cubicBezTo>
                    <a:pt x="138" y="0"/>
                    <a:pt x="138" y="0"/>
                    <a:pt x="138" y="0"/>
                  </a:cubicBezTo>
                  <a:cubicBezTo>
                    <a:pt x="140" y="0"/>
                    <a:pt x="141" y="1"/>
                    <a:pt x="142" y="2"/>
                  </a:cubicBezTo>
                  <a:cubicBezTo>
                    <a:pt x="214" y="74"/>
                    <a:pt x="214" y="74"/>
                    <a:pt x="214" y="74"/>
                  </a:cubicBezTo>
                  <a:cubicBezTo>
                    <a:pt x="216" y="75"/>
                    <a:pt x="216" y="77"/>
                    <a:pt x="216" y="78"/>
                  </a:cubicBezTo>
                  <a:cubicBezTo>
                    <a:pt x="216" y="282"/>
                    <a:pt x="216" y="282"/>
                    <a:pt x="216" y="282"/>
                  </a:cubicBezTo>
                  <a:cubicBezTo>
                    <a:pt x="216" y="286"/>
                    <a:pt x="214" y="288"/>
                    <a:pt x="210" y="288"/>
                  </a:cubicBezTo>
                  <a:close/>
                  <a:moveTo>
                    <a:pt x="12" y="276"/>
                  </a:moveTo>
                  <a:cubicBezTo>
                    <a:pt x="204" y="276"/>
                    <a:pt x="204" y="276"/>
                    <a:pt x="204" y="276"/>
                  </a:cubicBezTo>
                  <a:cubicBezTo>
                    <a:pt x="204" y="81"/>
                    <a:pt x="204" y="81"/>
                    <a:pt x="204" y="81"/>
                  </a:cubicBezTo>
                  <a:cubicBezTo>
                    <a:pt x="136" y="12"/>
                    <a:pt x="136" y="12"/>
                    <a:pt x="136" y="12"/>
                  </a:cubicBezTo>
                  <a:cubicBezTo>
                    <a:pt x="12" y="12"/>
                    <a:pt x="12" y="12"/>
                    <a:pt x="12" y="12"/>
                  </a:cubicBezTo>
                  <a:lnTo>
                    <a:pt x="1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29" name="Freeform 80">
              <a:extLst>
                <a:ext uri="{FF2B5EF4-FFF2-40B4-BE49-F238E27FC236}">
                  <a16:creationId xmlns:a16="http://schemas.microsoft.com/office/drawing/2014/main" id="{ABA3B36B-BE79-3540-89D8-3AD859FC58BF}"/>
                </a:ext>
              </a:extLst>
            </p:cNvPr>
            <p:cNvSpPr>
              <a:spLocks/>
            </p:cNvSpPr>
            <p:nvPr/>
          </p:nvSpPr>
          <p:spPr bwMode="auto">
            <a:xfrm>
              <a:off x="5757" y="440"/>
              <a:ext cx="124" cy="125"/>
            </a:xfrm>
            <a:custGeom>
              <a:avLst/>
              <a:gdLst>
                <a:gd name="T0" fmla="*/ 78 w 84"/>
                <a:gd name="T1" fmla="*/ 84 h 84"/>
                <a:gd name="T2" fmla="*/ 6 w 84"/>
                <a:gd name="T3" fmla="*/ 84 h 84"/>
                <a:gd name="T4" fmla="*/ 0 w 84"/>
                <a:gd name="T5" fmla="*/ 78 h 84"/>
                <a:gd name="T6" fmla="*/ 0 w 84"/>
                <a:gd name="T7" fmla="*/ 6 h 84"/>
                <a:gd name="T8" fmla="*/ 6 w 84"/>
                <a:gd name="T9" fmla="*/ 0 h 84"/>
                <a:gd name="T10" fmla="*/ 12 w 84"/>
                <a:gd name="T11" fmla="*/ 6 h 84"/>
                <a:gd name="T12" fmla="*/ 12 w 84"/>
                <a:gd name="T13" fmla="*/ 72 h 84"/>
                <a:gd name="T14" fmla="*/ 78 w 84"/>
                <a:gd name="T15" fmla="*/ 72 h 84"/>
                <a:gd name="T16" fmla="*/ 84 w 84"/>
                <a:gd name="T17" fmla="*/ 78 h 84"/>
                <a:gd name="T18" fmla="*/ 78 w 84"/>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84">
                  <a:moveTo>
                    <a:pt x="78" y="84"/>
                  </a:moveTo>
                  <a:cubicBezTo>
                    <a:pt x="6" y="84"/>
                    <a:pt x="6" y="84"/>
                    <a:pt x="6" y="84"/>
                  </a:cubicBezTo>
                  <a:cubicBezTo>
                    <a:pt x="3" y="84"/>
                    <a:pt x="0" y="82"/>
                    <a:pt x="0" y="78"/>
                  </a:cubicBezTo>
                  <a:cubicBezTo>
                    <a:pt x="0" y="6"/>
                    <a:pt x="0" y="6"/>
                    <a:pt x="0" y="6"/>
                  </a:cubicBezTo>
                  <a:cubicBezTo>
                    <a:pt x="0" y="3"/>
                    <a:pt x="3" y="0"/>
                    <a:pt x="6" y="0"/>
                  </a:cubicBezTo>
                  <a:cubicBezTo>
                    <a:pt x="10" y="0"/>
                    <a:pt x="12" y="3"/>
                    <a:pt x="12" y="6"/>
                  </a:cubicBezTo>
                  <a:cubicBezTo>
                    <a:pt x="12" y="72"/>
                    <a:pt x="12" y="72"/>
                    <a:pt x="12" y="72"/>
                  </a:cubicBezTo>
                  <a:cubicBezTo>
                    <a:pt x="78" y="72"/>
                    <a:pt x="78" y="72"/>
                    <a:pt x="78" y="72"/>
                  </a:cubicBezTo>
                  <a:cubicBezTo>
                    <a:pt x="82" y="72"/>
                    <a:pt x="84" y="75"/>
                    <a:pt x="84" y="78"/>
                  </a:cubicBezTo>
                  <a:cubicBezTo>
                    <a:pt x="84" y="82"/>
                    <a:pt x="82" y="84"/>
                    <a:pt x="78"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30" name="Freeform 81">
              <a:extLst>
                <a:ext uri="{FF2B5EF4-FFF2-40B4-BE49-F238E27FC236}">
                  <a16:creationId xmlns:a16="http://schemas.microsoft.com/office/drawing/2014/main" id="{25C5AFD0-4C23-1A40-A6D1-BE0869FC7639}"/>
                </a:ext>
              </a:extLst>
            </p:cNvPr>
            <p:cNvSpPr>
              <a:spLocks/>
            </p:cNvSpPr>
            <p:nvPr/>
          </p:nvSpPr>
          <p:spPr bwMode="auto">
            <a:xfrm>
              <a:off x="5721" y="618"/>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31" name="Freeform 82">
              <a:extLst>
                <a:ext uri="{FF2B5EF4-FFF2-40B4-BE49-F238E27FC236}">
                  <a16:creationId xmlns:a16="http://schemas.microsoft.com/office/drawing/2014/main" id="{D412E5BA-BAFD-7249-9FD7-E1C872BDFC99}"/>
                </a:ext>
              </a:extLst>
            </p:cNvPr>
            <p:cNvSpPr>
              <a:spLocks/>
            </p:cNvSpPr>
            <p:nvPr/>
          </p:nvSpPr>
          <p:spPr bwMode="auto">
            <a:xfrm>
              <a:off x="5721" y="689"/>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32" name="Freeform 83">
              <a:extLst>
                <a:ext uri="{FF2B5EF4-FFF2-40B4-BE49-F238E27FC236}">
                  <a16:creationId xmlns:a16="http://schemas.microsoft.com/office/drawing/2014/main" id="{427BAFDA-991B-DF4F-A7FE-4061E7986915}"/>
                </a:ext>
              </a:extLst>
            </p:cNvPr>
            <p:cNvSpPr>
              <a:spLocks/>
            </p:cNvSpPr>
            <p:nvPr/>
          </p:nvSpPr>
          <p:spPr bwMode="auto">
            <a:xfrm>
              <a:off x="5721" y="760"/>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33" name="Freeform 84">
              <a:extLst>
                <a:ext uri="{FF2B5EF4-FFF2-40B4-BE49-F238E27FC236}">
                  <a16:creationId xmlns:a16="http://schemas.microsoft.com/office/drawing/2014/main" id="{B4508F28-8BDC-9245-9C66-6834A3DEBB70}"/>
                </a:ext>
              </a:extLst>
            </p:cNvPr>
            <p:cNvSpPr>
              <a:spLocks/>
            </p:cNvSpPr>
            <p:nvPr/>
          </p:nvSpPr>
          <p:spPr bwMode="auto">
            <a:xfrm>
              <a:off x="5614" y="582"/>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34" name="Freeform 85">
              <a:extLst>
                <a:ext uri="{FF2B5EF4-FFF2-40B4-BE49-F238E27FC236}">
                  <a16:creationId xmlns:a16="http://schemas.microsoft.com/office/drawing/2014/main" id="{4B821B86-B791-D441-90DA-D286CAEB5607}"/>
                </a:ext>
              </a:extLst>
            </p:cNvPr>
            <p:cNvSpPr>
              <a:spLocks/>
            </p:cNvSpPr>
            <p:nvPr/>
          </p:nvSpPr>
          <p:spPr bwMode="auto">
            <a:xfrm>
              <a:off x="5614" y="653"/>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35" name="Freeform 86">
              <a:extLst>
                <a:ext uri="{FF2B5EF4-FFF2-40B4-BE49-F238E27FC236}">
                  <a16:creationId xmlns:a16="http://schemas.microsoft.com/office/drawing/2014/main" id="{0961530D-62F0-7F40-BD08-0D4F17005F35}"/>
                </a:ext>
              </a:extLst>
            </p:cNvPr>
            <p:cNvSpPr>
              <a:spLocks/>
            </p:cNvSpPr>
            <p:nvPr/>
          </p:nvSpPr>
          <p:spPr bwMode="auto">
            <a:xfrm>
              <a:off x="5614" y="724"/>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136" name="Group 45">
            <a:extLst>
              <a:ext uri="{FF2B5EF4-FFF2-40B4-BE49-F238E27FC236}">
                <a16:creationId xmlns:a16="http://schemas.microsoft.com/office/drawing/2014/main" id="{516FF822-0AC6-8F49-982F-1D1D7300DD43}"/>
              </a:ext>
            </a:extLst>
          </p:cNvPr>
          <p:cNvGrpSpPr>
            <a:grpSpLocks noChangeAspect="1"/>
          </p:cNvGrpSpPr>
          <p:nvPr userDrawn="1"/>
        </p:nvGrpSpPr>
        <p:grpSpPr bwMode="auto">
          <a:xfrm>
            <a:off x="783204" y="3116889"/>
            <a:ext cx="481666" cy="481666"/>
            <a:chOff x="5507" y="439"/>
            <a:chExt cx="426" cy="426"/>
          </a:xfrm>
          <a:solidFill>
            <a:schemeClr val="accent1"/>
          </a:solidFill>
        </p:grpSpPr>
        <p:sp>
          <p:nvSpPr>
            <p:cNvPr id="137" name="Freeform 46">
              <a:extLst>
                <a:ext uri="{FF2B5EF4-FFF2-40B4-BE49-F238E27FC236}">
                  <a16:creationId xmlns:a16="http://schemas.microsoft.com/office/drawing/2014/main" id="{F4B73D59-02E7-6541-B93C-C6650620AAF5}"/>
                </a:ext>
              </a:extLst>
            </p:cNvPr>
            <p:cNvSpPr>
              <a:spLocks noEditPoints="1"/>
            </p:cNvSpPr>
            <p:nvPr/>
          </p:nvSpPr>
          <p:spPr bwMode="auto">
            <a:xfrm>
              <a:off x="5596" y="652"/>
              <a:ext cx="124" cy="124"/>
            </a:xfrm>
            <a:custGeom>
              <a:avLst/>
              <a:gdLst>
                <a:gd name="T0" fmla="*/ 42 w 84"/>
                <a:gd name="T1" fmla="*/ 84 h 84"/>
                <a:gd name="T2" fmla="*/ 0 w 84"/>
                <a:gd name="T3" fmla="*/ 42 h 84"/>
                <a:gd name="T4" fmla="*/ 42 w 84"/>
                <a:gd name="T5" fmla="*/ 0 h 84"/>
                <a:gd name="T6" fmla="*/ 84 w 84"/>
                <a:gd name="T7" fmla="*/ 42 h 84"/>
                <a:gd name="T8" fmla="*/ 42 w 84"/>
                <a:gd name="T9" fmla="*/ 84 h 84"/>
                <a:gd name="T10" fmla="*/ 42 w 84"/>
                <a:gd name="T11" fmla="*/ 12 h 84"/>
                <a:gd name="T12" fmla="*/ 12 w 84"/>
                <a:gd name="T13" fmla="*/ 42 h 84"/>
                <a:gd name="T14" fmla="*/ 42 w 84"/>
                <a:gd name="T15" fmla="*/ 72 h 84"/>
                <a:gd name="T16" fmla="*/ 72 w 84"/>
                <a:gd name="T17" fmla="*/ 42 h 84"/>
                <a:gd name="T18" fmla="*/ 42 w 84"/>
                <a:gd name="T19" fmla="*/ 1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84">
                  <a:moveTo>
                    <a:pt x="42" y="84"/>
                  </a:moveTo>
                  <a:cubicBezTo>
                    <a:pt x="19" y="84"/>
                    <a:pt x="0" y="65"/>
                    <a:pt x="0" y="42"/>
                  </a:cubicBezTo>
                  <a:cubicBezTo>
                    <a:pt x="0" y="18"/>
                    <a:pt x="19" y="0"/>
                    <a:pt x="42" y="0"/>
                  </a:cubicBezTo>
                  <a:cubicBezTo>
                    <a:pt x="66" y="0"/>
                    <a:pt x="84" y="18"/>
                    <a:pt x="84" y="42"/>
                  </a:cubicBezTo>
                  <a:cubicBezTo>
                    <a:pt x="84" y="65"/>
                    <a:pt x="66" y="84"/>
                    <a:pt x="42" y="84"/>
                  </a:cubicBezTo>
                  <a:close/>
                  <a:moveTo>
                    <a:pt x="42" y="12"/>
                  </a:moveTo>
                  <a:cubicBezTo>
                    <a:pt x="26" y="12"/>
                    <a:pt x="12" y="25"/>
                    <a:pt x="12" y="42"/>
                  </a:cubicBezTo>
                  <a:cubicBezTo>
                    <a:pt x="12" y="58"/>
                    <a:pt x="26" y="72"/>
                    <a:pt x="42" y="72"/>
                  </a:cubicBezTo>
                  <a:cubicBezTo>
                    <a:pt x="59" y="72"/>
                    <a:pt x="72" y="58"/>
                    <a:pt x="72" y="42"/>
                  </a:cubicBezTo>
                  <a:cubicBezTo>
                    <a:pt x="72" y="25"/>
                    <a:pt x="59"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38" name="Freeform 47">
              <a:extLst>
                <a:ext uri="{FF2B5EF4-FFF2-40B4-BE49-F238E27FC236}">
                  <a16:creationId xmlns:a16="http://schemas.microsoft.com/office/drawing/2014/main" id="{A069EDB2-D1F1-4B46-9633-D4A833BD8A7A}"/>
                </a:ext>
              </a:extLst>
            </p:cNvPr>
            <p:cNvSpPr>
              <a:spLocks noEditPoints="1"/>
            </p:cNvSpPr>
            <p:nvPr/>
          </p:nvSpPr>
          <p:spPr bwMode="auto">
            <a:xfrm>
              <a:off x="5809" y="492"/>
              <a:ext cx="71"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8" y="0"/>
                    <a:pt x="48" y="10"/>
                    <a:pt x="48" y="24"/>
                  </a:cubicBezTo>
                  <a:cubicBezTo>
                    <a:pt x="48" y="37"/>
                    <a:pt x="38"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39" name="Freeform 48">
              <a:extLst>
                <a:ext uri="{FF2B5EF4-FFF2-40B4-BE49-F238E27FC236}">
                  <a16:creationId xmlns:a16="http://schemas.microsoft.com/office/drawing/2014/main" id="{28E39315-063A-D84B-9973-3C71C544EA25}"/>
                </a:ext>
              </a:extLst>
            </p:cNvPr>
            <p:cNvSpPr>
              <a:spLocks noEditPoints="1"/>
            </p:cNvSpPr>
            <p:nvPr/>
          </p:nvSpPr>
          <p:spPr bwMode="auto">
            <a:xfrm>
              <a:off x="5507" y="563"/>
              <a:ext cx="302" cy="302"/>
            </a:xfrm>
            <a:custGeom>
              <a:avLst/>
              <a:gdLst>
                <a:gd name="T0" fmla="*/ 79 w 204"/>
                <a:gd name="T1" fmla="*/ 204 h 204"/>
                <a:gd name="T2" fmla="*/ 73 w 204"/>
                <a:gd name="T3" fmla="*/ 180 h 204"/>
                <a:gd name="T4" fmla="*/ 34 w 204"/>
                <a:gd name="T5" fmla="*/ 176 h 204"/>
                <a:gd name="T6" fmla="*/ 2 w 204"/>
                <a:gd name="T7" fmla="*/ 132 h 204"/>
                <a:gd name="T8" fmla="*/ 19 w 204"/>
                <a:gd name="T9" fmla="*/ 115 h 204"/>
                <a:gd name="T10" fmla="*/ 19 w 204"/>
                <a:gd name="T11" fmla="*/ 88 h 204"/>
                <a:gd name="T12" fmla="*/ 2 w 204"/>
                <a:gd name="T13" fmla="*/ 76 h 204"/>
                <a:gd name="T14" fmla="*/ 26 w 204"/>
                <a:gd name="T15" fmla="*/ 30 h 204"/>
                <a:gd name="T16" fmla="*/ 50 w 204"/>
                <a:gd name="T17" fmla="*/ 36 h 204"/>
                <a:gd name="T18" fmla="*/ 73 w 204"/>
                <a:gd name="T19" fmla="*/ 6 h 204"/>
                <a:gd name="T20" fmla="*/ 127 w 204"/>
                <a:gd name="T21" fmla="*/ 0 h 204"/>
                <a:gd name="T22" fmla="*/ 133 w 204"/>
                <a:gd name="T23" fmla="*/ 23 h 204"/>
                <a:gd name="T24" fmla="*/ 170 w 204"/>
                <a:gd name="T25" fmla="*/ 28 h 204"/>
                <a:gd name="T26" fmla="*/ 179 w 204"/>
                <a:gd name="T27" fmla="*/ 30 h 204"/>
                <a:gd name="T28" fmla="*/ 200 w 204"/>
                <a:gd name="T29" fmla="*/ 80 h 204"/>
                <a:gd name="T30" fmla="*/ 186 w 204"/>
                <a:gd name="T31" fmla="*/ 102 h 204"/>
                <a:gd name="T32" fmla="*/ 201 w 204"/>
                <a:gd name="T33" fmla="*/ 124 h 204"/>
                <a:gd name="T34" fmla="*/ 179 w 204"/>
                <a:gd name="T35" fmla="*/ 173 h 204"/>
                <a:gd name="T36" fmla="*/ 171 w 204"/>
                <a:gd name="T37" fmla="*/ 176 h 204"/>
                <a:gd name="T38" fmla="*/ 133 w 204"/>
                <a:gd name="T39" fmla="*/ 180 h 204"/>
                <a:gd name="T40" fmla="*/ 127 w 204"/>
                <a:gd name="T41" fmla="*/ 204 h 204"/>
                <a:gd name="T42" fmla="*/ 121 w 204"/>
                <a:gd name="T43" fmla="*/ 192 h 204"/>
                <a:gd name="T44" fmla="*/ 126 w 204"/>
                <a:gd name="T45" fmla="*/ 170 h 204"/>
                <a:gd name="T46" fmla="*/ 158 w 204"/>
                <a:gd name="T47" fmla="*/ 154 h 204"/>
                <a:gd name="T48" fmla="*/ 189 w 204"/>
                <a:gd name="T49" fmla="*/ 131 h 204"/>
                <a:gd name="T50" fmla="*/ 173 w 204"/>
                <a:gd name="T51" fmla="*/ 117 h 204"/>
                <a:gd name="T52" fmla="*/ 173 w 204"/>
                <a:gd name="T53" fmla="*/ 87 h 204"/>
                <a:gd name="T54" fmla="*/ 189 w 204"/>
                <a:gd name="T55" fmla="*/ 72 h 204"/>
                <a:gd name="T56" fmla="*/ 158 w 204"/>
                <a:gd name="T57" fmla="*/ 49 h 204"/>
                <a:gd name="T58" fmla="*/ 126 w 204"/>
                <a:gd name="T59" fmla="*/ 33 h 204"/>
                <a:gd name="T60" fmla="*/ 121 w 204"/>
                <a:gd name="T61" fmla="*/ 12 h 204"/>
                <a:gd name="T62" fmla="*/ 85 w 204"/>
                <a:gd name="T63" fmla="*/ 27 h 204"/>
                <a:gd name="T64" fmla="*/ 55 w 204"/>
                <a:gd name="T65" fmla="*/ 48 h 204"/>
                <a:gd name="T66" fmla="*/ 34 w 204"/>
                <a:gd name="T67" fmla="*/ 41 h 204"/>
                <a:gd name="T68" fmla="*/ 29 w 204"/>
                <a:gd name="T69" fmla="*/ 80 h 204"/>
                <a:gd name="T70" fmla="*/ 30 w 204"/>
                <a:gd name="T71" fmla="*/ 102 h 204"/>
                <a:gd name="T72" fmla="*/ 29 w 204"/>
                <a:gd name="T73" fmla="*/ 123 h 204"/>
                <a:gd name="T74" fmla="*/ 33 w 204"/>
                <a:gd name="T75" fmla="*/ 162 h 204"/>
                <a:gd name="T76" fmla="*/ 55 w 204"/>
                <a:gd name="T77" fmla="*/ 155 h 204"/>
                <a:gd name="T78" fmla="*/ 85 w 204"/>
                <a:gd name="T79" fmla="*/ 17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04" h="204">
                  <a:moveTo>
                    <a:pt x="127" y="204"/>
                  </a:moveTo>
                  <a:cubicBezTo>
                    <a:pt x="79" y="204"/>
                    <a:pt x="79" y="204"/>
                    <a:pt x="79" y="204"/>
                  </a:cubicBezTo>
                  <a:cubicBezTo>
                    <a:pt x="76" y="204"/>
                    <a:pt x="73" y="201"/>
                    <a:pt x="73" y="198"/>
                  </a:cubicBezTo>
                  <a:cubicBezTo>
                    <a:pt x="73" y="180"/>
                    <a:pt x="73" y="180"/>
                    <a:pt x="73" y="180"/>
                  </a:cubicBezTo>
                  <a:cubicBezTo>
                    <a:pt x="65" y="177"/>
                    <a:pt x="57" y="173"/>
                    <a:pt x="50" y="167"/>
                  </a:cubicBezTo>
                  <a:cubicBezTo>
                    <a:pt x="34" y="176"/>
                    <a:pt x="34" y="176"/>
                    <a:pt x="34" y="176"/>
                  </a:cubicBezTo>
                  <a:cubicBezTo>
                    <a:pt x="31" y="177"/>
                    <a:pt x="28" y="176"/>
                    <a:pt x="26" y="173"/>
                  </a:cubicBezTo>
                  <a:cubicBezTo>
                    <a:pt x="2" y="132"/>
                    <a:pt x="2" y="132"/>
                    <a:pt x="2" y="132"/>
                  </a:cubicBezTo>
                  <a:cubicBezTo>
                    <a:pt x="0" y="129"/>
                    <a:pt x="1" y="125"/>
                    <a:pt x="4" y="124"/>
                  </a:cubicBezTo>
                  <a:cubicBezTo>
                    <a:pt x="19" y="115"/>
                    <a:pt x="19" y="115"/>
                    <a:pt x="19" y="115"/>
                  </a:cubicBezTo>
                  <a:cubicBezTo>
                    <a:pt x="19" y="111"/>
                    <a:pt x="18" y="106"/>
                    <a:pt x="18" y="102"/>
                  </a:cubicBezTo>
                  <a:cubicBezTo>
                    <a:pt x="18" y="97"/>
                    <a:pt x="19" y="93"/>
                    <a:pt x="19" y="88"/>
                  </a:cubicBezTo>
                  <a:cubicBezTo>
                    <a:pt x="4" y="80"/>
                    <a:pt x="4" y="80"/>
                    <a:pt x="4" y="80"/>
                  </a:cubicBezTo>
                  <a:cubicBezTo>
                    <a:pt x="3" y="79"/>
                    <a:pt x="2" y="78"/>
                    <a:pt x="2" y="76"/>
                  </a:cubicBezTo>
                  <a:cubicBezTo>
                    <a:pt x="1" y="74"/>
                    <a:pt x="1" y="73"/>
                    <a:pt x="2" y="71"/>
                  </a:cubicBezTo>
                  <a:cubicBezTo>
                    <a:pt x="26" y="30"/>
                    <a:pt x="26" y="30"/>
                    <a:pt x="26" y="30"/>
                  </a:cubicBezTo>
                  <a:cubicBezTo>
                    <a:pt x="28" y="27"/>
                    <a:pt x="32" y="26"/>
                    <a:pt x="34" y="28"/>
                  </a:cubicBezTo>
                  <a:cubicBezTo>
                    <a:pt x="50" y="36"/>
                    <a:pt x="50" y="36"/>
                    <a:pt x="50" y="36"/>
                  </a:cubicBezTo>
                  <a:cubicBezTo>
                    <a:pt x="57" y="30"/>
                    <a:pt x="65" y="26"/>
                    <a:pt x="73" y="23"/>
                  </a:cubicBezTo>
                  <a:cubicBezTo>
                    <a:pt x="73" y="6"/>
                    <a:pt x="73" y="6"/>
                    <a:pt x="73" y="6"/>
                  </a:cubicBezTo>
                  <a:cubicBezTo>
                    <a:pt x="73" y="2"/>
                    <a:pt x="76" y="0"/>
                    <a:pt x="79" y="0"/>
                  </a:cubicBezTo>
                  <a:cubicBezTo>
                    <a:pt x="127" y="0"/>
                    <a:pt x="127" y="0"/>
                    <a:pt x="127" y="0"/>
                  </a:cubicBezTo>
                  <a:cubicBezTo>
                    <a:pt x="131" y="0"/>
                    <a:pt x="133" y="2"/>
                    <a:pt x="133" y="6"/>
                  </a:cubicBezTo>
                  <a:cubicBezTo>
                    <a:pt x="133" y="23"/>
                    <a:pt x="133" y="23"/>
                    <a:pt x="133" y="23"/>
                  </a:cubicBezTo>
                  <a:cubicBezTo>
                    <a:pt x="142" y="26"/>
                    <a:pt x="149" y="31"/>
                    <a:pt x="156" y="36"/>
                  </a:cubicBezTo>
                  <a:cubicBezTo>
                    <a:pt x="170" y="28"/>
                    <a:pt x="170" y="28"/>
                    <a:pt x="170" y="28"/>
                  </a:cubicBezTo>
                  <a:cubicBezTo>
                    <a:pt x="172" y="27"/>
                    <a:pt x="173" y="27"/>
                    <a:pt x="175" y="27"/>
                  </a:cubicBezTo>
                  <a:cubicBezTo>
                    <a:pt x="177" y="27"/>
                    <a:pt x="178" y="28"/>
                    <a:pt x="179" y="30"/>
                  </a:cubicBezTo>
                  <a:cubicBezTo>
                    <a:pt x="203" y="71"/>
                    <a:pt x="203" y="71"/>
                    <a:pt x="203" y="71"/>
                  </a:cubicBezTo>
                  <a:cubicBezTo>
                    <a:pt x="204" y="74"/>
                    <a:pt x="203" y="78"/>
                    <a:pt x="200" y="80"/>
                  </a:cubicBezTo>
                  <a:cubicBezTo>
                    <a:pt x="185" y="88"/>
                    <a:pt x="185" y="88"/>
                    <a:pt x="185" y="88"/>
                  </a:cubicBezTo>
                  <a:cubicBezTo>
                    <a:pt x="186" y="93"/>
                    <a:pt x="186" y="97"/>
                    <a:pt x="186" y="102"/>
                  </a:cubicBezTo>
                  <a:cubicBezTo>
                    <a:pt x="186" y="106"/>
                    <a:pt x="186" y="111"/>
                    <a:pt x="185" y="115"/>
                  </a:cubicBezTo>
                  <a:cubicBezTo>
                    <a:pt x="201" y="124"/>
                    <a:pt x="201" y="124"/>
                    <a:pt x="201" y="124"/>
                  </a:cubicBezTo>
                  <a:cubicBezTo>
                    <a:pt x="203" y="125"/>
                    <a:pt x="204" y="129"/>
                    <a:pt x="203" y="132"/>
                  </a:cubicBezTo>
                  <a:cubicBezTo>
                    <a:pt x="179" y="173"/>
                    <a:pt x="179" y="173"/>
                    <a:pt x="179" y="173"/>
                  </a:cubicBezTo>
                  <a:cubicBezTo>
                    <a:pt x="178" y="175"/>
                    <a:pt x="177" y="176"/>
                    <a:pt x="175" y="176"/>
                  </a:cubicBezTo>
                  <a:cubicBezTo>
                    <a:pt x="174" y="177"/>
                    <a:pt x="172" y="176"/>
                    <a:pt x="171" y="176"/>
                  </a:cubicBezTo>
                  <a:cubicBezTo>
                    <a:pt x="156" y="167"/>
                    <a:pt x="156" y="167"/>
                    <a:pt x="156" y="167"/>
                  </a:cubicBezTo>
                  <a:cubicBezTo>
                    <a:pt x="149" y="173"/>
                    <a:pt x="142" y="177"/>
                    <a:pt x="133" y="180"/>
                  </a:cubicBezTo>
                  <a:cubicBezTo>
                    <a:pt x="133" y="198"/>
                    <a:pt x="133" y="198"/>
                    <a:pt x="133" y="198"/>
                  </a:cubicBezTo>
                  <a:cubicBezTo>
                    <a:pt x="133" y="201"/>
                    <a:pt x="131" y="204"/>
                    <a:pt x="127" y="204"/>
                  </a:cubicBezTo>
                  <a:close/>
                  <a:moveTo>
                    <a:pt x="85" y="192"/>
                  </a:moveTo>
                  <a:cubicBezTo>
                    <a:pt x="121" y="192"/>
                    <a:pt x="121" y="192"/>
                    <a:pt x="121" y="192"/>
                  </a:cubicBezTo>
                  <a:cubicBezTo>
                    <a:pt x="121" y="176"/>
                    <a:pt x="121" y="176"/>
                    <a:pt x="121" y="176"/>
                  </a:cubicBezTo>
                  <a:cubicBezTo>
                    <a:pt x="121" y="173"/>
                    <a:pt x="123" y="171"/>
                    <a:pt x="126" y="170"/>
                  </a:cubicBezTo>
                  <a:cubicBezTo>
                    <a:pt x="136" y="167"/>
                    <a:pt x="143" y="162"/>
                    <a:pt x="151" y="155"/>
                  </a:cubicBezTo>
                  <a:cubicBezTo>
                    <a:pt x="153" y="153"/>
                    <a:pt x="156" y="153"/>
                    <a:pt x="158" y="154"/>
                  </a:cubicBezTo>
                  <a:cubicBezTo>
                    <a:pt x="172" y="162"/>
                    <a:pt x="172" y="162"/>
                    <a:pt x="172" y="162"/>
                  </a:cubicBezTo>
                  <a:cubicBezTo>
                    <a:pt x="189" y="131"/>
                    <a:pt x="189" y="131"/>
                    <a:pt x="189" y="131"/>
                  </a:cubicBezTo>
                  <a:cubicBezTo>
                    <a:pt x="176" y="123"/>
                    <a:pt x="176" y="123"/>
                    <a:pt x="176" y="123"/>
                  </a:cubicBezTo>
                  <a:cubicBezTo>
                    <a:pt x="173" y="122"/>
                    <a:pt x="172" y="119"/>
                    <a:pt x="173" y="117"/>
                  </a:cubicBezTo>
                  <a:cubicBezTo>
                    <a:pt x="174" y="112"/>
                    <a:pt x="174" y="107"/>
                    <a:pt x="174" y="102"/>
                  </a:cubicBezTo>
                  <a:cubicBezTo>
                    <a:pt x="174" y="97"/>
                    <a:pt x="174" y="92"/>
                    <a:pt x="173" y="87"/>
                  </a:cubicBezTo>
                  <a:cubicBezTo>
                    <a:pt x="172" y="84"/>
                    <a:pt x="173" y="81"/>
                    <a:pt x="176" y="80"/>
                  </a:cubicBezTo>
                  <a:cubicBezTo>
                    <a:pt x="189" y="72"/>
                    <a:pt x="189" y="72"/>
                    <a:pt x="189" y="72"/>
                  </a:cubicBezTo>
                  <a:cubicBezTo>
                    <a:pt x="171" y="41"/>
                    <a:pt x="171" y="41"/>
                    <a:pt x="171" y="41"/>
                  </a:cubicBezTo>
                  <a:cubicBezTo>
                    <a:pt x="158" y="49"/>
                    <a:pt x="158" y="49"/>
                    <a:pt x="158" y="49"/>
                  </a:cubicBezTo>
                  <a:cubicBezTo>
                    <a:pt x="156" y="50"/>
                    <a:pt x="153" y="50"/>
                    <a:pt x="151" y="48"/>
                  </a:cubicBezTo>
                  <a:cubicBezTo>
                    <a:pt x="143" y="41"/>
                    <a:pt x="136" y="36"/>
                    <a:pt x="126" y="33"/>
                  </a:cubicBezTo>
                  <a:cubicBezTo>
                    <a:pt x="123" y="33"/>
                    <a:pt x="121" y="30"/>
                    <a:pt x="121" y="27"/>
                  </a:cubicBezTo>
                  <a:cubicBezTo>
                    <a:pt x="121" y="12"/>
                    <a:pt x="121" y="12"/>
                    <a:pt x="121" y="12"/>
                  </a:cubicBezTo>
                  <a:cubicBezTo>
                    <a:pt x="85" y="12"/>
                    <a:pt x="85" y="12"/>
                    <a:pt x="85" y="12"/>
                  </a:cubicBezTo>
                  <a:cubicBezTo>
                    <a:pt x="85" y="27"/>
                    <a:pt x="85" y="27"/>
                    <a:pt x="85" y="27"/>
                  </a:cubicBezTo>
                  <a:cubicBezTo>
                    <a:pt x="85" y="30"/>
                    <a:pt x="83" y="32"/>
                    <a:pt x="81" y="33"/>
                  </a:cubicBezTo>
                  <a:cubicBezTo>
                    <a:pt x="71" y="36"/>
                    <a:pt x="63" y="40"/>
                    <a:pt x="55" y="48"/>
                  </a:cubicBezTo>
                  <a:cubicBezTo>
                    <a:pt x="53" y="50"/>
                    <a:pt x="50" y="50"/>
                    <a:pt x="48" y="49"/>
                  </a:cubicBezTo>
                  <a:cubicBezTo>
                    <a:pt x="34" y="41"/>
                    <a:pt x="34" y="41"/>
                    <a:pt x="34" y="41"/>
                  </a:cubicBezTo>
                  <a:cubicBezTo>
                    <a:pt x="16" y="72"/>
                    <a:pt x="16" y="72"/>
                    <a:pt x="16" y="72"/>
                  </a:cubicBezTo>
                  <a:cubicBezTo>
                    <a:pt x="29" y="80"/>
                    <a:pt x="29" y="80"/>
                    <a:pt x="29" y="80"/>
                  </a:cubicBezTo>
                  <a:cubicBezTo>
                    <a:pt x="31" y="81"/>
                    <a:pt x="33" y="84"/>
                    <a:pt x="32" y="87"/>
                  </a:cubicBezTo>
                  <a:cubicBezTo>
                    <a:pt x="31" y="92"/>
                    <a:pt x="30" y="97"/>
                    <a:pt x="30" y="102"/>
                  </a:cubicBezTo>
                  <a:cubicBezTo>
                    <a:pt x="30" y="107"/>
                    <a:pt x="31" y="112"/>
                    <a:pt x="32" y="117"/>
                  </a:cubicBezTo>
                  <a:cubicBezTo>
                    <a:pt x="33" y="119"/>
                    <a:pt x="31" y="122"/>
                    <a:pt x="29" y="123"/>
                  </a:cubicBezTo>
                  <a:cubicBezTo>
                    <a:pt x="15" y="131"/>
                    <a:pt x="15" y="131"/>
                    <a:pt x="15" y="131"/>
                  </a:cubicBezTo>
                  <a:cubicBezTo>
                    <a:pt x="33" y="162"/>
                    <a:pt x="33" y="162"/>
                    <a:pt x="33" y="162"/>
                  </a:cubicBezTo>
                  <a:cubicBezTo>
                    <a:pt x="48" y="154"/>
                    <a:pt x="48" y="154"/>
                    <a:pt x="48" y="154"/>
                  </a:cubicBezTo>
                  <a:cubicBezTo>
                    <a:pt x="50" y="153"/>
                    <a:pt x="53" y="153"/>
                    <a:pt x="55" y="155"/>
                  </a:cubicBezTo>
                  <a:cubicBezTo>
                    <a:pt x="63" y="163"/>
                    <a:pt x="71" y="167"/>
                    <a:pt x="81" y="170"/>
                  </a:cubicBezTo>
                  <a:cubicBezTo>
                    <a:pt x="83" y="171"/>
                    <a:pt x="85" y="173"/>
                    <a:pt x="85" y="176"/>
                  </a:cubicBezTo>
                  <a:lnTo>
                    <a:pt x="85"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40" name="Freeform 49">
              <a:extLst>
                <a:ext uri="{FF2B5EF4-FFF2-40B4-BE49-F238E27FC236}">
                  <a16:creationId xmlns:a16="http://schemas.microsoft.com/office/drawing/2014/main" id="{25703F0B-4AFB-1142-AB77-64647188DC7B}"/>
                </a:ext>
              </a:extLst>
            </p:cNvPr>
            <p:cNvSpPr>
              <a:spLocks noEditPoints="1"/>
            </p:cNvSpPr>
            <p:nvPr/>
          </p:nvSpPr>
          <p:spPr bwMode="auto">
            <a:xfrm>
              <a:off x="5757" y="439"/>
              <a:ext cx="176" cy="178"/>
            </a:xfrm>
            <a:custGeom>
              <a:avLst/>
              <a:gdLst>
                <a:gd name="T0" fmla="*/ 48 w 119"/>
                <a:gd name="T1" fmla="*/ 120 h 120"/>
                <a:gd name="T2" fmla="*/ 42 w 119"/>
                <a:gd name="T3" fmla="*/ 104 h 120"/>
                <a:gd name="T4" fmla="*/ 21 w 119"/>
                <a:gd name="T5" fmla="*/ 102 h 120"/>
                <a:gd name="T6" fmla="*/ 1 w 119"/>
                <a:gd name="T7" fmla="*/ 79 h 120"/>
                <a:gd name="T8" fmla="*/ 4 w 119"/>
                <a:gd name="T9" fmla="*/ 71 h 120"/>
                <a:gd name="T10" fmla="*/ 11 w 119"/>
                <a:gd name="T11" fmla="*/ 60 h 120"/>
                <a:gd name="T12" fmla="*/ 4 w 119"/>
                <a:gd name="T13" fmla="*/ 48 h 120"/>
                <a:gd name="T14" fmla="*/ 2 w 119"/>
                <a:gd name="T15" fmla="*/ 40 h 120"/>
                <a:gd name="T16" fmla="*/ 22 w 119"/>
                <a:gd name="T17" fmla="*/ 17 h 120"/>
                <a:gd name="T18" fmla="*/ 42 w 119"/>
                <a:gd name="T19" fmla="*/ 15 h 120"/>
                <a:gd name="T20" fmla="*/ 48 w 119"/>
                <a:gd name="T21" fmla="*/ 0 h 120"/>
                <a:gd name="T22" fmla="*/ 78 w 119"/>
                <a:gd name="T23" fmla="*/ 6 h 120"/>
                <a:gd name="T24" fmla="*/ 89 w 119"/>
                <a:gd name="T25" fmla="*/ 22 h 120"/>
                <a:gd name="T26" fmla="*/ 102 w 119"/>
                <a:gd name="T27" fmla="*/ 16 h 120"/>
                <a:gd name="T28" fmla="*/ 117 w 119"/>
                <a:gd name="T29" fmla="*/ 40 h 120"/>
                <a:gd name="T30" fmla="*/ 107 w 119"/>
                <a:gd name="T31" fmla="*/ 53 h 120"/>
                <a:gd name="T32" fmla="*/ 107 w 119"/>
                <a:gd name="T33" fmla="*/ 66 h 120"/>
                <a:gd name="T34" fmla="*/ 117 w 119"/>
                <a:gd name="T35" fmla="*/ 79 h 120"/>
                <a:gd name="T36" fmla="*/ 102 w 119"/>
                <a:gd name="T37" fmla="*/ 103 h 120"/>
                <a:gd name="T38" fmla="*/ 89 w 119"/>
                <a:gd name="T39" fmla="*/ 97 h 120"/>
                <a:gd name="T40" fmla="*/ 78 w 119"/>
                <a:gd name="T41" fmla="*/ 114 h 120"/>
                <a:gd name="T42" fmla="*/ 54 w 119"/>
                <a:gd name="T43" fmla="*/ 108 h 120"/>
                <a:gd name="T44" fmla="*/ 66 w 119"/>
                <a:gd name="T45" fmla="*/ 100 h 120"/>
                <a:gd name="T46" fmla="*/ 84 w 119"/>
                <a:gd name="T47" fmla="*/ 86 h 120"/>
                <a:gd name="T48" fmla="*/ 98 w 119"/>
                <a:gd name="T49" fmla="*/ 89 h 120"/>
                <a:gd name="T50" fmla="*/ 97 w 119"/>
                <a:gd name="T51" fmla="*/ 75 h 120"/>
                <a:gd name="T52" fmla="*/ 95 w 119"/>
                <a:gd name="T53" fmla="*/ 60 h 120"/>
                <a:gd name="T54" fmla="*/ 97 w 119"/>
                <a:gd name="T55" fmla="*/ 45 h 120"/>
                <a:gd name="T56" fmla="*/ 98 w 119"/>
                <a:gd name="T57" fmla="*/ 31 h 120"/>
                <a:gd name="T58" fmla="*/ 84 w 119"/>
                <a:gd name="T59" fmla="*/ 34 h 120"/>
                <a:gd name="T60" fmla="*/ 66 w 119"/>
                <a:gd name="T61" fmla="*/ 19 h 120"/>
                <a:gd name="T62" fmla="*/ 54 w 119"/>
                <a:gd name="T63" fmla="*/ 12 h 120"/>
                <a:gd name="T64" fmla="*/ 50 w 119"/>
                <a:gd name="T65" fmla="*/ 25 h 120"/>
                <a:gd name="T66" fmla="*/ 28 w 119"/>
                <a:gd name="T67" fmla="*/ 34 h 120"/>
                <a:gd name="T68" fmla="*/ 15 w 119"/>
                <a:gd name="T69" fmla="*/ 41 h 120"/>
                <a:gd name="T70" fmla="*/ 24 w 119"/>
                <a:gd name="T71" fmla="*/ 51 h 120"/>
                <a:gd name="T72" fmla="*/ 24 w 119"/>
                <a:gd name="T73" fmla="*/ 68 h 120"/>
                <a:gd name="T74" fmla="*/ 15 w 119"/>
                <a:gd name="T75" fmla="*/ 78 h 120"/>
                <a:gd name="T76" fmla="*/ 28 w 119"/>
                <a:gd name="T77" fmla="*/ 85 h 120"/>
                <a:gd name="T78" fmla="*/ 50 w 119"/>
                <a:gd name="T79" fmla="*/ 94 h 120"/>
                <a:gd name="T80" fmla="*/ 54 w 119"/>
                <a:gd name="T81"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9" h="120">
                  <a:moveTo>
                    <a:pt x="72" y="120"/>
                  </a:moveTo>
                  <a:cubicBezTo>
                    <a:pt x="48" y="120"/>
                    <a:pt x="48" y="120"/>
                    <a:pt x="48" y="120"/>
                  </a:cubicBezTo>
                  <a:cubicBezTo>
                    <a:pt x="45" y="120"/>
                    <a:pt x="42" y="117"/>
                    <a:pt x="42" y="114"/>
                  </a:cubicBezTo>
                  <a:cubicBezTo>
                    <a:pt x="42" y="104"/>
                    <a:pt x="42" y="104"/>
                    <a:pt x="42" y="104"/>
                  </a:cubicBezTo>
                  <a:cubicBezTo>
                    <a:pt x="38" y="102"/>
                    <a:pt x="34" y="100"/>
                    <a:pt x="30" y="97"/>
                  </a:cubicBezTo>
                  <a:cubicBezTo>
                    <a:pt x="21" y="102"/>
                    <a:pt x="21" y="102"/>
                    <a:pt x="21" y="102"/>
                  </a:cubicBezTo>
                  <a:cubicBezTo>
                    <a:pt x="19" y="104"/>
                    <a:pt x="15" y="103"/>
                    <a:pt x="13" y="100"/>
                  </a:cubicBezTo>
                  <a:cubicBezTo>
                    <a:pt x="1" y="79"/>
                    <a:pt x="1" y="79"/>
                    <a:pt x="1" y="79"/>
                  </a:cubicBezTo>
                  <a:cubicBezTo>
                    <a:pt x="1" y="78"/>
                    <a:pt x="0" y="76"/>
                    <a:pt x="1" y="75"/>
                  </a:cubicBezTo>
                  <a:cubicBezTo>
                    <a:pt x="1" y="73"/>
                    <a:pt x="2" y="72"/>
                    <a:pt x="4" y="71"/>
                  </a:cubicBezTo>
                  <a:cubicBezTo>
                    <a:pt x="12" y="66"/>
                    <a:pt x="12" y="66"/>
                    <a:pt x="12" y="66"/>
                  </a:cubicBezTo>
                  <a:cubicBezTo>
                    <a:pt x="12" y="64"/>
                    <a:pt x="11" y="62"/>
                    <a:pt x="11" y="60"/>
                  </a:cubicBezTo>
                  <a:cubicBezTo>
                    <a:pt x="11" y="57"/>
                    <a:pt x="12" y="55"/>
                    <a:pt x="12" y="53"/>
                  </a:cubicBezTo>
                  <a:cubicBezTo>
                    <a:pt x="4" y="48"/>
                    <a:pt x="4" y="48"/>
                    <a:pt x="4" y="48"/>
                  </a:cubicBezTo>
                  <a:cubicBezTo>
                    <a:pt x="2" y="47"/>
                    <a:pt x="1" y="46"/>
                    <a:pt x="1" y="45"/>
                  </a:cubicBezTo>
                  <a:cubicBezTo>
                    <a:pt x="0" y="43"/>
                    <a:pt x="1" y="41"/>
                    <a:pt x="2" y="40"/>
                  </a:cubicBezTo>
                  <a:cubicBezTo>
                    <a:pt x="14" y="19"/>
                    <a:pt x="14" y="19"/>
                    <a:pt x="14" y="19"/>
                  </a:cubicBezTo>
                  <a:cubicBezTo>
                    <a:pt x="15" y="16"/>
                    <a:pt x="19" y="15"/>
                    <a:pt x="22" y="17"/>
                  </a:cubicBezTo>
                  <a:cubicBezTo>
                    <a:pt x="30" y="22"/>
                    <a:pt x="30" y="22"/>
                    <a:pt x="30" y="22"/>
                  </a:cubicBezTo>
                  <a:cubicBezTo>
                    <a:pt x="34" y="19"/>
                    <a:pt x="38" y="17"/>
                    <a:pt x="42" y="15"/>
                  </a:cubicBezTo>
                  <a:cubicBezTo>
                    <a:pt x="42" y="6"/>
                    <a:pt x="42" y="6"/>
                    <a:pt x="42" y="6"/>
                  </a:cubicBezTo>
                  <a:cubicBezTo>
                    <a:pt x="42" y="2"/>
                    <a:pt x="45" y="0"/>
                    <a:pt x="48" y="0"/>
                  </a:cubicBezTo>
                  <a:cubicBezTo>
                    <a:pt x="72" y="0"/>
                    <a:pt x="72" y="0"/>
                    <a:pt x="72" y="0"/>
                  </a:cubicBezTo>
                  <a:cubicBezTo>
                    <a:pt x="76" y="0"/>
                    <a:pt x="78" y="2"/>
                    <a:pt x="78" y="6"/>
                  </a:cubicBezTo>
                  <a:cubicBezTo>
                    <a:pt x="78" y="15"/>
                    <a:pt x="78" y="15"/>
                    <a:pt x="78" y="15"/>
                  </a:cubicBezTo>
                  <a:cubicBezTo>
                    <a:pt x="82" y="17"/>
                    <a:pt x="86" y="19"/>
                    <a:pt x="89" y="22"/>
                  </a:cubicBezTo>
                  <a:cubicBezTo>
                    <a:pt x="97" y="17"/>
                    <a:pt x="97" y="17"/>
                    <a:pt x="97" y="17"/>
                  </a:cubicBezTo>
                  <a:cubicBezTo>
                    <a:pt x="98" y="16"/>
                    <a:pt x="100" y="16"/>
                    <a:pt x="102" y="16"/>
                  </a:cubicBezTo>
                  <a:cubicBezTo>
                    <a:pt x="103" y="17"/>
                    <a:pt x="105" y="18"/>
                    <a:pt x="105" y="19"/>
                  </a:cubicBezTo>
                  <a:cubicBezTo>
                    <a:pt x="117" y="40"/>
                    <a:pt x="117" y="40"/>
                    <a:pt x="117" y="40"/>
                  </a:cubicBezTo>
                  <a:cubicBezTo>
                    <a:pt x="119" y="43"/>
                    <a:pt x="118" y="47"/>
                    <a:pt x="115" y="48"/>
                  </a:cubicBezTo>
                  <a:cubicBezTo>
                    <a:pt x="107" y="53"/>
                    <a:pt x="107" y="53"/>
                    <a:pt x="107" y="53"/>
                  </a:cubicBezTo>
                  <a:cubicBezTo>
                    <a:pt x="107" y="55"/>
                    <a:pt x="107" y="57"/>
                    <a:pt x="107" y="60"/>
                  </a:cubicBezTo>
                  <a:cubicBezTo>
                    <a:pt x="107" y="62"/>
                    <a:pt x="107" y="64"/>
                    <a:pt x="107" y="66"/>
                  </a:cubicBezTo>
                  <a:cubicBezTo>
                    <a:pt x="115" y="71"/>
                    <a:pt x="115" y="71"/>
                    <a:pt x="115" y="71"/>
                  </a:cubicBezTo>
                  <a:cubicBezTo>
                    <a:pt x="118" y="73"/>
                    <a:pt x="119" y="76"/>
                    <a:pt x="117" y="79"/>
                  </a:cubicBezTo>
                  <a:cubicBezTo>
                    <a:pt x="106" y="100"/>
                    <a:pt x="106" y="100"/>
                    <a:pt x="106" y="100"/>
                  </a:cubicBezTo>
                  <a:cubicBezTo>
                    <a:pt x="105" y="101"/>
                    <a:pt x="103" y="102"/>
                    <a:pt x="102" y="103"/>
                  </a:cubicBezTo>
                  <a:cubicBezTo>
                    <a:pt x="100" y="103"/>
                    <a:pt x="99" y="103"/>
                    <a:pt x="97" y="102"/>
                  </a:cubicBezTo>
                  <a:cubicBezTo>
                    <a:pt x="89" y="97"/>
                    <a:pt x="89" y="97"/>
                    <a:pt x="89" y="97"/>
                  </a:cubicBezTo>
                  <a:cubicBezTo>
                    <a:pt x="86" y="100"/>
                    <a:pt x="82" y="102"/>
                    <a:pt x="78" y="104"/>
                  </a:cubicBezTo>
                  <a:cubicBezTo>
                    <a:pt x="78" y="114"/>
                    <a:pt x="78" y="114"/>
                    <a:pt x="78" y="114"/>
                  </a:cubicBezTo>
                  <a:cubicBezTo>
                    <a:pt x="78" y="117"/>
                    <a:pt x="76" y="120"/>
                    <a:pt x="72" y="120"/>
                  </a:cubicBezTo>
                  <a:close/>
                  <a:moveTo>
                    <a:pt x="54" y="108"/>
                  </a:moveTo>
                  <a:cubicBezTo>
                    <a:pt x="66" y="108"/>
                    <a:pt x="66" y="108"/>
                    <a:pt x="66" y="108"/>
                  </a:cubicBezTo>
                  <a:cubicBezTo>
                    <a:pt x="66" y="100"/>
                    <a:pt x="66" y="100"/>
                    <a:pt x="66" y="100"/>
                  </a:cubicBezTo>
                  <a:cubicBezTo>
                    <a:pt x="66" y="97"/>
                    <a:pt x="68" y="95"/>
                    <a:pt x="70" y="94"/>
                  </a:cubicBezTo>
                  <a:cubicBezTo>
                    <a:pt x="76" y="93"/>
                    <a:pt x="80" y="90"/>
                    <a:pt x="84" y="86"/>
                  </a:cubicBezTo>
                  <a:cubicBezTo>
                    <a:pt x="86" y="84"/>
                    <a:pt x="89" y="84"/>
                    <a:pt x="92" y="85"/>
                  </a:cubicBezTo>
                  <a:cubicBezTo>
                    <a:pt x="98" y="89"/>
                    <a:pt x="98" y="89"/>
                    <a:pt x="98" y="89"/>
                  </a:cubicBezTo>
                  <a:cubicBezTo>
                    <a:pt x="104" y="78"/>
                    <a:pt x="104" y="78"/>
                    <a:pt x="104" y="78"/>
                  </a:cubicBezTo>
                  <a:cubicBezTo>
                    <a:pt x="97" y="75"/>
                    <a:pt x="97" y="75"/>
                    <a:pt x="97" y="75"/>
                  </a:cubicBezTo>
                  <a:cubicBezTo>
                    <a:pt x="95" y="73"/>
                    <a:pt x="94" y="71"/>
                    <a:pt x="94" y="68"/>
                  </a:cubicBezTo>
                  <a:cubicBezTo>
                    <a:pt x="95" y="65"/>
                    <a:pt x="95" y="62"/>
                    <a:pt x="95" y="60"/>
                  </a:cubicBezTo>
                  <a:cubicBezTo>
                    <a:pt x="95" y="57"/>
                    <a:pt x="95" y="54"/>
                    <a:pt x="94" y="51"/>
                  </a:cubicBezTo>
                  <a:cubicBezTo>
                    <a:pt x="94" y="49"/>
                    <a:pt x="95" y="46"/>
                    <a:pt x="97" y="45"/>
                  </a:cubicBezTo>
                  <a:cubicBezTo>
                    <a:pt x="104" y="41"/>
                    <a:pt x="104" y="41"/>
                    <a:pt x="104" y="41"/>
                  </a:cubicBezTo>
                  <a:cubicBezTo>
                    <a:pt x="98" y="31"/>
                    <a:pt x="98" y="31"/>
                    <a:pt x="98" y="31"/>
                  </a:cubicBezTo>
                  <a:cubicBezTo>
                    <a:pt x="92" y="34"/>
                    <a:pt x="92" y="34"/>
                    <a:pt x="92" y="34"/>
                  </a:cubicBezTo>
                  <a:cubicBezTo>
                    <a:pt x="89" y="36"/>
                    <a:pt x="86" y="35"/>
                    <a:pt x="84" y="34"/>
                  </a:cubicBezTo>
                  <a:cubicBezTo>
                    <a:pt x="80" y="30"/>
                    <a:pt x="76" y="27"/>
                    <a:pt x="70" y="25"/>
                  </a:cubicBezTo>
                  <a:cubicBezTo>
                    <a:pt x="68" y="24"/>
                    <a:pt x="66" y="22"/>
                    <a:pt x="66" y="19"/>
                  </a:cubicBezTo>
                  <a:cubicBezTo>
                    <a:pt x="66" y="12"/>
                    <a:pt x="66" y="12"/>
                    <a:pt x="66" y="12"/>
                  </a:cubicBezTo>
                  <a:cubicBezTo>
                    <a:pt x="54" y="12"/>
                    <a:pt x="54" y="12"/>
                    <a:pt x="54" y="12"/>
                  </a:cubicBezTo>
                  <a:cubicBezTo>
                    <a:pt x="54" y="19"/>
                    <a:pt x="54" y="19"/>
                    <a:pt x="54" y="19"/>
                  </a:cubicBezTo>
                  <a:cubicBezTo>
                    <a:pt x="54" y="22"/>
                    <a:pt x="53" y="24"/>
                    <a:pt x="50" y="25"/>
                  </a:cubicBezTo>
                  <a:cubicBezTo>
                    <a:pt x="44" y="27"/>
                    <a:pt x="39" y="30"/>
                    <a:pt x="35" y="34"/>
                  </a:cubicBezTo>
                  <a:cubicBezTo>
                    <a:pt x="33" y="35"/>
                    <a:pt x="30" y="36"/>
                    <a:pt x="28" y="34"/>
                  </a:cubicBezTo>
                  <a:cubicBezTo>
                    <a:pt x="21" y="30"/>
                    <a:pt x="21" y="30"/>
                    <a:pt x="21" y="30"/>
                  </a:cubicBezTo>
                  <a:cubicBezTo>
                    <a:pt x="15" y="41"/>
                    <a:pt x="15" y="41"/>
                    <a:pt x="15" y="41"/>
                  </a:cubicBezTo>
                  <a:cubicBezTo>
                    <a:pt x="22" y="45"/>
                    <a:pt x="22" y="45"/>
                    <a:pt x="22" y="45"/>
                  </a:cubicBezTo>
                  <a:cubicBezTo>
                    <a:pt x="24" y="46"/>
                    <a:pt x="25" y="49"/>
                    <a:pt x="24" y="51"/>
                  </a:cubicBezTo>
                  <a:cubicBezTo>
                    <a:pt x="24" y="54"/>
                    <a:pt x="23" y="57"/>
                    <a:pt x="23" y="60"/>
                  </a:cubicBezTo>
                  <a:cubicBezTo>
                    <a:pt x="23" y="62"/>
                    <a:pt x="24" y="65"/>
                    <a:pt x="24" y="68"/>
                  </a:cubicBezTo>
                  <a:cubicBezTo>
                    <a:pt x="25" y="71"/>
                    <a:pt x="24" y="73"/>
                    <a:pt x="22" y="75"/>
                  </a:cubicBezTo>
                  <a:cubicBezTo>
                    <a:pt x="15" y="78"/>
                    <a:pt x="15" y="78"/>
                    <a:pt x="15" y="78"/>
                  </a:cubicBezTo>
                  <a:cubicBezTo>
                    <a:pt x="21" y="89"/>
                    <a:pt x="21" y="89"/>
                    <a:pt x="21" y="89"/>
                  </a:cubicBezTo>
                  <a:cubicBezTo>
                    <a:pt x="28" y="85"/>
                    <a:pt x="28" y="85"/>
                    <a:pt x="28" y="85"/>
                  </a:cubicBezTo>
                  <a:cubicBezTo>
                    <a:pt x="30" y="84"/>
                    <a:pt x="33" y="84"/>
                    <a:pt x="35" y="86"/>
                  </a:cubicBezTo>
                  <a:cubicBezTo>
                    <a:pt x="39" y="89"/>
                    <a:pt x="44" y="92"/>
                    <a:pt x="50" y="94"/>
                  </a:cubicBezTo>
                  <a:cubicBezTo>
                    <a:pt x="53" y="95"/>
                    <a:pt x="54" y="97"/>
                    <a:pt x="54" y="100"/>
                  </a:cubicBezTo>
                  <a:lnTo>
                    <a:pt x="5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141" name="Group 79">
            <a:extLst>
              <a:ext uri="{FF2B5EF4-FFF2-40B4-BE49-F238E27FC236}">
                <a16:creationId xmlns:a16="http://schemas.microsoft.com/office/drawing/2014/main" id="{F01FD265-4EA3-E648-9E9F-F7ED57259CE5}"/>
              </a:ext>
            </a:extLst>
          </p:cNvPr>
          <p:cNvGrpSpPr>
            <a:grpSpLocks noChangeAspect="1"/>
          </p:cNvGrpSpPr>
          <p:nvPr userDrawn="1"/>
        </p:nvGrpSpPr>
        <p:grpSpPr bwMode="auto">
          <a:xfrm>
            <a:off x="4608644" y="3186991"/>
            <a:ext cx="481666" cy="341462"/>
            <a:chOff x="3437" y="1784"/>
            <a:chExt cx="426" cy="302"/>
          </a:xfrm>
          <a:solidFill>
            <a:schemeClr val="accent1"/>
          </a:solidFill>
        </p:grpSpPr>
        <p:sp>
          <p:nvSpPr>
            <p:cNvPr id="142" name="Freeform 80">
              <a:extLst>
                <a:ext uri="{FF2B5EF4-FFF2-40B4-BE49-F238E27FC236}">
                  <a16:creationId xmlns:a16="http://schemas.microsoft.com/office/drawing/2014/main" id="{AD563135-6D41-B34F-8DBF-9789C1D2FC7D}"/>
                </a:ext>
              </a:extLst>
            </p:cNvPr>
            <p:cNvSpPr>
              <a:spLocks noEditPoints="1"/>
            </p:cNvSpPr>
            <p:nvPr/>
          </p:nvSpPr>
          <p:spPr bwMode="auto">
            <a:xfrm>
              <a:off x="3614" y="1962"/>
              <a:ext cx="72" cy="70"/>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43" name="Freeform 81">
              <a:extLst>
                <a:ext uri="{FF2B5EF4-FFF2-40B4-BE49-F238E27FC236}">
                  <a16:creationId xmlns:a16="http://schemas.microsoft.com/office/drawing/2014/main" id="{8E14FF8C-207B-F447-B912-AC19E0458359}"/>
                </a:ext>
              </a:extLst>
            </p:cNvPr>
            <p:cNvSpPr>
              <a:spLocks/>
            </p:cNvSpPr>
            <p:nvPr/>
          </p:nvSpPr>
          <p:spPr bwMode="auto">
            <a:xfrm>
              <a:off x="3659" y="1880"/>
              <a:ext cx="108" cy="107"/>
            </a:xfrm>
            <a:custGeom>
              <a:avLst/>
              <a:gdLst>
                <a:gd name="T0" fmla="*/ 7 w 73"/>
                <a:gd name="T1" fmla="*/ 72 h 72"/>
                <a:gd name="T2" fmla="*/ 3 w 73"/>
                <a:gd name="T3" fmla="*/ 70 h 72"/>
                <a:gd name="T4" fmla="*/ 3 w 73"/>
                <a:gd name="T5" fmla="*/ 62 h 72"/>
                <a:gd name="T6" fmla="*/ 62 w 73"/>
                <a:gd name="T7" fmla="*/ 2 h 72"/>
                <a:gd name="T8" fmla="*/ 71 w 73"/>
                <a:gd name="T9" fmla="*/ 2 h 72"/>
                <a:gd name="T10" fmla="*/ 71 w 73"/>
                <a:gd name="T11" fmla="*/ 11 h 72"/>
                <a:gd name="T12" fmla="*/ 11 w 73"/>
                <a:gd name="T13" fmla="*/ 70 h 72"/>
                <a:gd name="T14" fmla="*/ 7 w 73"/>
                <a:gd name="T15" fmla="*/ 72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72">
                  <a:moveTo>
                    <a:pt x="7" y="72"/>
                  </a:moveTo>
                  <a:cubicBezTo>
                    <a:pt x="5" y="72"/>
                    <a:pt x="4" y="72"/>
                    <a:pt x="3" y="70"/>
                  </a:cubicBezTo>
                  <a:cubicBezTo>
                    <a:pt x="0" y="68"/>
                    <a:pt x="0" y="64"/>
                    <a:pt x="3" y="62"/>
                  </a:cubicBezTo>
                  <a:cubicBezTo>
                    <a:pt x="62" y="2"/>
                    <a:pt x="62" y="2"/>
                    <a:pt x="62" y="2"/>
                  </a:cubicBezTo>
                  <a:cubicBezTo>
                    <a:pt x="64" y="0"/>
                    <a:pt x="68" y="0"/>
                    <a:pt x="71" y="2"/>
                  </a:cubicBezTo>
                  <a:cubicBezTo>
                    <a:pt x="73" y="5"/>
                    <a:pt x="73" y="9"/>
                    <a:pt x="71" y="11"/>
                  </a:cubicBezTo>
                  <a:cubicBezTo>
                    <a:pt x="11" y="70"/>
                    <a:pt x="11" y="70"/>
                    <a:pt x="11" y="70"/>
                  </a:cubicBezTo>
                  <a:cubicBezTo>
                    <a:pt x="10" y="72"/>
                    <a:pt x="9" y="72"/>
                    <a:pt x="7"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44" name="Freeform 82">
              <a:extLst>
                <a:ext uri="{FF2B5EF4-FFF2-40B4-BE49-F238E27FC236}">
                  <a16:creationId xmlns:a16="http://schemas.microsoft.com/office/drawing/2014/main" id="{D89E874B-0787-064A-B6EE-771B86487C5E}"/>
                </a:ext>
              </a:extLst>
            </p:cNvPr>
            <p:cNvSpPr>
              <a:spLocks/>
            </p:cNvSpPr>
            <p:nvPr/>
          </p:nvSpPr>
          <p:spPr bwMode="auto">
            <a:xfrm>
              <a:off x="3472" y="1997"/>
              <a:ext cx="54" cy="18"/>
            </a:xfrm>
            <a:custGeom>
              <a:avLst/>
              <a:gdLst>
                <a:gd name="T0" fmla="*/ 30 w 36"/>
                <a:gd name="T1" fmla="*/ 12 h 12"/>
                <a:gd name="T2" fmla="*/ 6 w 36"/>
                <a:gd name="T3" fmla="*/ 12 h 12"/>
                <a:gd name="T4" fmla="*/ 0 w 36"/>
                <a:gd name="T5" fmla="*/ 6 h 12"/>
                <a:gd name="T6" fmla="*/ 6 w 36"/>
                <a:gd name="T7" fmla="*/ 0 h 12"/>
                <a:gd name="T8" fmla="*/ 30 w 36"/>
                <a:gd name="T9" fmla="*/ 0 h 12"/>
                <a:gd name="T10" fmla="*/ 36 w 36"/>
                <a:gd name="T11" fmla="*/ 6 h 12"/>
                <a:gd name="T12" fmla="*/ 30 w 3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12"/>
                  </a:moveTo>
                  <a:cubicBezTo>
                    <a:pt x="6" y="12"/>
                    <a:pt x="6" y="12"/>
                    <a:pt x="6" y="12"/>
                  </a:cubicBezTo>
                  <a:cubicBezTo>
                    <a:pt x="3" y="12"/>
                    <a:pt x="0" y="9"/>
                    <a:pt x="0" y="6"/>
                  </a:cubicBezTo>
                  <a:cubicBezTo>
                    <a:pt x="0" y="3"/>
                    <a:pt x="3" y="0"/>
                    <a:pt x="6" y="0"/>
                  </a:cubicBezTo>
                  <a:cubicBezTo>
                    <a:pt x="30" y="0"/>
                    <a:pt x="30" y="0"/>
                    <a:pt x="30" y="0"/>
                  </a:cubicBezTo>
                  <a:cubicBezTo>
                    <a:pt x="34" y="0"/>
                    <a:pt x="36" y="3"/>
                    <a:pt x="36" y="6"/>
                  </a:cubicBezTo>
                  <a:cubicBezTo>
                    <a:pt x="36" y="9"/>
                    <a:pt x="34"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45" name="Freeform 83">
              <a:extLst>
                <a:ext uri="{FF2B5EF4-FFF2-40B4-BE49-F238E27FC236}">
                  <a16:creationId xmlns:a16="http://schemas.microsoft.com/office/drawing/2014/main" id="{B0BBC9BB-9478-DD40-9544-993DEB7E0F10}"/>
                </a:ext>
              </a:extLst>
            </p:cNvPr>
            <p:cNvSpPr>
              <a:spLocks/>
            </p:cNvSpPr>
            <p:nvPr/>
          </p:nvSpPr>
          <p:spPr bwMode="auto">
            <a:xfrm>
              <a:off x="3774" y="1997"/>
              <a:ext cx="54" cy="18"/>
            </a:xfrm>
            <a:custGeom>
              <a:avLst/>
              <a:gdLst>
                <a:gd name="T0" fmla="*/ 30 w 36"/>
                <a:gd name="T1" fmla="*/ 12 h 12"/>
                <a:gd name="T2" fmla="*/ 6 w 36"/>
                <a:gd name="T3" fmla="*/ 12 h 12"/>
                <a:gd name="T4" fmla="*/ 0 w 36"/>
                <a:gd name="T5" fmla="*/ 6 h 12"/>
                <a:gd name="T6" fmla="*/ 6 w 36"/>
                <a:gd name="T7" fmla="*/ 0 h 12"/>
                <a:gd name="T8" fmla="*/ 30 w 36"/>
                <a:gd name="T9" fmla="*/ 0 h 12"/>
                <a:gd name="T10" fmla="*/ 36 w 36"/>
                <a:gd name="T11" fmla="*/ 6 h 12"/>
                <a:gd name="T12" fmla="*/ 30 w 3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12"/>
                  </a:moveTo>
                  <a:cubicBezTo>
                    <a:pt x="6" y="12"/>
                    <a:pt x="6" y="12"/>
                    <a:pt x="6" y="12"/>
                  </a:cubicBezTo>
                  <a:cubicBezTo>
                    <a:pt x="3" y="12"/>
                    <a:pt x="0" y="9"/>
                    <a:pt x="0" y="6"/>
                  </a:cubicBezTo>
                  <a:cubicBezTo>
                    <a:pt x="0" y="3"/>
                    <a:pt x="3" y="0"/>
                    <a:pt x="6" y="0"/>
                  </a:cubicBezTo>
                  <a:cubicBezTo>
                    <a:pt x="30" y="0"/>
                    <a:pt x="30" y="0"/>
                    <a:pt x="30" y="0"/>
                  </a:cubicBezTo>
                  <a:cubicBezTo>
                    <a:pt x="34" y="0"/>
                    <a:pt x="36" y="3"/>
                    <a:pt x="36" y="6"/>
                  </a:cubicBezTo>
                  <a:cubicBezTo>
                    <a:pt x="36" y="9"/>
                    <a:pt x="34"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46" name="Freeform 84">
              <a:extLst>
                <a:ext uri="{FF2B5EF4-FFF2-40B4-BE49-F238E27FC236}">
                  <a16:creationId xmlns:a16="http://schemas.microsoft.com/office/drawing/2014/main" id="{52E27719-BDA4-694D-83C1-C827D694BDD0}"/>
                </a:ext>
              </a:extLst>
            </p:cNvPr>
            <p:cNvSpPr>
              <a:spLocks/>
            </p:cNvSpPr>
            <p:nvPr/>
          </p:nvSpPr>
          <p:spPr bwMode="auto">
            <a:xfrm>
              <a:off x="3764" y="1922"/>
              <a:ext cx="52" cy="32"/>
            </a:xfrm>
            <a:custGeom>
              <a:avLst/>
              <a:gdLst>
                <a:gd name="T0" fmla="*/ 6 w 35"/>
                <a:gd name="T1" fmla="*/ 22 h 22"/>
                <a:gd name="T2" fmla="*/ 1 w 35"/>
                <a:gd name="T3" fmla="*/ 19 h 22"/>
                <a:gd name="T4" fmla="*/ 4 w 35"/>
                <a:gd name="T5" fmla="*/ 11 h 22"/>
                <a:gd name="T6" fmla="*/ 26 w 35"/>
                <a:gd name="T7" fmla="*/ 2 h 22"/>
                <a:gd name="T8" fmla="*/ 34 w 35"/>
                <a:gd name="T9" fmla="*/ 5 h 22"/>
                <a:gd name="T10" fmla="*/ 31 w 35"/>
                <a:gd name="T11" fmla="*/ 13 h 22"/>
                <a:gd name="T12" fmla="*/ 9 w 35"/>
                <a:gd name="T13" fmla="*/ 22 h 22"/>
                <a:gd name="T14" fmla="*/ 6 w 35"/>
                <a:gd name="T15" fmla="*/ 22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22">
                  <a:moveTo>
                    <a:pt x="6" y="22"/>
                  </a:moveTo>
                  <a:cubicBezTo>
                    <a:pt x="4" y="22"/>
                    <a:pt x="2" y="21"/>
                    <a:pt x="1" y="19"/>
                  </a:cubicBezTo>
                  <a:cubicBezTo>
                    <a:pt x="0" y="16"/>
                    <a:pt x="1" y="12"/>
                    <a:pt x="4" y="11"/>
                  </a:cubicBezTo>
                  <a:cubicBezTo>
                    <a:pt x="26" y="2"/>
                    <a:pt x="26" y="2"/>
                    <a:pt x="26" y="2"/>
                  </a:cubicBezTo>
                  <a:cubicBezTo>
                    <a:pt x="29" y="0"/>
                    <a:pt x="33" y="2"/>
                    <a:pt x="34" y="5"/>
                  </a:cubicBezTo>
                  <a:cubicBezTo>
                    <a:pt x="35" y="8"/>
                    <a:pt x="34" y="11"/>
                    <a:pt x="31" y="13"/>
                  </a:cubicBezTo>
                  <a:cubicBezTo>
                    <a:pt x="9" y="22"/>
                    <a:pt x="9" y="22"/>
                    <a:pt x="9" y="22"/>
                  </a:cubicBezTo>
                  <a:cubicBezTo>
                    <a:pt x="8" y="22"/>
                    <a:pt x="7" y="22"/>
                    <a:pt x="6"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47" name="Freeform 85">
              <a:extLst>
                <a:ext uri="{FF2B5EF4-FFF2-40B4-BE49-F238E27FC236}">
                  <a16:creationId xmlns:a16="http://schemas.microsoft.com/office/drawing/2014/main" id="{FF113834-5F02-6A41-9F8F-FFF2D91F562A}"/>
                </a:ext>
              </a:extLst>
            </p:cNvPr>
            <p:cNvSpPr>
              <a:spLocks/>
            </p:cNvSpPr>
            <p:nvPr/>
          </p:nvSpPr>
          <p:spPr bwMode="auto">
            <a:xfrm>
              <a:off x="3691" y="1832"/>
              <a:ext cx="34" cy="51"/>
            </a:xfrm>
            <a:custGeom>
              <a:avLst/>
              <a:gdLst>
                <a:gd name="T0" fmla="*/ 7 w 23"/>
                <a:gd name="T1" fmla="*/ 35 h 35"/>
                <a:gd name="T2" fmla="*/ 4 w 23"/>
                <a:gd name="T3" fmla="*/ 34 h 35"/>
                <a:gd name="T4" fmla="*/ 1 w 23"/>
                <a:gd name="T5" fmla="*/ 26 h 35"/>
                <a:gd name="T6" fmla="*/ 10 w 23"/>
                <a:gd name="T7" fmla="*/ 4 h 35"/>
                <a:gd name="T8" fmla="*/ 18 w 23"/>
                <a:gd name="T9" fmla="*/ 1 h 35"/>
                <a:gd name="T10" fmla="*/ 21 w 23"/>
                <a:gd name="T11" fmla="*/ 9 h 35"/>
                <a:gd name="T12" fmla="*/ 12 w 23"/>
                <a:gd name="T13" fmla="*/ 31 h 35"/>
                <a:gd name="T14" fmla="*/ 7 w 23"/>
                <a:gd name="T15" fmla="*/ 35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5">
                  <a:moveTo>
                    <a:pt x="7" y="35"/>
                  </a:moveTo>
                  <a:cubicBezTo>
                    <a:pt x="6" y="35"/>
                    <a:pt x="5" y="35"/>
                    <a:pt x="4" y="34"/>
                  </a:cubicBezTo>
                  <a:cubicBezTo>
                    <a:pt x="1" y="33"/>
                    <a:pt x="0" y="29"/>
                    <a:pt x="1" y="26"/>
                  </a:cubicBezTo>
                  <a:cubicBezTo>
                    <a:pt x="10" y="4"/>
                    <a:pt x="10" y="4"/>
                    <a:pt x="10" y="4"/>
                  </a:cubicBezTo>
                  <a:cubicBezTo>
                    <a:pt x="12" y="1"/>
                    <a:pt x="15" y="0"/>
                    <a:pt x="18" y="1"/>
                  </a:cubicBezTo>
                  <a:cubicBezTo>
                    <a:pt x="21" y="2"/>
                    <a:pt x="23" y="6"/>
                    <a:pt x="21" y="9"/>
                  </a:cubicBezTo>
                  <a:cubicBezTo>
                    <a:pt x="12" y="31"/>
                    <a:pt x="12" y="31"/>
                    <a:pt x="12" y="31"/>
                  </a:cubicBezTo>
                  <a:cubicBezTo>
                    <a:pt x="11" y="33"/>
                    <a:pt x="9" y="35"/>
                    <a:pt x="7"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48" name="Freeform 86">
              <a:extLst>
                <a:ext uri="{FF2B5EF4-FFF2-40B4-BE49-F238E27FC236}">
                  <a16:creationId xmlns:a16="http://schemas.microsoft.com/office/drawing/2014/main" id="{1F6BA6DB-8682-D240-BADC-571C01985129}"/>
                </a:ext>
              </a:extLst>
            </p:cNvPr>
            <p:cNvSpPr>
              <a:spLocks/>
            </p:cNvSpPr>
            <p:nvPr/>
          </p:nvSpPr>
          <p:spPr bwMode="auto">
            <a:xfrm>
              <a:off x="3641" y="1820"/>
              <a:ext cx="18" cy="53"/>
            </a:xfrm>
            <a:custGeom>
              <a:avLst/>
              <a:gdLst>
                <a:gd name="T0" fmla="*/ 6 w 12"/>
                <a:gd name="T1" fmla="*/ 36 h 36"/>
                <a:gd name="T2" fmla="*/ 0 w 12"/>
                <a:gd name="T3" fmla="*/ 30 h 36"/>
                <a:gd name="T4" fmla="*/ 0 w 12"/>
                <a:gd name="T5" fmla="*/ 6 h 36"/>
                <a:gd name="T6" fmla="*/ 6 w 12"/>
                <a:gd name="T7" fmla="*/ 0 h 36"/>
                <a:gd name="T8" fmla="*/ 12 w 12"/>
                <a:gd name="T9" fmla="*/ 6 h 36"/>
                <a:gd name="T10" fmla="*/ 12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3" y="36"/>
                    <a:pt x="0" y="33"/>
                    <a:pt x="0" y="30"/>
                  </a:cubicBezTo>
                  <a:cubicBezTo>
                    <a:pt x="0" y="6"/>
                    <a:pt x="0" y="6"/>
                    <a:pt x="0" y="6"/>
                  </a:cubicBezTo>
                  <a:cubicBezTo>
                    <a:pt x="0" y="3"/>
                    <a:pt x="3" y="0"/>
                    <a:pt x="6" y="0"/>
                  </a:cubicBezTo>
                  <a:cubicBezTo>
                    <a:pt x="10" y="0"/>
                    <a:pt x="12" y="3"/>
                    <a:pt x="12" y="6"/>
                  </a:cubicBezTo>
                  <a:cubicBezTo>
                    <a:pt x="12" y="30"/>
                    <a:pt x="12" y="30"/>
                    <a:pt x="12" y="30"/>
                  </a:cubicBezTo>
                  <a:cubicBezTo>
                    <a:pt x="12" y="33"/>
                    <a:pt x="10"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49" name="Freeform 87">
              <a:extLst>
                <a:ext uri="{FF2B5EF4-FFF2-40B4-BE49-F238E27FC236}">
                  <a16:creationId xmlns:a16="http://schemas.microsoft.com/office/drawing/2014/main" id="{FE697EC8-E5DA-6C49-A676-2F10E8AEA48A}"/>
                </a:ext>
              </a:extLst>
            </p:cNvPr>
            <p:cNvSpPr>
              <a:spLocks/>
            </p:cNvSpPr>
            <p:nvPr/>
          </p:nvSpPr>
          <p:spPr bwMode="auto">
            <a:xfrm>
              <a:off x="3576" y="1832"/>
              <a:ext cx="34" cy="51"/>
            </a:xfrm>
            <a:custGeom>
              <a:avLst/>
              <a:gdLst>
                <a:gd name="T0" fmla="*/ 16 w 23"/>
                <a:gd name="T1" fmla="*/ 35 h 35"/>
                <a:gd name="T2" fmla="*/ 10 w 23"/>
                <a:gd name="T3" fmla="*/ 31 h 35"/>
                <a:gd name="T4" fmla="*/ 1 w 23"/>
                <a:gd name="T5" fmla="*/ 9 h 35"/>
                <a:gd name="T6" fmla="*/ 4 w 23"/>
                <a:gd name="T7" fmla="*/ 1 h 35"/>
                <a:gd name="T8" fmla="*/ 12 w 23"/>
                <a:gd name="T9" fmla="*/ 4 h 35"/>
                <a:gd name="T10" fmla="*/ 21 w 23"/>
                <a:gd name="T11" fmla="*/ 26 h 35"/>
                <a:gd name="T12" fmla="*/ 18 w 23"/>
                <a:gd name="T13" fmla="*/ 34 h 35"/>
                <a:gd name="T14" fmla="*/ 16 w 23"/>
                <a:gd name="T15" fmla="*/ 35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5">
                  <a:moveTo>
                    <a:pt x="16" y="35"/>
                  </a:moveTo>
                  <a:cubicBezTo>
                    <a:pt x="13" y="35"/>
                    <a:pt x="11" y="33"/>
                    <a:pt x="10" y="31"/>
                  </a:cubicBezTo>
                  <a:cubicBezTo>
                    <a:pt x="1" y="9"/>
                    <a:pt x="1" y="9"/>
                    <a:pt x="1" y="9"/>
                  </a:cubicBezTo>
                  <a:cubicBezTo>
                    <a:pt x="0" y="6"/>
                    <a:pt x="1" y="2"/>
                    <a:pt x="4" y="1"/>
                  </a:cubicBezTo>
                  <a:cubicBezTo>
                    <a:pt x="7" y="0"/>
                    <a:pt x="11" y="1"/>
                    <a:pt x="12" y="4"/>
                  </a:cubicBezTo>
                  <a:cubicBezTo>
                    <a:pt x="21" y="26"/>
                    <a:pt x="21" y="26"/>
                    <a:pt x="21" y="26"/>
                  </a:cubicBezTo>
                  <a:cubicBezTo>
                    <a:pt x="23" y="29"/>
                    <a:pt x="21" y="33"/>
                    <a:pt x="18" y="34"/>
                  </a:cubicBezTo>
                  <a:cubicBezTo>
                    <a:pt x="17" y="35"/>
                    <a:pt x="17" y="35"/>
                    <a:pt x="16"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50" name="Freeform 88">
              <a:extLst>
                <a:ext uri="{FF2B5EF4-FFF2-40B4-BE49-F238E27FC236}">
                  <a16:creationId xmlns:a16="http://schemas.microsoft.com/office/drawing/2014/main" id="{12D6C954-2EF3-BD42-BFB7-359D0D4F6A5C}"/>
                </a:ext>
              </a:extLst>
            </p:cNvPr>
            <p:cNvSpPr>
              <a:spLocks/>
            </p:cNvSpPr>
            <p:nvPr/>
          </p:nvSpPr>
          <p:spPr bwMode="auto">
            <a:xfrm>
              <a:off x="3521" y="1869"/>
              <a:ext cx="45" cy="42"/>
            </a:xfrm>
            <a:custGeom>
              <a:avLst/>
              <a:gdLst>
                <a:gd name="T0" fmla="*/ 24 w 30"/>
                <a:gd name="T1" fmla="*/ 29 h 29"/>
                <a:gd name="T2" fmla="*/ 19 w 30"/>
                <a:gd name="T3" fmla="*/ 27 h 29"/>
                <a:gd name="T4" fmla="*/ 2 w 30"/>
                <a:gd name="T5" fmla="*/ 10 h 29"/>
                <a:gd name="T6" fmla="*/ 2 w 30"/>
                <a:gd name="T7" fmla="*/ 2 h 29"/>
                <a:gd name="T8" fmla="*/ 11 w 30"/>
                <a:gd name="T9" fmla="*/ 2 h 29"/>
                <a:gd name="T10" fmla="*/ 28 w 30"/>
                <a:gd name="T11" fmla="*/ 19 h 29"/>
                <a:gd name="T12" fmla="*/ 28 w 30"/>
                <a:gd name="T13" fmla="*/ 27 h 29"/>
                <a:gd name="T14" fmla="*/ 24 w 30"/>
                <a:gd name="T15" fmla="*/ 29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29">
                  <a:moveTo>
                    <a:pt x="24" y="29"/>
                  </a:moveTo>
                  <a:cubicBezTo>
                    <a:pt x="22" y="29"/>
                    <a:pt x="21" y="29"/>
                    <a:pt x="19" y="27"/>
                  </a:cubicBezTo>
                  <a:cubicBezTo>
                    <a:pt x="2" y="10"/>
                    <a:pt x="2" y="10"/>
                    <a:pt x="2" y="10"/>
                  </a:cubicBezTo>
                  <a:cubicBezTo>
                    <a:pt x="0" y="8"/>
                    <a:pt x="0" y="4"/>
                    <a:pt x="2" y="2"/>
                  </a:cubicBezTo>
                  <a:cubicBezTo>
                    <a:pt x="5" y="0"/>
                    <a:pt x="9" y="0"/>
                    <a:pt x="11" y="2"/>
                  </a:cubicBezTo>
                  <a:cubicBezTo>
                    <a:pt x="28" y="19"/>
                    <a:pt x="28" y="19"/>
                    <a:pt x="28" y="19"/>
                  </a:cubicBezTo>
                  <a:cubicBezTo>
                    <a:pt x="30" y="21"/>
                    <a:pt x="30" y="25"/>
                    <a:pt x="28" y="27"/>
                  </a:cubicBezTo>
                  <a:cubicBezTo>
                    <a:pt x="27" y="29"/>
                    <a:pt x="25" y="29"/>
                    <a:pt x="24"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51" name="Freeform 89">
              <a:extLst>
                <a:ext uri="{FF2B5EF4-FFF2-40B4-BE49-F238E27FC236}">
                  <a16:creationId xmlns:a16="http://schemas.microsoft.com/office/drawing/2014/main" id="{A35B7786-D1F2-4549-A514-FD155D87A266}"/>
                </a:ext>
              </a:extLst>
            </p:cNvPr>
            <p:cNvSpPr>
              <a:spLocks/>
            </p:cNvSpPr>
            <p:nvPr/>
          </p:nvSpPr>
          <p:spPr bwMode="auto">
            <a:xfrm>
              <a:off x="3484" y="1922"/>
              <a:ext cx="54" cy="32"/>
            </a:xfrm>
            <a:custGeom>
              <a:avLst/>
              <a:gdLst>
                <a:gd name="T0" fmla="*/ 29 w 36"/>
                <a:gd name="T1" fmla="*/ 22 h 22"/>
                <a:gd name="T2" fmla="*/ 27 w 36"/>
                <a:gd name="T3" fmla="*/ 22 h 22"/>
                <a:gd name="T4" fmla="*/ 5 w 36"/>
                <a:gd name="T5" fmla="*/ 13 h 22"/>
                <a:gd name="T6" fmla="*/ 1 w 36"/>
                <a:gd name="T7" fmla="*/ 5 h 22"/>
                <a:gd name="T8" fmla="*/ 9 w 36"/>
                <a:gd name="T9" fmla="*/ 2 h 22"/>
                <a:gd name="T10" fmla="*/ 31 w 36"/>
                <a:gd name="T11" fmla="*/ 11 h 22"/>
                <a:gd name="T12" fmla="*/ 35 w 36"/>
                <a:gd name="T13" fmla="*/ 19 h 22"/>
                <a:gd name="T14" fmla="*/ 29 w 36"/>
                <a:gd name="T15" fmla="*/ 22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2">
                  <a:moveTo>
                    <a:pt x="29" y="22"/>
                  </a:moveTo>
                  <a:cubicBezTo>
                    <a:pt x="28" y="22"/>
                    <a:pt x="28" y="22"/>
                    <a:pt x="27" y="22"/>
                  </a:cubicBezTo>
                  <a:cubicBezTo>
                    <a:pt x="5" y="13"/>
                    <a:pt x="5" y="13"/>
                    <a:pt x="5" y="13"/>
                  </a:cubicBezTo>
                  <a:cubicBezTo>
                    <a:pt x="2" y="11"/>
                    <a:pt x="0" y="8"/>
                    <a:pt x="1" y="5"/>
                  </a:cubicBezTo>
                  <a:cubicBezTo>
                    <a:pt x="3" y="2"/>
                    <a:pt x="6" y="0"/>
                    <a:pt x="9" y="2"/>
                  </a:cubicBezTo>
                  <a:cubicBezTo>
                    <a:pt x="31" y="11"/>
                    <a:pt x="31" y="11"/>
                    <a:pt x="31" y="11"/>
                  </a:cubicBezTo>
                  <a:cubicBezTo>
                    <a:pt x="34" y="12"/>
                    <a:pt x="36" y="16"/>
                    <a:pt x="35" y="19"/>
                  </a:cubicBezTo>
                  <a:cubicBezTo>
                    <a:pt x="34" y="21"/>
                    <a:pt x="31" y="22"/>
                    <a:pt x="2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52" name="Freeform 90">
              <a:extLst>
                <a:ext uri="{FF2B5EF4-FFF2-40B4-BE49-F238E27FC236}">
                  <a16:creationId xmlns:a16="http://schemas.microsoft.com/office/drawing/2014/main" id="{184AEB09-EB08-604B-AC9C-43039EE91DFE}"/>
                </a:ext>
              </a:extLst>
            </p:cNvPr>
            <p:cNvSpPr>
              <a:spLocks noEditPoints="1"/>
            </p:cNvSpPr>
            <p:nvPr/>
          </p:nvSpPr>
          <p:spPr bwMode="auto">
            <a:xfrm>
              <a:off x="3437" y="1784"/>
              <a:ext cx="426" cy="302"/>
            </a:xfrm>
            <a:custGeom>
              <a:avLst/>
              <a:gdLst>
                <a:gd name="T0" fmla="*/ 282 w 288"/>
                <a:gd name="T1" fmla="*/ 204 h 204"/>
                <a:gd name="T2" fmla="*/ 6 w 288"/>
                <a:gd name="T3" fmla="*/ 204 h 204"/>
                <a:gd name="T4" fmla="*/ 0 w 288"/>
                <a:gd name="T5" fmla="*/ 198 h 204"/>
                <a:gd name="T6" fmla="*/ 0 w 288"/>
                <a:gd name="T7" fmla="*/ 144 h 204"/>
                <a:gd name="T8" fmla="*/ 144 w 288"/>
                <a:gd name="T9" fmla="*/ 0 h 204"/>
                <a:gd name="T10" fmla="*/ 288 w 288"/>
                <a:gd name="T11" fmla="*/ 144 h 204"/>
                <a:gd name="T12" fmla="*/ 288 w 288"/>
                <a:gd name="T13" fmla="*/ 198 h 204"/>
                <a:gd name="T14" fmla="*/ 282 w 288"/>
                <a:gd name="T15" fmla="*/ 204 h 204"/>
                <a:gd name="T16" fmla="*/ 12 w 288"/>
                <a:gd name="T17" fmla="*/ 192 h 204"/>
                <a:gd name="T18" fmla="*/ 276 w 288"/>
                <a:gd name="T19" fmla="*/ 192 h 204"/>
                <a:gd name="T20" fmla="*/ 276 w 288"/>
                <a:gd name="T21" fmla="*/ 144 h 204"/>
                <a:gd name="T22" fmla="*/ 144 w 288"/>
                <a:gd name="T23" fmla="*/ 12 h 204"/>
                <a:gd name="T24" fmla="*/ 12 w 288"/>
                <a:gd name="T25" fmla="*/ 144 h 204"/>
                <a:gd name="T26" fmla="*/ 12 w 288"/>
                <a:gd name="T27" fmla="*/ 19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204">
                  <a:moveTo>
                    <a:pt x="282" y="204"/>
                  </a:moveTo>
                  <a:cubicBezTo>
                    <a:pt x="6" y="204"/>
                    <a:pt x="6" y="204"/>
                    <a:pt x="6" y="204"/>
                  </a:cubicBezTo>
                  <a:cubicBezTo>
                    <a:pt x="3" y="204"/>
                    <a:pt x="0" y="201"/>
                    <a:pt x="0" y="198"/>
                  </a:cubicBezTo>
                  <a:cubicBezTo>
                    <a:pt x="0" y="144"/>
                    <a:pt x="0" y="144"/>
                    <a:pt x="0" y="144"/>
                  </a:cubicBezTo>
                  <a:cubicBezTo>
                    <a:pt x="0" y="64"/>
                    <a:pt x="65" y="0"/>
                    <a:pt x="144" y="0"/>
                  </a:cubicBezTo>
                  <a:cubicBezTo>
                    <a:pt x="224" y="0"/>
                    <a:pt x="288" y="64"/>
                    <a:pt x="288" y="144"/>
                  </a:cubicBezTo>
                  <a:cubicBezTo>
                    <a:pt x="288" y="198"/>
                    <a:pt x="288" y="198"/>
                    <a:pt x="288" y="198"/>
                  </a:cubicBezTo>
                  <a:cubicBezTo>
                    <a:pt x="288" y="201"/>
                    <a:pt x="286" y="204"/>
                    <a:pt x="282" y="204"/>
                  </a:cubicBezTo>
                  <a:close/>
                  <a:moveTo>
                    <a:pt x="12" y="192"/>
                  </a:moveTo>
                  <a:cubicBezTo>
                    <a:pt x="276" y="192"/>
                    <a:pt x="276" y="192"/>
                    <a:pt x="276" y="192"/>
                  </a:cubicBezTo>
                  <a:cubicBezTo>
                    <a:pt x="276" y="144"/>
                    <a:pt x="276" y="144"/>
                    <a:pt x="276" y="144"/>
                  </a:cubicBezTo>
                  <a:cubicBezTo>
                    <a:pt x="276" y="71"/>
                    <a:pt x="217" y="12"/>
                    <a:pt x="144" y="12"/>
                  </a:cubicBezTo>
                  <a:cubicBezTo>
                    <a:pt x="71" y="12"/>
                    <a:pt x="12" y="71"/>
                    <a:pt x="12" y="144"/>
                  </a:cubicBezTo>
                  <a:lnTo>
                    <a:pt x="12"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grpSp>
      <p:grpSp>
        <p:nvGrpSpPr>
          <p:cNvPr id="153" name="Group 59">
            <a:extLst>
              <a:ext uri="{FF2B5EF4-FFF2-40B4-BE49-F238E27FC236}">
                <a16:creationId xmlns:a16="http://schemas.microsoft.com/office/drawing/2014/main" id="{892D387B-5AA1-8044-8D45-614FDCB30B66}"/>
              </a:ext>
            </a:extLst>
          </p:cNvPr>
          <p:cNvGrpSpPr>
            <a:grpSpLocks noChangeAspect="1"/>
          </p:cNvGrpSpPr>
          <p:nvPr userDrawn="1"/>
        </p:nvGrpSpPr>
        <p:grpSpPr bwMode="auto">
          <a:xfrm>
            <a:off x="2075617" y="3217044"/>
            <a:ext cx="466978" cy="281356"/>
            <a:chOff x="6554" y="532"/>
            <a:chExt cx="400" cy="241"/>
          </a:xfrm>
          <a:solidFill>
            <a:schemeClr val="accent1"/>
          </a:solidFill>
        </p:grpSpPr>
        <p:sp>
          <p:nvSpPr>
            <p:cNvPr id="154" name="Freeform 60">
              <a:extLst>
                <a:ext uri="{FF2B5EF4-FFF2-40B4-BE49-F238E27FC236}">
                  <a16:creationId xmlns:a16="http://schemas.microsoft.com/office/drawing/2014/main" id="{CA82DAE1-B4D6-1142-8988-789C66AB55DB}"/>
                </a:ext>
              </a:extLst>
            </p:cNvPr>
            <p:cNvSpPr>
              <a:spLocks/>
            </p:cNvSpPr>
            <p:nvPr/>
          </p:nvSpPr>
          <p:spPr bwMode="auto">
            <a:xfrm>
              <a:off x="6554" y="532"/>
              <a:ext cx="400" cy="241"/>
            </a:xfrm>
            <a:custGeom>
              <a:avLst/>
              <a:gdLst>
                <a:gd name="T0" fmla="*/ 6 w 271"/>
                <a:gd name="T1" fmla="*/ 163 h 163"/>
                <a:gd name="T2" fmla="*/ 2 w 271"/>
                <a:gd name="T3" fmla="*/ 161 h 163"/>
                <a:gd name="T4" fmla="*/ 2 w 271"/>
                <a:gd name="T5" fmla="*/ 153 h 163"/>
                <a:gd name="T6" fmla="*/ 98 w 271"/>
                <a:gd name="T7" fmla="*/ 45 h 163"/>
                <a:gd name="T8" fmla="*/ 106 w 271"/>
                <a:gd name="T9" fmla="*/ 44 h 163"/>
                <a:gd name="T10" fmla="*/ 174 w 271"/>
                <a:gd name="T11" fmla="*/ 100 h 163"/>
                <a:gd name="T12" fmla="*/ 260 w 271"/>
                <a:gd name="T13" fmla="*/ 3 h 163"/>
                <a:gd name="T14" fmla="*/ 268 w 271"/>
                <a:gd name="T15" fmla="*/ 2 h 163"/>
                <a:gd name="T16" fmla="*/ 269 w 271"/>
                <a:gd name="T17" fmla="*/ 11 h 163"/>
                <a:gd name="T18" fmla="*/ 179 w 271"/>
                <a:gd name="T19" fmla="*/ 113 h 163"/>
                <a:gd name="T20" fmla="*/ 171 w 271"/>
                <a:gd name="T21" fmla="*/ 113 h 163"/>
                <a:gd name="T22" fmla="*/ 103 w 271"/>
                <a:gd name="T23" fmla="*/ 57 h 163"/>
                <a:gd name="T24" fmla="*/ 11 w 271"/>
                <a:gd name="T25" fmla="*/ 161 h 163"/>
                <a:gd name="T26" fmla="*/ 6 w 271"/>
                <a:gd name="T27" fmla="*/ 163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1" h="163">
                  <a:moveTo>
                    <a:pt x="6" y="163"/>
                  </a:moveTo>
                  <a:cubicBezTo>
                    <a:pt x="5" y="163"/>
                    <a:pt x="4" y="162"/>
                    <a:pt x="2" y="161"/>
                  </a:cubicBezTo>
                  <a:cubicBezTo>
                    <a:pt x="0" y="159"/>
                    <a:pt x="0" y="155"/>
                    <a:pt x="2" y="153"/>
                  </a:cubicBezTo>
                  <a:cubicBezTo>
                    <a:pt x="98" y="45"/>
                    <a:pt x="98" y="45"/>
                    <a:pt x="98" y="45"/>
                  </a:cubicBezTo>
                  <a:cubicBezTo>
                    <a:pt x="100" y="42"/>
                    <a:pt x="104" y="42"/>
                    <a:pt x="106" y="44"/>
                  </a:cubicBezTo>
                  <a:cubicBezTo>
                    <a:pt x="174" y="100"/>
                    <a:pt x="174" y="100"/>
                    <a:pt x="174" y="100"/>
                  </a:cubicBezTo>
                  <a:cubicBezTo>
                    <a:pt x="260" y="3"/>
                    <a:pt x="260" y="3"/>
                    <a:pt x="260" y="3"/>
                  </a:cubicBezTo>
                  <a:cubicBezTo>
                    <a:pt x="262" y="0"/>
                    <a:pt x="266" y="0"/>
                    <a:pt x="268" y="2"/>
                  </a:cubicBezTo>
                  <a:cubicBezTo>
                    <a:pt x="271" y="5"/>
                    <a:pt x="271" y="8"/>
                    <a:pt x="269" y="11"/>
                  </a:cubicBezTo>
                  <a:cubicBezTo>
                    <a:pt x="179" y="113"/>
                    <a:pt x="179" y="113"/>
                    <a:pt x="179" y="113"/>
                  </a:cubicBezTo>
                  <a:cubicBezTo>
                    <a:pt x="177" y="115"/>
                    <a:pt x="173" y="116"/>
                    <a:pt x="171" y="113"/>
                  </a:cubicBezTo>
                  <a:cubicBezTo>
                    <a:pt x="103" y="57"/>
                    <a:pt x="103" y="57"/>
                    <a:pt x="103" y="57"/>
                  </a:cubicBezTo>
                  <a:cubicBezTo>
                    <a:pt x="11" y="161"/>
                    <a:pt x="11" y="161"/>
                    <a:pt x="11" y="161"/>
                  </a:cubicBezTo>
                  <a:cubicBezTo>
                    <a:pt x="10" y="162"/>
                    <a:pt x="8" y="163"/>
                    <a:pt x="6" y="16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55" name="Freeform 61">
              <a:extLst>
                <a:ext uri="{FF2B5EF4-FFF2-40B4-BE49-F238E27FC236}">
                  <a16:creationId xmlns:a16="http://schemas.microsoft.com/office/drawing/2014/main" id="{F6DD371E-5D02-AF4E-8FE8-2BC519C3177C}"/>
                </a:ext>
              </a:extLst>
            </p:cNvPr>
            <p:cNvSpPr>
              <a:spLocks/>
            </p:cNvSpPr>
            <p:nvPr/>
          </p:nvSpPr>
          <p:spPr bwMode="auto">
            <a:xfrm>
              <a:off x="6812" y="534"/>
              <a:ext cx="141" cy="124"/>
            </a:xfrm>
            <a:custGeom>
              <a:avLst/>
              <a:gdLst>
                <a:gd name="T0" fmla="*/ 89 w 95"/>
                <a:gd name="T1" fmla="*/ 84 h 84"/>
                <a:gd name="T2" fmla="*/ 83 w 95"/>
                <a:gd name="T3" fmla="*/ 78 h 84"/>
                <a:gd name="T4" fmla="*/ 83 w 95"/>
                <a:gd name="T5" fmla="*/ 12 h 84"/>
                <a:gd name="T6" fmla="*/ 6 w 95"/>
                <a:gd name="T7" fmla="*/ 12 h 84"/>
                <a:gd name="T8" fmla="*/ 0 w 95"/>
                <a:gd name="T9" fmla="*/ 6 h 84"/>
                <a:gd name="T10" fmla="*/ 6 w 95"/>
                <a:gd name="T11" fmla="*/ 0 h 84"/>
                <a:gd name="T12" fmla="*/ 89 w 95"/>
                <a:gd name="T13" fmla="*/ 0 h 84"/>
                <a:gd name="T14" fmla="*/ 95 w 95"/>
                <a:gd name="T15" fmla="*/ 6 h 84"/>
                <a:gd name="T16" fmla="*/ 95 w 95"/>
                <a:gd name="T17" fmla="*/ 78 h 84"/>
                <a:gd name="T18" fmla="*/ 89 w 95"/>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84">
                  <a:moveTo>
                    <a:pt x="89" y="84"/>
                  </a:moveTo>
                  <a:cubicBezTo>
                    <a:pt x="86" y="84"/>
                    <a:pt x="83" y="81"/>
                    <a:pt x="83" y="78"/>
                  </a:cubicBezTo>
                  <a:cubicBezTo>
                    <a:pt x="83" y="12"/>
                    <a:pt x="83" y="12"/>
                    <a:pt x="83" y="12"/>
                  </a:cubicBezTo>
                  <a:cubicBezTo>
                    <a:pt x="6" y="12"/>
                    <a:pt x="6" y="12"/>
                    <a:pt x="6" y="12"/>
                  </a:cubicBezTo>
                  <a:cubicBezTo>
                    <a:pt x="3" y="12"/>
                    <a:pt x="0" y="9"/>
                    <a:pt x="0" y="6"/>
                  </a:cubicBezTo>
                  <a:cubicBezTo>
                    <a:pt x="0" y="3"/>
                    <a:pt x="3" y="0"/>
                    <a:pt x="6" y="0"/>
                  </a:cubicBezTo>
                  <a:cubicBezTo>
                    <a:pt x="89" y="0"/>
                    <a:pt x="89" y="0"/>
                    <a:pt x="89" y="0"/>
                  </a:cubicBezTo>
                  <a:cubicBezTo>
                    <a:pt x="93" y="0"/>
                    <a:pt x="95" y="3"/>
                    <a:pt x="95" y="6"/>
                  </a:cubicBezTo>
                  <a:cubicBezTo>
                    <a:pt x="95" y="78"/>
                    <a:pt x="95" y="78"/>
                    <a:pt x="95" y="78"/>
                  </a:cubicBezTo>
                  <a:cubicBezTo>
                    <a:pt x="95" y="81"/>
                    <a:pt x="93" y="84"/>
                    <a:pt x="89"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grpSp>
      <p:grpSp>
        <p:nvGrpSpPr>
          <p:cNvPr id="156" name="Group 60">
            <a:extLst>
              <a:ext uri="{FF2B5EF4-FFF2-40B4-BE49-F238E27FC236}">
                <a16:creationId xmlns:a16="http://schemas.microsoft.com/office/drawing/2014/main" id="{909B4C50-0B6B-F940-B96B-0F025E25749D}"/>
              </a:ext>
            </a:extLst>
          </p:cNvPr>
          <p:cNvGrpSpPr>
            <a:grpSpLocks noChangeAspect="1"/>
          </p:cNvGrpSpPr>
          <p:nvPr userDrawn="1"/>
        </p:nvGrpSpPr>
        <p:grpSpPr bwMode="auto">
          <a:xfrm>
            <a:off x="3329567" y="3117577"/>
            <a:ext cx="491836" cy="480291"/>
            <a:chOff x="6726" y="600"/>
            <a:chExt cx="426" cy="416"/>
          </a:xfrm>
          <a:solidFill>
            <a:schemeClr val="accent1"/>
          </a:solidFill>
        </p:grpSpPr>
        <p:sp>
          <p:nvSpPr>
            <p:cNvPr id="157" name="Freeform 61">
              <a:extLst>
                <a:ext uri="{FF2B5EF4-FFF2-40B4-BE49-F238E27FC236}">
                  <a16:creationId xmlns:a16="http://schemas.microsoft.com/office/drawing/2014/main" id="{9C3A8E24-140A-A045-9B50-E9B468100282}"/>
                </a:ext>
              </a:extLst>
            </p:cNvPr>
            <p:cNvSpPr>
              <a:spLocks/>
            </p:cNvSpPr>
            <p:nvPr/>
          </p:nvSpPr>
          <p:spPr bwMode="auto">
            <a:xfrm>
              <a:off x="6726" y="999"/>
              <a:ext cx="426" cy="17"/>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2" y="12"/>
                    <a:pt x="0" y="10"/>
                    <a:pt x="0" y="6"/>
                  </a:cubicBezTo>
                  <a:cubicBezTo>
                    <a:pt x="0" y="3"/>
                    <a:pt x="2" y="0"/>
                    <a:pt x="6" y="0"/>
                  </a:cubicBezTo>
                  <a:cubicBezTo>
                    <a:pt x="282" y="0"/>
                    <a:pt x="282" y="0"/>
                    <a:pt x="282" y="0"/>
                  </a:cubicBezTo>
                  <a:cubicBezTo>
                    <a:pt x="285" y="0"/>
                    <a:pt x="288" y="3"/>
                    <a:pt x="288" y="6"/>
                  </a:cubicBezTo>
                  <a:cubicBezTo>
                    <a:pt x="288" y="10"/>
                    <a:pt x="285"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58" name="Freeform 62">
              <a:extLst>
                <a:ext uri="{FF2B5EF4-FFF2-40B4-BE49-F238E27FC236}">
                  <a16:creationId xmlns:a16="http://schemas.microsoft.com/office/drawing/2014/main" id="{7B95F1FD-5650-BC4B-808D-C3715C5F40BE}"/>
                </a:ext>
              </a:extLst>
            </p:cNvPr>
            <p:cNvSpPr>
              <a:spLocks noEditPoints="1"/>
            </p:cNvSpPr>
            <p:nvPr/>
          </p:nvSpPr>
          <p:spPr bwMode="auto">
            <a:xfrm>
              <a:off x="6744" y="912"/>
              <a:ext cx="71" cy="104"/>
            </a:xfrm>
            <a:custGeom>
              <a:avLst/>
              <a:gdLst>
                <a:gd name="T0" fmla="*/ 42 w 48"/>
                <a:gd name="T1" fmla="*/ 72 h 72"/>
                <a:gd name="T2" fmla="*/ 6 w 48"/>
                <a:gd name="T3" fmla="*/ 72 h 72"/>
                <a:gd name="T4" fmla="*/ 0 w 48"/>
                <a:gd name="T5" fmla="*/ 66 h 72"/>
                <a:gd name="T6" fmla="*/ 0 w 48"/>
                <a:gd name="T7" fmla="*/ 6 h 72"/>
                <a:gd name="T8" fmla="*/ 6 w 48"/>
                <a:gd name="T9" fmla="*/ 0 h 72"/>
                <a:gd name="T10" fmla="*/ 42 w 48"/>
                <a:gd name="T11" fmla="*/ 0 h 72"/>
                <a:gd name="T12" fmla="*/ 48 w 48"/>
                <a:gd name="T13" fmla="*/ 6 h 72"/>
                <a:gd name="T14" fmla="*/ 48 w 48"/>
                <a:gd name="T15" fmla="*/ 66 h 72"/>
                <a:gd name="T16" fmla="*/ 42 w 48"/>
                <a:gd name="T17" fmla="*/ 72 h 72"/>
                <a:gd name="T18" fmla="*/ 12 w 48"/>
                <a:gd name="T19" fmla="*/ 60 h 72"/>
                <a:gd name="T20" fmla="*/ 36 w 48"/>
                <a:gd name="T21" fmla="*/ 60 h 72"/>
                <a:gd name="T22" fmla="*/ 36 w 48"/>
                <a:gd name="T23" fmla="*/ 12 h 72"/>
                <a:gd name="T24" fmla="*/ 12 w 48"/>
                <a:gd name="T25" fmla="*/ 12 h 72"/>
                <a:gd name="T26" fmla="*/ 12 w 48"/>
                <a:gd name="T27"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72">
                  <a:moveTo>
                    <a:pt x="42" y="72"/>
                  </a:moveTo>
                  <a:cubicBezTo>
                    <a:pt x="6" y="72"/>
                    <a:pt x="6" y="72"/>
                    <a:pt x="6" y="72"/>
                  </a:cubicBezTo>
                  <a:cubicBezTo>
                    <a:pt x="2" y="72"/>
                    <a:pt x="0" y="70"/>
                    <a:pt x="0" y="66"/>
                  </a:cubicBezTo>
                  <a:cubicBezTo>
                    <a:pt x="0" y="6"/>
                    <a:pt x="0" y="6"/>
                    <a:pt x="0" y="6"/>
                  </a:cubicBezTo>
                  <a:cubicBezTo>
                    <a:pt x="0" y="3"/>
                    <a:pt x="2" y="0"/>
                    <a:pt x="6" y="0"/>
                  </a:cubicBezTo>
                  <a:cubicBezTo>
                    <a:pt x="42" y="0"/>
                    <a:pt x="42" y="0"/>
                    <a:pt x="42" y="0"/>
                  </a:cubicBezTo>
                  <a:cubicBezTo>
                    <a:pt x="45" y="0"/>
                    <a:pt x="48" y="3"/>
                    <a:pt x="48" y="6"/>
                  </a:cubicBezTo>
                  <a:cubicBezTo>
                    <a:pt x="48" y="66"/>
                    <a:pt x="48" y="66"/>
                    <a:pt x="48" y="66"/>
                  </a:cubicBezTo>
                  <a:cubicBezTo>
                    <a:pt x="48" y="70"/>
                    <a:pt x="45" y="72"/>
                    <a:pt x="42" y="72"/>
                  </a:cubicBezTo>
                  <a:close/>
                  <a:moveTo>
                    <a:pt x="12" y="60"/>
                  </a:moveTo>
                  <a:cubicBezTo>
                    <a:pt x="36" y="60"/>
                    <a:pt x="36" y="60"/>
                    <a:pt x="36" y="60"/>
                  </a:cubicBezTo>
                  <a:cubicBezTo>
                    <a:pt x="36" y="12"/>
                    <a:pt x="36" y="12"/>
                    <a:pt x="36" y="12"/>
                  </a:cubicBezTo>
                  <a:cubicBezTo>
                    <a:pt x="12" y="12"/>
                    <a:pt x="12" y="12"/>
                    <a:pt x="12" y="12"/>
                  </a:cubicBezTo>
                  <a:lnTo>
                    <a:pt x="12"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59" name="Freeform 63">
              <a:extLst>
                <a:ext uri="{FF2B5EF4-FFF2-40B4-BE49-F238E27FC236}">
                  <a16:creationId xmlns:a16="http://schemas.microsoft.com/office/drawing/2014/main" id="{0ACA05DC-D168-ED4A-8F9D-48683873D78A}"/>
                </a:ext>
              </a:extLst>
            </p:cNvPr>
            <p:cNvSpPr>
              <a:spLocks noEditPoints="1"/>
            </p:cNvSpPr>
            <p:nvPr/>
          </p:nvSpPr>
          <p:spPr bwMode="auto">
            <a:xfrm>
              <a:off x="6850" y="826"/>
              <a:ext cx="71" cy="190"/>
            </a:xfrm>
            <a:custGeom>
              <a:avLst/>
              <a:gdLst>
                <a:gd name="T0" fmla="*/ 42 w 48"/>
                <a:gd name="T1" fmla="*/ 132 h 132"/>
                <a:gd name="T2" fmla="*/ 6 w 48"/>
                <a:gd name="T3" fmla="*/ 132 h 132"/>
                <a:gd name="T4" fmla="*/ 0 w 48"/>
                <a:gd name="T5" fmla="*/ 126 h 132"/>
                <a:gd name="T6" fmla="*/ 0 w 48"/>
                <a:gd name="T7" fmla="*/ 6 h 132"/>
                <a:gd name="T8" fmla="*/ 6 w 48"/>
                <a:gd name="T9" fmla="*/ 0 h 132"/>
                <a:gd name="T10" fmla="*/ 42 w 48"/>
                <a:gd name="T11" fmla="*/ 0 h 132"/>
                <a:gd name="T12" fmla="*/ 48 w 48"/>
                <a:gd name="T13" fmla="*/ 6 h 132"/>
                <a:gd name="T14" fmla="*/ 48 w 48"/>
                <a:gd name="T15" fmla="*/ 126 h 132"/>
                <a:gd name="T16" fmla="*/ 42 w 48"/>
                <a:gd name="T17" fmla="*/ 132 h 132"/>
                <a:gd name="T18" fmla="*/ 12 w 48"/>
                <a:gd name="T19" fmla="*/ 120 h 132"/>
                <a:gd name="T20" fmla="*/ 36 w 48"/>
                <a:gd name="T21" fmla="*/ 120 h 132"/>
                <a:gd name="T22" fmla="*/ 36 w 48"/>
                <a:gd name="T23" fmla="*/ 12 h 132"/>
                <a:gd name="T24" fmla="*/ 12 w 48"/>
                <a:gd name="T25" fmla="*/ 12 h 132"/>
                <a:gd name="T26" fmla="*/ 12 w 48"/>
                <a:gd name="T27" fmla="*/ 12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32">
                  <a:moveTo>
                    <a:pt x="42" y="132"/>
                  </a:moveTo>
                  <a:cubicBezTo>
                    <a:pt x="6" y="132"/>
                    <a:pt x="6" y="132"/>
                    <a:pt x="6" y="132"/>
                  </a:cubicBezTo>
                  <a:cubicBezTo>
                    <a:pt x="2" y="132"/>
                    <a:pt x="0" y="130"/>
                    <a:pt x="0" y="126"/>
                  </a:cubicBezTo>
                  <a:cubicBezTo>
                    <a:pt x="0" y="6"/>
                    <a:pt x="0" y="6"/>
                    <a:pt x="0" y="6"/>
                  </a:cubicBezTo>
                  <a:cubicBezTo>
                    <a:pt x="0" y="3"/>
                    <a:pt x="2" y="0"/>
                    <a:pt x="6" y="0"/>
                  </a:cubicBezTo>
                  <a:cubicBezTo>
                    <a:pt x="42" y="0"/>
                    <a:pt x="42" y="0"/>
                    <a:pt x="42" y="0"/>
                  </a:cubicBezTo>
                  <a:cubicBezTo>
                    <a:pt x="45" y="0"/>
                    <a:pt x="48" y="3"/>
                    <a:pt x="48" y="6"/>
                  </a:cubicBezTo>
                  <a:cubicBezTo>
                    <a:pt x="48" y="126"/>
                    <a:pt x="48" y="126"/>
                    <a:pt x="48" y="126"/>
                  </a:cubicBezTo>
                  <a:cubicBezTo>
                    <a:pt x="48" y="130"/>
                    <a:pt x="45" y="132"/>
                    <a:pt x="42" y="132"/>
                  </a:cubicBezTo>
                  <a:close/>
                  <a:moveTo>
                    <a:pt x="12" y="120"/>
                  </a:moveTo>
                  <a:cubicBezTo>
                    <a:pt x="36" y="120"/>
                    <a:pt x="36" y="120"/>
                    <a:pt x="36" y="120"/>
                  </a:cubicBezTo>
                  <a:cubicBezTo>
                    <a:pt x="36" y="12"/>
                    <a:pt x="36" y="12"/>
                    <a:pt x="36" y="12"/>
                  </a:cubicBezTo>
                  <a:cubicBezTo>
                    <a:pt x="12" y="12"/>
                    <a:pt x="12" y="12"/>
                    <a:pt x="12" y="12"/>
                  </a:cubicBezTo>
                  <a:lnTo>
                    <a:pt x="12"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0" name="Freeform 64">
              <a:extLst>
                <a:ext uri="{FF2B5EF4-FFF2-40B4-BE49-F238E27FC236}">
                  <a16:creationId xmlns:a16="http://schemas.microsoft.com/office/drawing/2014/main" id="{DEACE061-660B-B846-81F5-5CAC95D88ABD}"/>
                </a:ext>
              </a:extLst>
            </p:cNvPr>
            <p:cNvSpPr>
              <a:spLocks noEditPoints="1"/>
            </p:cNvSpPr>
            <p:nvPr/>
          </p:nvSpPr>
          <p:spPr bwMode="auto">
            <a:xfrm>
              <a:off x="6957" y="860"/>
              <a:ext cx="71" cy="156"/>
            </a:xfrm>
            <a:custGeom>
              <a:avLst/>
              <a:gdLst>
                <a:gd name="T0" fmla="*/ 42 w 48"/>
                <a:gd name="T1" fmla="*/ 108 h 108"/>
                <a:gd name="T2" fmla="*/ 6 w 48"/>
                <a:gd name="T3" fmla="*/ 108 h 108"/>
                <a:gd name="T4" fmla="*/ 0 w 48"/>
                <a:gd name="T5" fmla="*/ 102 h 108"/>
                <a:gd name="T6" fmla="*/ 0 w 48"/>
                <a:gd name="T7" fmla="*/ 6 h 108"/>
                <a:gd name="T8" fmla="*/ 6 w 48"/>
                <a:gd name="T9" fmla="*/ 0 h 108"/>
                <a:gd name="T10" fmla="*/ 42 w 48"/>
                <a:gd name="T11" fmla="*/ 0 h 108"/>
                <a:gd name="T12" fmla="*/ 48 w 48"/>
                <a:gd name="T13" fmla="*/ 6 h 108"/>
                <a:gd name="T14" fmla="*/ 48 w 48"/>
                <a:gd name="T15" fmla="*/ 102 h 108"/>
                <a:gd name="T16" fmla="*/ 42 w 48"/>
                <a:gd name="T17" fmla="*/ 108 h 108"/>
                <a:gd name="T18" fmla="*/ 12 w 48"/>
                <a:gd name="T19" fmla="*/ 96 h 108"/>
                <a:gd name="T20" fmla="*/ 36 w 48"/>
                <a:gd name="T21" fmla="*/ 96 h 108"/>
                <a:gd name="T22" fmla="*/ 36 w 48"/>
                <a:gd name="T23" fmla="*/ 12 h 108"/>
                <a:gd name="T24" fmla="*/ 12 w 48"/>
                <a:gd name="T25" fmla="*/ 12 h 108"/>
                <a:gd name="T26" fmla="*/ 12 w 48"/>
                <a:gd name="T27" fmla="*/ 9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08">
                  <a:moveTo>
                    <a:pt x="42" y="108"/>
                  </a:moveTo>
                  <a:cubicBezTo>
                    <a:pt x="6" y="108"/>
                    <a:pt x="6" y="108"/>
                    <a:pt x="6" y="108"/>
                  </a:cubicBezTo>
                  <a:cubicBezTo>
                    <a:pt x="2" y="108"/>
                    <a:pt x="0" y="106"/>
                    <a:pt x="0" y="102"/>
                  </a:cubicBezTo>
                  <a:cubicBezTo>
                    <a:pt x="0" y="6"/>
                    <a:pt x="0" y="6"/>
                    <a:pt x="0" y="6"/>
                  </a:cubicBezTo>
                  <a:cubicBezTo>
                    <a:pt x="0" y="3"/>
                    <a:pt x="2" y="0"/>
                    <a:pt x="6" y="0"/>
                  </a:cubicBezTo>
                  <a:cubicBezTo>
                    <a:pt x="42" y="0"/>
                    <a:pt x="42" y="0"/>
                    <a:pt x="42" y="0"/>
                  </a:cubicBezTo>
                  <a:cubicBezTo>
                    <a:pt x="45" y="0"/>
                    <a:pt x="48" y="3"/>
                    <a:pt x="48" y="6"/>
                  </a:cubicBezTo>
                  <a:cubicBezTo>
                    <a:pt x="48" y="102"/>
                    <a:pt x="48" y="102"/>
                    <a:pt x="48" y="102"/>
                  </a:cubicBezTo>
                  <a:cubicBezTo>
                    <a:pt x="48" y="106"/>
                    <a:pt x="45" y="108"/>
                    <a:pt x="42" y="108"/>
                  </a:cubicBezTo>
                  <a:close/>
                  <a:moveTo>
                    <a:pt x="12" y="96"/>
                  </a:moveTo>
                  <a:cubicBezTo>
                    <a:pt x="36" y="96"/>
                    <a:pt x="36" y="96"/>
                    <a:pt x="36" y="96"/>
                  </a:cubicBezTo>
                  <a:cubicBezTo>
                    <a:pt x="36" y="12"/>
                    <a:pt x="36" y="12"/>
                    <a:pt x="36" y="12"/>
                  </a:cubicBezTo>
                  <a:cubicBezTo>
                    <a:pt x="12" y="12"/>
                    <a:pt x="12" y="12"/>
                    <a:pt x="12" y="12"/>
                  </a:cubicBezTo>
                  <a:lnTo>
                    <a:pt x="12"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1" name="Freeform 65">
              <a:extLst>
                <a:ext uri="{FF2B5EF4-FFF2-40B4-BE49-F238E27FC236}">
                  <a16:creationId xmlns:a16="http://schemas.microsoft.com/office/drawing/2014/main" id="{6C1EFCFD-1918-4C4B-9CE7-E8EFB1D43AEC}"/>
                </a:ext>
              </a:extLst>
            </p:cNvPr>
            <p:cNvSpPr>
              <a:spLocks noEditPoints="1"/>
            </p:cNvSpPr>
            <p:nvPr/>
          </p:nvSpPr>
          <p:spPr bwMode="auto">
            <a:xfrm>
              <a:off x="7063" y="739"/>
              <a:ext cx="71" cy="277"/>
            </a:xfrm>
            <a:custGeom>
              <a:avLst/>
              <a:gdLst>
                <a:gd name="T0" fmla="*/ 42 w 48"/>
                <a:gd name="T1" fmla="*/ 192 h 192"/>
                <a:gd name="T2" fmla="*/ 6 w 48"/>
                <a:gd name="T3" fmla="*/ 192 h 192"/>
                <a:gd name="T4" fmla="*/ 0 w 48"/>
                <a:gd name="T5" fmla="*/ 186 h 192"/>
                <a:gd name="T6" fmla="*/ 0 w 48"/>
                <a:gd name="T7" fmla="*/ 6 h 192"/>
                <a:gd name="T8" fmla="*/ 6 w 48"/>
                <a:gd name="T9" fmla="*/ 0 h 192"/>
                <a:gd name="T10" fmla="*/ 42 w 48"/>
                <a:gd name="T11" fmla="*/ 0 h 192"/>
                <a:gd name="T12" fmla="*/ 48 w 48"/>
                <a:gd name="T13" fmla="*/ 6 h 192"/>
                <a:gd name="T14" fmla="*/ 48 w 48"/>
                <a:gd name="T15" fmla="*/ 186 h 192"/>
                <a:gd name="T16" fmla="*/ 42 w 48"/>
                <a:gd name="T17" fmla="*/ 192 h 192"/>
                <a:gd name="T18" fmla="*/ 12 w 48"/>
                <a:gd name="T19" fmla="*/ 180 h 192"/>
                <a:gd name="T20" fmla="*/ 36 w 48"/>
                <a:gd name="T21" fmla="*/ 180 h 192"/>
                <a:gd name="T22" fmla="*/ 36 w 48"/>
                <a:gd name="T23" fmla="*/ 12 h 192"/>
                <a:gd name="T24" fmla="*/ 12 w 48"/>
                <a:gd name="T25" fmla="*/ 12 h 192"/>
                <a:gd name="T26" fmla="*/ 12 w 48"/>
                <a:gd name="T27" fmla="*/ 18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92">
                  <a:moveTo>
                    <a:pt x="42" y="192"/>
                  </a:moveTo>
                  <a:cubicBezTo>
                    <a:pt x="6" y="192"/>
                    <a:pt x="6" y="192"/>
                    <a:pt x="6" y="192"/>
                  </a:cubicBezTo>
                  <a:cubicBezTo>
                    <a:pt x="2" y="192"/>
                    <a:pt x="0" y="190"/>
                    <a:pt x="0" y="186"/>
                  </a:cubicBezTo>
                  <a:cubicBezTo>
                    <a:pt x="0" y="6"/>
                    <a:pt x="0" y="6"/>
                    <a:pt x="0" y="6"/>
                  </a:cubicBezTo>
                  <a:cubicBezTo>
                    <a:pt x="0" y="3"/>
                    <a:pt x="2" y="0"/>
                    <a:pt x="6" y="0"/>
                  </a:cubicBezTo>
                  <a:cubicBezTo>
                    <a:pt x="42" y="0"/>
                    <a:pt x="42" y="0"/>
                    <a:pt x="42" y="0"/>
                  </a:cubicBezTo>
                  <a:cubicBezTo>
                    <a:pt x="45" y="0"/>
                    <a:pt x="48" y="3"/>
                    <a:pt x="48" y="6"/>
                  </a:cubicBezTo>
                  <a:cubicBezTo>
                    <a:pt x="48" y="186"/>
                    <a:pt x="48" y="186"/>
                    <a:pt x="48" y="186"/>
                  </a:cubicBezTo>
                  <a:cubicBezTo>
                    <a:pt x="48" y="190"/>
                    <a:pt x="45" y="192"/>
                    <a:pt x="42" y="192"/>
                  </a:cubicBezTo>
                  <a:close/>
                  <a:moveTo>
                    <a:pt x="12" y="180"/>
                  </a:moveTo>
                  <a:cubicBezTo>
                    <a:pt x="36" y="180"/>
                    <a:pt x="36" y="180"/>
                    <a:pt x="36" y="180"/>
                  </a:cubicBezTo>
                  <a:cubicBezTo>
                    <a:pt x="36" y="12"/>
                    <a:pt x="36" y="12"/>
                    <a:pt x="36" y="12"/>
                  </a:cubicBezTo>
                  <a:cubicBezTo>
                    <a:pt x="12" y="12"/>
                    <a:pt x="12" y="12"/>
                    <a:pt x="12" y="12"/>
                  </a:cubicBezTo>
                  <a:lnTo>
                    <a:pt x="12"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2" name="Freeform 66">
              <a:extLst>
                <a:ext uri="{FF2B5EF4-FFF2-40B4-BE49-F238E27FC236}">
                  <a16:creationId xmlns:a16="http://schemas.microsoft.com/office/drawing/2014/main" id="{E3276A80-6E12-C248-A63A-BDDBCB6DC276}"/>
                </a:ext>
              </a:extLst>
            </p:cNvPr>
            <p:cNvSpPr>
              <a:spLocks noEditPoints="1"/>
            </p:cNvSpPr>
            <p:nvPr/>
          </p:nvSpPr>
          <p:spPr bwMode="auto">
            <a:xfrm>
              <a:off x="6753" y="774"/>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3" name="Freeform 67">
              <a:extLst>
                <a:ext uri="{FF2B5EF4-FFF2-40B4-BE49-F238E27FC236}">
                  <a16:creationId xmlns:a16="http://schemas.microsoft.com/office/drawing/2014/main" id="{FA66DBB2-838B-4C4A-BA40-168FEF07086F}"/>
                </a:ext>
              </a:extLst>
            </p:cNvPr>
            <p:cNvSpPr>
              <a:spLocks noEditPoints="1"/>
            </p:cNvSpPr>
            <p:nvPr/>
          </p:nvSpPr>
          <p:spPr bwMode="auto">
            <a:xfrm>
              <a:off x="6859" y="687"/>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4" name="Freeform 68">
              <a:extLst>
                <a:ext uri="{FF2B5EF4-FFF2-40B4-BE49-F238E27FC236}">
                  <a16:creationId xmlns:a16="http://schemas.microsoft.com/office/drawing/2014/main" id="{93019F76-8284-AF42-815A-EE8C56616EEB}"/>
                </a:ext>
              </a:extLst>
            </p:cNvPr>
            <p:cNvSpPr>
              <a:spLocks noEditPoints="1"/>
            </p:cNvSpPr>
            <p:nvPr/>
          </p:nvSpPr>
          <p:spPr bwMode="auto">
            <a:xfrm>
              <a:off x="6966" y="722"/>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5" name="Freeform 69">
              <a:extLst>
                <a:ext uri="{FF2B5EF4-FFF2-40B4-BE49-F238E27FC236}">
                  <a16:creationId xmlns:a16="http://schemas.microsoft.com/office/drawing/2014/main" id="{994737E9-AB00-4844-A2D9-029280879396}"/>
                </a:ext>
              </a:extLst>
            </p:cNvPr>
            <p:cNvSpPr>
              <a:spLocks noEditPoints="1"/>
            </p:cNvSpPr>
            <p:nvPr/>
          </p:nvSpPr>
          <p:spPr bwMode="auto">
            <a:xfrm>
              <a:off x="7072" y="600"/>
              <a:ext cx="54"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6" name="Freeform 70">
              <a:extLst>
                <a:ext uri="{FF2B5EF4-FFF2-40B4-BE49-F238E27FC236}">
                  <a16:creationId xmlns:a16="http://schemas.microsoft.com/office/drawing/2014/main" id="{31011639-86D2-1945-816C-1890494209C3}"/>
                </a:ext>
              </a:extLst>
            </p:cNvPr>
            <p:cNvSpPr>
              <a:spLocks/>
            </p:cNvSpPr>
            <p:nvPr/>
          </p:nvSpPr>
          <p:spPr bwMode="auto">
            <a:xfrm>
              <a:off x="6782" y="714"/>
              <a:ext cx="99" cy="84"/>
            </a:xfrm>
            <a:custGeom>
              <a:avLst/>
              <a:gdLst>
                <a:gd name="T0" fmla="*/ 7 w 67"/>
                <a:gd name="T1" fmla="*/ 58 h 58"/>
                <a:gd name="T2" fmla="*/ 2 w 67"/>
                <a:gd name="T3" fmla="*/ 56 h 58"/>
                <a:gd name="T4" fmla="*/ 3 w 67"/>
                <a:gd name="T5" fmla="*/ 47 h 58"/>
                <a:gd name="T6" fmla="*/ 57 w 67"/>
                <a:gd name="T7" fmla="*/ 3 h 58"/>
                <a:gd name="T8" fmla="*/ 65 w 67"/>
                <a:gd name="T9" fmla="*/ 3 h 58"/>
                <a:gd name="T10" fmla="*/ 64 w 67"/>
                <a:gd name="T11" fmla="*/ 12 h 58"/>
                <a:gd name="T12" fmla="*/ 11 w 67"/>
                <a:gd name="T13" fmla="*/ 56 h 58"/>
                <a:gd name="T14" fmla="*/ 7 w 67"/>
                <a:gd name="T15" fmla="*/ 58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58">
                  <a:moveTo>
                    <a:pt x="7" y="58"/>
                  </a:moveTo>
                  <a:cubicBezTo>
                    <a:pt x="5" y="58"/>
                    <a:pt x="3" y="57"/>
                    <a:pt x="2" y="56"/>
                  </a:cubicBezTo>
                  <a:cubicBezTo>
                    <a:pt x="0" y="53"/>
                    <a:pt x="0" y="49"/>
                    <a:pt x="3" y="47"/>
                  </a:cubicBezTo>
                  <a:cubicBezTo>
                    <a:pt x="57" y="3"/>
                    <a:pt x="57" y="3"/>
                    <a:pt x="57" y="3"/>
                  </a:cubicBezTo>
                  <a:cubicBezTo>
                    <a:pt x="59" y="0"/>
                    <a:pt x="63" y="1"/>
                    <a:pt x="65" y="3"/>
                  </a:cubicBezTo>
                  <a:cubicBezTo>
                    <a:pt x="67" y="6"/>
                    <a:pt x="67" y="10"/>
                    <a:pt x="64" y="12"/>
                  </a:cubicBezTo>
                  <a:cubicBezTo>
                    <a:pt x="11" y="56"/>
                    <a:pt x="11" y="56"/>
                    <a:pt x="11" y="56"/>
                  </a:cubicBezTo>
                  <a:cubicBezTo>
                    <a:pt x="10" y="57"/>
                    <a:pt x="8" y="58"/>
                    <a:pt x="7"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7" name="Freeform 71">
              <a:extLst>
                <a:ext uri="{FF2B5EF4-FFF2-40B4-BE49-F238E27FC236}">
                  <a16:creationId xmlns:a16="http://schemas.microsoft.com/office/drawing/2014/main" id="{351419A5-CCB8-0F4A-A9D8-85EBBC43D894}"/>
                </a:ext>
              </a:extLst>
            </p:cNvPr>
            <p:cNvSpPr>
              <a:spLocks/>
            </p:cNvSpPr>
            <p:nvPr/>
          </p:nvSpPr>
          <p:spPr bwMode="auto">
            <a:xfrm>
              <a:off x="6892" y="708"/>
              <a:ext cx="93" cy="44"/>
            </a:xfrm>
            <a:custGeom>
              <a:avLst/>
              <a:gdLst>
                <a:gd name="T0" fmla="*/ 57 w 63"/>
                <a:gd name="T1" fmla="*/ 30 h 30"/>
                <a:gd name="T2" fmla="*/ 55 w 63"/>
                <a:gd name="T3" fmla="*/ 29 h 30"/>
                <a:gd name="T4" fmla="*/ 5 w 63"/>
                <a:gd name="T5" fmla="*/ 13 h 30"/>
                <a:gd name="T6" fmla="*/ 1 w 63"/>
                <a:gd name="T7" fmla="*/ 5 h 30"/>
                <a:gd name="T8" fmla="*/ 9 w 63"/>
                <a:gd name="T9" fmla="*/ 2 h 30"/>
                <a:gd name="T10" fmla="*/ 58 w 63"/>
                <a:gd name="T11" fmla="*/ 18 h 30"/>
                <a:gd name="T12" fmla="*/ 62 w 63"/>
                <a:gd name="T13" fmla="*/ 26 h 30"/>
                <a:gd name="T14" fmla="*/ 57 w 63"/>
                <a:gd name="T15" fmla="*/ 30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 h="30">
                  <a:moveTo>
                    <a:pt x="57" y="30"/>
                  </a:moveTo>
                  <a:cubicBezTo>
                    <a:pt x="56" y="30"/>
                    <a:pt x="55" y="30"/>
                    <a:pt x="55" y="29"/>
                  </a:cubicBezTo>
                  <a:cubicBezTo>
                    <a:pt x="5" y="13"/>
                    <a:pt x="5" y="13"/>
                    <a:pt x="5" y="13"/>
                  </a:cubicBezTo>
                  <a:cubicBezTo>
                    <a:pt x="2" y="12"/>
                    <a:pt x="0" y="8"/>
                    <a:pt x="1" y="5"/>
                  </a:cubicBezTo>
                  <a:cubicBezTo>
                    <a:pt x="2" y="2"/>
                    <a:pt x="6" y="0"/>
                    <a:pt x="9" y="2"/>
                  </a:cubicBezTo>
                  <a:cubicBezTo>
                    <a:pt x="58" y="18"/>
                    <a:pt x="58" y="18"/>
                    <a:pt x="58" y="18"/>
                  </a:cubicBezTo>
                  <a:cubicBezTo>
                    <a:pt x="62" y="19"/>
                    <a:pt x="63" y="23"/>
                    <a:pt x="62" y="26"/>
                  </a:cubicBezTo>
                  <a:cubicBezTo>
                    <a:pt x="61" y="28"/>
                    <a:pt x="59" y="30"/>
                    <a:pt x="5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8" name="Freeform 72">
              <a:extLst>
                <a:ext uri="{FF2B5EF4-FFF2-40B4-BE49-F238E27FC236}">
                  <a16:creationId xmlns:a16="http://schemas.microsoft.com/office/drawing/2014/main" id="{E9D27936-5D5D-614F-8C1C-7B1D6C8F53BC}"/>
                </a:ext>
              </a:extLst>
            </p:cNvPr>
            <p:cNvSpPr>
              <a:spLocks/>
            </p:cNvSpPr>
            <p:nvPr/>
          </p:nvSpPr>
          <p:spPr bwMode="auto">
            <a:xfrm>
              <a:off x="6994" y="630"/>
              <a:ext cx="103" cy="113"/>
            </a:xfrm>
            <a:custGeom>
              <a:avLst/>
              <a:gdLst>
                <a:gd name="T0" fmla="*/ 6 w 70"/>
                <a:gd name="T1" fmla="*/ 78 h 78"/>
                <a:gd name="T2" fmla="*/ 3 w 70"/>
                <a:gd name="T3" fmla="*/ 77 h 78"/>
                <a:gd name="T4" fmla="*/ 2 w 70"/>
                <a:gd name="T5" fmla="*/ 68 h 78"/>
                <a:gd name="T6" fmla="*/ 58 w 70"/>
                <a:gd name="T7" fmla="*/ 3 h 78"/>
                <a:gd name="T8" fmla="*/ 67 w 70"/>
                <a:gd name="T9" fmla="*/ 2 h 78"/>
                <a:gd name="T10" fmla="*/ 67 w 70"/>
                <a:gd name="T11" fmla="*/ 10 h 78"/>
                <a:gd name="T12" fmla="*/ 11 w 70"/>
                <a:gd name="T13" fmla="*/ 76 h 78"/>
                <a:gd name="T14" fmla="*/ 6 w 70"/>
                <a:gd name="T15" fmla="*/ 78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6" y="78"/>
                  </a:moveTo>
                  <a:cubicBezTo>
                    <a:pt x="5" y="78"/>
                    <a:pt x="4" y="78"/>
                    <a:pt x="3" y="77"/>
                  </a:cubicBezTo>
                  <a:cubicBezTo>
                    <a:pt x="0" y="75"/>
                    <a:pt x="0" y="71"/>
                    <a:pt x="2" y="68"/>
                  </a:cubicBezTo>
                  <a:cubicBezTo>
                    <a:pt x="58" y="3"/>
                    <a:pt x="58" y="3"/>
                    <a:pt x="58" y="3"/>
                  </a:cubicBezTo>
                  <a:cubicBezTo>
                    <a:pt x="60" y="0"/>
                    <a:pt x="64" y="0"/>
                    <a:pt x="67" y="2"/>
                  </a:cubicBezTo>
                  <a:cubicBezTo>
                    <a:pt x="69" y="4"/>
                    <a:pt x="70" y="8"/>
                    <a:pt x="67" y="10"/>
                  </a:cubicBezTo>
                  <a:cubicBezTo>
                    <a:pt x="11" y="76"/>
                    <a:pt x="11" y="76"/>
                    <a:pt x="11" y="76"/>
                  </a:cubicBezTo>
                  <a:cubicBezTo>
                    <a:pt x="10" y="78"/>
                    <a:pt x="8" y="78"/>
                    <a:pt x="6"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169" name="Group 147">
            <a:extLst>
              <a:ext uri="{FF2B5EF4-FFF2-40B4-BE49-F238E27FC236}">
                <a16:creationId xmlns:a16="http://schemas.microsoft.com/office/drawing/2014/main" id="{1A45C7C7-247A-8046-A96E-AD1F982C8EF8}"/>
              </a:ext>
            </a:extLst>
          </p:cNvPr>
          <p:cNvGrpSpPr>
            <a:grpSpLocks noChangeAspect="1"/>
          </p:cNvGrpSpPr>
          <p:nvPr userDrawn="1"/>
        </p:nvGrpSpPr>
        <p:grpSpPr bwMode="auto">
          <a:xfrm>
            <a:off x="4602982" y="4317934"/>
            <a:ext cx="492991" cy="480291"/>
            <a:chOff x="4660" y="3155"/>
            <a:chExt cx="427" cy="416"/>
          </a:xfrm>
          <a:solidFill>
            <a:schemeClr val="accent1"/>
          </a:solidFill>
        </p:grpSpPr>
        <p:sp>
          <p:nvSpPr>
            <p:cNvPr id="170" name="Freeform 148">
              <a:extLst>
                <a:ext uri="{FF2B5EF4-FFF2-40B4-BE49-F238E27FC236}">
                  <a16:creationId xmlns:a16="http://schemas.microsoft.com/office/drawing/2014/main" id="{8E8C409B-9E97-C84A-B9D3-A35AAE508CE2}"/>
                </a:ext>
              </a:extLst>
            </p:cNvPr>
            <p:cNvSpPr>
              <a:spLocks/>
            </p:cNvSpPr>
            <p:nvPr/>
          </p:nvSpPr>
          <p:spPr bwMode="auto">
            <a:xfrm>
              <a:off x="4952" y="3213"/>
              <a:ext cx="75" cy="72"/>
            </a:xfrm>
            <a:custGeom>
              <a:avLst/>
              <a:gdLst>
                <a:gd name="T0" fmla="*/ 7 w 51"/>
                <a:gd name="T1" fmla="*/ 50 h 50"/>
                <a:gd name="T2" fmla="*/ 3 w 51"/>
                <a:gd name="T3" fmla="*/ 48 h 50"/>
                <a:gd name="T4" fmla="*/ 3 w 51"/>
                <a:gd name="T5" fmla="*/ 40 h 50"/>
                <a:gd name="T6" fmla="*/ 40 w 51"/>
                <a:gd name="T7" fmla="*/ 3 h 50"/>
                <a:gd name="T8" fmla="*/ 49 w 51"/>
                <a:gd name="T9" fmla="*/ 3 h 50"/>
                <a:gd name="T10" fmla="*/ 49 w 51"/>
                <a:gd name="T11" fmla="*/ 11 h 50"/>
                <a:gd name="T12" fmla="*/ 11 w 51"/>
                <a:gd name="T13" fmla="*/ 48 h 50"/>
                <a:gd name="T14" fmla="*/ 7 w 51"/>
                <a:gd name="T15" fmla="*/ 50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50">
                  <a:moveTo>
                    <a:pt x="7" y="50"/>
                  </a:moveTo>
                  <a:cubicBezTo>
                    <a:pt x="6" y="50"/>
                    <a:pt x="4" y="49"/>
                    <a:pt x="3" y="48"/>
                  </a:cubicBezTo>
                  <a:cubicBezTo>
                    <a:pt x="0" y="46"/>
                    <a:pt x="0" y="42"/>
                    <a:pt x="3" y="40"/>
                  </a:cubicBezTo>
                  <a:cubicBezTo>
                    <a:pt x="40" y="3"/>
                    <a:pt x="40" y="3"/>
                    <a:pt x="40" y="3"/>
                  </a:cubicBezTo>
                  <a:cubicBezTo>
                    <a:pt x="42" y="0"/>
                    <a:pt x="46" y="0"/>
                    <a:pt x="49" y="3"/>
                  </a:cubicBezTo>
                  <a:cubicBezTo>
                    <a:pt x="51" y="5"/>
                    <a:pt x="51" y="9"/>
                    <a:pt x="49" y="11"/>
                  </a:cubicBezTo>
                  <a:cubicBezTo>
                    <a:pt x="11" y="48"/>
                    <a:pt x="11" y="48"/>
                    <a:pt x="11" y="48"/>
                  </a:cubicBezTo>
                  <a:cubicBezTo>
                    <a:pt x="10" y="49"/>
                    <a:pt x="9" y="50"/>
                    <a:pt x="7"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1" name="Freeform 149">
              <a:extLst>
                <a:ext uri="{FF2B5EF4-FFF2-40B4-BE49-F238E27FC236}">
                  <a16:creationId xmlns:a16="http://schemas.microsoft.com/office/drawing/2014/main" id="{DA0B5ECD-870E-4848-9CD3-F2A48AAED96F}"/>
                </a:ext>
              </a:extLst>
            </p:cNvPr>
            <p:cNvSpPr>
              <a:spLocks noEditPoints="1"/>
            </p:cNvSpPr>
            <p:nvPr/>
          </p:nvSpPr>
          <p:spPr bwMode="auto">
            <a:xfrm>
              <a:off x="4998" y="3155"/>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2" name="Freeform 150">
              <a:extLst>
                <a:ext uri="{FF2B5EF4-FFF2-40B4-BE49-F238E27FC236}">
                  <a16:creationId xmlns:a16="http://schemas.microsoft.com/office/drawing/2014/main" id="{F35591AC-ECAA-6A44-8F99-819ED52E6DAB}"/>
                </a:ext>
              </a:extLst>
            </p:cNvPr>
            <p:cNvSpPr>
              <a:spLocks/>
            </p:cNvSpPr>
            <p:nvPr/>
          </p:nvSpPr>
          <p:spPr bwMode="auto">
            <a:xfrm>
              <a:off x="4970" y="3457"/>
              <a:ext cx="57" cy="55"/>
            </a:xfrm>
            <a:custGeom>
              <a:avLst/>
              <a:gdLst>
                <a:gd name="T0" fmla="*/ 32 w 39"/>
                <a:gd name="T1" fmla="*/ 38 h 38"/>
                <a:gd name="T2" fmla="*/ 28 w 39"/>
                <a:gd name="T3" fmla="*/ 36 h 38"/>
                <a:gd name="T4" fmla="*/ 2 w 39"/>
                <a:gd name="T5" fmla="*/ 11 h 38"/>
                <a:gd name="T6" fmla="*/ 2 w 39"/>
                <a:gd name="T7" fmla="*/ 2 h 38"/>
                <a:gd name="T8" fmla="*/ 11 w 39"/>
                <a:gd name="T9" fmla="*/ 2 h 38"/>
                <a:gd name="T10" fmla="*/ 36 w 39"/>
                <a:gd name="T11" fmla="*/ 28 h 38"/>
                <a:gd name="T12" fmla="*/ 36 w 39"/>
                <a:gd name="T13" fmla="*/ 36 h 38"/>
                <a:gd name="T14" fmla="*/ 32 w 39"/>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32" y="38"/>
                  </a:moveTo>
                  <a:cubicBezTo>
                    <a:pt x="30" y="38"/>
                    <a:pt x="29" y="37"/>
                    <a:pt x="28" y="36"/>
                  </a:cubicBezTo>
                  <a:cubicBezTo>
                    <a:pt x="2" y="11"/>
                    <a:pt x="2" y="11"/>
                    <a:pt x="2" y="11"/>
                  </a:cubicBezTo>
                  <a:cubicBezTo>
                    <a:pt x="0" y="8"/>
                    <a:pt x="0" y="4"/>
                    <a:pt x="2" y="2"/>
                  </a:cubicBezTo>
                  <a:cubicBezTo>
                    <a:pt x="5" y="0"/>
                    <a:pt x="8" y="0"/>
                    <a:pt x="11" y="2"/>
                  </a:cubicBezTo>
                  <a:cubicBezTo>
                    <a:pt x="36" y="28"/>
                    <a:pt x="36" y="28"/>
                    <a:pt x="36" y="28"/>
                  </a:cubicBezTo>
                  <a:cubicBezTo>
                    <a:pt x="39" y="30"/>
                    <a:pt x="39" y="34"/>
                    <a:pt x="36" y="36"/>
                  </a:cubicBezTo>
                  <a:cubicBezTo>
                    <a:pt x="35" y="37"/>
                    <a:pt x="33" y="38"/>
                    <a:pt x="32"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3" name="Freeform 151">
              <a:extLst>
                <a:ext uri="{FF2B5EF4-FFF2-40B4-BE49-F238E27FC236}">
                  <a16:creationId xmlns:a16="http://schemas.microsoft.com/office/drawing/2014/main" id="{7C40EEF9-FCC2-A541-B120-A45140879919}"/>
                </a:ext>
              </a:extLst>
            </p:cNvPr>
            <p:cNvSpPr>
              <a:spLocks noEditPoints="1"/>
            </p:cNvSpPr>
            <p:nvPr/>
          </p:nvSpPr>
          <p:spPr bwMode="auto">
            <a:xfrm>
              <a:off x="4998" y="3485"/>
              <a:ext cx="89" cy="86"/>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4" name="Freeform 152">
              <a:extLst>
                <a:ext uri="{FF2B5EF4-FFF2-40B4-BE49-F238E27FC236}">
                  <a16:creationId xmlns:a16="http://schemas.microsoft.com/office/drawing/2014/main" id="{A9892F93-4546-3D4E-B74D-759D573B708D}"/>
                </a:ext>
              </a:extLst>
            </p:cNvPr>
            <p:cNvSpPr>
              <a:spLocks/>
            </p:cNvSpPr>
            <p:nvPr/>
          </p:nvSpPr>
          <p:spPr bwMode="auto">
            <a:xfrm>
              <a:off x="4720" y="3213"/>
              <a:ext cx="75" cy="72"/>
            </a:xfrm>
            <a:custGeom>
              <a:avLst/>
              <a:gdLst>
                <a:gd name="T0" fmla="*/ 44 w 51"/>
                <a:gd name="T1" fmla="*/ 50 h 50"/>
                <a:gd name="T2" fmla="*/ 40 w 51"/>
                <a:gd name="T3" fmla="*/ 48 h 50"/>
                <a:gd name="T4" fmla="*/ 3 w 51"/>
                <a:gd name="T5" fmla="*/ 11 h 50"/>
                <a:gd name="T6" fmla="*/ 2 w 51"/>
                <a:gd name="T7" fmla="*/ 3 h 50"/>
                <a:gd name="T8" fmla="*/ 11 w 51"/>
                <a:gd name="T9" fmla="*/ 3 h 50"/>
                <a:gd name="T10" fmla="*/ 48 w 51"/>
                <a:gd name="T11" fmla="*/ 40 h 50"/>
                <a:gd name="T12" fmla="*/ 48 w 51"/>
                <a:gd name="T13" fmla="*/ 48 h 50"/>
                <a:gd name="T14" fmla="*/ 44 w 51"/>
                <a:gd name="T15" fmla="*/ 50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50">
                  <a:moveTo>
                    <a:pt x="44" y="50"/>
                  </a:moveTo>
                  <a:cubicBezTo>
                    <a:pt x="43" y="50"/>
                    <a:pt x="41" y="49"/>
                    <a:pt x="40" y="48"/>
                  </a:cubicBezTo>
                  <a:cubicBezTo>
                    <a:pt x="3" y="11"/>
                    <a:pt x="3" y="11"/>
                    <a:pt x="3" y="11"/>
                  </a:cubicBezTo>
                  <a:cubicBezTo>
                    <a:pt x="0" y="9"/>
                    <a:pt x="0" y="5"/>
                    <a:pt x="2" y="3"/>
                  </a:cubicBezTo>
                  <a:cubicBezTo>
                    <a:pt x="5" y="0"/>
                    <a:pt x="9" y="0"/>
                    <a:pt x="11" y="3"/>
                  </a:cubicBezTo>
                  <a:cubicBezTo>
                    <a:pt x="48" y="40"/>
                    <a:pt x="48" y="40"/>
                    <a:pt x="48" y="40"/>
                  </a:cubicBezTo>
                  <a:cubicBezTo>
                    <a:pt x="51" y="42"/>
                    <a:pt x="51" y="46"/>
                    <a:pt x="48" y="48"/>
                  </a:cubicBezTo>
                  <a:cubicBezTo>
                    <a:pt x="47" y="49"/>
                    <a:pt x="46" y="50"/>
                    <a:pt x="44"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5" name="Freeform 153">
              <a:extLst>
                <a:ext uri="{FF2B5EF4-FFF2-40B4-BE49-F238E27FC236}">
                  <a16:creationId xmlns:a16="http://schemas.microsoft.com/office/drawing/2014/main" id="{FC0B3E8E-2558-BE41-ADEB-7D5023F6BD96}"/>
                </a:ext>
              </a:extLst>
            </p:cNvPr>
            <p:cNvSpPr>
              <a:spLocks noEditPoints="1"/>
            </p:cNvSpPr>
            <p:nvPr/>
          </p:nvSpPr>
          <p:spPr bwMode="auto">
            <a:xfrm>
              <a:off x="4660" y="3155"/>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6" name="Freeform 154">
              <a:extLst>
                <a:ext uri="{FF2B5EF4-FFF2-40B4-BE49-F238E27FC236}">
                  <a16:creationId xmlns:a16="http://schemas.microsoft.com/office/drawing/2014/main" id="{AF5CD9F4-8D4C-B94E-A070-7BA0E2494A4C}"/>
                </a:ext>
              </a:extLst>
            </p:cNvPr>
            <p:cNvSpPr>
              <a:spLocks/>
            </p:cNvSpPr>
            <p:nvPr/>
          </p:nvSpPr>
          <p:spPr bwMode="auto">
            <a:xfrm>
              <a:off x="4721" y="3457"/>
              <a:ext cx="56" cy="55"/>
            </a:xfrm>
            <a:custGeom>
              <a:avLst/>
              <a:gdLst>
                <a:gd name="T0" fmla="*/ 6 w 38"/>
                <a:gd name="T1" fmla="*/ 38 h 38"/>
                <a:gd name="T2" fmla="*/ 2 w 38"/>
                <a:gd name="T3" fmla="*/ 36 h 38"/>
                <a:gd name="T4" fmla="*/ 2 w 38"/>
                <a:gd name="T5" fmla="*/ 28 h 38"/>
                <a:gd name="T6" fmla="*/ 27 w 38"/>
                <a:gd name="T7" fmla="*/ 2 h 38"/>
                <a:gd name="T8" fmla="*/ 36 w 38"/>
                <a:gd name="T9" fmla="*/ 2 h 38"/>
                <a:gd name="T10" fmla="*/ 36 w 38"/>
                <a:gd name="T11" fmla="*/ 11 h 38"/>
                <a:gd name="T12" fmla="*/ 10 w 38"/>
                <a:gd name="T13" fmla="*/ 36 h 38"/>
                <a:gd name="T14" fmla="*/ 6 w 38"/>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38">
                  <a:moveTo>
                    <a:pt x="6" y="38"/>
                  </a:moveTo>
                  <a:cubicBezTo>
                    <a:pt x="5" y="38"/>
                    <a:pt x="3" y="37"/>
                    <a:pt x="2" y="36"/>
                  </a:cubicBezTo>
                  <a:cubicBezTo>
                    <a:pt x="0" y="34"/>
                    <a:pt x="0" y="30"/>
                    <a:pt x="2" y="28"/>
                  </a:cubicBezTo>
                  <a:cubicBezTo>
                    <a:pt x="27" y="2"/>
                    <a:pt x="27" y="2"/>
                    <a:pt x="27" y="2"/>
                  </a:cubicBezTo>
                  <a:cubicBezTo>
                    <a:pt x="30" y="0"/>
                    <a:pt x="33" y="0"/>
                    <a:pt x="36" y="2"/>
                  </a:cubicBezTo>
                  <a:cubicBezTo>
                    <a:pt x="38" y="4"/>
                    <a:pt x="38" y="8"/>
                    <a:pt x="36" y="11"/>
                  </a:cubicBezTo>
                  <a:cubicBezTo>
                    <a:pt x="10" y="36"/>
                    <a:pt x="10" y="36"/>
                    <a:pt x="10" y="36"/>
                  </a:cubicBezTo>
                  <a:cubicBezTo>
                    <a:pt x="9" y="37"/>
                    <a:pt x="8" y="38"/>
                    <a:pt x="6"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7" name="Freeform 155">
              <a:extLst>
                <a:ext uri="{FF2B5EF4-FFF2-40B4-BE49-F238E27FC236}">
                  <a16:creationId xmlns:a16="http://schemas.microsoft.com/office/drawing/2014/main" id="{B1B15CB0-A7E5-BC4F-A0BC-F0DE234CCD0C}"/>
                </a:ext>
              </a:extLst>
            </p:cNvPr>
            <p:cNvSpPr>
              <a:spLocks noEditPoints="1"/>
            </p:cNvSpPr>
            <p:nvPr/>
          </p:nvSpPr>
          <p:spPr bwMode="auto">
            <a:xfrm>
              <a:off x="4660" y="3485"/>
              <a:ext cx="89" cy="86"/>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8" name="Freeform 156">
              <a:extLst>
                <a:ext uri="{FF2B5EF4-FFF2-40B4-BE49-F238E27FC236}">
                  <a16:creationId xmlns:a16="http://schemas.microsoft.com/office/drawing/2014/main" id="{67AB54EA-1D00-BA41-A554-14265C9BADB6}"/>
                </a:ext>
              </a:extLst>
            </p:cNvPr>
            <p:cNvSpPr>
              <a:spLocks/>
            </p:cNvSpPr>
            <p:nvPr/>
          </p:nvSpPr>
          <p:spPr bwMode="auto">
            <a:xfrm>
              <a:off x="4944" y="3346"/>
              <a:ext cx="72"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5" y="0"/>
                    <a:pt x="48" y="2"/>
                    <a:pt x="48" y="6"/>
                  </a:cubicBezTo>
                  <a:cubicBezTo>
                    <a:pt x="48" y="9"/>
                    <a:pt x="45"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9" name="Freeform 157">
              <a:extLst>
                <a:ext uri="{FF2B5EF4-FFF2-40B4-BE49-F238E27FC236}">
                  <a16:creationId xmlns:a16="http://schemas.microsoft.com/office/drawing/2014/main" id="{7CFDB85D-494A-024F-86F2-B6983F221C93}"/>
                </a:ext>
              </a:extLst>
            </p:cNvPr>
            <p:cNvSpPr>
              <a:spLocks noEditPoints="1"/>
            </p:cNvSpPr>
            <p:nvPr/>
          </p:nvSpPr>
          <p:spPr bwMode="auto">
            <a:xfrm>
              <a:off x="4998" y="3311"/>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80" name="Freeform 158">
              <a:extLst>
                <a:ext uri="{FF2B5EF4-FFF2-40B4-BE49-F238E27FC236}">
                  <a16:creationId xmlns:a16="http://schemas.microsoft.com/office/drawing/2014/main" id="{29B1044C-E2D2-6641-83C4-F6039E8C3EAB}"/>
                </a:ext>
              </a:extLst>
            </p:cNvPr>
            <p:cNvSpPr>
              <a:spLocks/>
            </p:cNvSpPr>
            <p:nvPr/>
          </p:nvSpPr>
          <p:spPr bwMode="auto">
            <a:xfrm>
              <a:off x="4731" y="3346"/>
              <a:ext cx="71"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5" y="0"/>
                    <a:pt x="48" y="2"/>
                    <a:pt x="48" y="6"/>
                  </a:cubicBezTo>
                  <a:cubicBezTo>
                    <a:pt x="48" y="9"/>
                    <a:pt x="45"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81" name="Freeform 159">
              <a:extLst>
                <a:ext uri="{FF2B5EF4-FFF2-40B4-BE49-F238E27FC236}">
                  <a16:creationId xmlns:a16="http://schemas.microsoft.com/office/drawing/2014/main" id="{D04495BF-6265-7A4F-9624-AF37EE9A7BE3}"/>
                </a:ext>
              </a:extLst>
            </p:cNvPr>
            <p:cNvSpPr>
              <a:spLocks noEditPoints="1"/>
            </p:cNvSpPr>
            <p:nvPr/>
          </p:nvSpPr>
          <p:spPr bwMode="auto">
            <a:xfrm>
              <a:off x="4660" y="3311"/>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82" name="Oval 160">
              <a:extLst>
                <a:ext uri="{FF2B5EF4-FFF2-40B4-BE49-F238E27FC236}">
                  <a16:creationId xmlns:a16="http://schemas.microsoft.com/office/drawing/2014/main" id="{0DCD1D92-34C0-2940-9188-97E05488F343}"/>
                </a:ext>
              </a:extLst>
            </p:cNvPr>
            <p:cNvSpPr>
              <a:spLocks noChangeArrowheads="1"/>
            </p:cNvSpPr>
            <p:nvPr/>
          </p:nvSpPr>
          <p:spPr bwMode="auto">
            <a:xfrm>
              <a:off x="4850" y="3434"/>
              <a:ext cx="29" cy="2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83" name="Freeform 161">
              <a:extLst>
                <a:ext uri="{FF2B5EF4-FFF2-40B4-BE49-F238E27FC236}">
                  <a16:creationId xmlns:a16="http://schemas.microsoft.com/office/drawing/2014/main" id="{7619177A-DB0B-F247-9FF6-F0476A03D96B}"/>
                </a:ext>
              </a:extLst>
            </p:cNvPr>
            <p:cNvSpPr>
              <a:spLocks/>
            </p:cNvSpPr>
            <p:nvPr/>
          </p:nvSpPr>
          <p:spPr bwMode="auto">
            <a:xfrm>
              <a:off x="4811" y="3275"/>
              <a:ext cx="107" cy="146"/>
            </a:xfrm>
            <a:custGeom>
              <a:avLst/>
              <a:gdLst>
                <a:gd name="T0" fmla="*/ 36 w 72"/>
                <a:gd name="T1" fmla="*/ 101 h 101"/>
                <a:gd name="T2" fmla="*/ 30 w 72"/>
                <a:gd name="T3" fmla="*/ 95 h 101"/>
                <a:gd name="T4" fmla="*/ 30 w 72"/>
                <a:gd name="T5" fmla="*/ 65 h 101"/>
                <a:gd name="T6" fmla="*/ 36 w 72"/>
                <a:gd name="T7" fmla="*/ 59 h 101"/>
                <a:gd name="T8" fmla="*/ 60 w 72"/>
                <a:gd name="T9" fmla="*/ 36 h 101"/>
                <a:gd name="T10" fmla="*/ 36 w 72"/>
                <a:gd name="T11" fmla="*/ 12 h 101"/>
                <a:gd name="T12" fmla="*/ 12 w 72"/>
                <a:gd name="T13" fmla="*/ 36 h 101"/>
                <a:gd name="T14" fmla="*/ 6 w 72"/>
                <a:gd name="T15" fmla="*/ 42 h 101"/>
                <a:gd name="T16" fmla="*/ 0 w 72"/>
                <a:gd name="T17" fmla="*/ 36 h 101"/>
                <a:gd name="T18" fmla="*/ 36 w 72"/>
                <a:gd name="T19" fmla="*/ 0 h 101"/>
                <a:gd name="T20" fmla="*/ 72 w 72"/>
                <a:gd name="T21" fmla="*/ 36 h 101"/>
                <a:gd name="T22" fmla="*/ 42 w 72"/>
                <a:gd name="T23" fmla="*/ 71 h 101"/>
                <a:gd name="T24" fmla="*/ 42 w 72"/>
                <a:gd name="T25" fmla="*/ 95 h 101"/>
                <a:gd name="T26" fmla="*/ 36 w 72"/>
                <a:gd name="T27"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101">
                  <a:moveTo>
                    <a:pt x="36" y="101"/>
                  </a:moveTo>
                  <a:cubicBezTo>
                    <a:pt x="33" y="101"/>
                    <a:pt x="30" y="99"/>
                    <a:pt x="30" y="95"/>
                  </a:cubicBezTo>
                  <a:cubicBezTo>
                    <a:pt x="30" y="65"/>
                    <a:pt x="30" y="65"/>
                    <a:pt x="30" y="65"/>
                  </a:cubicBezTo>
                  <a:cubicBezTo>
                    <a:pt x="30" y="62"/>
                    <a:pt x="33" y="59"/>
                    <a:pt x="36" y="59"/>
                  </a:cubicBezTo>
                  <a:cubicBezTo>
                    <a:pt x="49" y="59"/>
                    <a:pt x="60" y="49"/>
                    <a:pt x="60" y="36"/>
                  </a:cubicBezTo>
                  <a:cubicBezTo>
                    <a:pt x="60" y="23"/>
                    <a:pt x="49" y="12"/>
                    <a:pt x="36" y="12"/>
                  </a:cubicBezTo>
                  <a:cubicBezTo>
                    <a:pt x="23" y="12"/>
                    <a:pt x="12" y="23"/>
                    <a:pt x="12" y="36"/>
                  </a:cubicBezTo>
                  <a:cubicBezTo>
                    <a:pt x="12" y="39"/>
                    <a:pt x="10" y="42"/>
                    <a:pt x="6" y="42"/>
                  </a:cubicBezTo>
                  <a:cubicBezTo>
                    <a:pt x="3" y="42"/>
                    <a:pt x="0" y="39"/>
                    <a:pt x="0" y="36"/>
                  </a:cubicBezTo>
                  <a:cubicBezTo>
                    <a:pt x="0" y="16"/>
                    <a:pt x="16" y="0"/>
                    <a:pt x="36" y="0"/>
                  </a:cubicBezTo>
                  <a:cubicBezTo>
                    <a:pt x="56" y="0"/>
                    <a:pt x="72" y="16"/>
                    <a:pt x="72" y="36"/>
                  </a:cubicBezTo>
                  <a:cubicBezTo>
                    <a:pt x="72" y="53"/>
                    <a:pt x="59" y="68"/>
                    <a:pt x="42" y="71"/>
                  </a:cubicBezTo>
                  <a:cubicBezTo>
                    <a:pt x="42" y="95"/>
                    <a:pt x="42" y="95"/>
                    <a:pt x="42" y="95"/>
                  </a:cubicBezTo>
                  <a:cubicBezTo>
                    <a:pt x="42" y="99"/>
                    <a:pt x="39" y="101"/>
                    <a:pt x="36"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185" name="Group 98">
            <a:extLst>
              <a:ext uri="{FF2B5EF4-FFF2-40B4-BE49-F238E27FC236}">
                <a16:creationId xmlns:a16="http://schemas.microsoft.com/office/drawing/2014/main" id="{7C33E39D-1B8D-8E4E-9D4F-DA8DD65CA1F9}"/>
              </a:ext>
            </a:extLst>
          </p:cNvPr>
          <p:cNvGrpSpPr>
            <a:grpSpLocks noChangeAspect="1"/>
          </p:cNvGrpSpPr>
          <p:nvPr userDrawn="1"/>
        </p:nvGrpSpPr>
        <p:grpSpPr bwMode="auto">
          <a:xfrm>
            <a:off x="3323794" y="4324704"/>
            <a:ext cx="503382" cy="466750"/>
            <a:chOff x="348" y="3011"/>
            <a:chExt cx="426" cy="395"/>
          </a:xfrm>
          <a:solidFill>
            <a:schemeClr val="accent1"/>
          </a:solidFill>
        </p:grpSpPr>
        <p:sp>
          <p:nvSpPr>
            <p:cNvPr id="186" name="Freeform 99">
              <a:extLst>
                <a:ext uri="{FF2B5EF4-FFF2-40B4-BE49-F238E27FC236}">
                  <a16:creationId xmlns:a16="http://schemas.microsoft.com/office/drawing/2014/main" id="{AD8832E6-74B8-124A-AD34-263F9478BAD9}"/>
                </a:ext>
              </a:extLst>
            </p:cNvPr>
            <p:cNvSpPr>
              <a:spLocks noEditPoints="1"/>
            </p:cNvSpPr>
            <p:nvPr/>
          </p:nvSpPr>
          <p:spPr bwMode="auto">
            <a:xfrm>
              <a:off x="348" y="3011"/>
              <a:ext cx="426" cy="395"/>
            </a:xfrm>
            <a:custGeom>
              <a:avLst/>
              <a:gdLst>
                <a:gd name="T0" fmla="*/ 16 w 288"/>
                <a:gd name="T1" fmla="*/ 267 h 267"/>
                <a:gd name="T2" fmla="*/ 12 w 288"/>
                <a:gd name="T3" fmla="*/ 265 h 267"/>
                <a:gd name="T4" fmla="*/ 11 w 288"/>
                <a:gd name="T5" fmla="*/ 258 h 267"/>
                <a:gd name="T6" fmla="*/ 40 w 288"/>
                <a:gd name="T7" fmla="*/ 201 h 267"/>
                <a:gd name="T8" fmla="*/ 0 w 288"/>
                <a:gd name="T9" fmla="*/ 119 h 267"/>
                <a:gd name="T10" fmla="*/ 144 w 288"/>
                <a:gd name="T11" fmla="*/ 0 h 267"/>
                <a:gd name="T12" fmla="*/ 288 w 288"/>
                <a:gd name="T13" fmla="*/ 119 h 267"/>
                <a:gd name="T14" fmla="*/ 144 w 288"/>
                <a:gd name="T15" fmla="*/ 237 h 267"/>
                <a:gd name="T16" fmla="*/ 96 w 288"/>
                <a:gd name="T17" fmla="*/ 231 h 267"/>
                <a:gd name="T18" fmla="*/ 19 w 288"/>
                <a:gd name="T19" fmla="*/ 267 h 267"/>
                <a:gd name="T20" fmla="*/ 16 w 288"/>
                <a:gd name="T21" fmla="*/ 267 h 267"/>
                <a:gd name="T22" fmla="*/ 144 w 288"/>
                <a:gd name="T23" fmla="*/ 12 h 267"/>
                <a:gd name="T24" fmla="*/ 12 w 288"/>
                <a:gd name="T25" fmla="*/ 119 h 267"/>
                <a:gd name="T26" fmla="*/ 51 w 288"/>
                <a:gd name="T27" fmla="*/ 194 h 267"/>
                <a:gd name="T28" fmla="*/ 52 w 288"/>
                <a:gd name="T29" fmla="*/ 202 h 267"/>
                <a:gd name="T30" fmla="*/ 29 w 288"/>
                <a:gd name="T31" fmla="*/ 248 h 267"/>
                <a:gd name="T32" fmla="*/ 93 w 288"/>
                <a:gd name="T33" fmla="*/ 219 h 267"/>
                <a:gd name="T34" fmla="*/ 97 w 288"/>
                <a:gd name="T35" fmla="*/ 218 h 267"/>
                <a:gd name="T36" fmla="*/ 144 w 288"/>
                <a:gd name="T37" fmla="*/ 225 h 267"/>
                <a:gd name="T38" fmla="*/ 276 w 288"/>
                <a:gd name="T39" fmla="*/ 119 h 267"/>
                <a:gd name="T40" fmla="*/ 144 w 288"/>
                <a:gd name="T41" fmla="*/ 1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8" h="267">
                  <a:moveTo>
                    <a:pt x="16" y="267"/>
                  </a:moveTo>
                  <a:cubicBezTo>
                    <a:pt x="14" y="267"/>
                    <a:pt x="13" y="267"/>
                    <a:pt x="12" y="265"/>
                  </a:cubicBezTo>
                  <a:cubicBezTo>
                    <a:pt x="10" y="263"/>
                    <a:pt x="9" y="261"/>
                    <a:pt x="11" y="258"/>
                  </a:cubicBezTo>
                  <a:cubicBezTo>
                    <a:pt x="40" y="201"/>
                    <a:pt x="40" y="201"/>
                    <a:pt x="40" y="201"/>
                  </a:cubicBezTo>
                  <a:cubicBezTo>
                    <a:pt x="14" y="179"/>
                    <a:pt x="0" y="150"/>
                    <a:pt x="0" y="119"/>
                  </a:cubicBezTo>
                  <a:cubicBezTo>
                    <a:pt x="0" y="53"/>
                    <a:pt x="64" y="0"/>
                    <a:pt x="144" y="0"/>
                  </a:cubicBezTo>
                  <a:cubicBezTo>
                    <a:pt x="223" y="0"/>
                    <a:pt x="288" y="53"/>
                    <a:pt x="288" y="119"/>
                  </a:cubicBezTo>
                  <a:cubicBezTo>
                    <a:pt x="288" y="184"/>
                    <a:pt x="223" y="237"/>
                    <a:pt x="144" y="237"/>
                  </a:cubicBezTo>
                  <a:cubicBezTo>
                    <a:pt x="127" y="237"/>
                    <a:pt x="111" y="235"/>
                    <a:pt x="96" y="231"/>
                  </a:cubicBezTo>
                  <a:cubicBezTo>
                    <a:pt x="19" y="267"/>
                    <a:pt x="19" y="267"/>
                    <a:pt x="19" y="267"/>
                  </a:cubicBezTo>
                  <a:cubicBezTo>
                    <a:pt x="18" y="267"/>
                    <a:pt x="17" y="267"/>
                    <a:pt x="16" y="267"/>
                  </a:cubicBezTo>
                  <a:close/>
                  <a:moveTo>
                    <a:pt x="144" y="12"/>
                  </a:moveTo>
                  <a:cubicBezTo>
                    <a:pt x="71" y="12"/>
                    <a:pt x="12" y="60"/>
                    <a:pt x="12" y="119"/>
                  </a:cubicBezTo>
                  <a:cubicBezTo>
                    <a:pt x="12" y="147"/>
                    <a:pt x="26" y="174"/>
                    <a:pt x="51" y="194"/>
                  </a:cubicBezTo>
                  <a:cubicBezTo>
                    <a:pt x="53" y="196"/>
                    <a:pt x="54" y="199"/>
                    <a:pt x="52" y="202"/>
                  </a:cubicBezTo>
                  <a:cubicBezTo>
                    <a:pt x="29" y="248"/>
                    <a:pt x="29" y="248"/>
                    <a:pt x="29" y="248"/>
                  </a:cubicBezTo>
                  <a:cubicBezTo>
                    <a:pt x="93" y="219"/>
                    <a:pt x="93" y="219"/>
                    <a:pt x="93" y="219"/>
                  </a:cubicBezTo>
                  <a:cubicBezTo>
                    <a:pt x="94" y="218"/>
                    <a:pt x="96" y="218"/>
                    <a:pt x="97" y="218"/>
                  </a:cubicBezTo>
                  <a:cubicBezTo>
                    <a:pt x="112" y="223"/>
                    <a:pt x="128" y="225"/>
                    <a:pt x="144" y="225"/>
                  </a:cubicBezTo>
                  <a:cubicBezTo>
                    <a:pt x="216" y="225"/>
                    <a:pt x="276" y="178"/>
                    <a:pt x="276" y="119"/>
                  </a:cubicBezTo>
                  <a:cubicBezTo>
                    <a:pt x="276" y="60"/>
                    <a:pt x="216"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87" name="Freeform 100">
              <a:extLst>
                <a:ext uri="{FF2B5EF4-FFF2-40B4-BE49-F238E27FC236}">
                  <a16:creationId xmlns:a16="http://schemas.microsoft.com/office/drawing/2014/main" id="{8A44DBE0-E9B2-D848-B6E3-CCE472D440A2}"/>
                </a:ext>
              </a:extLst>
            </p:cNvPr>
            <p:cNvSpPr>
              <a:spLocks/>
            </p:cNvSpPr>
            <p:nvPr/>
          </p:nvSpPr>
          <p:spPr bwMode="auto">
            <a:xfrm>
              <a:off x="508" y="3092"/>
              <a:ext cx="124" cy="145"/>
            </a:xfrm>
            <a:custGeom>
              <a:avLst/>
              <a:gdLst>
                <a:gd name="T0" fmla="*/ 42 w 84"/>
                <a:gd name="T1" fmla="*/ 98 h 98"/>
                <a:gd name="T2" fmla="*/ 36 w 84"/>
                <a:gd name="T3" fmla="*/ 92 h 98"/>
                <a:gd name="T4" fmla="*/ 36 w 84"/>
                <a:gd name="T5" fmla="*/ 77 h 98"/>
                <a:gd name="T6" fmla="*/ 42 w 84"/>
                <a:gd name="T7" fmla="*/ 71 h 98"/>
                <a:gd name="T8" fmla="*/ 72 w 84"/>
                <a:gd name="T9" fmla="*/ 42 h 98"/>
                <a:gd name="T10" fmla="*/ 42 w 84"/>
                <a:gd name="T11" fmla="*/ 12 h 98"/>
                <a:gd name="T12" fmla="*/ 12 w 84"/>
                <a:gd name="T13" fmla="*/ 43 h 98"/>
                <a:gd name="T14" fmla="*/ 6 w 84"/>
                <a:gd name="T15" fmla="*/ 49 h 98"/>
                <a:gd name="T16" fmla="*/ 0 w 84"/>
                <a:gd name="T17" fmla="*/ 43 h 98"/>
                <a:gd name="T18" fmla="*/ 42 w 84"/>
                <a:gd name="T19" fmla="*/ 0 h 98"/>
                <a:gd name="T20" fmla="*/ 84 w 84"/>
                <a:gd name="T21" fmla="*/ 42 h 98"/>
                <a:gd name="T22" fmla="*/ 48 w 84"/>
                <a:gd name="T23" fmla="*/ 83 h 98"/>
                <a:gd name="T24" fmla="*/ 48 w 84"/>
                <a:gd name="T25" fmla="*/ 92 h 98"/>
                <a:gd name="T26" fmla="*/ 42 w 84"/>
                <a:gd name="T27"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98">
                  <a:moveTo>
                    <a:pt x="42" y="98"/>
                  </a:moveTo>
                  <a:cubicBezTo>
                    <a:pt x="38" y="98"/>
                    <a:pt x="36" y="95"/>
                    <a:pt x="36" y="92"/>
                  </a:cubicBezTo>
                  <a:cubicBezTo>
                    <a:pt x="36" y="77"/>
                    <a:pt x="36" y="77"/>
                    <a:pt x="36" y="77"/>
                  </a:cubicBezTo>
                  <a:cubicBezTo>
                    <a:pt x="36" y="74"/>
                    <a:pt x="38" y="71"/>
                    <a:pt x="42" y="71"/>
                  </a:cubicBezTo>
                  <a:cubicBezTo>
                    <a:pt x="58" y="71"/>
                    <a:pt x="72" y="58"/>
                    <a:pt x="72" y="42"/>
                  </a:cubicBezTo>
                  <a:cubicBezTo>
                    <a:pt x="72" y="25"/>
                    <a:pt x="58" y="12"/>
                    <a:pt x="42" y="12"/>
                  </a:cubicBezTo>
                  <a:cubicBezTo>
                    <a:pt x="25" y="12"/>
                    <a:pt x="12" y="26"/>
                    <a:pt x="12" y="43"/>
                  </a:cubicBezTo>
                  <a:cubicBezTo>
                    <a:pt x="12" y="46"/>
                    <a:pt x="9" y="49"/>
                    <a:pt x="6" y="49"/>
                  </a:cubicBezTo>
                  <a:cubicBezTo>
                    <a:pt x="2" y="49"/>
                    <a:pt x="0" y="46"/>
                    <a:pt x="0" y="43"/>
                  </a:cubicBezTo>
                  <a:cubicBezTo>
                    <a:pt x="0" y="19"/>
                    <a:pt x="18" y="0"/>
                    <a:pt x="42" y="0"/>
                  </a:cubicBezTo>
                  <a:cubicBezTo>
                    <a:pt x="65" y="0"/>
                    <a:pt x="84" y="19"/>
                    <a:pt x="84" y="42"/>
                  </a:cubicBezTo>
                  <a:cubicBezTo>
                    <a:pt x="84" y="62"/>
                    <a:pt x="68" y="80"/>
                    <a:pt x="48" y="83"/>
                  </a:cubicBezTo>
                  <a:cubicBezTo>
                    <a:pt x="48" y="92"/>
                    <a:pt x="48" y="92"/>
                    <a:pt x="48" y="92"/>
                  </a:cubicBezTo>
                  <a:cubicBezTo>
                    <a:pt x="48" y="95"/>
                    <a:pt x="45" y="98"/>
                    <a:pt x="42" y="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88" name="Oval 101">
              <a:extLst>
                <a:ext uri="{FF2B5EF4-FFF2-40B4-BE49-F238E27FC236}">
                  <a16:creationId xmlns:a16="http://schemas.microsoft.com/office/drawing/2014/main" id="{AC4C9687-F04A-6D47-9FC0-46BA1393FC91}"/>
                </a:ext>
              </a:extLst>
            </p:cNvPr>
            <p:cNvSpPr>
              <a:spLocks noChangeArrowheads="1"/>
            </p:cNvSpPr>
            <p:nvPr/>
          </p:nvSpPr>
          <p:spPr bwMode="auto">
            <a:xfrm>
              <a:off x="552" y="3250"/>
              <a:ext cx="36"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189" name="Group 133">
            <a:extLst>
              <a:ext uri="{FF2B5EF4-FFF2-40B4-BE49-F238E27FC236}">
                <a16:creationId xmlns:a16="http://schemas.microsoft.com/office/drawing/2014/main" id="{E59F227F-CDAA-2645-BBA5-7162A1A03A93}"/>
              </a:ext>
            </a:extLst>
          </p:cNvPr>
          <p:cNvGrpSpPr>
            <a:grpSpLocks noChangeAspect="1"/>
          </p:cNvGrpSpPr>
          <p:nvPr userDrawn="1"/>
        </p:nvGrpSpPr>
        <p:grpSpPr bwMode="auto">
          <a:xfrm>
            <a:off x="769996" y="4304038"/>
            <a:ext cx="508082" cy="508082"/>
            <a:chOff x="5508" y="2995"/>
            <a:chExt cx="427" cy="427"/>
          </a:xfrm>
          <a:solidFill>
            <a:schemeClr val="accent1"/>
          </a:solidFill>
        </p:grpSpPr>
        <p:sp>
          <p:nvSpPr>
            <p:cNvPr id="190" name="Freeform 134">
              <a:extLst>
                <a:ext uri="{FF2B5EF4-FFF2-40B4-BE49-F238E27FC236}">
                  <a16:creationId xmlns:a16="http://schemas.microsoft.com/office/drawing/2014/main" id="{B7172BEF-887A-9048-B469-007E20F8BE58}"/>
                </a:ext>
              </a:extLst>
            </p:cNvPr>
            <p:cNvSpPr>
              <a:spLocks/>
            </p:cNvSpPr>
            <p:nvPr/>
          </p:nvSpPr>
          <p:spPr bwMode="auto">
            <a:xfrm>
              <a:off x="5650" y="2995"/>
              <a:ext cx="285" cy="249"/>
            </a:xfrm>
            <a:custGeom>
              <a:avLst/>
              <a:gdLst>
                <a:gd name="T0" fmla="*/ 90 w 192"/>
                <a:gd name="T1" fmla="*/ 168 h 168"/>
                <a:gd name="T2" fmla="*/ 87 w 192"/>
                <a:gd name="T3" fmla="*/ 168 h 168"/>
                <a:gd name="T4" fmla="*/ 84 w 192"/>
                <a:gd name="T5" fmla="*/ 162 h 168"/>
                <a:gd name="T6" fmla="*/ 84 w 192"/>
                <a:gd name="T7" fmla="*/ 120 h 168"/>
                <a:gd name="T8" fmla="*/ 72 w 192"/>
                <a:gd name="T9" fmla="*/ 120 h 168"/>
                <a:gd name="T10" fmla="*/ 72 w 192"/>
                <a:gd name="T11" fmla="*/ 108 h 168"/>
                <a:gd name="T12" fmla="*/ 90 w 192"/>
                <a:gd name="T13" fmla="*/ 108 h 168"/>
                <a:gd name="T14" fmla="*/ 96 w 192"/>
                <a:gd name="T15" fmla="*/ 114 h 168"/>
                <a:gd name="T16" fmla="*/ 96 w 192"/>
                <a:gd name="T17" fmla="*/ 148 h 168"/>
                <a:gd name="T18" fmla="*/ 138 w 192"/>
                <a:gd name="T19" fmla="*/ 110 h 168"/>
                <a:gd name="T20" fmla="*/ 142 w 192"/>
                <a:gd name="T21" fmla="*/ 108 h 168"/>
                <a:gd name="T22" fmla="*/ 180 w 192"/>
                <a:gd name="T23" fmla="*/ 108 h 168"/>
                <a:gd name="T24" fmla="*/ 180 w 192"/>
                <a:gd name="T25" fmla="*/ 12 h 168"/>
                <a:gd name="T26" fmla="*/ 12 w 192"/>
                <a:gd name="T27" fmla="*/ 12 h 168"/>
                <a:gd name="T28" fmla="*/ 12 w 192"/>
                <a:gd name="T29" fmla="*/ 54 h 168"/>
                <a:gd name="T30" fmla="*/ 0 w 192"/>
                <a:gd name="T31" fmla="*/ 54 h 168"/>
                <a:gd name="T32" fmla="*/ 0 w 192"/>
                <a:gd name="T33" fmla="*/ 6 h 168"/>
                <a:gd name="T34" fmla="*/ 6 w 192"/>
                <a:gd name="T35" fmla="*/ 0 h 168"/>
                <a:gd name="T36" fmla="*/ 186 w 192"/>
                <a:gd name="T37" fmla="*/ 0 h 168"/>
                <a:gd name="T38" fmla="*/ 192 w 192"/>
                <a:gd name="T39" fmla="*/ 6 h 168"/>
                <a:gd name="T40" fmla="*/ 192 w 192"/>
                <a:gd name="T41" fmla="*/ 114 h 168"/>
                <a:gd name="T42" fmla="*/ 186 w 192"/>
                <a:gd name="T43" fmla="*/ 120 h 168"/>
                <a:gd name="T44" fmla="*/ 144 w 192"/>
                <a:gd name="T45" fmla="*/ 120 h 168"/>
                <a:gd name="T46" fmla="*/ 94 w 192"/>
                <a:gd name="T47" fmla="*/ 166 h 168"/>
                <a:gd name="T48" fmla="*/ 90 w 192"/>
                <a:gd name="T49" fmla="*/ 168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2" h="168">
                  <a:moveTo>
                    <a:pt x="90" y="168"/>
                  </a:moveTo>
                  <a:cubicBezTo>
                    <a:pt x="89" y="168"/>
                    <a:pt x="88" y="168"/>
                    <a:pt x="87" y="168"/>
                  </a:cubicBezTo>
                  <a:cubicBezTo>
                    <a:pt x="85" y="167"/>
                    <a:pt x="84" y="164"/>
                    <a:pt x="84" y="162"/>
                  </a:cubicBezTo>
                  <a:cubicBezTo>
                    <a:pt x="84" y="120"/>
                    <a:pt x="84" y="120"/>
                    <a:pt x="84" y="120"/>
                  </a:cubicBezTo>
                  <a:cubicBezTo>
                    <a:pt x="72" y="120"/>
                    <a:pt x="72" y="120"/>
                    <a:pt x="72" y="120"/>
                  </a:cubicBezTo>
                  <a:cubicBezTo>
                    <a:pt x="72" y="108"/>
                    <a:pt x="72" y="108"/>
                    <a:pt x="72" y="108"/>
                  </a:cubicBezTo>
                  <a:cubicBezTo>
                    <a:pt x="90" y="108"/>
                    <a:pt x="90" y="108"/>
                    <a:pt x="90" y="108"/>
                  </a:cubicBezTo>
                  <a:cubicBezTo>
                    <a:pt x="93" y="108"/>
                    <a:pt x="96" y="111"/>
                    <a:pt x="96" y="114"/>
                  </a:cubicBezTo>
                  <a:cubicBezTo>
                    <a:pt x="96" y="148"/>
                    <a:pt x="96" y="148"/>
                    <a:pt x="96" y="148"/>
                  </a:cubicBezTo>
                  <a:cubicBezTo>
                    <a:pt x="138" y="110"/>
                    <a:pt x="138" y="110"/>
                    <a:pt x="138" y="110"/>
                  </a:cubicBezTo>
                  <a:cubicBezTo>
                    <a:pt x="139" y="109"/>
                    <a:pt x="140" y="108"/>
                    <a:pt x="142" y="108"/>
                  </a:cubicBezTo>
                  <a:cubicBezTo>
                    <a:pt x="180" y="108"/>
                    <a:pt x="180" y="108"/>
                    <a:pt x="180" y="108"/>
                  </a:cubicBezTo>
                  <a:cubicBezTo>
                    <a:pt x="180" y="12"/>
                    <a:pt x="180" y="12"/>
                    <a:pt x="180" y="12"/>
                  </a:cubicBezTo>
                  <a:cubicBezTo>
                    <a:pt x="12" y="12"/>
                    <a:pt x="12" y="12"/>
                    <a:pt x="12" y="12"/>
                  </a:cubicBezTo>
                  <a:cubicBezTo>
                    <a:pt x="12" y="54"/>
                    <a:pt x="12" y="54"/>
                    <a:pt x="12" y="54"/>
                  </a:cubicBezTo>
                  <a:cubicBezTo>
                    <a:pt x="0" y="54"/>
                    <a:pt x="0" y="54"/>
                    <a:pt x="0" y="54"/>
                  </a:cubicBezTo>
                  <a:cubicBezTo>
                    <a:pt x="0" y="6"/>
                    <a:pt x="0" y="6"/>
                    <a:pt x="0" y="6"/>
                  </a:cubicBezTo>
                  <a:cubicBezTo>
                    <a:pt x="0" y="3"/>
                    <a:pt x="3" y="0"/>
                    <a:pt x="6" y="0"/>
                  </a:cubicBezTo>
                  <a:cubicBezTo>
                    <a:pt x="186" y="0"/>
                    <a:pt x="186" y="0"/>
                    <a:pt x="186" y="0"/>
                  </a:cubicBezTo>
                  <a:cubicBezTo>
                    <a:pt x="189" y="0"/>
                    <a:pt x="192" y="3"/>
                    <a:pt x="192" y="6"/>
                  </a:cubicBezTo>
                  <a:cubicBezTo>
                    <a:pt x="192" y="114"/>
                    <a:pt x="192" y="114"/>
                    <a:pt x="192" y="114"/>
                  </a:cubicBezTo>
                  <a:cubicBezTo>
                    <a:pt x="192" y="117"/>
                    <a:pt x="189" y="120"/>
                    <a:pt x="186" y="120"/>
                  </a:cubicBezTo>
                  <a:cubicBezTo>
                    <a:pt x="144" y="120"/>
                    <a:pt x="144" y="120"/>
                    <a:pt x="144" y="120"/>
                  </a:cubicBezTo>
                  <a:cubicBezTo>
                    <a:pt x="94" y="166"/>
                    <a:pt x="94" y="166"/>
                    <a:pt x="94" y="166"/>
                  </a:cubicBezTo>
                  <a:cubicBezTo>
                    <a:pt x="93" y="167"/>
                    <a:pt x="91" y="168"/>
                    <a:pt x="90" y="1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91" name="Rectangle 135">
              <a:extLst>
                <a:ext uri="{FF2B5EF4-FFF2-40B4-BE49-F238E27FC236}">
                  <a16:creationId xmlns:a16="http://schemas.microsoft.com/office/drawing/2014/main" id="{1FB3B654-0FC6-174C-A116-B31706E9D7D9}"/>
                </a:ext>
              </a:extLst>
            </p:cNvPr>
            <p:cNvSpPr>
              <a:spLocks noChangeArrowheads="1"/>
            </p:cNvSpPr>
            <p:nvPr/>
          </p:nvSpPr>
          <p:spPr bwMode="auto">
            <a:xfrm>
              <a:off x="5846" y="3084"/>
              <a:ext cx="18"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92" name="Rectangle 136">
              <a:extLst>
                <a:ext uri="{FF2B5EF4-FFF2-40B4-BE49-F238E27FC236}">
                  <a16:creationId xmlns:a16="http://schemas.microsoft.com/office/drawing/2014/main" id="{9946ABE7-23E6-9B4E-B0D7-4ECCCED32AED}"/>
                </a:ext>
              </a:extLst>
            </p:cNvPr>
            <p:cNvSpPr>
              <a:spLocks noChangeArrowheads="1"/>
            </p:cNvSpPr>
            <p:nvPr/>
          </p:nvSpPr>
          <p:spPr bwMode="auto">
            <a:xfrm>
              <a:off x="5793" y="3084"/>
              <a:ext cx="17"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93" name="Rectangle 137">
              <a:extLst>
                <a:ext uri="{FF2B5EF4-FFF2-40B4-BE49-F238E27FC236}">
                  <a16:creationId xmlns:a16="http://schemas.microsoft.com/office/drawing/2014/main" id="{39F0F16D-8FEF-344E-AADA-A92E5B937DBD}"/>
                </a:ext>
              </a:extLst>
            </p:cNvPr>
            <p:cNvSpPr>
              <a:spLocks noChangeArrowheads="1"/>
            </p:cNvSpPr>
            <p:nvPr/>
          </p:nvSpPr>
          <p:spPr bwMode="auto">
            <a:xfrm>
              <a:off x="5739" y="3084"/>
              <a:ext cx="18"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94" name="Freeform 138">
              <a:extLst>
                <a:ext uri="{FF2B5EF4-FFF2-40B4-BE49-F238E27FC236}">
                  <a16:creationId xmlns:a16="http://schemas.microsoft.com/office/drawing/2014/main" id="{FDA36911-8FD6-754B-8C4F-BF81FB3448D3}"/>
                </a:ext>
              </a:extLst>
            </p:cNvPr>
            <p:cNvSpPr>
              <a:spLocks noEditPoints="1"/>
            </p:cNvSpPr>
            <p:nvPr/>
          </p:nvSpPr>
          <p:spPr bwMode="auto">
            <a:xfrm>
              <a:off x="5508" y="3120"/>
              <a:ext cx="285" cy="302"/>
            </a:xfrm>
            <a:custGeom>
              <a:avLst/>
              <a:gdLst>
                <a:gd name="T0" fmla="*/ 186 w 192"/>
                <a:gd name="T1" fmla="*/ 204 h 204"/>
                <a:gd name="T2" fmla="*/ 6 w 192"/>
                <a:gd name="T3" fmla="*/ 204 h 204"/>
                <a:gd name="T4" fmla="*/ 0 w 192"/>
                <a:gd name="T5" fmla="*/ 198 h 204"/>
                <a:gd name="T6" fmla="*/ 0 w 192"/>
                <a:gd name="T7" fmla="*/ 168 h 204"/>
                <a:gd name="T8" fmla="*/ 25 w 192"/>
                <a:gd name="T9" fmla="*/ 147 h 204"/>
                <a:gd name="T10" fmla="*/ 66 w 192"/>
                <a:gd name="T11" fmla="*/ 128 h 204"/>
                <a:gd name="T12" fmla="*/ 66 w 192"/>
                <a:gd name="T13" fmla="*/ 111 h 204"/>
                <a:gd name="T14" fmla="*/ 54 w 192"/>
                <a:gd name="T15" fmla="*/ 83 h 204"/>
                <a:gd name="T16" fmla="*/ 45 w 192"/>
                <a:gd name="T17" fmla="*/ 66 h 204"/>
                <a:gd name="T18" fmla="*/ 52 w 192"/>
                <a:gd name="T19" fmla="*/ 50 h 204"/>
                <a:gd name="T20" fmla="*/ 49 w 192"/>
                <a:gd name="T21" fmla="*/ 22 h 204"/>
                <a:gd name="T22" fmla="*/ 61 w 192"/>
                <a:gd name="T23" fmla="*/ 18 h 204"/>
                <a:gd name="T24" fmla="*/ 101 w 192"/>
                <a:gd name="T25" fmla="*/ 0 h 204"/>
                <a:gd name="T26" fmla="*/ 142 w 192"/>
                <a:gd name="T27" fmla="*/ 23 h 204"/>
                <a:gd name="T28" fmla="*/ 139 w 192"/>
                <a:gd name="T29" fmla="*/ 51 h 204"/>
                <a:gd name="T30" fmla="*/ 142 w 192"/>
                <a:gd name="T31" fmla="*/ 54 h 204"/>
                <a:gd name="T32" fmla="*/ 144 w 192"/>
                <a:gd name="T33" fmla="*/ 65 h 204"/>
                <a:gd name="T34" fmla="*/ 137 w 192"/>
                <a:gd name="T35" fmla="*/ 82 h 204"/>
                <a:gd name="T36" fmla="*/ 126 w 192"/>
                <a:gd name="T37" fmla="*/ 111 h 204"/>
                <a:gd name="T38" fmla="*/ 126 w 192"/>
                <a:gd name="T39" fmla="*/ 128 h 204"/>
                <a:gd name="T40" fmla="*/ 167 w 192"/>
                <a:gd name="T41" fmla="*/ 147 h 204"/>
                <a:gd name="T42" fmla="*/ 192 w 192"/>
                <a:gd name="T43" fmla="*/ 168 h 204"/>
                <a:gd name="T44" fmla="*/ 192 w 192"/>
                <a:gd name="T45" fmla="*/ 198 h 204"/>
                <a:gd name="T46" fmla="*/ 186 w 192"/>
                <a:gd name="T47" fmla="*/ 204 h 204"/>
                <a:gd name="T48" fmla="*/ 12 w 192"/>
                <a:gd name="T49" fmla="*/ 192 h 204"/>
                <a:gd name="T50" fmla="*/ 180 w 192"/>
                <a:gd name="T51" fmla="*/ 192 h 204"/>
                <a:gd name="T52" fmla="*/ 180 w 192"/>
                <a:gd name="T53" fmla="*/ 169 h 204"/>
                <a:gd name="T54" fmla="*/ 118 w 192"/>
                <a:gd name="T55" fmla="*/ 138 h 204"/>
                <a:gd name="T56" fmla="*/ 114 w 192"/>
                <a:gd name="T57" fmla="*/ 132 h 204"/>
                <a:gd name="T58" fmla="*/ 114 w 192"/>
                <a:gd name="T59" fmla="*/ 108 h 204"/>
                <a:gd name="T60" fmla="*/ 118 w 192"/>
                <a:gd name="T61" fmla="*/ 102 h 204"/>
                <a:gd name="T62" fmla="*/ 118 w 192"/>
                <a:gd name="T63" fmla="*/ 102 h 204"/>
                <a:gd name="T64" fmla="*/ 125 w 192"/>
                <a:gd name="T65" fmla="*/ 78 h 204"/>
                <a:gd name="T66" fmla="*/ 130 w 192"/>
                <a:gd name="T67" fmla="*/ 72 h 204"/>
                <a:gd name="T68" fmla="*/ 132 w 192"/>
                <a:gd name="T69" fmla="*/ 61 h 204"/>
                <a:gd name="T70" fmla="*/ 131 w 192"/>
                <a:gd name="T71" fmla="*/ 60 h 204"/>
                <a:gd name="T72" fmla="*/ 125 w 192"/>
                <a:gd name="T73" fmla="*/ 54 h 204"/>
                <a:gd name="T74" fmla="*/ 127 w 192"/>
                <a:gd name="T75" fmla="*/ 48 h 204"/>
                <a:gd name="T76" fmla="*/ 130 w 192"/>
                <a:gd name="T77" fmla="*/ 25 h 204"/>
                <a:gd name="T78" fmla="*/ 101 w 192"/>
                <a:gd name="T79" fmla="*/ 12 h 204"/>
                <a:gd name="T80" fmla="*/ 71 w 192"/>
                <a:gd name="T81" fmla="*/ 25 h 204"/>
                <a:gd name="T82" fmla="*/ 64 w 192"/>
                <a:gd name="T83" fmla="*/ 30 h 204"/>
                <a:gd name="T84" fmla="*/ 58 w 192"/>
                <a:gd name="T85" fmla="*/ 30 h 204"/>
                <a:gd name="T86" fmla="*/ 63 w 192"/>
                <a:gd name="T87" fmla="*/ 46 h 204"/>
                <a:gd name="T88" fmla="*/ 66 w 192"/>
                <a:gd name="T89" fmla="*/ 54 h 204"/>
                <a:gd name="T90" fmla="*/ 60 w 192"/>
                <a:gd name="T91" fmla="*/ 60 h 204"/>
                <a:gd name="T92" fmla="*/ 57 w 192"/>
                <a:gd name="T93" fmla="*/ 66 h 204"/>
                <a:gd name="T94" fmla="*/ 60 w 192"/>
                <a:gd name="T95" fmla="*/ 72 h 204"/>
                <a:gd name="T96" fmla="*/ 66 w 192"/>
                <a:gd name="T97" fmla="*/ 78 h 204"/>
                <a:gd name="T98" fmla="*/ 74 w 192"/>
                <a:gd name="T99" fmla="*/ 102 h 204"/>
                <a:gd name="T100" fmla="*/ 78 w 192"/>
                <a:gd name="T101" fmla="*/ 108 h 204"/>
                <a:gd name="T102" fmla="*/ 78 w 192"/>
                <a:gd name="T103" fmla="*/ 132 h 204"/>
                <a:gd name="T104" fmla="*/ 74 w 192"/>
                <a:gd name="T105" fmla="*/ 138 h 204"/>
                <a:gd name="T106" fmla="*/ 12 w 192"/>
                <a:gd name="T107" fmla="*/ 169 h 204"/>
                <a:gd name="T108" fmla="*/ 12 w 192"/>
                <a:gd name="T109" fmla="*/ 19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92" h="204">
                  <a:moveTo>
                    <a:pt x="186" y="204"/>
                  </a:moveTo>
                  <a:cubicBezTo>
                    <a:pt x="6" y="204"/>
                    <a:pt x="6" y="204"/>
                    <a:pt x="6" y="204"/>
                  </a:cubicBezTo>
                  <a:cubicBezTo>
                    <a:pt x="3" y="204"/>
                    <a:pt x="0" y="201"/>
                    <a:pt x="0" y="198"/>
                  </a:cubicBezTo>
                  <a:cubicBezTo>
                    <a:pt x="0" y="168"/>
                    <a:pt x="0" y="168"/>
                    <a:pt x="0" y="168"/>
                  </a:cubicBezTo>
                  <a:cubicBezTo>
                    <a:pt x="0" y="164"/>
                    <a:pt x="2" y="159"/>
                    <a:pt x="25" y="147"/>
                  </a:cubicBezTo>
                  <a:cubicBezTo>
                    <a:pt x="36" y="141"/>
                    <a:pt x="51" y="134"/>
                    <a:pt x="66" y="128"/>
                  </a:cubicBezTo>
                  <a:cubicBezTo>
                    <a:pt x="66" y="111"/>
                    <a:pt x="66" y="111"/>
                    <a:pt x="66" y="111"/>
                  </a:cubicBezTo>
                  <a:cubicBezTo>
                    <a:pt x="61" y="108"/>
                    <a:pt x="55" y="100"/>
                    <a:pt x="54" y="83"/>
                  </a:cubicBezTo>
                  <a:cubicBezTo>
                    <a:pt x="48" y="80"/>
                    <a:pt x="45" y="74"/>
                    <a:pt x="45" y="66"/>
                  </a:cubicBezTo>
                  <a:cubicBezTo>
                    <a:pt x="45" y="59"/>
                    <a:pt x="48" y="53"/>
                    <a:pt x="52" y="50"/>
                  </a:cubicBezTo>
                  <a:cubicBezTo>
                    <a:pt x="48" y="42"/>
                    <a:pt x="43" y="30"/>
                    <a:pt x="49" y="22"/>
                  </a:cubicBezTo>
                  <a:cubicBezTo>
                    <a:pt x="52" y="19"/>
                    <a:pt x="56" y="17"/>
                    <a:pt x="61" y="18"/>
                  </a:cubicBezTo>
                  <a:cubicBezTo>
                    <a:pt x="68" y="5"/>
                    <a:pt x="86" y="0"/>
                    <a:pt x="101" y="0"/>
                  </a:cubicBezTo>
                  <a:cubicBezTo>
                    <a:pt x="117" y="0"/>
                    <a:pt x="138" y="6"/>
                    <a:pt x="142" y="23"/>
                  </a:cubicBezTo>
                  <a:cubicBezTo>
                    <a:pt x="145" y="34"/>
                    <a:pt x="141" y="44"/>
                    <a:pt x="139" y="51"/>
                  </a:cubicBezTo>
                  <a:cubicBezTo>
                    <a:pt x="140" y="52"/>
                    <a:pt x="141" y="53"/>
                    <a:pt x="142" y="54"/>
                  </a:cubicBezTo>
                  <a:cubicBezTo>
                    <a:pt x="143" y="57"/>
                    <a:pt x="144" y="61"/>
                    <a:pt x="144" y="65"/>
                  </a:cubicBezTo>
                  <a:cubicBezTo>
                    <a:pt x="144" y="72"/>
                    <a:pt x="142" y="79"/>
                    <a:pt x="137" y="82"/>
                  </a:cubicBezTo>
                  <a:cubicBezTo>
                    <a:pt x="136" y="100"/>
                    <a:pt x="130" y="108"/>
                    <a:pt x="126" y="111"/>
                  </a:cubicBezTo>
                  <a:cubicBezTo>
                    <a:pt x="126" y="128"/>
                    <a:pt x="126" y="128"/>
                    <a:pt x="126" y="128"/>
                  </a:cubicBezTo>
                  <a:cubicBezTo>
                    <a:pt x="140" y="134"/>
                    <a:pt x="155" y="141"/>
                    <a:pt x="167" y="147"/>
                  </a:cubicBezTo>
                  <a:cubicBezTo>
                    <a:pt x="190" y="159"/>
                    <a:pt x="192" y="164"/>
                    <a:pt x="192" y="168"/>
                  </a:cubicBezTo>
                  <a:cubicBezTo>
                    <a:pt x="192" y="198"/>
                    <a:pt x="192" y="198"/>
                    <a:pt x="192" y="198"/>
                  </a:cubicBezTo>
                  <a:cubicBezTo>
                    <a:pt x="192" y="201"/>
                    <a:pt x="189" y="204"/>
                    <a:pt x="186" y="204"/>
                  </a:cubicBezTo>
                  <a:close/>
                  <a:moveTo>
                    <a:pt x="12" y="192"/>
                  </a:moveTo>
                  <a:cubicBezTo>
                    <a:pt x="180" y="192"/>
                    <a:pt x="180" y="192"/>
                    <a:pt x="180" y="192"/>
                  </a:cubicBezTo>
                  <a:cubicBezTo>
                    <a:pt x="180" y="169"/>
                    <a:pt x="180" y="169"/>
                    <a:pt x="180" y="169"/>
                  </a:cubicBezTo>
                  <a:cubicBezTo>
                    <a:pt x="175" y="164"/>
                    <a:pt x="149" y="150"/>
                    <a:pt x="118" y="138"/>
                  </a:cubicBezTo>
                  <a:cubicBezTo>
                    <a:pt x="115" y="137"/>
                    <a:pt x="114" y="134"/>
                    <a:pt x="114" y="132"/>
                  </a:cubicBezTo>
                  <a:cubicBezTo>
                    <a:pt x="114" y="108"/>
                    <a:pt x="114" y="108"/>
                    <a:pt x="114" y="108"/>
                  </a:cubicBezTo>
                  <a:cubicBezTo>
                    <a:pt x="114" y="106"/>
                    <a:pt x="115" y="103"/>
                    <a:pt x="118" y="102"/>
                  </a:cubicBezTo>
                  <a:cubicBezTo>
                    <a:pt x="118" y="102"/>
                    <a:pt x="118" y="102"/>
                    <a:pt x="118" y="102"/>
                  </a:cubicBezTo>
                  <a:cubicBezTo>
                    <a:pt x="118" y="102"/>
                    <a:pt x="125" y="98"/>
                    <a:pt x="125" y="78"/>
                  </a:cubicBezTo>
                  <a:cubicBezTo>
                    <a:pt x="125" y="75"/>
                    <a:pt x="127" y="72"/>
                    <a:pt x="130" y="72"/>
                  </a:cubicBezTo>
                  <a:cubicBezTo>
                    <a:pt x="132" y="71"/>
                    <a:pt x="133" y="65"/>
                    <a:pt x="132" y="61"/>
                  </a:cubicBezTo>
                  <a:cubicBezTo>
                    <a:pt x="131" y="60"/>
                    <a:pt x="131" y="60"/>
                    <a:pt x="131" y="60"/>
                  </a:cubicBezTo>
                  <a:cubicBezTo>
                    <a:pt x="127" y="60"/>
                    <a:pt x="125" y="57"/>
                    <a:pt x="125" y="54"/>
                  </a:cubicBezTo>
                  <a:cubicBezTo>
                    <a:pt x="125" y="52"/>
                    <a:pt x="125" y="51"/>
                    <a:pt x="127" y="48"/>
                  </a:cubicBezTo>
                  <a:cubicBezTo>
                    <a:pt x="129" y="43"/>
                    <a:pt x="133" y="34"/>
                    <a:pt x="130" y="25"/>
                  </a:cubicBezTo>
                  <a:cubicBezTo>
                    <a:pt x="128" y="17"/>
                    <a:pt x="114" y="12"/>
                    <a:pt x="101" y="12"/>
                  </a:cubicBezTo>
                  <a:cubicBezTo>
                    <a:pt x="87" y="12"/>
                    <a:pt x="73" y="17"/>
                    <a:pt x="71" y="25"/>
                  </a:cubicBezTo>
                  <a:cubicBezTo>
                    <a:pt x="70" y="29"/>
                    <a:pt x="67" y="31"/>
                    <a:pt x="64" y="30"/>
                  </a:cubicBezTo>
                  <a:cubicBezTo>
                    <a:pt x="60" y="29"/>
                    <a:pt x="58" y="30"/>
                    <a:pt x="58" y="30"/>
                  </a:cubicBezTo>
                  <a:cubicBezTo>
                    <a:pt x="58" y="31"/>
                    <a:pt x="58" y="35"/>
                    <a:pt x="63" y="46"/>
                  </a:cubicBezTo>
                  <a:cubicBezTo>
                    <a:pt x="65" y="50"/>
                    <a:pt x="66" y="52"/>
                    <a:pt x="66" y="54"/>
                  </a:cubicBezTo>
                  <a:cubicBezTo>
                    <a:pt x="66" y="57"/>
                    <a:pt x="63" y="60"/>
                    <a:pt x="60" y="60"/>
                  </a:cubicBezTo>
                  <a:cubicBezTo>
                    <a:pt x="58" y="60"/>
                    <a:pt x="57" y="64"/>
                    <a:pt x="57" y="66"/>
                  </a:cubicBezTo>
                  <a:cubicBezTo>
                    <a:pt x="57" y="69"/>
                    <a:pt x="58" y="72"/>
                    <a:pt x="60" y="72"/>
                  </a:cubicBezTo>
                  <a:cubicBezTo>
                    <a:pt x="63" y="72"/>
                    <a:pt x="66" y="75"/>
                    <a:pt x="66" y="78"/>
                  </a:cubicBezTo>
                  <a:cubicBezTo>
                    <a:pt x="66" y="98"/>
                    <a:pt x="74" y="102"/>
                    <a:pt x="74" y="102"/>
                  </a:cubicBezTo>
                  <a:cubicBezTo>
                    <a:pt x="76" y="103"/>
                    <a:pt x="78" y="105"/>
                    <a:pt x="78" y="108"/>
                  </a:cubicBezTo>
                  <a:cubicBezTo>
                    <a:pt x="78" y="132"/>
                    <a:pt x="78" y="132"/>
                    <a:pt x="78" y="132"/>
                  </a:cubicBezTo>
                  <a:cubicBezTo>
                    <a:pt x="78" y="134"/>
                    <a:pt x="76" y="137"/>
                    <a:pt x="74" y="138"/>
                  </a:cubicBezTo>
                  <a:cubicBezTo>
                    <a:pt x="43" y="150"/>
                    <a:pt x="16" y="164"/>
                    <a:pt x="12" y="169"/>
                  </a:cubicBezTo>
                  <a:lnTo>
                    <a:pt x="12"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210" name="Group 128">
            <a:extLst>
              <a:ext uri="{FF2B5EF4-FFF2-40B4-BE49-F238E27FC236}">
                <a16:creationId xmlns:a16="http://schemas.microsoft.com/office/drawing/2014/main" id="{22F35C7D-7426-D643-BA01-1D590EC15894}"/>
              </a:ext>
            </a:extLst>
          </p:cNvPr>
          <p:cNvGrpSpPr>
            <a:grpSpLocks noChangeAspect="1"/>
          </p:cNvGrpSpPr>
          <p:nvPr userDrawn="1"/>
        </p:nvGrpSpPr>
        <p:grpSpPr bwMode="auto">
          <a:xfrm>
            <a:off x="2055661" y="4309988"/>
            <a:ext cx="506890" cy="496182"/>
            <a:chOff x="4478" y="2999"/>
            <a:chExt cx="426" cy="417"/>
          </a:xfrm>
          <a:solidFill>
            <a:schemeClr val="accent1"/>
          </a:solidFill>
        </p:grpSpPr>
        <p:sp>
          <p:nvSpPr>
            <p:cNvPr id="211" name="Freeform 129">
              <a:extLst>
                <a:ext uri="{FF2B5EF4-FFF2-40B4-BE49-F238E27FC236}">
                  <a16:creationId xmlns:a16="http://schemas.microsoft.com/office/drawing/2014/main" id="{EB8F390E-DD96-5545-9F4B-5D56F498E4C2}"/>
                </a:ext>
              </a:extLst>
            </p:cNvPr>
            <p:cNvSpPr>
              <a:spLocks/>
            </p:cNvSpPr>
            <p:nvPr/>
          </p:nvSpPr>
          <p:spPr bwMode="auto">
            <a:xfrm>
              <a:off x="4478" y="2999"/>
              <a:ext cx="320" cy="293"/>
            </a:xfrm>
            <a:custGeom>
              <a:avLst/>
              <a:gdLst>
                <a:gd name="T0" fmla="*/ 12 w 216"/>
                <a:gd name="T1" fmla="*/ 198 h 198"/>
                <a:gd name="T2" fmla="*/ 7 w 216"/>
                <a:gd name="T3" fmla="*/ 196 h 198"/>
                <a:gd name="T4" fmla="*/ 6 w 216"/>
                <a:gd name="T5" fmla="*/ 189 h 198"/>
                <a:gd name="T6" fmla="*/ 28 w 216"/>
                <a:gd name="T7" fmla="*/ 151 h 198"/>
                <a:gd name="T8" fmla="*/ 0 w 216"/>
                <a:gd name="T9" fmla="*/ 89 h 198"/>
                <a:gd name="T10" fmla="*/ 108 w 216"/>
                <a:gd name="T11" fmla="*/ 0 h 198"/>
                <a:gd name="T12" fmla="*/ 216 w 216"/>
                <a:gd name="T13" fmla="*/ 89 h 198"/>
                <a:gd name="T14" fmla="*/ 204 w 216"/>
                <a:gd name="T15" fmla="*/ 89 h 198"/>
                <a:gd name="T16" fmla="*/ 108 w 216"/>
                <a:gd name="T17" fmla="*/ 12 h 198"/>
                <a:gd name="T18" fmla="*/ 12 w 216"/>
                <a:gd name="T19" fmla="*/ 89 h 198"/>
                <a:gd name="T20" fmla="*/ 39 w 216"/>
                <a:gd name="T21" fmla="*/ 145 h 198"/>
                <a:gd name="T22" fmla="*/ 41 w 216"/>
                <a:gd name="T23" fmla="*/ 153 h 198"/>
                <a:gd name="T24" fmla="*/ 25 w 216"/>
                <a:gd name="T25" fmla="*/ 180 h 198"/>
                <a:gd name="T26" fmla="*/ 69 w 216"/>
                <a:gd name="T27" fmla="*/ 162 h 198"/>
                <a:gd name="T28" fmla="*/ 73 w 216"/>
                <a:gd name="T29" fmla="*/ 162 h 198"/>
                <a:gd name="T30" fmla="*/ 90 w 216"/>
                <a:gd name="T31" fmla="*/ 166 h 198"/>
                <a:gd name="T32" fmla="*/ 88 w 216"/>
                <a:gd name="T33" fmla="*/ 178 h 198"/>
                <a:gd name="T34" fmla="*/ 72 w 216"/>
                <a:gd name="T35" fmla="*/ 174 h 198"/>
                <a:gd name="T36" fmla="*/ 14 w 216"/>
                <a:gd name="T37" fmla="*/ 198 h 198"/>
                <a:gd name="T38" fmla="*/ 12 w 216"/>
                <a:gd name="T39" fmla="*/ 1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6" h="198">
                  <a:moveTo>
                    <a:pt x="12" y="198"/>
                  </a:moveTo>
                  <a:cubicBezTo>
                    <a:pt x="10" y="198"/>
                    <a:pt x="8" y="197"/>
                    <a:pt x="7" y="196"/>
                  </a:cubicBezTo>
                  <a:cubicBezTo>
                    <a:pt x="5" y="194"/>
                    <a:pt x="5" y="191"/>
                    <a:pt x="6" y="189"/>
                  </a:cubicBezTo>
                  <a:cubicBezTo>
                    <a:pt x="28" y="151"/>
                    <a:pt x="28" y="151"/>
                    <a:pt x="28" y="151"/>
                  </a:cubicBezTo>
                  <a:cubicBezTo>
                    <a:pt x="10" y="135"/>
                    <a:pt x="0" y="113"/>
                    <a:pt x="0" y="89"/>
                  </a:cubicBezTo>
                  <a:cubicBezTo>
                    <a:pt x="0" y="40"/>
                    <a:pt x="48" y="0"/>
                    <a:pt x="108" y="0"/>
                  </a:cubicBezTo>
                  <a:cubicBezTo>
                    <a:pt x="167" y="0"/>
                    <a:pt x="216" y="40"/>
                    <a:pt x="216" y="89"/>
                  </a:cubicBezTo>
                  <a:cubicBezTo>
                    <a:pt x="204" y="89"/>
                    <a:pt x="204" y="89"/>
                    <a:pt x="204" y="89"/>
                  </a:cubicBezTo>
                  <a:cubicBezTo>
                    <a:pt x="204" y="47"/>
                    <a:pt x="161" y="12"/>
                    <a:pt x="108" y="12"/>
                  </a:cubicBezTo>
                  <a:cubicBezTo>
                    <a:pt x="55" y="12"/>
                    <a:pt x="12" y="47"/>
                    <a:pt x="12" y="89"/>
                  </a:cubicBezTo>
                  <a:cubicBezTo>
                    <a:pt x="12" y="111"/>
                    <a:pt x="22" y="131"/>
                    <a:pt x="39" y="145"/>
                  </a:cubicBezTo>
                  <a:cubicBezTo>
                    <a:pt x="42" y="147"/>
                    <a:pt x="42" y="150"/>
                    <a:pt x="41" y="153"/>
                  </a:cubicBezTo>
                  <a:cubicBezTo>
                    <a:pt x="25" y="180"/>
                    <a:pt x="25" y="180"/>
                    <a:pt x="25" y="180"/>
                  </a:cubicBezTo>
                  <a:cubicBezTo>
                    <a:pt x="69" y="162"/>
                    <a:pt x="69" y="162"/>
                    <a:pt x="69" y="162"/>
                  </a:cubicBezTo>
                  <a:cubicBezTo>
                    <a:pt x="71" y="162"/>
                    <a:pt x="72" y="162"/>
                    <a:pt x="73" y="162"/>
                  </a:cubicBezTo>
                  <a:cubicBezTo>
                    <a:pt x="79" y="164"/>
                    <a:pt x="84" y="165"/>
                    <a:pt x="90" y="166"/>
                  </a:cubicBezTo>
                  <a:cubicBezTo>
                    <a:pt x="88" y="178"/>
                    <a:pt x="88" y="178"/>
                    <a:pt x="88" y="178"/>
                  </a:cubicBezTo>
                  <a:cubicBezTo>
                    <a:pt x="83" y="177"/>
                    <a:pt x="77" y="176"/>
                    <a:pt x="72" y="174"/>
                  </a:cubicBezTo>
                  <a:cubicBezTo>
                    <a:pt x="14" y="198"/>
                    <a:pt x="14" y="198"/>
                    <a:pt x="14" y="198"/>
                  </a:cubicBezTo>
                  <a:cubicBezTo>
                    <a:pt x="13" y="198"/>
                    <a:pt x="12" y="198"/>
                    <a:pt x="12"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12" name="Freeform 130">
              <a:extLst>
                <a:ext uri="{FF2B5EF4-FFF2-40B4-BE49-F238E27FC236}">
                  <a16:creationId xmlns:a16="http://schemas.microsoft.com/office/drawing/2014/main" id="{7E54516C-265B-F84F-9AC7-C2472BCC10ED}"/>
                </a:ext>
              </a:extLst>
            </p:cNvPr>
            <p:cNvSpPr>
              <a:spLocks noEditPoints="1"/>
            </p:cNvSpPr>
            <p:nvPr/>
          </p:nvSpPr>
          <p:spPr bwMode="auto">
            <a:xfrm>
              <a:off x="4638" y="3167"/>
              <a:ext cx="266" cy="249"/>
            </a:xfrm>
            <a:custGeom>
              <a:avLst/>
              <a:gdLst>
                <a:gd name="T0" fmla="*/ 168 w 180"/>
                <a:gd name="T1" fmla="*/ 168 h 168"/>
                <a:gd name="T2" fmla="*/ 166 w 180"/>
                <a:gd name="T3" fmla="*/ 168 h 168"/>
                <a:gd name="T4" fmla="*/ 120 w 180"/>
                <a:gd name="T5" fmla="*/ 151 h 168"/>
                <a:gd name="T6" fmla="*/ 37 w 180"/>
                <a:gd name="T7" fmla="*/ 143 h 168"/>
                <a:gd name="T8" fmla="*/ 0 w 180"/>
                <a:gd name="T9" fmla="*/ 78 h 168"/>
                <a:gd name="T10" fmla="*/ 90 w 180"/>
                <a:gd name="T11" fmla="*/ 0 h 168"/>
                <a:gd name="T12" fmla="*/ 180 w 180"/>
                <a:gd name="T13" fmla="*/ 78 h 168"/>
                <a:gd name="T14" fmla="*/ 157 w 180"/>
                <a:gd name="T15" fmla="*/ 128 h 168"/>
                <a:gd name="T16" fmla="*/ 173 w 180"/>
                <a:gd name="T17" fmla="*/ 159 h 168"/>
                <a:gd name="T18" fmla="*/ 172 w 180"/>
                <a:gd name="T19" fmla="*/ 166 h 168"/>
                <a:gd name="T20" fmla="*/ 168 w 180"/>
                <a:gd name="T21" fmla="*/ 168 h 168"/>
                <a:gd name="T22" fmla="*/ 120 w 180"/>
                <a:gd name="T23" fmla="*/ 138 h 168"/>
                <a:gd name="T24" fmla="*/ 122 w 180"/>
                <a:gd name="T25" fmla="*/ 138 h 168"/>
                <a:gd name="T26" fmla="*/ 155 w 180"/>
                <a:gd name="T27" fmla="*/ 151 h 168"/>
                <a:gd name="T28" fmla="*/ 144 w 180"/>
                <a:gd name="T29" fmla="*/ 129 h 168"/>
                <a:gd name="T30" fmla="*/ 146 w 180"/>
                <a:gd name="T31" fmla="*/ 121 h 168"/>
                <a:gd name="T32" fmla="*/ 168 w 180"/>
                <a:gd name="T33" fmla="*/ 78 h 168"/>
                <a:gd name="T34" fmla="*/ 90 w 180"/>
                <a:gd name="T35" fmla="*/ 12 h 168"/>
                <a:gd name="T36" fmla="*/ 12 w 180"/>
                <a:gd name="T37" fmla="*/ 78 h 168"/>
                <a:gd name="T38" fmla="*/ 43 w 180"/>
                <a:gd name="T39" fmla="*/ 133 h 168"/>
                <a:gd name="T40" fmla="*/ 117 w 180"/>
                <a:gd name="T41" fmla="*/ 139 h 168"/>
                <a:gd name="T42" fmla="*/ 120 w 180"/>
                <a:gd name="T43" fmla="*/ 138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0" h="168">
                  <a:moveTo>
                    <a:pt x="168" y="168"/>
                  </a:moveTo>
                  <a:cubicBezTo>
                    <a:pt x="167" y="168"/>
                    <a:pt x="166" y="168"/>
                    <a:pt x="166" y="168"/>
                  </a:cubicBezTo>
                  <a:cubicBezTo>
                    <a:pt x="120" y="151"/>
                    <a:pt x="120" y="151"/>
                    <a:pt x="120" y="151"/>
                  </a:cubicBezTo>
                  <a:cubicBezTo>
                    <a:pt x="92" y="162"/>
                    <a:pt x="62" y="159"/>
                    <a:pt x="37" y="143"/>
                  </a:cubicBezTo>
                  <a:cubicBezTo>
                    <a:pt x="13" y="128"/>
                    <a:pt x="0" y="104"/>
                    <a:pt x="0" y="78"/>
                  </a:cubicBezTo>
                  <a:cubicBezTo>
                    <a:pt x="0" y="36"/>
                    <a:pt x="41" y="0"/>
                    <a:pt x="90" y="0"/>
                  </a:cubicBezTo>
                  <a:cubicBezTo>
                    <a:pt x="138" y="0"/>
                    <a:pt x="180" y="36"/>
                    <a:pt x="180" y="78"/>
                  </a:cubicBezTo>
                  <a:cubicBezTo>
                    <a:pt x="180" y="97"/>
                    <a:pt x="172" y="114"/>
                    <a:pt x="157" y="128"/>
                  </a:cubicBezTo>
                  <a:cubicBezTo>
                    <a:pt x="173" y="159"/>
                    <a:pt x="173" y="159"/>
                    <a:pt x="173" y="159"/>
                  </a:cubicBezTo>
                  <a:cubicBezTo>
                    <a:pt x="174" y="162"/>
                    <a:pt x="174" y="164"/>
                    <a:pt x="172" y="166"/>
                  </a:cubicBezTo>
                  <a:cubicBezTo>
                    <a:pt x="171" y="167"/>
                    <a:pt x="169" y="168"/>
                    <a:pt x="168" y="168"/>
                  </a:cubicBezTo>
                  <a:close/>
                  <a:moveTo>
                    <a:pt x="120" y="138"/>
                  </a:moveTo>
                  <a:cubicBezTo>
                    <a:pt x="120" y="138"/>
                    <a:pt x="121" y="138"/>
                    <a:pt x="122" y="138"/>
                  </a:cubicBezTo>
                  <a:cubicBezTo>
                    <a:pt x="155" y="151"/>
                    <a:pt x="155" y="151"/>
                    <a:pt x="155" y="151"/>
                  </a:cubicBezTo>
                  <a:cubicBezTo>
                    <a:pt x="144" y="129"/>
                    <a:pt x="144" y="129"/>
                    <a:pt x="144" y="129"/>
                  </a:cubicBezTo>
                  <a:cubicBezTo>
                    <a:pt x="143" y="126"/>
                    <a:pt x="144" y="123"/>
                    <a:pt x="146" y="121"/>
                  </a:cubicBezTo>
                  <a:cubicBezTo>
                    <a:pt x="160" y="110"/>
                    <a:pt x="168" y="95"/>
                    <a:pt x="168" y="78"/>
                  </a:cubicBezTo>
                  <a:cubicBezTo>
                    <a:pt x="168" y="42"/>
                    <a:pt x="132" y="12"/>
                    <a:pt x="90" y="12"/>
                  </a:cubicBezTo>
                  <a:cubicBezTo>
                    <a:pt x="47" y="12"/>
                    <a:pt x="12" y="42"/>
                    <a:pt x="12" y="78"/>
                  </a:cubicBezTo>
                  <a:cubicBezTo>
                    <a:pt x="12" y="99"/>
                    <a:pt x="23" y="120"/>
                    <a:pt x="43" y="133"/>
                  </a:cubicBezTo>
                  <a:cubicBezTo>
                    <a:pt x="65" y="147"/>
                    <a:pt x="93" y="149"/>
                    <a:pt x="117" y="139"/>
                  </a:cubicBezTo>
                  <a:cubicBezTo>
                    <a:pt x="118" y="138"/>
                    <a:pt x="119" y="138"/>
                    <a:pt x="120" y="1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218" name="Group 4">
            <a:extLst>
              <a:ext uri="{FF2B5EF4-FFF2-40B4-BE49-F238E27FC236}">
                <a16:creationId xmlns:a16="http://schemas.microsoft.com/office/drawing/2014/main" id="{6624F93D-A5D3-9049-9233-B5F6165978B5}"/>
              </a:ext>
            </a:extLst>
          </p:cNvPr>
          <p:cNvGrpSpPr>
            <a:grpSpLocks noChangeAspect="1"/>
          </p:cNvGrpSpPr>
          <p:nvPr userDrawn="1"/>
        </p:nvGrpSpPr>
        <p:grpSpPr bwMode="auto">
          <a:xfrm>
            <a:off x="5871933" y="3163253"/>
            <a:ext cx="495324" cy="388938"/>
            <a:chOff x="526" y="708"/>
            <a:chExt cx="433" cy="340"/>
          </a:xfrm>
          <a:solidFill>
            <a:schemeClr val="accent1"/>
          </a:solidFill>
        </p:grpSpPr>
        <p:sp>
          <p:nvSpPr>
            <p:cNvPr id="219" name="Freeform 5">
              <a:extLst>
                <a:ext uri="{FF2B5EF4-FFF2-40B4-BE49-F238E27FC236}">
                  <a16:creationId xmlns:a16="http://schemas.microsoft.com/office/drawing/2014/main" id="{2E8CDAC4-7731-2447-B17D-B9E13B8CEA82}"/>
                </a:ext>
              </a:extLst>
            </p:cNvPr>
            <p:cNvSpPr>
              <a:spLocks/>
            </p:cNvSpPr>
            <p:nvPr/>
          </p:nvSpPr>
          <p:spPr bwMode="auto">
            <a:xfrm>
              <a:off x="724" y="760"/>
              <a:ext cx="19" cy="288"/>
            </a:xfrm>
            <a:custGeom>
              <a:avLst/>
              <a:gdLst>
                <a:gd name="T0" fmla="*/ 6 w 12"/>
                <a:gd name="T1" fmla="*/ 193 h 193"/>
                <a:gd name="T2" fmla="*/ 0 w 12"/>
                <a:gd name="T3" fmla="*/ 187 h 193"/>
                <a:gd name="T4" fmla="*/ 0 w 12"/>
                <a:gd name="T5" fmla="*/ 6 h 193"/>
                <a:gd name="T6" fmla="*/ 6 w 12"/>
                <a:gd name="T7" fmla="*/ 0 h 193"/>
                <a:gd name="T8" fmla="*/ 12 w 12"/>
                <a:gd name="T9" fmla="*/ 6 h 193"/>
                <a:gd name="T10" fmla="*/ 12 w 12"/>
                <a:gd name="T11" fmla="*/ 187 h 193"/>
                <a:gd name="T12" fmla="*/ 6 w 12"/>
                <a:gd name="T13" fmla="*/ 193 h 193"/>
              </a:gdLst>
              <a:ahLst/>
              <a:cxnLst>
                <a:cxn ang="0">
                  <a:pos x="T0" y="T1"/>
                </a:cxn>
                <a:cxn ang="0">
                  <a:pos x="T2" y="T3"/>
                </a:cxn>
                <a:cxn ang="0">
                  <a:pos x="T4" y="T5"/>
                </a:cxn>
                <a:cxn ang="0">
                  <a:pos x="T6" y="T7"/>
                </a:cxn>
                <a:cxn ang="0">
                  <a:pos x="T8" y="T9"/>
                </a:cxn>
                <a:cxn ang="0">
                  <a:pos x="T10" y="T11"/>
                </a:cxn>
                <a:cxn ang="0">
                  <a:pos x="T12" y="T13"/>
                </a:cxn>
              </a:cxnLst>
              <a:rect l="0" t="0" r="r" b="b"/>
              <a:pathLst>
                <a:path w="12" h="193">
                  <a:moveTo>
                    <a:pt x="6" y="193"/>
                  </a:moveTo>
                  <a:cubicBezTo>
                    <a:pt x="3" y="193"/>
                    <a:pt x="0" y="191"/>
                    <a:pt x="0" y="187"/>
                  </a:cubicBezTo>
                  <a:cubicBezTo>
                    <a:pt x="0" y="6"/>
                    <a:pt x="0" y="6"/>
                    <a:pt x="0" y="6"/>
                  </a:cubicBezTo>
                  <a:cubicBezTo>
                    <a:pt x="0" y="3"/>
                    <a:pt x="3" y="0"/>
                    <a:pt x="6" y="0"/>
                  </a:cubicBezTo>
                  <a:cubicBezTo>
                    <a:pt x="9" y="0"/>
                    <a:pt x="12" y="3"/>
                    <a:pt x="12" y="6"/>
                  </a:cubicBezTo>
                  <a:cubicBezTo>
                    <a:pt x="12" y="187"/>
                    <a:pt x="12" y="187"/>
                    <a:pt x="12" y="187"/>
                  </a:cubicBezTo>
                  <a:cubicBezTo>
                    <a:pt x="12" y="191"/>
                    <a:pt x="9" y="193"/>
                    <a:pt x="6" y="1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20" name="Freeform 6">
              <a:extLst>
                <a:ext uri="{FF2B5EF4-FFF2-40B4-BE49-F238E27FC236}">
                  <a16:creationId xmlns:a16="http://schemas.microsoft.com/office/drawing/2014/main" id="{A2C94C49-2544-FA47-B321-D1783FB63860}"/>
                </a:ext>
              </a:extLst>
            </p:cNvPr>
            <p:cNvSpPr>
              <a:spLocks/>
            </p:cNvSpPr>
            <p:nvPr/>
          </p:nvSpPr>
          <p:spPr bwMode="auto">
            <a:xfrm>
              <a:off x="670" y="1030"/>
              <a:ext cx="126" cy="18"/>
            </a:xfrm>
            <a:custGeom>
              <a:avLst/>
              <a:gdLst>
                <a:gd name="T0" fmla="*/ 76 w 82"/>
                <a:gd name="T1" fmla="*/ 12 h 12"/>
                <a:gd name="T2" fmla="*/ 6 w 82"/>
                <a:gd name="T3" fmla="*/ 12 h 12"/>
                <a:gd name="T4" fmla="*/ 0 w 82"/>
                <a:gd name="T5" fmla="*/ 6 h 12"/>
                <a:gd name="T6" fmla="*/ 6 w 82"/>
                <a:gd name="T7" fmla="*/ 0 h 12"/>
                <a:gd name="T8" fmla="*/ 76 w 82"/>
                <a:gd name="T9" fmla="*/ 0 h 12"/>
                <a:gd name="T10" fmla="*/ 82 w 82"/>
                <a:gd name="T11" fmla="*/ 6 h 12"/>
                <a:gd name="T12" fmla="*/ 76 w 8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82" h="12">
                  <a:moveTo>
                    <a:pt x="76" y="12"/>
                  </a:moveTo>
                  <a:cubicBezTo>
                    <a:pt x="6" y="12"/>
                    <a:pt x="6" y="12"/>
                    <a:pt x="6" y="12"/>
                  </a:cubicBezTo>
                  <a:cubicBezTo>
                    <a:pt x="3" y="12"/>
                    <a:pt x="0" y="10"/>
                    <a:pt x="0" y="6"/>
                  </a:cubicBezTo>
                  <a:cubicBezTo>
                    <a:pt x="0" y="3"/>
                    <a:pt x="3" y="0"/>
                    <a:pt x="6" y="0"/>
                  </a:cubicBezTo>
                  <a:cubicBezTo>
                    <a:pt x="76" y="0"/>
                    <a:pt x="76" y="0"/>
                    <a:pt x="76" y="0"/>
                  </a:cubicBezTo>
                  <a:cubicBezTo>
                    <a:pt x="79" y="0"/>
                    <a:pt x="82" y="3"/>
                    <a:pt x="82" y="6"/>
                  </a:cubicBezTo>
                  <a:cubicBezTo>
                    <a:pt x="82" y="10"/>
                    <a:pt x="79" y="12"/>
                    <a:pt x="7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21" name="Freeform 7">
              <a:extLst>
                <a:ext uri="{FF2B5EF4-FFF2-40B4-BE49-F238E27FC236}">
                  <a16:creationId xmlns:a16="http://schemas.microsoft.com/office/drawing/2014/main" id="{781D715F-F7E0-F543-B710-788014F086A9}"/>
                </a:ext>
              </a:extLst>
            </p:cNvPr>
            <p:cNvSpPr>
              <a:spLocks/>
            </p:cNvSpPr>
            <p:nvPr/>
          </p:nvSpPr>
          <p:spPr bwMode="auto">
            <a:xfrm>
              <a:off x="526" y="727"/>
              <a:ext cx="146" cy="161"/>
            </a:xfrm>
            <a:custGeom>
              <a:avLst/>
              <a:gdLst>
                <a:gd name="T0" fmla="*/ 88 w 95"/>
                <a:gd name="T1" fmla="*/ 107 h 108"/>
                <a:gd name="T2" fmla="*/ 83 w 95"/>
                <a:gd name="T3" fmla="*/ 104 h 108"/>
                <a:gd name="T4" fmla="*/ 47 w 95"/>
                <a:gd name="T5" fmla="*/ 21 h 108"/>
                <a:gd name="T6" fmla="*/ 12 w 95"/>
                <a:gd name="T7" fmla="*/ 104 h 108"/>
                <a:gd name="T8" fmla="*/ 4 w 95"/>
                <a:gd name="T9" fmla="*/ 107 h 108"/>
                <a:gd name="T10" fmla="*/ 1 w 95"/>
                <a:gd name="T11" fmla="*/ 99 h 108"/>
                <a:gd name="T12" fmla="*/ 42 w 95"/>
                <a:gd name="T13" fmla="*/ 3 h 108"/>
                <a:gd name="T14" fmla="*/ 47 w 95"/>
                <a:gd name="T15" fmla="*/ 0 h 108"/>
                <a:gd name="T16" fmla="*/ 47 w 95"/>
                <a:gd name="T17" fmla="*/ 0 h 108"/>
                <a:gd name="T18" fmla="*/ 53 w 95"/>
                <a:gd name="T19" fmla="*/ 3 h 108"/>
                <a:gd name="T20" fmla="*/ 94 w 95"/>
                <a:gd name="T21" fmla="*/ 99 h 108"/>
                <a:gd name="T22" fmla="*/ 90 w 95"/>
                <a:gd name="T23" fmla="*/ 107 h 108"/>
                <a:gd name="T24" fmla="*/ 88 w 95"/>
                <a:gd name="T25" fmla="*/ 107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5" h="108">
                  <a:moveTo>
                    <a:pt x="88" y="107"/>
                  </a:moveTo>
                  <a:cubicBezTo>
                    <a:pt x="86" y="107"/>
                    <a:pt x="84" y="106"/>
                    <a:pt x="83" y="104"/>
                  </a:cubicBezTo>
                  <a:cubicBezTo>
                    <a:pt x="47" y="21"/>
                    <a:pt x="47" y="21"/>
                    <a:pt x="47" y="21"/>
                  </a:cubicBezTo>
                  <a:cubicBezTo>
                    <a:pt x="12" y="104"/>
                    <a:pt x="12" y="104"/>
                    <a:pt x="12" y="104"/>
                  </a:cubicBezTo>
                  <a:cubicBezTo>
                    <a:pt x="11" y="107"/>
                    <a:pt x="7" y="108"/>
                    <a:pt x="4" y="107"/>
                  </a:cubicBezTo>
                  <a:cubicBezTo>
                    <a:pt x="1" y="105"/>
                    <a:pt x="0" y="102"/>
                    <a:pt x="1" y="99"/>
                  </a:cubicBezTo>
                  <a:cubicBezTo>
                    <a:pt x="42" y="3"/>
                    <a:pt x="42" y="3"/>
                    <a:pt x="42" y="3"/>
                  </a:cubicBezTo>
                  <a:cubicBezTo>
                    <a:pt x="43" y="1"/>
                    <a:pt x="45" y="0"/>
                    <a:pt x="47" y="0"/>
                  </a:cubicBezTo>
                  <a:cubicBezTo>
                    <a:pt x="47" y="0"/>
                    <a:pt x="47" y="0"/>
                    <a:pt x="47" y="0"/>
                  </a:cubicBezTo>
                  <a:cubicBezTo>
                    <a:pt x="50" y="0"/>
                    <a:pt x="52" y="1"/>
                    <a:pt x="53" y="3"/>
                  </a:cubicBezTo>
                  <a:cubicBezTo>
                    <a:pt x="94" y="99"/>
                    <a:pt x="94" y="99"/>
                    <a:pt x="94" y="99"/>
                  </a:cubicBezTo>
                  <a:cubicBezTo>
                    <a:pt x="95" y="102"/>
                    <a:pt x="94" y="105"/>
                    <a:pt x="90" y="107"/>
                  </a:cubicBezTo>
                  <a:cubicBezTo>
                    <a:pt x="90" y="107"/>
                    <a:pt x="89" y="107"/>
                    <a:pt x="88"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22" name="Freeform 8">
              <a:extLst>
                <a:ext uri="{FF2B5EF4-FFF2-40B4-BE49-F238E27FC236}">
                  <a16:creationId xmlns:a16="http://schemas.microsoft.com/office/drawing/2014/main" id="{0449EDE6-204A-E142-A345-649467F3CCF8}"/>
                </a:ext>
              </a:extLst>
            </p:cNvPr>
            <p:cNvSpPr>
              <a:spLocks noEditPoints="1"/>
            </p:cNvSpPr>
            <p:nvPr/>
          </p:nvSpPr>
          <p:spPr bwMode="auto">
            <a:xfrm>
              <a:off x="697" y="708"/>
              <a:ext cx="73" cy="70"/>
            </a:xfrm>
            <a:custGeom>
              <a:avLst/>
              <a:gdLst>
                <a:gd name="T0" fmla="*/ 24 w 48"/>
                <a:gd name="T1" fmla="*/ 47 h 47"/>
                <a:gd name="T2" fmla="*/ 0 w 48"/>
                <a:gd name="T3" fmla="*/ 24 h 47"/>
                <a:gd name="T4" fmla="*/ 24 w 48"/>
                <a:gd name="T5" fmla="*/ 0 h 47"/>
                <a:gd name="T6" fmla="*/ 48 w 48"/>
                <a:gd name="T7" fmla="*/ 24 h 47"/>
                <a:gd name="T8" fmla="*/ 24 w 48"/>
                <a:gd name="T9" fmla="*/ 47 h 47"/>
                <a:gd name="T10" fmla="*/ 24 w 48"/>
                <a:gd name="T11" fmla="*/ 12 h 47"/>
                <a:gd name="T12" fmla="*/ 12 w 48"/>
                <a:gd name="T13" fmla="*/ 24 h 47"/>
                <a:gd name="T14" fmla="*/ 24 w 48"/>
                <a:gd name="T15" fmla="*/ 35 h 47"/>
                <a:gd name="T16" fmla="*/ 36 w 48"/>
                <a:gd name="T17" fmla="*/ 24 h 47"/>
                <a:gd name="T18" fmla="*/ 24 w 48"/>
                <a:gd name="T19" fmla="*/ 1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7">
                  <a:moveTo>
                    <a:pt x="24" y="47"/>
                  </a:moveTo>
                  <a:cubicBezTo>
                    <a:pt x="11" y="47"/>
                    <a:pt x="0" y="37"/>
                    <a:pt x="0" y="24"/>
                  </a:cubicBezTo>
                  <a:cubicBezTo>
                    <a:pt x="0" y="11"/>
                    <a:pt x="11" y="0"/>
                    <a:pt x="24" y="0"/>
                  </a:cubicBezTo>
                  <a:cubicBezTo>
                    <a:pt x="37" y="0"/>
                    <a:pt x="48" y="11"/>
                    <a:pt x="48" y="24"/>
                  </a:cubicBezTo>
                  <a:cubicBezTo>
                    <a:pt x="48" y="37"/>
                    <a:pt x="37" y="47"/>
                    <a:pt x="24" y="47"/>
                  </a:cubicBezTo>
                  <a:close/>
                  <a:moveTo>
                    <a:pt x="24" y="12"/>
                  </a:moveTo>
                  <a:cubicBezTo>
                    <a:pt x="18" y="12"/>
                    <a:pt x="12" y="17"/>
                    <a:pt x="12" y="24"/>
                  </a:cubicBezTo>
                  <a:cubicBezTo>
                    <a:pt x="12" y="30"/>
                    <a:pt x="18" y="35"/>
                    <a:pt x="24" y="35"/>
                  </a:cubicBezTo>
                  <a:cubicBezTo>
                    <a:pt x="30" y="35"/>
                    <a:pt x="36" y="30"/>
                    <a:pt x="36" y="24"/>
                  </a:cubicBezTo>
                  <a:cubicBezTo>
                    <a:pt x="36" y="17"/>
                    <a:pt x="30"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23" name="Freeform 9">
              <a:extLst>
                <a:ext uri="{FF2B5EF4-FFF2-40B4-BE49-F238E27FC236}">
                  <a16:creationId xmlns:a16="http://schemas.microsoft.com/office/drawing/2014/main" id="{E4CF1E8A-68D5-C344-B526-2ACB3B2BED2F}"/>
                </a:ext>
              </a:extLst>
            </p:cNvPr>
            <p:cNvSpPr>
              <a:spLocks noEditPoints="1"/>
            </p:cNvSpPr>
            <p:nvPr/>
          </p:nvSpPr>
          <p:spPr bwMode="auto">
            <a:xfrm>
              <a:off x="528" y="869"/>
              <a:ext cx="142" cy="84"/>
            </a:xfrm>
            <a:custGeom>
              <a:avLst/>
              <a:gdLst>
                <a:gd name="T0" fmla="*/ 46 w 93"/>
                <a:gd name="T1" fmla="*/ 56 h 56"/>
                <a:gd name="T2" fmla="*/ 0 w 93"/>
                <a:gd name="T3" fmla="*/ 6 h 56"/>
                <a:gd name="T4" fmla="*/ 6 w 93"/>
                <a:gd name="T5" fmla="*/ 0 h 56"/>
                <a:gd name="T6" fmla="*/ 87 w 93"/>
                <a:gd name="T7" fmla="*/ 0 h 56"/>
                <a:gd name="T8" fmla="*/ 93 w 93"/>
                <a:gd name="T9" fmla="*/ 6 h 56"/>
                <a:gd name="T10" fmla="*/ 46 w 93"/>
                <a:gd name="T11" fmla="*/ 56 h 56"/>
                <a:gd name="T12" fmla="*/ 12 w 93"/>
                <a:gd name="T13" fmla="*/ 12 h 56"/>
                <a:gd name="T14" fmla="*/ 46 w 93"/>
                <a:gd name="T15" fmla="*/ 44 h 56"/>
                <a:gd name="T16" fmla="*/ 81 w 93"/>
                <a:gd name="T17" fmla="*/ 12 h 56"/>
                <a:gd name="T18" fmla="*/ 12 w 93"/>
                <a:gd name="T19" fmla="*/ 1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56">
                  <a:moveTo>
                    <a:pt x="46" y="56"/>
                  </a:moveTo>
                  <a:cubicBezTo>
                    <a:pt x="20" y="56"/>
                    <a:pt x="0" y="35"/>
                    <a:pt x="0" y="6"/>
                  </a:cubicBezTo>
                  <a:cubicBezTo>
                    <a:pt x="0" y="3"/>
                    <a:pt x="2" y="0"/>
                    <a:pt x="6" y="0"/>
                  </a:cubicBezTo>
                  <a:cubicBezTo>
                    <a:pt x="87" y="0"/>
                    <a:pt x="87" y="0"/>
                    <a:pt x="87" y="0"/>
                  </a:cubicBezTo>
                  <a:cubicBezTo>
                    <a:pt x="91" y="0"/>
                    <a:pt x="93" y="3"/>
                    <a:pt x="93" y="6"/>
                  </a:cubicBezTo>
                  <a:cubicBezTo>
                    <a:pt x="93" y="35"/>
                    <a:pt x="73" y="56"/>
                    <a:pt x="46" y="56"/>
                  </a:cubicBezTo>
                  <a:close/>
                  <a:moveTo>
                    <a:pt x="12" y="12"/>
                  </a:moveTo>
                  <a:cubicBezTo>
                    <a:pt x="14" y="31"/>
                    <a:pt x="28" y="44"/>
                    <a:pt x="46" y="44"/>
                  </a:cubicBezTo>
                  <a:cubicBezTo>
                    <a:pt x="64" y="44"/>
                    <a:pt x="78" y="31"/>
                    <a:pt x="81" y="12"/>
                  </a:cubicBez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24" name="Freeform 10">
              <a:extLst>
                <a:ext uri="{FF2B5EF4-FFF2-40B4-BE49-F238E27FC236}">
                  <a16:creationId xmlns:a16="http://schemas.microsoft.com/office/drawing/2014/main" id="{58AF212D-5CEA-A842-96AF-38B282583057}"/>
                </a:ext>
              </a:extLst>
            </p:cNvPr>
            <p:cNvSpPr>
              <a:spLocks/>
            </p:cNvSpPr>
            <p:nvPr/>
          </p:nvSpPr>
          <p:spPr bwMode="auto">
            <a:xfrm>
              <a:off x="813" y="726"/>
              <a:ext cx="146" cy="162"/>
            </a:xfrm>
            <a:custGeom>
              <a:avLst/>
              <a:gdLst>
                <a:gd name="T0" fmla="*/ 6 w 95"/>
                <a:gd name="T1" fmla="*/ 108 h 109"/>
                <a:gd name="T2" fmla="*/ 4 w 95"/>
                <a:gd name="T3" fmla="*/ 108 h 109"/>
                <a:gd name="T4" fmla="*/ 1 w 95"/>
                <a:gd name="T5" fmla="*/ 100 h 109"/>
                <a:gd name="T6" fmla="*/ 42 w 95"/>
                <a:gd name="T7" fmla="*/ 4 h 109"/>
                <a:gd name="T8" fmla="*/ 47 w 95"/>
                <a:gd name="T9" fmla="*/ 0 h 109"/>
                <a:gd name="T10" fmla="*/ 47 w 95"/>
                <a:gd name="T11" fmla="*/ 0 h 109"/>
                <a:gd name="T12" fmla="*/ 53 w 95"/>
                <a:gd name="T13" fmla="*/ 4 h 109"/>
                <a:gd name="T14" fmla="*/ 94 w 95"/>
                <a:gd name="T15" fmla="*/ 100 h 109"/>
                <a:gd name="T16" fmla="*/ 90 w 95"/>
                <a:gd name="T17" fmla="*/ 108 h 109"/>
                <a:gd name="T18" fmla="*/ 83 w 95"/>
                <a:gd name="T19" fmla="*/ 105 h 109"/>
                <a:gd name="T20" fmla="*/ 47 w 95"/>
                <a:gd name="T21" fmla="*/ 22 h 109"/>
                <a:gd name="T22" fmla="*/ 12 w 95"/>
                <a:gd name="T23" fmla="*/ 105 h 109"/>
                <a:gd name="T24" fmla="*/ 6 w 95"/>
                <a:gd name="T25" fmla="*/ 108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5" h="109">
                  <a:moveTo>
                    <a:pt x="6" y="108"/>
                  </a:moveTo>
                  <a:cubicBezTo>
                    <a:pt x="6" y="108"/>
                    <a:pt x="5" y="108"/>
                    <a:pt x="4" y="108"/>
                  </a:cubicBezTo>
                  <a:cubicBezTo>
                    <a:pt x="1" y="106"/>
                    <a:pt x="0" y="103"/>
                    <a:pt x="1" y="100"/>
                  </a:cubicBezTo>
                  <a:cubicBezTo>
                    <a:pt x="42" y="4"/>
                    <a:pt x="42" y="4"/>
                    <a:pt x="42" y="4"/>
                  </a:cubicBezTo>
                  <a:cubicBezTo>
                    <a:pt x="43" y="2"/>
                    <a:pt x="45" y="0"/>
                    <a:pt x="47" y="0"/>
                  </a:cubicBezTo>
                  <a:cubicBezTo>
                    <a:pt x="47" y="0"/>
                    <a:pt x="47" y="0"/>
                    <a:pt x="47" y="0"/>
                  </a:cubicBezTo>
                  <a:cubicBezTo>
                    <a:pt x="50" y="0"/>
                    <a:pt x="52" y="2"/>
                    <a:pt x="53" y="4"/>
                  </a:cubicBezTo>
                  <a:cubicBezTo>
                    <a:pt x="94" y="100"/>
                    <a:pt x="94" y="100"/>
                    <a:pt x="94" y="100"/>
                  </a:cubicBezTo>
                  <a:cubicBezTo>
                    <a:pt x="95" y="103"/>
                    <a:pt x="93" y="106"/>
                    <a:pt x="90" y="108"/>
                  </a:cubicBezTo>
                  <a:cubicBezTo>
                    <a:pt x="87" y="109"/>
                    <a:pt x="84" y="108"/>
                    <a:pt x="83" y="105"/>
                  </a:cubicBezTo>
                  <a:cubicBezTo>
                    <a:pt x="47" y="22"/>
                    <a:pt x="47" y="22"/>
                    <a:pt x="47" y="22"/>
                  </a:cubicBezTo>
                  <a:cubicBezTo>
                    <a:pt x="12" y="105"/>
                    <a:pt x="12" y="105"/>
                    <a:pt x="12" y="105"/>
                  </a:cubicBezTo>
                  <a:cubicBezTo>
                    <a:pt x="11" y="107"/>
                    <a:pt x="9" y="108"/>
                    <a:pt x="6" y="1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25" name="Freeform 11">
              <a:extLst>
                <a:ext uri="{FF2B5EF4-FFF2-40B4-BE49-F238E27FC236}">
                  <a16:creationId xmlns:a16="http://schemas.microsoft.com/office/drawing/2014/main" id="{9067C848-4E37-864F-8284-E48FC9AB4158}"/>
                </a:ext>
              </a:extLst>
            </p:cNvPr>
            <p:cNvSpPr>
              <a:spLocks noEditPoints="1"/>
            </p:cNvSpPr>
            <p:nvPr/>
          </p:nvSpPr>
          <p:spPr bwMode="auto">
            <a:xfrm>
              <a:off x="813" y="869"/>
              <a:ext cx="144" cy="84"/>
            </a:xfrm>
            <a:custGeom>
              <a:avLst/>
              <a:gdLst>
                <a:gd name="T0" fmla="*/ 47 w 94"/>
                <a:gd name="T1" fmla="*/ 56 h 56"/>
                <a:gd name="T2" fmla="*/ 0 w 94"/>
                <a:gd name="T3" fmla="*/ 6 h 56"/>
                <a:gd name="T4" fmla="*/ 6 w 94"/>
                <a:gd name="T5" fmla="*/ 0 h 56"/>
                <a:gd name="T6" fmla="*/ 88 w 94"/>
                <a:gd name="T7" fmla="*/ 0 h 56"/>
                <a:gd name="T8" fmla="*/ 92 w 94"/>
                <a:gd name="T9" fmla="*/ 2 h 56"/>
                <a:gd name="T10" fmla="*/ 94 w 94"/>
                <a:gd name="T11" fmla="*/ 6 h 56"/>
                <a:gd name="T12" fmla="*/ 47 w 94"/>
                <a:gd name="T13" fmla="*/ 56 h 56"/>
                <a:gd name="T14" fmla="*/ 13 w 94"/>
                <a:gd name="T15" fmla="*/ 12 h 56"/>
                <a:gd name="T16" fmla="*/ 47 w 94"/>
                <a:gd name="T17" fmla="*/ 44 h 56"/>
                <a:gd name="T18" fmla="*/ 82 w 94"/>
                <a:gd name="T19" fmla="*/ 12 h 56"/>
                <a:gd name="T20" fmla="*/ 13 w 94"/>
                <a:gd name="T21" fmla="*/ 1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56">
                  <a:moveTo>
                    <a:pt x="47" y="56"/>
                  </a:moveTo>
                  <a:cubicBezTo>
                    <a:pt x="21" y="56"/>
                    <a:pt x="0" y="35"/>
                    <a:pt x="0" y="6"/>
                  </a:cubicBezTo>
                  <a:cubicBezTo>
                    <a:pt x="0" y="3"/>
                    <a:pt x="3" y="0"/>
                    <a:pt x="6" y="0"/>
                  </a:cubicBezTo>
                  <a:cubicBezTo>
                    <a:pt x="88" y="0"/>
                    <a:pt x="88" y="0"/>
                    <a:pt x="88" y="0"/>
                  </a:cubicBezTo>
                  <a:cubicBezTo>
                    <a:pt x="90" y="0"/>
                    <a:pt x="91" y="1"/>
                    <a:pt x="92" y="2"/>
                  </a:cubicBezTo>
                  <a:cubicBezTo>
                    <a:pt x="93" y="3"/>
                    <a:pt x="94" y="5"/>
                    <a:pt x="94" y="6"/>
                  </a:cubicBezTo>
                  <a:cubicBezTo>
                    <a:pt x="94" y="34"/>
                    <a:pt x="74" y="56"/>
                    <a:pt x="47" y="56"/>
                  </a:cubicBezTo>
                  <a:close/>
                  <a:moveTo>
                    <a:pt x="13" y="12"/>
                  </a:moveTo>
                  <a:cubicBezTo>
                    <a:pt x="15" y="31"/>
                    <a:pt x="29" y="44"/>
                    <a:pt x="47" y="44"/>
                  </a:cubicBezTo>
                  <a:cubicBezTo>
                    <a:pt x="65" y="44"/>
                    <a:pt x="79" y="31"/>
                    <a:pt x="82" y="12"/>
                  </a:cubicBezTo>
                  <a:lnTo>
                    <a:pt x="13"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26" name="Freeform 12">
              <a:extLst>
                <a:ext uri="{FF2B5EF4-FFF2-40B4-BE49-F238E27FC236}">
                  <a16:creationId xmlns:a16="http://schemas.microsoft.com/office/drawing/2014/main" id="{9A7B4980-F4B3-A149-A900-28415FEB81F6}"/>
                </a:ext>
              </a:extLst>
            </p:cNvPr>
            <p:cNvSpPr>
              <a:spLocks/>
            </p:cNvSpPr>
            <p:nvPr/>
          </p:nvSpPr>
          <p:spPr bwMode="auto">
            <a:xfrm>
              <a:off x="563" y="726"/>
              <a:ext cx="153" cy="18"/>
            </a:xfrm>
            <a:custGeom>
              <a:avLst/>
              <a:gdLst>
                <a:gd name="T0" fmla="*/ 94 w 100"/>
                <a:gd name="T1" fmla="*/ 12 h 12"/>
                <a:gd name="T2" fmla="*/ 6 w 100"/>
                <a:gd name="T3" fmla="*/ 12 h 12"/>
                <a:gd name="T4" fmla="*/ 0 w 100"/>
                <a:gd name="T5" fmla="*/ 6 h 12"/>
                <a:gd name="T6" fmla="*/ 6 w 100"/>
                <a:gd name="T7" fmla="*/ 0 h 12"/>
                <a:gd name="T8" fmla="*/ 94 w 100"/>
                <a:gd name="T9" fmla="*/ 0 h 12"/>
                <a:gd name="T10" fmla="*/ 100 w 100"/>
                <a:gd name="T11" fmla="*/ 6 h 12"/>
                <a:gd name="T12" fmla="*/ 94 w 10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00" h="12">
                  <a:moveTo>
                    <a:pt x="94" y="12"/>
                  </a:moveTo>
                  <a:cubicBezTo>
                    <a:pt x="6" y="12"/>
                    <a:pt x="6" y="12"/>
                    <a:pt x="6" y="12"/>
                  </a:cubicBezTo>
                  <a:cubicBezTo>
                    <a:pt x="2" y="12"/>
                    <a:pt x="0" y="10"/>
                    <a:pt x="0" y="6"/>
                  </a:cubicBezTo>
                  <a:cubicBezTo>
                    <a:pt x="0" y="3"/>
                    <a:pt x="2" y="0"/>
                    <a:pt x="6" y="0"/>
                  </a:cubicBezTo>
                  <a:cubicBezTo>
                    <a:pt x="94" y="0"/>
                    <a:pt x="94" y="0"/>
                    <a:pt x="94" y="0"/>
                  </a:cubicBezTo>
                  <a:cubicBezTo>
                    <a:pt x="98" y="0"/>
                    <a:pt x="100" y="3"/>
                    <a:pt x="100" y="6"/>
                  </a:cubicBezTo>
                  <a:cubicBezTo>
                    <a:pt x="100" y="10"/>
                    <a:pt x="98" y="12"/>
                    <a:pt x="9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27" name="Freeform 13">
              <a:extLst>
                <a:ext uri="{FF2B5EF4-FFF2-40B4-BE49-F238E27FC236}">
                  <a16:creationId xmlns:a16="http://schemas.microsoft.com/office/drawing/2014/main" id="{CD6B0A6B-597F-4E4C-A0FC-EFC38B204DD0}"/>
                </a:ext>
              </a:extLst>
            </p:cNvPr>
            <p:cNvSpPr>
              <a:spLocks/>
            </p:cNvSpPr>
            <p:nvPr/>
          </p:nvSpPr>
          <p:spPr bwMode="auto">
            <a:xfrm>
              <a:off x="750" y="726"/>
              <a:ext cx="172" cy="18"/>
            </a:xfrm>
            <a:custGeom>
              <a:avLst/>
              <a:gdLst>
                <a:gd name="T0" fmla="*/ 106 w 112"/>
                <a:gd name="T1" fmla="*/ 12 h 12"/>
                <a:gd name="T2" fmla="*/ 6 w 112"/>
                <a:gd name="T3" fmla="*/ 12 h 12"/>
                <a:gd name="T4" fmla="*/ 0 w 112"/>
                <a:gd name="T5" fmla="*/ 6 h 12"/>
                <a:gd name="T6" fmla="*/ 6 w 112"/>
                <a:gd name="T7" fmla="*/ 0 h 12"/>
                <a:gd name="T8" fmla="*/ 106 w 112"/>
                <a:gd name="T9" fmla="*/ 0 h 12"/>
                <a:gd name="T10" fmla="*/ 112 w 112"/>
                <a:gd name="T11" fmla="*/ 6 h 12"/>
                <a:gd name="T12" fmla="*/ 106 w 11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2" h="12">
                  <a:moveTo>
                    <a:pt x="106" y="12"/>
                  </a:moveTo>
                  <a:cubicBezTo>
                    <a:pt x="6" y="12"/>
                    <a:pt x="6" y="12"/>
                    <a:pt x="6" y="12"/>
                  </a:cubicBezTo>
                  <a:cubicBezTo>
                    <a:pt x="2" y="12"/>
                    <a:pt x="0" y="9"/>
                    <a:pt x="0" y="6"/>
                  </a:cubicBezTo>
                  <a:cubicBezTo>
                    <a:pt x="0" y="3"/>
                    <a:pt x="2" y="0"/>
                    <a:pt x="6" y="0"/>
                  </a:cubicBezTo>
                  <a:cubicBezTo>
                    <a:pt x="106" y="0"/>
                    <a:pt x="106" y="0"/>
                    <a:pt x="106" y="0"/>
                  </a:cubicBezTo>
                  <a:cubicBezTo>
                    <a:pt x="109" y="0"/>
                    <a:pt x="112" y="3"/>
                    <a:pt x="112" y="6"/>
                  </a:cubicBezTo>
                  <a:cubicBezTo>
                    <a:pt x="112" y="9"/>
                    <a:pt x="109" y="12"/>
                    <a:pt x="10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234" name="Group 127">
            <a:extLst>
              <a:ext uri="{FF2B5EF4-FFF2-40B4-BE49-F238E27FC236}">
                <a16:creationId xmlns:a16="http://schemas.microsoft.com/office/drawing/2014/main" id="{26DA099A-68DD-4F43-8FC7-141CAF6D1F91}"/>
              </a:ext>
            </a:extLst>
          </p:cNvPr>
          <p:cNvGrpSpPr>
            <a:grpSpLocks noChangeAspect="1"/>
          </p:cNvGrpSpPr>
          <p:nvPr userDrawn="1"/>
        </p:nvGrpSpPr>
        <p:grpSpPr bwMode="auto">
          <a:xfrm>
            <a:off x="7145733" y="3130536"/>
            <a:ext cx="464916" cy="454373"/>
            <a:chOff x="4656" y="1821"/>
            <a:chExt cx="441" cy="431"/>
          </a:xfrm>
          <a:solidFill>
            <a:schemeClr val="accent1"/>
          </a:solidFill>
        </p:grpSpPr>
        <p:sp>
          <p:nvSpPr>
            <p:cNvPr id="235" name="Freeform 128">
              <a:extLst>
                <a:ext uri="{FF2B5EF4-FFF2-40B4-BE49-F238E27FC236}">
                  <a16:creationId xmlns:a16="http://schemas.microsoft.com/office/drawing/2014/main" id="{78927280-4152-A345-AA5D-215134AE8360}"/>
                </a:ext>
              </a:extLst>
            </p:cNvPr>
            <p:cNvSpPr>
              <a:spLocks/>
            </p:cNvSpPr>
            <p:nvPr/>
          </p:nvSpPr>
          <p:spPr bwMode="auto">
            <a:xfrm>
              <a:off x="4682" y="2037"/>
              <a:ext cx="415" cy="215"/>
            </a:xfrm>
            <a:custGeom>
              <a:avLst/>
              <a:gdLst>
                <a:gd name="T0" fmla="*/ 7 w 271"/>
                <a:gd name="T1" fmla="*/ 144 h 144"/>
                <a:gd name="T2" fmla="*/ 2 w 271"/>
                <a:gd name="T3" fmla="*/ 142 h 144"/>
                <a:gd name="T4" fmla="*/ 3 w 271"/>
                <a:gd name="T5" fmla="*/ 134 h 144"/>
                <a:gd name="T6" fmla="*/ 111 w 271"/>
                <a:gd name="T7" fmla="*/ 38 h 144"/>
                <a:gd name="T8" fmla="*/ 119 w 271"/>
                <a:gd name="T9" fmla="*/ 38 h 144"/>
                <a:gd name="T10" fmla="*/ 175 w 271"/>
                <a:gd name="T11" fmla="*/ 83 h 144"/>
                <a:gd name="T12" fmla="*/ 261 w 271"/>
                <a:gd name="T13" fmla="*/ 2 h 144"/>
                <a:gd name="T14" fmla="*/ 269 w 271"/>
                <a:gd name="T15" fmla="*/ 3 h 144"/>
                <a:gd name="T16" fmla="*/ 269 w 271"/>
                <a:gd name="T17" fmla="*/ 11 h 144"/>
                <a:gd name="T18" fmla="*/ 179 w 271"/>
                <a:gd name="T19" fmla="*/ 95 h 144"/>
                <a:gd name="T20" fmla="*/ 171 w 271"/>
                <a:gd name="T21" fmla="*/ 95 h 144"/>
                <a:gd name="T22" fmla="*/ 115 w 271"/>
                <a:gd name="T23" fmla="*/ 50 h 144"/>
                <a:gd name="T24" fmla="*/ 11 w 271"/>
                <a:gd name="T25" fmla="*/ 143 h 144"/>
                <a:gd name="T26" fmla="*/ 7 w 271"/>
                <a:gd name="T27"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1" h="144">
                  <a:moveTo>
                    <a:pt x="7" y="144"/>
                  </a:moveTo>
                  <a:cubicBezTo>
                    <a:pt x="5" y="144"/>
                    <a:pt x="4" y="144"/>
                    <a:pt x="2" y="142"/>
                  </a:cubicBezTo>
                  <a:cubicBezTo>
                    <a:pt x="0" y="140"/>
                    <a:pt x="0" y="136"/>
                    <a:pt x="3" y="134"/>
                  </a:cubicBezTo>
                  <a:cubicBezTo>
                    <a:pt x="111" y="38"/>
                    <a:pt x="111" y="38"/>
                    <a:pt x="111" y="38"/>
                  </a:cubicBezTo>
                  <a:cubicBezTo>
                    <a:pt x="113" y="36"/>
                    <a:pt x="116" y="36"/>
                    <a:pt x="119" y="38"/>
                  </a:cubicBezTo>
                  <a:cubicBezTo>
                    <a:pt x="175" y="83"/>
                    <a:pt x="175" y="83"/>
                    <a:pt x="175" y="83"/>
                  </a:cubicBezTo>
                  <a:cubicBezTo>
                    <a:pt x="261" y="2"/>
                    <a:pt x="261" y="2"/>
                    <a:pt x="261" y="2"/>
                  </a:cubicBezTo>
                  <a:cubicBezTo>
                    <a:pt x="263" y="0"/>
                    <a:pt x="267" y="0"/>
                    <a:pt x="269" y="3"/>
                  </a:cubicBezTo>
                  <a:cubicBezTo>
                    <a:pt x="271" y="5"/>
                    <a:pt x="271" y="9"/>
                    <a:pt x="269" y="11"/>
                  </a:cubicBezTo>
                  <a:cubicBezTo>
                    <a:pt x="179" y="95"/>
                    <a:pt x="179" y="95"/>
                    <a:pt x="179" y="95"/>
                  </a:cubicBezTo>
                  <a:cubicBezTo>
                    <a:pt x="177" y="97"/>
                    <a:pt x="173" y="97"/>
                    <a:pt x="171" y="95"/>
                  </a:cubicBezTo>
                  <a:cubicBezTo>
                    <a:pt x="115" y="50"/>
                    <a:pt x="115" y="50"/>
                    <a:pt x="115" y="50"/>
                  </a:cubicBezTo>
                  <a:cubicBezTo>
                    <a:pt x="11" y="143"/>
                    <a:pt x="11" y="143"/>
                    <a:pt x="11" y="143"/>
                  </a:cubicBezTo>
                  <a:cubicBezTo>
                    <a:pt x="10" y="144"/>
                    <a:pt x="8" y="144"/>
                    <a:pt x="7" y="1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36" name="Freeform 129">
              <a:extLst>
                <a:ext uri="{FF2B5EF4-FFF2-40B4-BE49-F238E27FC236}">
                  <a16:creationId xmlns:a16="http://schemas.microsoft.com/office/drawing/2014/main" id="{7096CC96-16F5-7E42-AA31-AC96F5CDDF98}"/>
                </a:ext>
              </a:extLst>
            </p:cNvPr>
            <p:cNvSpPr>
              <a:spLocks/>
            </p:cNvSpPr>
            <p:nvPr/>
          </p:nvSpPr>
          <p:spPr bwMode="auto">
            <a:xfrm>
              <a:off x="5007" y="2038"/>
              <a:ext cx="90" cy="90"/>
            </a:xfrm>
            <a:custGeom>
              <a:avLst/>
              <a:gdLst>
                <a:gd name="T0" fmla="*/ 53 w 59"/>
                <a:gd name="T1" fmla="*/ 60 h 60"/>
                <a:gd name="T2" fmla="*/ 47 w 59"/>
                <a:gd name="T3" fmla="*/ 54 h 60"/>
                <a:gd name="T4" fmla="*/ 47 w 59"/>
                <a:gd name="T5" fmla="*/ 12 h 60"/>
                <a:gd name="T6" fmla="*/ 6 w 59"/>
                <a:gd name="T7" fmla="*/ 12 h 60"/>
                <a:gd name="T8" fmla="*/ 0 w 59"/>
                <a:gd name="T9" fmla="*/ 6 h 60"/>
                <a:gd name="T10" fmla="*/ 6 w 59"/>
                <a:gd name="T11" fmla="*/ 0 h 60"/>
                <a:gd name="T12" fmla="*/ 53 w 59"/>
                <a:gd name="T13" fmla="*/ 0 h 60"/>
                <a:gd name="T14" fmla="*/ 59 w 59"/>
                <a:gd name="T15" fmla="*/ 6 h 60"/>
                <a:gd name="T16" fmla="*/ 59 w 59"/>
                <a:gd name="T17" fmla="*/ 54 h 60"/>
                <a:gd name="T18" fmla="*/ 53 w 59"/>
                <a:gd name="T19"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 h="60">
                  <a:moveTo>
                    <a:pt x="53" y="60"/>
                  </a:moveTo>
                  <a:cubicBezTo>
                    <a:pt x="50" y="60"/>
                    <a:pt x="47" y="57"/>
                    <a:pt x="47" y="54"/>
                  </a:cubicBezTo>
                  <a:cubicBezTo>
                    <a:pt x="47" y="12"/>
                    <a:pt x="47" y="12"/>
                    <a:pt x="47" y="12"/>
                  </a:cubicBezTo>
                  <a:cubicBezTo>
                    <a:pt x="6" y="12"/>
                    <a:pt x="6" y="12"/>
                    <a:pt x="6" y="12"/>
                  </a:cubicBezTo>
                  <a:cubicBezTo>
                    <a:pt x="2" y="12"/>
                    <a:pt x="0" y="9"/>
                    <a:pt x="0" y="6"/>
                  </a:cubicBezTo>
                  <a:cubicBezTo>
                    <a:pt x="0" y="2"/>
                    <a:pt x="2" y="0"/>
                    <a:pt x="6" y="0"/>
                  </a:cubicBezTo>
                  <a:cubicBezTo>
                    <a:pt x="53" y="0"/>
                    <a:pt x="53" y="0"/>
                    <a:pt x="53" y="0"/>
                  </a:cubicBezTo>
                  <a:cubicBezTo>
                    <a:pt x="56" y="0"/>
                    <a:pt x="59" y="2"/>
                    <a:pt x="59" y="6"/>
                  </a:cubicBezTo>
                  <a:cubicBezTo>
                    <a:pt x="59" y="54"/>
                    <a:pt x="59" y="54"/>
                    <a:pt x="59" y="54"/>
                  </a:cubicBezTo>
                  <a:cubicBezTo>
                    <a:pt x="59" y="57"/>
                    <a:pt x="56" y="60"/>
                    <a:pt x="53"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37" name="Freeform 130">
              <a:extLst>
                <a:ext uri="{FF2B5EF4-FFF2-40B4-BE49-F238E27FC236}">
                  <a16:creationId xmlns:a16="http://schemas.microsoft.com/office/drawing/2014/main" id="{8C889260-9971-2F40-8AA7-F1A4FF7B8A74}"/>
                </a:ext>
              </a:extLst>
            </p:cNvPr>
            <p:cNvSpPr>
              <a:spLocks/>
            </p:cNvSpPr>
            <p:nvPr/>
          </p:nvSpPr>
          <p:spPr bwMode="auto">
            <a:xfrm>
              <a:off x="4656" y="1821"/>
              <a:ext cx="331" cy="307"/>
            </a:xfrm>
            <a:custGeom>
              <a:avLst/>
              <a:gdLst>
                <a:gd name="T0" fmla="*/ 60 w 216"/>
                <a:gd name="T1" fmla="*/ 205 h 205"/>
                <a:gd name="T2" fmla="*/ 57 w 216"/>
                <a:gd name="T3" fmla="*/ 204 h 205"/>
                <a:gd name="T4" fmla="*/ 0 w 216"/>
                <a:gd name="T5" fmla="*/ 108 h 205"/>
                <a:gd name="T6" fmla="*/ 108 w 216"/>
                <a:gd name="T7" fmla="*/ 0 h 205"/>
                <a:gd name="T8" fmla="*/ 216 w 216"/>
                <a:gd name="T9" fmla="*/ 108 h 205"/>
                <a:gd name="T10" fmla="*/ 196 w 216"/>
                <a:gd name="T11" fmla="*/ 171 h 205"/>
                <a:gd name="T12" fmla="*/ 188 w 216"/>
                <a:gd name="T13" fmla="*/ 172 h 205"/>
                <a:gd name="T14" fmla="*/ 186 w 216"/>
                <a:gd name="T15" fmla="*/ 164 h 205"/>
                <a:gd name="T16" fmla="*/ 204 w 216"/>
                <a:gd name="T17" fmla="*/ 108 h 205"/>
                <a:gd name="T18" fmla="*/ 108 w 216"/>
                <a:gd name="T19" fmla="*/ 12 h 205"/>
                <a:gd name="T20" fmla="*/ 12 w 216"/>
                <a:gd name="T21" fmla="*/ 108 h 205"/>
                <a:gd name="T22" fmla="*/ 63 w 216"/>
                <a:gd name="T23" fmla="*/ 193 h 205"/>
                <a:gd name="T24" fmla="*/ 65 w 216"/>
                <a:gd name="T25" fmla="*/ 201 h 205"/>
                <a:gd name="T26" fmla="*/ 60 w 216"/>
                <a:gd name="T27" fmla="*/ 205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6" h="205">
                  <a:moveTo>
                    <a:pt x="60" y="205"/>
                  </a:moveTo>
                  <a:cubicBezTo>
                    <a:pt x="59" y="205"/>
                    <a:pt x="58" y="204"/>
                    <a:pt x="57" y="204"/>
                  </a:cubicBezTo>
                  <a:cubicBezTo>
                    <a:pt x="22" y="185"/>
                    <a:pt x="0" y="148"/>
                    <a:pt x="0" y="108"/>
                  </a:cubicBezTo>
                  <a:cubicBezTo>
                    <a:pt x="0" y="49"/>
                    <a:pt x="48" y="0"/>
                    <a:pt x="108" y="0"/>
                  </a:cubicBezTo>
                  <a:cubicBezTo>
                    <a:pt x="167" y="0"/>
                    <a:pt x="216" y="49"/>
                    <a:pt x="216" y="108"/>
                  </a:cubicBezTo>
                  <a:cubicBezTo>
                    <a:pt x="216" y="131"/>
                    <a:pt x="209" y="153"/>
                    <a:pt x="196" y="171"/>
                  </a:cubicBezTo>
                  <a:cubicBezTo>
                    <a:pt x="194" y="173"/>
                    <a:pt x="190" y="174"/>
                    <a:pt x="188" y="172"/>
                  </a:cubicBezTo>
                  <a:cubicBezTo>
                    <a:pt x="185" y="170"/>
                    <a:pt x="184" y="167"/>
                    <a:pt x="186" y="164"/>
                  </a:cubicBezTo>
                  <a:cubicBezTo>
                    <a:pt x="198" y="148"/>
                    <a:pt x="204" y="128"/>
                    <a:pt x="204" y="108"/>
                  </a:cubicBezTo>
                  <a:cubicBezTo>
                    <a:pt x="204" y="56"/>
                    <a:pt x="161" y="12"/>
                    <a:pt x="108" y="12"/>
                  </a:cubicBezTo>
                  <a:cubicBezTo>
                    <a:pt x="55" y="12"/>
                    <a:pt x="12" y="56"/>
                    <a:pt x="12" y="108"/>
                  </a:cubicBezTo>
                  <a:cubicBezTo>
                    <a:pt x="12" y="144"/>
                    <a:pt x="31" y="177"/>
                    <a:pt x="63" y="193"/>
                  </a:cubicBezTo>
                  <a:cubicBezTo>
                    <a:pt x="66" y="195"/>
                    <a:pt x="67" y="198"/>
                    <a:pt x="65" y="201"/>
                  </a:cubicBezTo>
                  <a:cubicBezTo>
                    <a:pt x="64" y="203"/>
                    <a:pt x="62" y="205"/>
                    <a:pt x="60" y="20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38" name="Freeform 131">
              <a:extLst>
                <a:ext uri="{FF2B5EF4-FFF2-40B4-BE49-F238E27FC236}">
                  <a16:creationId xmlns:a16="http://schemas.microsoft.com/office/drawing/2014/main" id="{A5D47A1B-2141-4945-9F0E-589BB8088B6D}"/>
                </a:ext>
              </a:extLst>
            </p:cNvPr>
            <p:cNvSpPr>
              <a:spLocks/>
            </p:cNvSpPr>
            <p:nvPr/>
          </p:nvSpPr>
          <p:spPr bwMode="auto">
            <a:xfrm>
              <a:off x="4812" y="2035"/>
              <a:ext cx="19" cy="39"/>
            </a:xfrm>
            <a:custGeom>
              <a:avLst/>
              <a:gdLst>
                <a:gd name="T0" fmla="*/ 6 w 12"/>
                <a:gd name="T1" fmla="*/ 26 h 26"/>
                <a:gd name="T2" fmla="*/ 0 w 12"/>
                <a:gd name="T3" fmla="*/ 20 h 26"/>
                <a:gd name="T4" fmla="*/ 0 w 12"/>
                <a:gd name="T5" fmla="*/ 6 h 26"/>
                <a:gd name="T6" fmla="*/ 6 w 12"/>
                <a:gd name="T7" fmla="*/ 0 h 26"/>
                <a:gd name="T8" fmla="*/ 12 w 12"/>
                <a:gd name="T9" fmla="*/ 6 h 26"/>
                <a:gd name="T10" fmla="*/ 12 w 12"/>
                <a:gd name="T11" fmla="*/ 20 h 26"/>
                <a:gd name="T12" fmla="*/ 6 w 12"/>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2" h="26">
                  <a:moveTo>
                    <a:pt x="6" y="26"/>
                  </a:moveTo>
                  <a:cubicBezTo>
                    <a:pt x="3" y="26"/>
                    <a:pt x="0" y="23"/>
                    <a:pt x="0" y="20"/>
                  </a:cubicBezTo>
                  <a:cubicBezTo>
                    <a:pt x="0" y="6"/>
                    <a:pt x="0" y="6"/>
                    <a:pt x="0" y="6"/>
                  </a:cubicBezTo>
                  <a:cubicBezTo>
                    <a:pt x="0" y="3"/>
                    <a:pt x="3" y="0"/>
                    <a:pt x="6" y="0"/>
                  </a:cubicBezTo>
                  <a:cubicBezTo>
                    <a:pt x="9" y="0"/>
                    <a:pt x="12" y="3"/>
                    <a:pt x="12" y="6"/>
                  </a:cubicBezTo>
                  <a:cubicBezTo>
                    <a:pt x="12" y="20"/>
                    <a:pt x="12" y="20"/>
                    <a:pt x="12" y="20"/>
                  </a:cubicBezTo>
                  <a:cubicBezTo>
                    <a:pt x="12" y="23"/>
                    <a:pt x="9" y="26"/>
                    <a:pt x="6"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39" name="Freeform 132">
              <a:extLst>
                <a:ext uri="{FF2B5EF4-FFF2-40B4-BE49-F238E27FC236}">
                  <a16:creationId xmlns:a16="http://schemas.microsoft.com/office/drawing/2014/main" id="{C5C6BBAC-F34B-7C43-9879-1B7567B25FFB}"/>
                </a:ext>
              </a:extLst>
            </p:cNvPr>
            <p:cNvSpPr>
              <a:spLocks/>
            </p:cNvSpPr>
            <p:nvPr/>
          </p:nvSpPr>
          <p:spPr bwMode="auto">
            <a:xfrm>
              <a:off x="4812" y="1893"/>
              <a:ext cx="19" cy="39"/>
            </a:xfrm>
            <a:custGeom>
              <a:avLst/>
              <a:gdLst>
                <a:gd name="T0" fmla="*/ 6 w 12"/>
                <a:gd name="T1" fmla="*/ 26 h 26"/>
                <a:gd name="T2" fmla="*/ 0 w 12"/>
                <a:gd name="T3" fmla="*/ 20 h 26"/>
                <a:gd name="T4" fmla="*/ 0 w 12"/>
                <a:gd name="T5" fmla="*/ 6 h 26"/>
                <a:gd name="T6" fmla="*/ 6 w 12"/>
                <a:gd name="T7" fmla="*/ 0 h 26"/>
                <a:gd name="T8" fmla="*/ 12 w 12"/>
                <a:gd name="T9" fmla="*/ 6 h 26"/>
                <a:gd name="T10" fmla="*/ 12 w 12"/>
                <a:gd name="T11" fmla="*/ 20 h 26"/>
                <a:gd name="T12" fmla="*/ 6 w 12"/>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2" h="26">
                  <a:moveTo>
                    <a:pt x="6" y="26"/>
                  </a:moveTo>
                  <a:cubicBezTo>
                    <a:pt x="3" y="26"/>
                    <a:pt x="0" y="23"/>
                    <a:pt x="0" y="20"/>
                  </a:cubicBezTo>
                  <a:cubicBezTo>
                    <a:pt x="0" y="6"/>
                    <a:pt x="0" y="6"/>
                    <a:pt x="0" y="6"/>
                  </a:cubicBezTo>
                  <a:cubicBezTo>
                    <a:pt x="0" y="3"/>
                    <a:pt x="3" y="0"/>
                    <a:pt x="6" y="0"/>
                  </a:cubicBezTo>
                  <a:cubicBezTo>
                    <a:pt x="9" y="0"/>
                    <a:pt x="12" y="3"/>
                    <a:pt x="12" y="6"/>
                  </a:cubicBezTo>
                  <a:cubicBezTo>
                    <a:pt x="12" y="20"/>
                    <a:pt x="12" y="20"/>
                    <a:pt x="12" y="20"/>
                  </a:cubicBezTo>
                  <a:cubicBezTo>
                    <a:pt x="12" y="23"/>
                    <a:pt x="9" y="26"/>
                    <a:pt x="6"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40" name="Freeform 133">
              <a:extLst>
                <a:ext uri="{FF2B5EF4-FFF2-40B4-BE49-F238E27FC236}">
                  <a16:creationId xmlns:a16="http://schemas.microsoft.com/office/drawing/2014/main" id="{0E22282C-227B-014F-891F-C55AF7AEC82D}"/>
                </a:ext>
              </a:extLst>
            </p:cNvPr>
            <p:cNvSpPr>
              <a:spLocks/>
            </p:cNvSpPr>
            <p:nvPr/>
          </p:nvSpPr>
          <p:spPr bwMode="auto">
            <a:xfrm>
              <a:off x="4780" y="1914"/>
              <a:ext cx="81" cy="139"/>
            </a:xfrm>
            <a:custGeom>
              <a:avLst/>
              <a:gdLst>
                <a:gd name="T0" fmla="*/ 27 w 53"/>
                <a:gd name="T1" fmla="*/ 93 h 93"/>
                <a:gd name="T2" fmla="*/ 0 w 53"/>
                <a:gd name="T3" fmla="*/ 67 h 93"/>
                <a:gd name="T4" fmla="*/ 6 w 53"/>
                <a:gd name="T5" fmla="*/ 61 h 93"/>
                <a:gd name="T6" fmla="*/ 12 w 53"/>
                <a:gd name="T7" fmla="*/ 67 h 93"/>
                <a:gd name="T8" fmla="*/ 27 w 53"/>
                <a:gd name="T9" fmla="*/ 81 h 93"/>
                <a:gd name="T10" fmla="*/ 41 w 53"/>
                <a:gd name="T11" fmla="*/ 67 h 93"/>
                <a:gd name="T12" fmla="*/ 27 w 53"/>
                <a:gd name="T13" fmla="*/ 52 h 93"/>
                <a:gd name="T14" fmla="*/ 0 w 53"/>
                <a:gd name="T15" fmla="*/ 26 h 93"/>
                <a:gd name="T16" fmla="*/ 27 w 53"/>
                <a:gd name="T17" fmla="*/ 0 h 93"/>
                <a:gd name="T18" fmla="*/ 53 w 53"/>
                <a:gd name="T19" fmla="*/ 26 h 93"/>
                <a:gd name="T20" fmla="*/ 47 w 53"/>
                <a:gd name="T21" fmla="*/ 32 h 93"/>
                <a:gd name="T22" fmla="*/ 41 w 53"/>
                <a:gd name="T23" fmla="*/ 26 h 93"/>
                <a:gd name="T24" fmla="*/ 27 w 53"/>
                <a:gd name="T25" fmla="*/ 12 h 93"/>
                <a:gd name="T26" fmla="*/ 12 w 53"/>
                <a:gd name="T27" fmla="*/ 26 h 93"/>
                <a:gd name="T28" fmla="*/ 27 w 53"/>
                <a:gd name="T29" fmla="*/ 40 h 93"/>
                <a:gd name="T30" fmla="*/ 53 w 53"/>
                <a:gd name="T31" fmla="*/ 67 h 93"/>
                <a:gd name="T32" fmla="*/ 27 w 53"/>
                <a:gd name="T33"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 h="93">
                  <a:moveTo>
                    <a:pt x="27" y="93"/>
                  </a:moveTo>
                  <a:cubicBezTo>
                    <a:pt x="12" y="93"/>
                    <a:pt x="0" y="81"/>
                    <a:pt x="0" y="67"/>
                  </a:cubicBezTo>
                  <a:cubicBezTo>
                    <a:pt x="0" y="64"/>
                    <a:pt x="3" y="61"/>
                    <a:pt x="6" y="61"/>
                  </a:cubicBezTo>
                  <a:cubicBezTo>
                    <a:pt x="10" y="61"/>
                    <a:pt x="12" y="64"/>
                    <a:pt x="12" y="67"/>
                  </a:cubicBezTo>
                  <a:cubicBezTo>
                    <a:pt x="12" y="75"/>
                    <a:pt x="19" y="81"/>
                    <a:pt x="27" y="81"/>
                  </a:cubicBezTo>
                  <a:cubicBezTo>
                    <a:pt x="35" y="81"/>
                    <a:pt x="41" y="75"/>
                    <a:pt x="41" y="67"/>
                  </a:cubicBezTo>
                  <a:cubicBezTo>
                    <a:pt x="41" y="59"/>
                    <a:pt x="35" y="52"/>
                    <a:pt x="27" y="52"/>
                  </a:cubicBezTo>
                  <a:cubicBezTo>
                    <a:pt x="12" y="52"/>
                    <a:pt x="0" y="41"/>
                    <a:pt x="0" y="26"/>
                  </a:cubicBezTo>
                  <a:cubicBezTo>
                    <a:pt x="0" y="12"/>
                    <a:pt x="12" y="0"/>
                    <a:pt x="27" y="0"/>
                  </a:cubicBezTo>
                  <a:cubicBezTo>
                    <a:pt x="41" y="0"/>
                    <a:pt x="53" y="12"/>
                    <a:pt x="53" y="26"/>
                  </a:cubicBezTo>
                  <a:cubicBezTo>
                    <a:pt x="53" y="29"/>
                    <a:pt x="51" y="32"/>
                    <a:pt x="47" y="32"/>
                  </a:cubicBezTo>
                  <a:cubicBezTo>
                    <a:pt x="44" y="32"/>
                    <a:pt x="41" y="29"/>
                    <a:pt x="41" y="26"/>
                  </a:cubicBezTo>
                  <a:cubicBezTo>
                    <a:pt x="41" y="18"/>
                    <a:pt x="35" y="12"/>
                    <a:pt x="27" y="12"/>
                  </a:cubicBezTo>
                  <a:cubicBezTo>
                    <a:pt x="19" y="12"/>
                    <a:pt x="12" y="18"/>
                    <a:pt x="12" y="26"/>
                  </a:cubicBezTo>
                  <a:cubicBezTo>
                    <a:pt x="12" y="34"/>
                    <a:pt x="19" y="40"/>
                    <a:pt x="27" y="40"/>
                  </a:cubicBezTo>
                  <a:cubicBezTo>
                    <a:pt x="41" y="40"/>
                    <a:pt x="53" y="52"/>
                    <a:pt x="53" y="67"/>
                  </a:cubicBezTo>
                  <a:cubicBezTo>
                    <a:pt x="53" y="81"/>
                    <a:pt x="41" y="93"/>
                    <a:pt x="27"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241" name="Group 21">
            <a:extLst>
              <a:ext uri="{FF2B5EF4-FFF2-40B4-BE49-F238E27FC236}">
                <a16:creationId xmlns:a16="http://schemas.microsoft.com/office/drawing/2014/main" id="{DF8633A8-0907-CE44-BEF9-83365247F289}"/>
              </a:ext>
            </a:extLst>
          </p:cNvPr>
          <p:cNvGrpSpPr>
            <a:grpSpLocks noChangeAspect="1"/>
          </p:cNvGrpSpPr>
          <p:nvPr userDrawn="1"/>
        </p:nvGrpSpPr>
        <p:grpSpPr bwMode="auto">
          <a:xfrm>
            <a:off x="8420433" y="3170602"/>
            <a:ext cx="473118" cy="374241"/>
            <a:chOff x="526" y="695"/>
            <a:chExt cx="445" cy="352"/>
          </a:xfrm>
          <a:solidFill>
            <a:schemeClr val="accent1"/>
          </a:solidFill>
        </p:grpSpPr>
        <p:sp>
          <p:nvSpPr>
            <p:cNvPr id="242" name="Freeform 241">
              <a:extLst>
                <a:ext uri="{FF2B5EF4-FFF2-40B4-BE49-F238E27FC236}">
                  <a16:creationId xmlns:a16="http://schemas.microsoft.com/office/drawing/2014/main" id="{0AA12124-D907-9A4D-80E8-82D0A9B109B0}"/>
                </a:ext>
              </a:extLst>
            </p:cNvPr>
            <p:cNvSpPr>
              <a:spLocks/>
            </p:cNvSpPr>
            <p:nvPr/>
          </p:nvSpPr>
          <p:spPr bwMode="auto">
            <a:xfrm>
              <a:off x="526" y="741"/>
              <a:ext cx="382" cy="306"/>
            </a:xfrm>
            <a:custGeom>
              <a:avLst/>
              <a:gdLst>
                <a:gd name="T0" fmla="*/ 243 w 250"/>
                <a:gd name="T1" fmla="*/ 191 h 204"/>
                <a:gd name="T2" fmla="*/ 13 w 250"/>
                <a:gd name="T3" fmla="*/ 191 h 204"/>
                <a:gd name="T4" fmla="*/ 13 w 250"/>
                <a:gd name="T5" fmla="*/ 8 h 204"/>
                <a:gd name="T6" fmla="*/ 7 w 250"/>
                <a:gd name="T7" fmla="*/ 0 h 204"/>
                <a:gd name="T8" fmla="*/ 0 w 250"/>
                <a:gd name="T9" fmla="*/ 8 h 204"/>
                <a:gd name="T10" fmla="*/ 0 w 250"/>
                <a:gd name="T11" fmla="*/ 198 h 204"/>
                <a:gd name="T12" fmla="*/ 7 w 250"/>
                <a:gd name="T13" fmla="*/ 204 h 204"/>
                <a:gd name="T14" fmla="*/ 243 w 250"/>
                <a:gd name="T15" fmla="*/ 204 h 204"/>
                <a:gd name="T16" fmla="*/ 250 w 250"/>
                <a:gd name="T17" fmla="*/ 198 h 204"/>
                <a:gd name="T18" fmla="*/ 243 w 250"/>
                <a:gd name="T19" fmla="*/ 191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0" h="204">
                  <a:moveTo>
                    <a:pt x="243" y="191"/>
                  </a:moveTo>
                  <a:cubicBezTo>
                    <a:pt x="13" y="191"/>
                    <a:pt x="13" y="191"/>
                    <a:pt x="13" y="191"/>
                  </a:cubicBezTo>
                  <a:cubicBezTo>
                    <a:pt x="13" y="8"/>
                    <a:pt x="13" y="8"/>
                    <a:pt x="13" y="8"/>
                  </a:cubicBezTo>
                  <a:cubicBezTo>
                    <a:pt x="13" y="4"/>
                    <a:pt x="10" y="0"/>
                    <a:pt x="7" y="0"/>
                  </a:cubicBezTo>
                  <a:cubicBezTo>
                    <a:pt x="3" y="0"/>
                    <a:pt x="0" y="4"/>
                    <a:pt x="0" y="8"/>
                  </a:cubicBezTo>
                  <a:cubicBezTo>
                    <a:pt x="0" y="198"/>
                    <a:pt x="0" y="198"/>
                    <a:pt x="0" y="198"/>
                  </a:cubicBezTo>
                  <a:cubicBezTo>
                    <a:pt x="0" y="201"/>
                    <a:pt x="3" y="204"/>
                    <a:pt x="7" y="204"/>
                  </a:cubicBezTo>
                  <a:cubicBezTo>
                    <a:pt x="243" y="204"/>
                    <a:pt x="243" y="204"/>
                    <a:pt x="243" y="204"/>
                  </a:cubicBezTo>
                  <a:cubicBezTo>
                    <a:pt x="247" y="204"/>
                    <a:pt x="250" y="201"/>
                    <a:pt x="250" y="198"/>
                  </a:cubicBezTo>
                  <a:cubicBezTo>
                    <a:pt x="250" y="194"/>
                    <a:pt x="247" y="191"/>
                    <a:pt x="243" y="1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43" name="Freeform 242">
              <a:extLst>
                <a:ext uri="{FF2B5EF4-FFF2-40B4-BE49-F238E27FC236}">
                  <a16:creationId xmlns:a16="http://schemas.microsoft.com/office/drawing/2014/main" id="{F4562066-1535-0A41-9AF3-02D89DD896A2}"/>
                </a:ext>
              </a:extLst>
            </p:cNvPr>
            <p:cNvSpPr>
              <a:spLocks noEditPoints="1"/>
            </p:cNvSpPr>
            <p:nvPr/>
          </p:nvSpPr>
          <p:spPr bwMode="auto">
            <a:xfrm>
              <a:off x="573" y="695"/>
              <a:ext cx="398" cy="284"/>
            </a:xfrm>
            <a:custGeom>
              <a:avLst/>
              <a:gdLst>
                <a:gd name="T0" fmla="*/ 208 w 260"/>
                <a:gd name="T1" fmla="*/ 0 h 190"/>
                <a:gd name="T2" fmla="*/ 157 w 260"/>
                <a:gd name="T3" fmla="*/ 51 h 190"/>
                <a:gd name="T4" fmla="*/ 173 w 260"/>
                <a:gd name="T5" fmla="*/ 89 h 190"/>
                <a:gd name="T6" fmla="*/ 149 w 260"/>
                <a:gd name="T7" fmla="*/ 122 h 190"/>
                <a:gd name="T8" fmla="*/ 139 w 260"/>
                <a:gd name="T9" fmla="*/ 120 h 190"/>
                <a:gd name="T10" fmla="*/ 122 w 260"/>
                <a:gd name="T11" fmla="*/ 126 h 190"/>
                <a:gd name="T12" fmla="*/ 104 w 260"/>
                <a:gd name="T13" fmla="*/ 113 h 190"/>
                <a:gd name="T14" fmla="*/ 106 w 260"/>
                <a:gd name="T15" fmla="*/ 104 h 190"/>
                <a:gd name="T16" fmla="*/ 80 w 260"/>
                <a:gd name="T17" fmla="*/ 78 h 190"/>
                <a:gd name="T18" fmla="*/ 55 w 260"/>
                <a:gd name="T19" fmla="*/ 104 h 190"/>
                <a:gd name="T20" fmla="*/ 59 w 260"/>
                <a:gd name="T21" fmla="*/ 118 h 190"/>
                <a:gd name="T22" fmla="*/ 37 w 260"/>
                <a:gd name="T23" fmla="*/ 141 h 190"/>
                <a:gd name="T24" fmla="*/ 26 w 260"/>
                <a:gd name="T25" fmla="*/ 139 h 190"/>
                <a:gd name="T26" fmla="*/ 0 w 260"/>
                <a:gd name="T27" fmla="*/ 164 h 190"/>
                <a:gd name="T28" fmla="*/ 26 w 260"/>
                <a:gd name="T29" fmla="*/ 190 h 190"/>
                <a:gd name="T30" fmla="*/ 52 w 260"/>
                <a:gd name="T31" fmla="*/ 164 h 190"/>
                <a:gd name="T32" fmla="*/ 47 w 260"/>
                <a:gd name="T33" fmla="*/ 150 h 190"/>
                <a:gd name="T34" fmla="*/ 69 w 260"/>
                <a:gd name="T35" fmla="*/ 127 h 190"/>
                <a:gd name="T36" fmla="*/ 80 w 260"/>
                <a:gd name="T37" fmla="*/ 130 h 190"/>
                <a:gd name="T38" fmla="*/ 97 w 260"/>
                <a:gd name="T39" fmla="*/ 123 h 190"/>
                <a:gd name="T40" fmla="*/ 115 w 260"/>
                <a:gd name="T41" fmla="*/ 137 h 190"/>
                <a:gd name="T42" fmla="*/ 113 w 260"/>
                <a:gd name="T43" fmla="*/ 146 h 190"/>
                <a:gd name="T44" fmla="*/ 139 w 260"/>
                <a:gd name="T45" fmla="*/ 171 h 190"/>
                <a:gd name="T46" fmla="*/ 165 w 260"/>
                <a:gd name="T47" fmla="*/ 146 h 190"/>
                <a:gd name="T48" fmla="*/ 159 w 260"/>
                <a:gd name="T49" fmla="*/ 130 h 190"/>
                <a:gd name="T50" fmla="*/ 183 w 260"/>
                <a:gd name="T51" fmla="*/ 97 h 190"/>
                <a:gd name="T52" fmla="*/ 208 w 260"/>
                <a:gd name="T53" fmla="*/ 103 h 190"/>
                <a:gd name="T54" fmla="*/ 260 w 260"/>
                <a:gd name="T55" fmla="*/ 51 h 190"/>
                <a:gd name="T56" fmla="*/ 208 w 260"/>
                <a:gd name="T57" fmla="*/ 0 h 190"/>
                <a:gd name="T58" fmla="*/ 38 w 260"/>
                <a:gd name="T59" fmla="*/ 164 h 190"/>
                <a:gd name="T60" fmla="*/ 26 w 260"/>
                <a:gd name="T61" fmla="*/ 177 h 190"/>
                <a:gd name="T62" fmla="*/ 13 w 260"/>
                <a:gd name="T63" fmla="*/ 164 h 190"/>
                <a:gd name="T64" fmla="*/ 26 w 260"/>
                <a:gd name="T65" fmla="*/ 152 h 190"/>
                <a:gd name="T66" fmla="*/ 28 w 260"/>
                <a:gd name="T67" fmla="*/ 152 h 190"/>
                <a:gd name="T68" fmla="*/ 37 w 260"/>
                <a:gd name="T69" fmla="*/ 161 h 190"/>
                <a:gd name="T70" fmla="*/ 38 w 260"/>
                <a:gd name="T71" fmla="*/ 164 h 190"/>
                <a:gd name="T72" fmla="*/ 80 w 260"/>
                <a:gd name="T73" fmla="*/ 116 h 190"/>
                <a:gd name="T74" fmla="*/ 78 w 260"/>
                <a:gd name="T75" fmla="*/ 116 h 190"/>
                <a:gd name="T76" fmla="*/ 69 w 260"/>
                <a:gd name="T77" fmla="*/ 107 h 190"/>
                <a:gd name="T78" fmla="*/ 69 w 260"/>
                <a:gd name="T79" fmla="*/ 104 h 190"/>
                <a:gd name="T80" fmla="*/ 80 w 260"/>
                <a:gd name="T81" fmla="*/ 91 h 190"/>
                <a:gd name="T82" fmla="*/ 93 w 260"/>
                <a:gd name="T83" fmla="*/ 104 h 190"/>
                <a:gd name="T84" fmla="*/ 93 w 260"/>
                <a:gd name="T85" fmla="*/ 105 h 190"/>
                <a:gd name="T86" fmla="*/ 85 w 260"/>
                <a:gd name="T87" fmla="*/ 115 h 190"/>
                <a:gd name="T88" fmla="*/ 80 w 260"/>
                <a:gd name="T89" fmla="*/ 116 h 190"/>
                <a:gd name="T90" fmla="*/ 151 w 260"/>
                <a:gd name="T91" fmla="*/ 146 h 190"/>
                <a:gd name="T92" fmla="*/ 139 w 260"/>
                <a:gd name="T93" fmla="*/ 158 h 190"/>
                <a:gd name="T94" fmla="*/ 126 w 260"/>
                <a:gd name="T95" fmla="*/ 146 h 190"/>
                <a:gd name="T96" fmla="*/ 126 w 260"/>
                <a:gd name="T97" fmla="*/ 145 h 190"/>
                <a:gd name="T98" fmla="*/ 134 w 260"/>
                <a:gd name="T99" fmla="*/ 134 h 190"/>
                <a:gd name="T100" fmla="*/ 139 w 260"/>
                <a:gd name="T101" fmla="*/ 133 h 190"/>
                <a:gd name="T102" fmla="*/ 140 w 260"/>
                <a:gd name="T103" fmla="*/ 133 h 190"/>
                <a:gd name="T104" fmla="*/ 151 w 260"/>
                <a:gd name="T105" fmla="*/ 141 h 190"/>
                <a:gd name="T106" fmla="*/ 151 w 260"/>
                <a:gd name="T107" fmla="*/ 146 h 190"/>
                <a:gd name="T108" fmla="*/ 208 w 260"/>
                <a:gd name="T109" fmla="*/ 90 h 190"/>
                <a:gd name="T110" fmla="*/ 191 w 260"/>
                <a:gd name="T111" fmla="*/ 86 h 190"/>
                <a:gd name="T112" fmla="*/ 181 w 260"/>
                <a:gd name="T113" fmla="*/ 78 h 190"/>
                <a:gd name="T114" fmla="*/ 170 w 260"/>
                <a:gd name="T115" fmla="*/ 51 h 190"/>
                <a:gd name="T116" fmla="*/ 208 w 260"/>
                <a:gd name="T117" fmla="*/ 13 h 190"/>
                <a:gd name="T118" fmla="*/ 247 w 260"/>
                <a:gd name="T119" fmla="*/ 51 h 190"/>
                <a:gd name="T120" fmla="*/ 208 w 260"/>
                <a:gd name="T121" fmla="*/ 9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60" h="190">
                  <a:moveTo>
                    <a:pt x="208" y="0"/>
                  </a:moveTo>
                  <a:cubicBezTo>
                    <a:pt x="180" y="0"/>
                    <a:pt x="157" y="23"/>
                    <a:pt x="157" y="51"/>
                  </a:cubicBezTo>
                  <a:cubicBezTo>
                    <a:pt x="157" y="66"/>
                    <a:pt x="163" y="80"/>
                    <a:pt x="173" y="89"/>
                  </a:cubicBezTo>
                  <a:cubicBezTo>
                    <a:pt x="149" y="122"/>
                    <a:pt x="149" y="122"/>
                    <a:pt x="149" y="122"/>
                  </a:cubicBezTo>
                  <a:cubicBezTo>
                    <a:pt x="145" y="121"/>
                    <a:pt x="142" y="120"/>
                    <a:pt x="139" y="120"/>
                  </a:cubicBezTo>
                  <a:cubicBezTo>
                    <a:pt x="133" y="120"/>
                    <a:pt x="126" y="122"/>
                    <a:pt x="122" y="126"/>
                  </a:cubicBezTo>
                  <a:cubicBezTo>
                    <a:pt x="104" y="113"/>
                    <a:pt x="104" y="113"/>
                    <a:pt x="104" y="113"/>
                  </a:cubicBezTo>
                  <a:cubicBezTo>
                    <a:pt x="106" y="110"/>
                    <a:pt x="106" y="107"/>
                    <a:pt x="106" y="104"/>
                  </a:cubicBezTo>
                  <a:cubicBezTo>
                    <a:pt x="106" y="90"/>
                    <a:pt x="94" y="78"/>
                    <a:pt x="80" y="78"/>
                  </a:cubicBezTo>
                  <a:cubicBezTo>
                    <a:pt x="67" y="78"/>
                    <a:pt x="55" y="90"/>
                    <a:pt x="55" y="104"/>
                  </a:cubicBezTo>
                  <a:cubicBezTo>
                    <a:pt x="55" y="109"/>
                    <a:pt x="56" y="114"/>
                    <a:pt x="59" y="118"/>
                  </a:cubicBezTo>
                  <a:cubicBezTo>
                    <a:pt x="37" y="141"/>
                    <a:pt x="37" y="141"/>
                    <a:pt x="37" y="141"/>
                  </a:cubicBezTo>
                  <a:cubicBezTo>
                    <a:pt x="34" y="139"/>
                    <a:pt x="30" y="139"/>
                    <a:pt x="26" y="139"/>
                  </a:cubicBezTo>
                  <a:cubicBezTo>
                    <a:pt x="12" y="139"/>
                    <a:pt x="0" y="150"/>
                    <a:pt x="0" y="164"/>
                  </a:cubicBezTo>
                  <a:cubicBezTo>
                    <a:pt x="0" y="179"/>
                    <a:pt x="12" y="190"/>
                    <a:pt x="26" y="190"/>
                  </a:cubicBezTo>
                  <a:cubicBezTo>
                    <a:pt x="40" y="190"/>
                    <a:pt x="52" y="179"/>
                    <a:pt x="52" y="164"/>
                  </a:cubicBezTo>
                  <a:cubicBezTo>
                    <a:pt x="52" y="159"/>
                    <a:pt x="50" y="155"/>
                    <a:pt x="47" y="150"/>
                  </a:cubicBezTo>
                  <a:cubicBezTo>
                    <a:pt x="69" y="127"/>
                    <a:pt x="69" y="127"/>
                    <a:pt x="69" y="127"/>
                  </a:cubicBezTo>
                  <a:cubicBezTo>
                    <a:pt x="72" y="129"/>
                    <a:pt x="77" y="130"/>
                    <a:pt x="80" y="130"/>
                  </a:cubicBezTo>
                  <a:cubicBezTo>
                    <a:pt x="86" y="130"/>
                    <a:pt x="93" y="127"/>
                    <a:pt x="97" y="123"/>
                  </a:cubicBezTo>
                  <a:cubicBezTo>
                    <a:pt x="115" y="137"/>
                    <a:pt x="115" y="137"/>
                    <a:pt x="115" y="137"/>
                  </a:cubicBezTo>
                  <a:cubicBezTo>
                    <a:pt x="114" y="139"/>
                    <a:pt x="113" y="142"/>
                    <a:pt x="113" y="146"/>
                  </a:cubicBezTo>
                  <a:cubicBezTo>
                    <a:pt x="113" y="159"/>
                    <a:pt x="125" y="171"/>
                    <a:pt x="139" y="171"/>
                  </a:cubicBezTo>
                  <a:cubicBezTo>
                    <a:pt x="153" y="171"/>
                    <a:pt x="165" y="159"/>
                    <a:pt x="165" y="146"/>
                  </a:cubicBezTo>
                  <a:cubicBezTo>
                    <a:pt x="165" y="139"/>
                    <a:pt x="162" y="134"/>
                    <a:pt x="159" y="130"/>
                  </a:cubicBezTo>
                  <a:cubicBezTo>
                    <a:pt x="183" y="97"/>
                    <a:pt x="183" y="97"/>
                    <a:pt x="183" y="97"/>
                  </a:cubicBezTo>
                  <a:cubicBezTo>
                    <a:pt x="191" y="101"/>
                    <a:pt x="199" y="103"/>
                    <a:pt x="208" y="103"/>
                  </a:cubicBezTo>
                  <a:cubicBezTo>
                    <a:pt x="237" y="103"/>
                    <a:pt x="260" y="80"/>
                    <a:pt x="260" y="51"/>
                  </a:cubicBezTo>
                  <a:cubicBezTo>
                    <a:pt x="260" y="23"/>
                    <a:pt x="237" y="0"/>
                    <a:pt x="208" y="0"/>
                  </a:cubicBezTo>
                  <a:close/>
                  <a:moveTo>
                    <a:pt x="38" y="164"/>
                  </a:moveTo>
                  <a:cubicBezTo>
                    <a:pt x="38" y="172"/>
                    <a:pt x="33" y="177"/>
                    <a:pt x="26" y="177"/>
                  </a:cubicBezTo>
                  <a:cubicBezTo>
                    <a:pt x="19" y="177"/>
                    <a:pt x="13" y="172"/>
                    <a:pt x="13" y="164"/>
                  </a:cubicBezTo>
                  <a:cubicBezTo>
                    <a:pt x="13" y="157"/>
                    <a:pt x="19" y="152"/>
                    <a:pt x="26" y="152"/>
                  </a:cubicBezTo>
                  <a:cubicBezTo>
                    <a:pt x="27" y="152"/>
                    <a:pt x="28" y="152"/>
                    <a:pt x="28" y="152"/>
                  </a:cubicBezTo>
                  <a:cubicBezTo>
                    <a:pt x="33" y="153"/>
                    <a:pt x="37" y="156"/>
                    <a:pt x="37" y="161"/>
                  </a:cubicBezTo>
                  <a:cubicBezTo>
                    <a:pt x="38" y="162"/>
                    <a:pt x="38" y="164"/>
                    <a:pt x="38" y="164"/>
                  </a:cubicBezTo>
                  <a:close/>
                  <a:moveTo>
                    <a:pt x="80" y="116"/>
                  </a:moveTo>
                  <a:cubicBezTo>
                    <a:pt x="80" y="116"/>
                    <a:pt x="79" y="116"/>
                    <a:pt x="78" y="116"/>
                  </a:cubicBezTo>
                  <a:cubicBezTo>
                    <a:pt x="74" y="115"/>
                    <a:pt x="69" y="112"/>
                    <a:pt x="69" y="107"/>
                  </a:cubicBezTo>
                  <a:cubicBezTo>
                    <a:pt x="69" y="106"/>
                    <a:pt x="69" y="105"/>
                    <a:pt x="69" y="104"/>
                  </a:cubicBezTo>
                  <a:cubicBezTo>
                    <a:pt x="69" y="97"/>
                    <a:pt x="74" y="91"/>
                    <a:pt x="80" y="91"/>
                  </a:cubicBezTo>
                  <a:cubicBezTo>
                    <a:pt x="87" y="91"/>
                    <a:pt x="93" y="97"/>
                    <a:pt x="93" y="104"/>
                  </a:cubicBezTo>
                  <a:cubicBezTo>
                    <a:pt x="93" y="105"/>
                    <a:pt x="93" y="105"/>
                    <a:pt x="93" y="105"/>
                  </a:cubicBezTo>
                  <a:cubicBezTo>
                    <a:pt x="93" y="109"/>
                    <a:pt x="90" y="114"/>
                    <a:pt x="85" y="115"/>
                  </a:cubicBezTo>
                  <a:cubicBezTo>
                    <a:pt x="84" y="116"/>
                    <a:pt x="82" y="116"/>
                    <a:pt x="80" y="116"/>
                  </a:cubicBezTo>
                  <a:close/>
                  <a:moveTo>
                    <a:pt x="151" y="146"/>
                  </a:moveTo>
                  <a:cubicBezTo>
                    <a:pt x="151" y="152"/>
                    <a:pt x="145" y="158"/>
                    <a:pt x="139" y="158"/>
                  </a:cubicBezTo>
                  <a:cubicBezTo>
                    <a:pt x="132" y="158"/>
                    <a:pt x="126" y="152"/>
                    <a:pt x="126" y="146"/>
                  </a:cubicBezTo>
                  <a:cubicBezTo>
                    <a:pt x="126" y="145"/>
                    <a:pt x="126" y="145"/>
                    <a:pt x="126" y="145"/>
                  </a:cubicBezTo>
                  <a:cubicBezTo>
                    <a:pt x="126" y="139"/>
                    <a:pt x="130" y="136"/>
                    <a:pt x="134" y="134"/>
                  </a:cubicBezTo>
                  <a:cubicBezTo>
                    <a:pt x="135" y="133"/>
                    <a:pt x="137" y="133"/>
                    <a:pt x="139" y="133"/>
                  </a:cubicBezTo>
                  <a:cubicBezTo>
                    <a:pt x="140" y="133"/>
                    <a:pt x="140" y="133"/>
                    <a:pt x="140" y="133"/>
                  </a:cubicBezTo>
                  <a:cubicBezTo>
                    <a:pt x="144" y="133"/>
                    <a:pt x="149" y="137"/>
                    <a:pt x="151" y="141"/>
                  </a:cubicBezTo>
                  <a:cubicBezTo>
                    <a:pt x="151" y="142"/>
                    <a:pt x="151" y="144"/>
                    <a:pt x="151" y="146"/>
                  </a:cubicBezTo>
                  <a:close/>
                  <a:moveTo>
                    <a:pt x="208" y="90"/>
                  </a:moveTo>
                  <a:cubicBezTo>
                    <a:pt x="202" y="90"/>
                    <a:pt x="197" y="89"/>
                    <a:pt x="191" y="86"/>
                  </a:cubicBezTo>
                  <a:cubicBezTo>
                    <a:pt x="188" y="84"/>
                    <a:pt x="184" y="82"/>
                    <a:pt x="181" y="78"/>
                  </a:cubicBezTo>
                  <a:cubicBezTo>
                    <a:pt x="175" y="72"/>
                    <a:pt x="170" y="62"/>
                    <a:pt x="170" y="51"/>
                  </a:cubicBezTo>
                  <a:cubicBezTo>
                    <a:pt x="170" y="30"/>
                    <a:pt x="187" y="13"/>
                    <a:pt x="208" y="13"/>
                  </a:cubicBezTo>
                  <a:cubicBezTo>
                    <a:pt x="230" y="13"/>
                    <a:pt x="247" y="30"/>
                    <a:pt x="247" y="51"/>
                  </a:cubicBezTo>
                  <a:cubicBezTo>
                    <a:pt x="247" y="73"/>
                    <a:pt x="230" y="90"/>
                    <a:pt x="208"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44" name="Freeform 243">
              <a:extLst>
                <a:ext uri="{FF2B5EF4-FFF2-40B4-BE49-F238E27FC236}">
                  <a16:creationId xmlns:a16="http://schemas.microsoft.com/office/drawing/2014/main" id="{B9353C7F-D73E-B741-B879-7A160E097286}"/>
                </a:ext>
              </a:extLst>
            </p:cNvPr>
            <p:cNvSpPr>
              <a:spLocks/>
            </p:cNvSpPr>
            <p:nvPr/>
          </p:nvSpPr>
          <p:spPr bwMode="auto">
            <a:xfrm>
              <a:off x="885" y="800"/>
              <a:ext cx="17" cy="16"/>
            </a:xfrm>
            <a:custGeom>
              <a:avLst/>
              <a:gdLst>
                <a:gd name="T0" fmla="*/ 0 w 17"/>
                <a:gd name="T1" fmla="*/ 0 h 16"/>
                <a:gd name="T2" fmla="*/ 17 w 17"/>
                <a:gd name="T3" fmla="*/ 0 h 16"/>
                <a:gd name="T4" fmla="*/ 17 w 17"/>
                <a:gd name="T5" fmla="*/ 16 h 16"/>
                <a:gd name="T6" fmla="*/ 0 w 17"/>
                <a:gd name="T7" fmla="*/ 16 h 16"/>
                <a:gd name="T8" fmla="*/ 0 w 17"/>
                <a:gd name="T9" fmla="*/ 0 h 16"/>
                <a:gd name="T10" fmla="*/ 0 w 17"/>
                <a:gd name="T11" fmla="*/ 0 h 16"/>
              </a:gdLst>
              <a:ahLst/>
              <a:cxnLst>
                <a:cxn ang="0">
                  <a:pos x="T0" y="T1"/>
                </a:cxn>
                <a:cxn ang="0">
                  <a:pos x="T2" y="T3"/>
                </a:cxn>
                <a:cxn ang="0">
                  <a:pos x="T4" y="T5"/>
                </a:cxn>
                <a:cxn ang="0">
                  <a:pos x="T6" y="T7"/>
                </a:cxn>
                <a:cxn ang="0">
                  <a:pos x="T8" y="T9"/>
                </a:cxn>
                <a:cxn ang="0">
                  <a:pos x="T10" y="T11"/>
                </a:cxn>
              </a:cxnLst>
              <a:rect l="0" t="0" r="r" b="b"/>
              <a:pathLst>
                <a:path w="17" h="16">
                  <a:moveTo>
                    <a:pt x="0" y="0"/>
                  </a:moveTo>
                  <a:lnTo>
                    <a:pt x="17" y="0"/>
                  </a:lnTo>
                  <a:lnTo>
                    <a:pt x="17" y="16"/>
                  </a:lnTo>
                  <a:lnTo>
                    <a:pt x="0" y="16"/>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45" name="Freeform 244">
              <a:extLst>
                <a:ext uri="{FF2B5EF4-FFF2-40B4-BE49-F238E27FC236}">
                  <a16:creationId xmlns:a16="http://schemas.microsoft.com/office/drawing/2014/main" id="{6486A7B7-4FAD-3449-8DAB-F23DCD605F83}"/>
                </a:ext>
              </a:extLst>
            </p:cNvPr>
            <p:cNvSpPr>
              <a:spLocks/>
            </p:cNvSpPr>
            <p:nvPr/>
          </p:nvSpPr>
          <p:spPr bwMode="auto">
            <a:xfrm>
              <a:off x="861" y="725"/>
              <a:ext cx="65" cy="67"/>
            </a:xfrm>
            <a:custGeom>
              <a:avLst/>
              <a:gdLst>
                <a:gd name="T0" fmla="*/ 21 w 43"/>
                <a:gd name="T1" fmla="*/ 0 h 45"/>
                <a:gd name="T2" fmla="*/ 6 w 43"/>
                <a:gd name="T3" fmla="*/ 6 h 45"/>
                <a:gd name="T4" fmla="*/ 0 w 43"/>
                <a:gd name="T5" fmla="*/ 18 h 45"/>
                <a:gd name="T6" fmla="*/ 10 w 43"/>
                <a:gd name="T7" fmla="*/ 19 h 45"/>
                <a:gd name="T8" fmla="*/ 14 w 43"/>
                <a:gd name="T9" fmla="*/ 12 h 45"/>
                <a:gd name="T10" fmla="*/ 21 w 43"/>
                <a:gd name="T11" fmla="*/ 9 h 45"/>
                <a:gd name="T12" fmla="*/ 28 w 43"/>
                <a:gd name="T13" fmla="*/ 11 h 45"/>
                <a:gd name="T14" fmla="*/ 31 w 43"/>
                <a:gd name="T15" fmla="*/ 17 h 45"/>
                <a:gd name="T16" fmla="*/ 29 w 43"/>
                <a:gd name="T17" fmla="*/ 22 h 45"/>
                <a:gd name="T18" fmla="*/ 24 w 43"/>
                <a:gd name="T19" fmla="*/ 27 h 45"/>
                <a:gd name="T20" fmla="*/ 17 w 43"/>
                <a:gd name="T21" fmla="*/ 35 h 45"/>
                <a:gd name="T22" fmla="*/ 15 w 43"/>
                <a:gd name="T23" fmla="*/ 43 h 45"/>
                <a:gd name="T24" fmla="*/ 16 w 43"/>
                <a:gd name="T25" fmla="*/ 45 h 45"/>
                <a:gd name="T26" fmla="*/ 26 w 43"/>
                <a:gd name="T27" fmla="*/ 45 h 45"/>
                <a:gd name="T28" fmla="*/ 27 w 43"/>
                <a:gd name="T29" fmla="*/ 39 h 45"/>
                <a:gd name="T30" fmla="*/ 31 w 43"/>
                <a:gd name="T31" fmla="*/ 34 h 45"/>
                <a:gd name="T32" fmla="*/ 40 w 43"/>
                <a:gd name="T33" fmla="*/ 25 h 45"/>
                <a:gd name="T34" fmla="*/ 43 w 43"/>
                <a:gd name="T35" fmla="*/ 17 h 45"/>
                <a:gd name="T36" fmla="*/ 36 w 43"/>
                <a:gd name="T37" fmla="*/ 6 h 45"/>
                <a:gd name="T38" fmla="*/ 21 w 43"/>
                <a:gd name="T39"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45">
                  <a:moveTo>
                    <a:pt x="21" y="0"/>
                  </a:moveTo>
                  <a:cubicBezTo>
                    <a:pt x="15" y="0"/>
                    <a:pt x="10" y="2"/>
                    <a:pt x="6" y="6"/>
                  </a:cubicBezTo>
                  <a:cubicBezTo>
                    <a:pt x="2" y="9"/>
                    <a:pt x="0" y="13"/>
                    <a:pt x="0" y="18"/>
                  </a:cubicBezTo>
                  <a:cubicBezTo>
                    <a:pt x="10" y="19"/>
                    <a:pt x="10" y="19"/>
                    <a:pt x="10" y="19"/>
                  </a:cubicBezTo>
                  <a:cubicBezTo>
                    <a:pt x="11" y="16"/>
                    <a:pt x="12" y="13"/>
                    <a:pt x="14" y="12"/>
                  </a:cubicBezTo>
                  <a:cubicBezTo>
                    <a:pt x="16" y="10"/>
                    <a:pt x="19" y="9"/>
                    <a:pt x="21" y="9"/>
                  </a:cubicBezTo>
                  <a:cubicBezTo>
                    <a:pt x="25" y="9"/>
                    <a:pt x="27" y="10"/>
                    <a:pt x="28" y="11"/>
                  </a:cubicBezTo>
                  <a:cubicBezTo>
                    <a:pt x="30" y="13"/>
                    <a:pt x="31" y="15"/>
                    <a:pt x="31" y="17"/>
                  </a:cubicBezTo>
                  <a:cubicBezTo>
                    <a:pt x="31" y="19"/>
                    <a:pt x="31" y="20"/>
                    <a:pt x="29" y="22"/>
                  </a:cubicBezTo>
                  <a:cubicBezTo>
                    <a:pt x="29" y="23"/>
                    <a:pt x="27" y="25"/>
                    <a:pt x="24" y="27"/>
                  </a:cubicBezTo>
                  <a:cubicBezTo>
                    <a:pt x="20" y="30"/>
                    <a:pt x="19" y="32"/>
                    <a:pt x="17" y="35"/>
                  </a:cubicBezTo>
                  <a:cubicBezTo>
                    <a:pt x="16" y="36"/>
                    <a:pt x="15" y="39"/>
                    <a:pt x="15" y="43"/>
                  </a:cubicBezTo>
                  <a:cubicBezTo>
                    <a:pt x="15" y="43"/>
                    <a:pt x="15" y="44"/>
                    <a:pt x="16" y="45"/>
                  </a:cubicBezTo>
                  <a:cubicBezTo>
                    <a:pt x="26" y="45"/>
                    <a:pt x="26" y="45"/>
                    <a:pt x="26" y="45"/>
                  </a:cubicBezTo>
                  <a:cubicBezTo>
                    <a:pt x="26" y="43"/>
                    <a:pt x="26" y="40"/>
                    <a:pt x="27" y="39"/>
                  </a:cubicBezTo>
                  <a:cubicBezTo>
                    <a:pt x="27" y="38"/>
                    <a:pt x="28" y="36"/>
                    <a:pt x="31" y="34"/>
                  </a:cubicBezTo>
                  <a:cubicBezTo>
                    <a:pt x="36" y="30"/>
                    <a:pt x="39" y="27"/>
                    <a:pt x="40" y="25"/>
                  </a:cubicBezTo>
                  <a:cubicBezTo>
                    <a:pt x="42" y="23"/>
                    <a:pt x="43" y="20"/>
                    <a:pt x="43" y="17"/>
                  </a:cubicBezTo>
                  <a:cubicBezTo>
                    <a:pt x="43" y="13"/>
                    <a:pt x="40" y="9"/>
                    <a:pt x="36" y="6"/>
                  </a:cubicBezTo>
                  <a:cubicBezTo>
                    <a:pt x="33" y="2"/>
                    <a:pt x="27"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246" name="Group 71">
            <a:extLst>
              <a:ext uri="{FF2B5EF4-FFF2-40B4-BE49-F238E27FC236}">
                <a16:creationId xmlns:a16="http://schemas.microsoft.com/office/drawing/2014/main" id="{812AA5DC-A4DD-534D-91AC-87DD09713D05}"/>
              </a:ext>
            </a:extLst>
          </p:cNvPr>
          <p:cNvGrpSpPr>
            <a:grpSpLocks noChangeAspect="1"/>
          </p:cNvGrpSpPr>
          <p:nvPr userDrawn="1"/>
        </p:nvGrpSpPr>
        <p:grpSpPr bwMode="auto">
          <a:xfrm>
            <a:off x="9667337" y="3111955"/>
            <a:ext cx="516168" cy="491534"/>
            <a:chOff x="6721" y="1874"/>
            <a:chExt cx="440" cy="419"/>
          </a:xfrm>
          <a:solidFill>
            <a:schemeClr val="accent1"/>
          </a:solidFill>
        </p:grpSpPr>
        <p:sp>
          <p:nvSpPr>
            <p:cNvPr id="247" name="Freeform 72">
              <a:extLst>
                <a:ext uri="{FF2B5EF4-FFF2-40B4-BE49-F238E27FC236}">
                  <a16:creationId xmlns:a16="http://schemas.microsoft.com/office/drawing/2014/main" id="{1D7E026E-1643-2347-9166-545F7A08B43D}"/>
                </a:ext>
              </a:extLst>
            </p:cNvPr>
            <p:cNvSpPr>
              <a:spLocks noEditPoints="1"/>
            </p:cNvSpPr>
            <p:nvPr/>
          </p:nvSpPr>
          <p:spPr bwMode="auto">
            <a:xfrm>
              <a:off x="7033" y="1952"/>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8" y="0"/>
                    <a:pt x="48" y="10"/>
                    <a:pt x="48" y="24"/>
                  </a:cubicBezTo>
                  <a:cubicBezTo>
                    <a:pt x="48" y="37"/>
                    <a:pt x="38"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48" name="Freeform 73">
              <a:extLst>
                <a:ext uri="{FF2B5EF4-FFF2-40B4-BE49-F238E27FC236}">
                  <a16:creationId xmlns:a16="http://schemas.microsoft.com/office/drawing/2014/main" id="{5351C73B-0BA7-0241-A5BE-40597F228322}"/>
                </a:ext>
              </a:extLst>
            </p:cNvPr>
            <p:cNvSpPr>
              <a:spLocks noEditPoints="1"/>
            </p:cNvSpPr>
            <p:nvPr/>
          </p:nvSpPr>
          <p:spPr bwMode="auto">
            <a:xfrm>
              <a:off x="6979" y="1898"/>
              <a:ext cx="182" cy="180"/>
            </a:xfrm>
            <a:custGeom>
              <a:avLst/>
              <a:gdLst>
                <a:gd name="T0" fmla="*/ 48 w 119"/>
                <a:gd name="T1" fmla="*/ 120 h 120"/>
                <a:gd name="T2" fmla="*/ 42 w 119"/>
                <a:gd name="T3" fmla="*/ 104 h 120"/>
                <a:gd name="T4" fmla="*/ 22 w 119"/>
                <a:gd name="T5" fmla="*/ 102 h 120"/>
                <a:gd name="T6" fmla="*/ 1 w 119"/>
                <a:gd name="T7" fmla="*/ 79 h 120"/>
                <a:gd name="T8" fmla="*/ 4 w 119"/>
                <a:gd name="T9" fmla="*/ 71 h 120"/>
                <a:gd name="T10" fmla="*/ 11 w 119"/>
                <a:gd name="T11" fmla="*/ 60 h 120"/>
                <a:gd name="T12" fmla="*/ 4 w 119"/>
                <a:gd name="T13" fmla="*/ 48 h 120"/>
                <a:gd name="T14" fmla="*/ 2 w 119"/>
                <a:gd name="T15" fmla="*/ 40 h 120"/>
                <a:gd name="T16" fmla="*/ 22 w 119"/>
                <a:gd name="T17" fmla="*/ 17 h 120"/>
                <a:gd name="T18" fmla="*/ 42 w 119"/>
                <a:gd name="T19" fmla="*/ 15 h 120"/>
                <a:gd name="T20" fmla="*/ 48 w 119"/>
                <a:gd name="T21" fmla="*/ 0 h 120"/>
                <a:gd name="T22" fmla="*/ 78 w 119"/>
                <a:gd name="T23" fmla="*/ 6 h 120"/>
                <a:gd name="T24" fmla="*/ 89 w 119"/>
                <a:gd name="T25" fmla="*/ 22 h 120"/>
                <a:gd name="T26" fmla="*/ 102 w 119"/>
                <a:gd name="T27" fmla="*/ 16 h 120"/>
                <a:gd name="T28" fmla="*/ 117 w 119"/>
                <a:gd name="T29" fmla="*/ 40 h 120"/>
                <a:gd name="T30" fmla="*/ 115 w 119"/>
                <a:gd name="T31" fmla="*/ 48 h 120"/>
                <a:gd name="T32" fmla="*/ 107 w 119"/>
                <a:gd name="T33" fmla="*/ 60 h 120"/>
                <a:gd name="T34" fmla="*/ 115 w 119"/>
                <a:gd name="T35" fmla="*/ 71 h 120"/>
                <a:gd name="T36" fmla="*/ 106 w 119"/>
                <a:gd name="T37" fmla="*/ 100 h 120"/>
                <a:gd name="T38" fmla="*/ 97 w 119"/>
                <a:gd name="T39" fmla="*/ 102 h 120"/>
                <a:gd name="T40" fmla="*/ 78 w 119"/>
                <a:gd name="T41" fmla="*/ 104 h 120"/>
                <a:gd name="T42" fmla="*/ 72 w 119"/>
                <a:gd name="T43" fmla="*/ 120 h 120"/>
                <a:gd name="T44" fmla="*/ 66 w 119"/>
                <a:gd name="T45" fmla="*/ 108 h 120"/>
                <a:gd name="T46" fmla="*/ 71 w 119"/>
                <a:gd name="T47" fmla="*/ 94 h 120"/>
                <a:gd name="T48" fmla="*/ 92 w 119"/>
                <a:gd name="T49" fmla="*/ 85 h 120"/>
                <a:gd name="T50" fmla="*/ 104 w 119"/>
                <a:gd name="T51" fmla="*/ 78 h 120"/>
                <a:gd name="T52" fmla="*/ 95 w 119"/>
                <a:gd name="T53" fmla="*/ 68 h 120"/>
                <a:gd name="T54" fmla="*/ 94 w 119"/>
                <a:gd name="T55" fmla="*/ 51 h 120"/>
                <a:gd name="T56" fmla="*/ 104 w 119"/>
                <a:gd name="T57" fmla="*/ 41 h 120"/>
                <a:gd name="T58" fmla="*/ 92 w 119"/>
                <a:gd name="T59" fmla="*/ 34 h 120"/>
                <a:gd name="T60" fmla="*/ 70 w 119"/>
                <a:gd name="T61" fmla="*/ 25 h 120"/>
                <a:gd name="T62" fmla="*/ 66 w 119"/>
                <a:gd name="T63" fmla="*/ 12 h 120"/>
                <a:gd name="T64" fmla="*/ 54 w 119"/>
                <a:gd name="T65" fmla="*/ 19 h 120"/>
                <a:gd name="T66" fmla="*/ 35 w 119"/>
                <a:gd name="T67" fmla="*/ 33 h 120"/>
                <a:gd name="T68" fmla="*/ 21 w 119"/>
                <a:gd name="T69" fmla="*/ 30 h 120"/>
                <a:gd name="T70" fmla="*/ 22 w 119"/>
                <a:gd name="T71" fmla="*/ 45 h 120"/>
                <a:gd name="T72" fmla="*/ 23 w 119"/>
                <a:gd name="T73" fmla="*/ 60 h 120"/>
                <a:gd name="T74" fmla="*/ 22 w 119"/>
                <a:gd name="T75" fmla="*/ 74 h 120"/>
                <a:gd name="T76" fmla="*/ 21 w 119"/>
                <a:gd name="T77" fmla="*/ 89 h 120"/>
                <a:gd name="T78" fmla="*/ 35 w 119"/>
                <a:gd name="T79" fmla="*/ 86 h 120"/>
                <a:gd name="T80" fmla="*/ 54 w 119"/>
                <a:gd name="T81" fmla="*/ 10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9" h="120">
                  <a:moveTo>
                    <a:pt x="72" y="120"/>
                  </a:moveTo>
                  <a:cubicBezTo>
                    <a:pt x="48" y="120"/>
                    <a:pt x="48" y="120"/>
                    <a:pt x="48" y="120"/>
                  </a:cubicBezTo>
                  <a:cubicBezTo>
                    <a:pt x="45" y="120"/>
                    <a:pt x="42" y="117"/>
                    <a:pt x="42" y="114"/>
                  </a:cubicBezTo>
                  <a:cubicBezTo>
                    <a:pt x="42" y="104"/>
                    <a:pt x="42" y="104"/>
                    <a:pt x="42" y="104"/>
                  </a:cubicBezTo>
                  <a:cubicBezTo>
                    <a:pt x="38" y="102"/>
                    <a:pt x="34" y="100"/>
                    <a:pt x="30" y="97"/>
                  </a:cubicBezTo>
                  <a:cubicBezTo>
                    <a:pt x="22" y="102"/>
                    <a:pt x="22" y="102"/>
                    <a:pt x="22" y="102"/>
                  </a:cubicBezTo>
                  <a:cubicBezTo>
                    <a:pt x="19" y="104"/>
                    <a:pt x="15" y="103"/>
                    <a:pt x="13" y="100"/>
                  </a:cubicBezTo>
                  <a:cubicBezTo>
                    <a:pt x="1" y="79"/>
                    <a:pt x="1" y="79"/>
                    <a:pt x="1" y="79"/>
                  </a:cubicBezTo>
                  <a:cubicBezTo>
                    <a:pt x="1" y="78"/>
                    <a:pt x="0" y="76"/>
                    <a:pt x="1" y="75"/>
                  </a:cubicBezTo>
                  <a:cubicBezTo>
                    <a:pt x="1" y="73"/>
                    <a:pt x="2" y="72"/>
                    <a:pt x="4" y="71"/>
                  </a:cubicBezTo>
                  <a:cubicBezTo>
                    <a:pt x="12" y="66"/>
                    <a:pt x="12" y="66"/>
                    <a:pt x="12" y="66"/>
                  </a:cubicBezTo>
                  <a:cubicBezTo>
                    <a:pt x="12" y="64"/>
                    <a:pt x="11" y="62"/>
                    <a:pt x="11" y="60"/>
                  </a:cubicBezTo>
                  <a:cubicBezTo>
                    <a:pt x="11" y="57"/>
                    <a:pt x="12" y="55"/>
                    <a:pt x="12" y="53"/>
                  </a:cubicBezTo>
                  <a:cubicBezTo>
                    <a:pt x="4" y="48"/>
                    <a:pt x="4" y="48"/>
                    <a:pt x="4" y="48"/>
                  </a:cubicBezTo>
                  <a:cubicBezTo>
                    <a:pt x="2" y="47"/>
                    <a:pt x="1" y="46"/>
                    <a:pt x="1" y="44"/>
                  </a:cubicBezTo>
                  <a:cubicBezTo>
                    <a:pt x="1" y="43"/>
                    <a:pt x="1" y="41"/>
                    <a:pt x="2" y="40"/>
                  </a:cubicBezTo>
                  <a:cubicBezTo>
                    <a:pt x="14" y="19"/>
                    <a:pt x="14" y="19"/>
                    <a:pt x="14" y="19"/>
                  </a:cubicBezTo>
                  <a:cubicBezTo>
                    <a:pt x="15" y="16"/>
                    <a:pt x="19" y="15"/>
                    <a:pt x="22" y="17"/>
                  </a:cubicBezTo>
                  <a:cubicBezTo>
                    <a:pt x="30" y="22"/>
                    <a:pt x="30" y="22"/>
                    <a:pt x="30" y="22"/>
                  </a:cubicBezTo>
                  <a:cubicBezTo>
                    <a:pt x="34" y="19"/>
                    <a:pt x="38" y="17"/>
                    <a:pt x="42" y="15"/>
                  </a:cubicBezTo>
                  <a:cubicBezTo>
                    <a:pt x="42" y="6"/>
                    <a:pt x="42" y="6"/>
                    <a:pt x="42" y="6"/>
                  </a:cubicBezTo>
                  <a:cubicBezTo>
                    <a:pt x="42" y="2"/>
                    <a:pt x="45" y="0"/>
                    <a:pt x="48" y="0"/>
                  </a:cubicBezTo>
                  <a:cubicBezTo>
                    <a:pt x="72" y="0"/>
                    <a:pt x="72" y="0"/>
                    <a:pt x="72" y="0"/>
                  </a:cubicBezTo>
                  <a:cubicBezTo>
                    <a:pt x="76" y="0"/>
                    <a:pt x="78" y="2"/>
                    <a:pt x="78" y="6"/>
                  </a:cubicBezTo>
                  <a:cubicBezTo>
                    <a:pt x="78" y="15"/>
                    <a:pt x="78" y="15"/>
                    <a:pt x="78" y="15"/>
                  </a:cubicBezTo>
                  <a:cubicBezTo>
                    <a:pt x="82" y="17"/>
                    <a:pt x="86" y="19"/>
                    <a:pt x="89" y="22"/>
                  </a:cubicBezTo>
                  <a:cubicBezTo>
                    <a:pt x="97" y="17"/>
                    <a:pt x="97" y="17"/>
                    <a:pt x="97" y="17"/>
                  </a:cubicBezTo>
                  <a:cubicBezTo>
                    <a:pt x="99" y="16"/>
                    <a:pt x="100" y="16"/>
                    <a:pt x="102" y="16"/>
                  </a:cubicBezTo>
                  <a:cubicBezTo>
                    <a:pt x="103" y="17"/>
                    <a:pt x="105" y="18"/>
                    <a:pt x="105" y="19"/>
                  </a:cubicBezTo>
                  <a:cubicBezTo>
                    <a:pt x="117" y="40"/>
                    <a:pt x="117" y="40"/>
                    <a:pt x="117" y="40"/>
                  </a:cubicBezTo>
                  <a:cubicBezTo>
                    <a:pt x="118" y="41"/>
                    <a:pt x="118" y="43"/>
                    <a:pt x="118" y="44"/>
                  </a:cubicBezTo>
                  <a:cubicBezTo>
                    <a:pt x="118" y="46"/>
                    <a:pt x="117" y="47"/>
                    <a:pt x="115" y="48"/>
                  </a:cubicBezTo>
                  <a:cubicBezTo>
                    <a:pt x="107" y="53"/>
                    <a:pt x="107" y="53"/>
                    <a:pt x="107" y="53"/>
                  </a:cubicBezTo>
                  <a:cubicBezTo>
                    <a:pt x="107" y="55"/>
                    <a:pt x="107" y="57"/>
                    <a:pt x="107" y="60"/>
                  </a:cubicBezTo>
                  <a:cubicBezTo>
                    <a:pt x="107" y="62"/>
                    <a:pt x="107" y="64"/>
                    <a:pt x="107" y="66"/>
                  </a:cubicBezTo>
                  <a:cubicBezTo>
                    <a:pt x="115" y="71"/>
                    <a:pt x="115" y="71"/>
                    <a:pt x="115" y="71"/>
                  </a:cubicBezTo>
                  <a:cubicBezTo>
                    <a:pt x="118" y="73"/>
                    <a:pt x="119" y="76"/>
                    <a:pt x="118" y="79"/>
                  </a:cubicBezTo>
                  <a:cubicBezTo>
                    <a:pt x="106" y="100"/>
                    <a:pt x="106" y="100"/>
                    <a:pt x="106" y="100"/>
                  </a:cubicBezTo>
                  <a:cubicBezTo>
                    <a:pt x="105" y="101"/>
                    <a:pt x="104" y="102"/>
                    <a:pt x="102" y="103"/>
                  </a:cubicBezTo>
                  <a:cubicBezTo>
                    <a:pt x="100" y="103"/>
                    <a:pt x="99" y="103"/>
                    <a:pt x="97" y="102"/>
                  </a:cubicBezTo>
                  <a:cubicBezTo>
                    <a:pt x="89" y="97"/>
                    <a:pt x="89" y="97"/>
                    <a:pt x="89" y="97"/>
                  </a:cubicBezTo>
                  <a:cubicBezTo>
                    <a:pt x="86" y="100"/>
                    <a:pt x="82" y="102"/>
                    <a:pt x="78" y="104"/>
                  </a:cubicBezTo>
                  <a:cubicBezTo>
                    <a:pt x="78" y="114"/>
                    <a:pt x="78" y="114"/>
                    <a:pt x="78" y="114"/>
                  </a:cubicBezTo>
                  <a:cubicBezTo>
                    <a:pt x="78" y="117"/>
                    <a:pt x="76" y="120"/>
                    <a:pt x="72" y="120"/>
                  </a:cubicBezTo>
                  <a:close/>
                  <a:moveTo>
                    <a:pt x="54" y="108"/>
                  </a:moveTo>
                  <a:cubicBezTo>
                    <a:pt x="66" y="108"/>
                    <a:pt x="66" y="108"/>
                    <a:pt x="66" y="108"/>
                  </a:cubicBezTo>
                  <a:cubicBezTo>
                    <a:pt x="66" y="100"/>
                    <a:pt x="66" y="100"/>
                    <a:pt x="66" y="100"/>
                  </a:cubicBezTo>
                  <a:cubicBezTo>
                    <a:pt x="66" y="97"/>
                    <a:pt x="68" y="95"/>
                    <a:pt x="71" y="94"/>
                  </a:cubicBezTo>
                  <a:cubicBezTo>
                    <a:pt x="76" y="92"/>
                    <a:pt x="81" y="90"/>
                    <a:pt x="85" y="86"/>
                  </a:cubicBezTo>
                  <a:cubicBezTo>
                    <a:pt x="87" y="84"/>
                    <a:pt x="89" y="83"/>
                    <a:pt x="92" y="85"/>
                  </a:cubicBezTo>
                  <a:cubicBezTo>
                    <a:pt x="98" y="89"/>
                    <a:pt x="98" y="89"/>
                    <a:pt x="98" y="89"/>
                  </a:cubicBezTo>
                  <a:cubicBezTo>
                    <a:pt x="104" y="78"/>
                    <a:pt x="104" y="78"/>
                    <a:pt x="104" y="78"/>
                  </a:cubicBezTo>
                  <a:cubicBezTo>
                    <a:pt x="97" y="74"/>
                    <a:pt x="97" y="74"/>
                    <a:pt x="97" y="74"/>
                  </a:cubicBezTo>
                  <a:cubicBezTo>
                    <a:pt x="95" y="73"/>
                    <a:pt x="94" y="70"/>
                    <a:pt x="95" y="68"/>
                  </a:cubicBezTo>
                  <a:cubicBezTo>
                    <a:pt x="95" y="65"/>
                    <a:pt x="95" y="62"/>
                    <a:pt x="95" y="60"/>
                  </a:cubicBezTo>
                  <a:cubicBezTo>
                    <a:pt x="95" y="57"/>
                    <a:pt x="95" y="54"/>
                    <a:pt x="94" y="51"/>
                  </a:cubicBezTo>
                  <a:cubicBezTo>
                    <a:pt x="94" y="49"/>
                    <a:pt x="95" y="46"/>
                    <a:pt x="97" y="45"/>
                  </a:cubicBezTo>
                  <a:cubicBezTo>
                    <a:pt x="104" y="41"/>
                    <a:pt x="104" y="41"/>
                    <a:pt x="104" y="41"/>
                  </a:cubicBezTo>
                  <a:cubicBezTo>
                    <a:pt x="98" y="30"/>
                    <a:pt x="98" y="30"/>
                    <a:pt x="98" y="30"/>
                  </a:cubicBezTo>
                  <a:cubicBezTo>
                    <a:pt x="92" y="34"/>
                    <a:pt x="92" y="34"/>
                    <a:pt x="92" y="34"/>
                  </a:cubicBezTo>
                  <a:cubicBezTo>
                    <a:pt x="89" y="36"/>
                    <a:pt x="87" y="35"/>
                    <a:pt x="85" y="33"/>
                  </a:cubicBezTo>
                  <a:cubicBezTo>
                    <a:pt x="81" y="30"/>
                    <a:pt x="76" y="27"/>
                    <a:pt x="70" y="25"/>
                  </a:cubicBezTo>
                  <a:cubicBezTo>
                    <a:pt x="68" y="24"/>
                    <a:pt x="66" y="22"/>
                    <a:pt x="66" y="19"/>
                  </a:cubicBezTo>
                  <a:cubicBezTo>
                    <a:pt x="66" y="12"/>
                    <a:pt x="66" y="12"/>
                    <a:pt x="66" y="12"/>
                  </a:cubicBezTo>
                  <a:cubicBezTo>
                    <a:pt x="54" y="12"/>
                    <a:pt x="54" y="12"/>
                    <a:pt x="54" y="12"/>
                  </a:cubicBezTo>
                  <a:cubicBezTo>
                    <a:pt x="54" y="19"/>
                    <a:pt x="54" y="19"/>
                    <a:pt x="54" y="19"/>
                  </a:cubicBezTo>
                  <a:cubicBezTo>
                    <a:pt x="54" y="22"/>
                    <a:pt x="53" y="24"/>
                    <a:pt x="50" y="25"/>
                  </a:cubicBezTo>
                  <a:cubicBezTo>
                    <a:pt x="44" y="27"/>
                    <a:pt x="39" y="30"/>
                    <a:pt x="35" y="33"/>
                  </a:cubicBezTo>
                  <a:cubicBezTo>
                    <a:pt x="33" y="35"/>
                    <a:pt x="30" y="36"/>
                    <a:pt x="28" y="34"/>
                  </a:cubicBezTo>
                  <a:cubicBezTo>
                    <a:pt x="21" y="30"/>
                    <a:pt x="21" y="30"/>
                    <a:pt x="21" y="30"/>
                  </a:cubicBezTo>
                  <a:cubicBezTo>
                    <a:pt x="15" y="41"/>
                    <a:pt x="15" y="41"/>
                    <a:pt x="15" y="41"/>
                  </a:cubicBezTo>
                  <a:cubicBezTo>
                    <a:pt x="22" y="45"/>
                    <a:pt x="22" y="45"/>
                    <a:pt x="22" y="45"/>
                  </a:cubicBezTo>
                  <a:cubicBezTo>
                    <a:pt x="24" y="46"/>
                    <a:pt x="25" y="49"/>
                    <a:pt x="25" y="51"/>
                  </a:cubicBezTo>
                  <a:cubicBezTo>
                    <a:pt x="24" y="54"/>
                    <a:pt x="23" y="57"/>
                    <a:pt x="23" y="60"/>
                  </a:cubicBezTo>
                  <a:cubicBezTo>
                    <a:pt x="23" y="62"/>
                    <a:pt x="24" y="65"/>
                    <a:pt x="24" y="68"/>
                  </a:cubicBezTo>
                  <a:cubicBezTo>
                    <a:pt x="25" y="70"/>
                    <a:pt x="24" y="73"/>
                    <a:pt x="22" y="74"/>
                  </a:cubicBezTo>
                  <a:cubicBezTo>
                    <a:pt x="15" y="78"/>
                    <a:pt x="15" y="78"/>
                    <a:pt x="15" y="78"/>
                  </a:cubicBezTo>
                  <a:cubicBezTo>
                    <a:pt x="21" y="89"/>
                    <a:pt x="21" y="89"/>
                    <a:pt x="21" y="89"/>
                  </a:cubicBezTo>
                  <a:cubicBezTo>
                    <a:pt x="28" y="85"/>
                    <a:pt x="28" y="85"/>
                    <a:pt x="28" y="85"/>
                  </a:cubicBezTo>
                  <a:cubicBezTo>
                    <a:pt x="30" y="84"/>
                    <a:pt x="33" y="84"/>
                    <a:pt x="35" y="86"/>
                  </a:cubicBezTo>
                  <a:cubicBezTo>
                    <a:pt x="39" y="89"/>
                    <a:pt x="44" y="92"/>
                    <a:pt x="50" y="94"/>
                  </a:cubicBezTo>
                  <a:cubicBezTo>
                    <a:pt x="53" y="95"/>
                    <a:pt x="54" y="97"/>
                    <a:pt x="54" y="100"/>
                  </a:cubicBezTo>
                  <a:lnTo>
                    <a:pt x="5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49" name="Freeform 74">
              <a:extLst>
                <a:ext uri="{FF2B5EF4-FFF2-40B4-BE49-F238E27FC236}">
                  <a16:creationId xmlns:a16="http://schemas.microsoft.com/office/drawing/2014/main" id="{D0E469F3-B678-D945-AFB3-6BFFD229CAFC}"/>
                </a:ext>
              </a:extLst>
            </p:cNvPr>
            <p:cNvSpPr>
              <a:spLocks noEditPoints="1"/>
            </p:cNvSpPr>
            <p:nvPr/>
          </p:nvSpPr>
          <p:spPr bwMode="auto">
            <a:xfrm>
              <a:off x="6776" y="2095"/>
              <a:ext cx="330" cy="198"/>
            </a:xfrm>
            <a:custGeom>
              <a:avLst/>
              <a:gdLst>
                <a:gd name="T0" fmla="*/ 210 w 216"/>
                <a:gd name="T1" fmla="*/ 132 h 132"/>
                <a:gd name="T2" fmla="*/ 6 w 216"/>
                <a:gd name="T3" fmla="*/ 132 h 132"/>
                <a:gd name="T4" fmla="*/ 0 w 216"/>
                <a:gd name="T5" fmla="*/ 126 h 132"/>
                <a:gd name="T6" fmla="*/ 0 w 216"/>
                <a:gd name="T7" fmla="*/ 6 h 132"/>
                <a:gd name="T8" fmla="*/ 6 w 216"/>
                <a:gd name="T9" fmla="*/ 0 h 132"/>
                <a:gd name="T10" fmla="*/ 210 w 216"/>
                <a:gd name="T11" fmla="*/ 0 h 132"/>
                <a:gd name="T12" fmla="*/ 216 w 216"/>
                <a:gd name="T13" fmla="*/ 6 h 132"/>
                <a:gd name="T14" fmla="*/ 216 w 216"/>
                <a:gd name="T15" fmla="*/ 126 h 132"/>
                <a:gd name="T16" fmla="*/ 210 w 216"/>
                <a:gd name="T17" fmla="*/ 132 h 132"/>
                <a:gd name="T18" fmla="*/ 12 w 216"/>
                <a:gd name="T19" fmla="*/ 120 h 132"/>
                <a:gd name="T20" fmla="*/ 204 w 216"/>
                <a:gd name="T21" fmla="*/ 120 h 132"/>
                <a:gd name="T22" fmla="*/ 204 w 216"/>
                <a:gd name="T23" fmla="*/ 12 h 132"/>
                <a:gd name="T24" fmla="*/ 12 w 216"/>
                <a:gd name="T25" fmla="*/ 12 h 132"/>
                <a:gd name="T26" fmla="*/ 12 w 216"/>
                <a:gd name="T27" fmla="*/ 12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6" h="132">
                  <a:moveTo>
                    <a:pt x="210" y="132"/>
                  </a:moveTo>
                  <a:cubicBezTo>
                    <a:pt x="6" y="132"/>
                    <a:pt x="6" y="132"/>
                    <a:pt x="6" y="132"/>
                  </a:cubicBezTo>
                  <a:cubicBezTo>
                    <a:pt x="3" y="132"/>
                    <a:pt x="0" y="129"/>
                    <a:pt x="0" y="126"/>
                  </a:cubicBezTo>
                  <a:cubicBezTo>
                    <a:pt x="0" y="6"/>
                    <a:pt x="0" y="6"/>
                    <a:pt x="0" y="6"/>
                  </a:cubicBezTo>
                  <a:cubicBezTo>
                    <a:pt x="0" y="2"/>
                    <a:pt x="3" y="0"/>
                    <a:pt x="6" y="0"/>
                  </a:cubicBezTo>
                  <a:cubicBezTo>
                    <a:pt x="210" y="0"/>
                    <a:pt x="210" y="0"/>
                    <a:pt x="210" y="0"/>
                  </a:cubicBezTo>
                  <a:cubicBezTo>
                    <a:pt x="214" y="0"/>
                    <a:pt x="216" y="2"/>
                    <a:pt x="216" y="6"/>
                  </a:cubicBezTo>
                  <a:cubicBezTo>
                    <a:pt x="216" y="126"/>
                    <a:pt x="216" y="126"/>
                    <a:pt x="216" y="126"/>
                  </a:cubicBezTo>
                  <a:cubicBezTo>
                    <a:pt x="216" y="129"/>
                    <a:pt x="214" y="132"/>
                    <a:pt x="210" y="132"/>
                  </a:cubicBezTo>
                  <a:close/>
                  <a:moveTo>
                    <a:pt x="12" y="120"/>
                  </a:moveTo>
                  <a:cubicBezTo>
                    <a:pt x="204" y="120"/>
                    <a:pt x="204" y="120"/>
                    <a:pt x="204" y="120"/>
                  </a:cubicBezTo>
                  <a:cubicBezTo>
                    <a:pt x="204" y="12"/>
                    <a:pt x="204" y="12"/>
                    <a:pt x="204" y="12"/>
                  </a:cubicBezTo>
                  <a:cubicBezTo>
                    <a:pt x="12" y="12"/>
                    <a:pt x="12" y="12"/>
                    <a:pt x="12" y="12"/>
                  </a:cubicBezTo>
                  <a:lnTo>
                    <a:pt x="12"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50" name="Freeform 75">
              <a:extLst>
                <a:ext uri="{FF2B5EF4-FFF2-40B4-BE49-F238E27FC236}">
                  <a16:creationId xmlns:a16="http://schemas.microsoft.com/office/drawing/2014/main" id="{B77FEEF7-7A7C-6643-BD56-5BEB58280FD6}"/>
                </a:ext>
              </a:extLst>
            </p:cNvPr>
            <p:cNvSpPr>
              <a:spLocks/>
            </p:cNvSpPr>
            <p:nvPr/>
          </p:nvSpPr>
          <p:spPr bwMode="auto">
            <a:xfrm>
              <a:off x="6776" y="2049"/>
              <a:ext cx="330" cy="64"/>
            </a:xfrm>
            <a:custGeom>
              <a:avLst/>
              <a:gdLst>
                <a:gd name="T0" fmla="*/ 210 w 216"/>
                <a:gd name="T1" fmla="*/ 43 h 43"/>
                <a:gd name="T2" fmla="*/ 6 w 216"/>
                <a:gd name="T3" fmla="*/ 43 h 43"/>
                <a:gd name="T4" fmla="*/ 1 w 216"/>
                <a:gd name="T5" fmla="*/ 40 h 43"/>
                <a:gd name="T6" fmla="*/ 1 w 216"/>
                <a:gd name="T7" fmla="*/ 35 h 43"/>
                <a:gd name="T8" fmla="*/ 11 w 216"/>
                <a:gd name="T9" fmla="*/ 5 h 43"/>
                <a:gd name="T10" fmla="*/ 18 w 216"/>
                <a:gd name="T11" fmla="*/ 1 h 43"/>
                <a:gd name="T12" fmla="*/ 22 w 216"/>
                <a:gd name="T13" fmla="*/ 8 h 43"/>
                <a:gd name="T14" fmla="*/ 15 w 216"/>
                <a:gd name="T15" fmla="*/ 31 h 43"/>
                <a:gd name="T16" fmla="*/ 210 w 216"/>
                <a:gd name="T17" fmla="*/ 31 h 43"/>
                <a:gd name="T18" fmla="*/ 216 w 216"/>
                <a:gd name="T19" fmla="*/ 37 h 43"/>
                <a:gd name="T20" fmla="*/ 210 w 216"/>
                <a:gd name="T21"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6" h="43">
                  <a:moveTo>
                    <a:pt x="210" y="43"/>
                  </a:moveTo>
                  <a:cubicBezTo>
                    <a:pt x="6" y="43"/>
                    <a:pt x="6" y="43"/>
                    <a:pt x="6" y="43"/>
                  </a:cubicBezTo>
                  <a:cubicBezTo>
                    <a:pt x="4" y="43"/>
                    <a:pt x="3" y="42"/>
                    <a:pt x="1" y="40"/>
                  </a:cubicBezTo>
                  <a:cubicBezTo>
                    <a:pt x="0" y="38"/>
                    <a:pt x="0" y="36"/>
                    <a:pt x="1" y="35"/>
                  </a:cubicBezTo>
                  <a:cubicBezTo>
                    <a:pt x="11" y="5"/>
                    <a:pt x="11" y="5"/>
                    <a:pt x="11" y="5"/>
                  </a:cubicBezTo>
                  <a:cubicBezTo>
                    <a:pt x="12" y="2"/>
                    <a:pt x="15" y="0"/>
                    <a:pt x="18" y="1"/>
                  </a:cubicBezTo>
                  <a:cubicBezTo>
                    <a:pt x="21" y="2"/>
                    <a:pt x="23" y="5"/>
                    <a:pt x="22" y="8"/>
                  </a:cubicBezTo>
                  <a:cubicBezTo>
                    <a:pt x="15" y="31"/>
                    <a:pt x="15" y="31"/>
                    <a:pt x="15" y="31"/>
                  </a:cubicBezTo>
                  <a:cubicBezTo>
                    <a:pt x="210" y="31"/>
                    <a:pt x="210" y="31"/>
                    <a:pt x="210" y="31"/>
                  </a:cubicBezTo>
                  <a:cubicBezTo>
                    <a:pt x="214" y="31"/>
                    <a:pt x="216" y="33"/>
                    <a:pt x="216" y="37"/>
                  </a:cubicBezTo>
                  <a:cubicBezTo>
                    <a:pt x="216" y="40"/>
                    <a:pt x="214" y="43"/>
                    <a:pt x="210"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51" name="Freeform 76">
              <a:extLst>
                <a:ext uri="{FF2B5EF4-FFF2-40B4-BE49-F238E27FC236}">
                  <a16:creationId xmlns:a16="http://schemas.microsoft.com/office/drawing/2014/main" id="{3B035025-AC90-7E49-BF74-FB46A87DC5B1}"/>
                </a:ext>
              </a:extLst>
            </p:cNvPr>
            <p:cNvSpPr>
              <a:spLocks/>
            </p:cNvSpPr>
            <p:nvPr/>
          </p:nvSpPr>
          <p:spPr bwMode="auto">
            <a:xfrm>
              <a:off x="6897" y="1988"/>
              <a:ext cx="72" cy="18"/>
            </a:xfrm>
            <a:custGeom>
              <a:avLst/>
              <a:gdLst>
                <a:gd name="T0" fmla="*/ 41 w 47"/>
                <a:gd name="T1" fmla="*/ 12 h 12"/>
                <a:gd name="T2" fmla="*/ 6 w 47"/>
                <a:gd name="T3" fmla="*/ 12 h 12"/>
                <a:gd name="T4" fmla="*/ 0 w 47"/>
                <a:gd name="T5" fmla="*/ 6 h 12"/>
                <a:gd name="T6" fmla="*/ 6 w 47"/>
                <a:gd name="T7" fmla="*/ 0 h 12"/>
                <a:gd name="T8" fmla="*/ 41 w 47"/>
                <a:gd name="T9" fmla="*/ 0 h 12"/>
                <a:gd name="T10" fmla="*/ 47 w 47"/>
                <a:gd name="T11" fmla="*/ 6 h 12"/>
                <a:gd name="T12" fmla="*/ 41 w 47"/>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7" h="12">
                  <a:moveTo>
                    <a:pt x="41" y="12"/>
                  </a:moveTo>
                  <a:cubicBezTo>
                    <a:pt x="6" y="12"/>
                    <a:pt x="6" y="12"/>
                    <a:pt x="6" y="12"/>
                  </a:cubicBezTo>
                  <a:cubicBezTo>
                    <a:pt x="2" y="12"/>
                    <a:pt x="0" y="9"/>
                    <a:pt x="0" y="6"/>
                  </a:cubicBezTo>
                  <a:cubicBezTo>
                    <a:pt x="0" y="2"/>
                    <a:pt x="2" y="0"/>
                    <a:pt x="6" y="0"/>
                  </a:cubicBezTo>
                  <a:cubicBezTo>
                    <a:pt x="41" y="0"/>
                    <a:pt x="41" y="0"/>
                    <a:pt x="41" y="0"/>
                  </a:cubicBezTo>
                  <a:cubicBezTo>
                    <a:pt x="45" y="0"/>
                    <a:pt x="47" y="2"/>
                    <a:pt x="47" y="6"/>
                  </a:cubicBezTo>
                  <a:cubicBezTo>
                    <a:pt x="47" y="9"/>
                    <a:pt x="45" y="12"/>
                    <a:pt x="4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52" name="Freeform 77">
              <a:extLst>
                <a:ext uri="{FF2B5EF4-FFF2-40B4-BE49-F238E27FC236}">
                  <a16:creationId xmlns:a16="http://schemas.microsoft.com/office/drawing/2014/main" id="{4B9EEDFD-B5F6-5942-AA55-8425057F8DD4}"/>
                </a:ext>
              </a:extLst>
            </p:cNvPr>
            <p:cNvSpPr>
              <a:spLocks/>
            </p:cNvSpPr>
            <p:nvPr/>
          </p:nvSpPr>
          <p:spPr bwMode="auto">
            <a:xfrm>
              <a:off x="6846" y="1995"/>
              <a:ext cx="78" cy="77"/>
            </a:xfrm>
            <a:custGeom>
              <a:avLst/>
              <a:gdLst>
                <a:gd name="T0" fmla="*/ 44 w 51"/>
                <a:gd name="T1" fmla="*/ 51 h 51"/>
                <a:gd name="T2" fmla="*/ 40 w 51"/>
                <a:gd name="T3" fmla="*/ 49 h 51"/>
                <a:gd name="T4" fmla="*/ 2 w 51"/>
                <a:gd name="T5" fmla="*/ 11 h 51"/>
                <a:gd name="T6" fmla="*/ 2 w 51"/>
                <a:gd name="T7" fmla="*/ 2 h 51"/>
                <a:gd name="T8" fmla="*/ 11 w 51"/>
                <a:gd name="T9" fmla="*/ 2 h 51"/>
                <a:gd name="T10" fmla="*/ 48 w 51"/>
                <a:gd name="T11" fmla="*/ 40 h 51"/>
                <a:gd name="T12" fmla="*/ 48 w 51"/>
                <a:gd name="T13" fmla="*/ 49 h 51"/>
                <a:gd name="T14" fmla="*/ 44 w 51"/>
                <a:gd name="T15" fmla="*/ 51 h 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51">
                  <a:moveTo>
                    <a:pt x="44" y="51"/>
                  </a:moveTo>
                  <a:cubicBezTo>
                    <a:pt x="43" y="51"/>
                    <a:pt x="41" y="50"/>
                    <a:pt x="40" y="49"/>
                  </a:cubicBezTo>
                  <a:cubicBezTo>
                    <a:pt x="2" y="11"/>
                    <a:pt x="2" y="11"/>
                    <a:pt x="2" y="11"/>
                  </a:cubicBezTo>
                  <a:cubicBezTo>
                    <a:pt x="0" y="9"/>
                    <a:pt x="0" y="5"/>
                    <a:pt x="2" y="2"/>
                  </a:cubicBezTo>
                  <a:cubicBezTo>
                    <a:pt x="4" y="0"/>
                    <a:pt x="8" y="0"/>
                    <a:pt x="11" y="2"/>
                  </a:cubicBezTo>
                  <a:cubicBezTo>
                    <a:pt x="48" y="40"/>
                    <a:pt x="48" y="40"/>
                    <a:pt x="48" y="40"/>
                  </a:cubicBezTo>
                  <a:cubicBezTo>
                    <a:pt x="51" y="43"/>
                    <a:pt x="51" y="47"/>
                    <a:pt x="48" y="49"/>
                  </a:cubicBezTo>
                  <a:cubicBezTo>
                    <a:pt x="47" y="50"/>
                    <a:pt x="46" y="51"/>
                    <a:pt x="44"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53" name="Freeform 78">
              <a:extLst>
                <a:ext uri="{FF2B5EF4-FFF2-40B4-BE49-F238E27FC236}">
                  <a16:creationId xmlns:a16="http://schemas.microsoft.com/office/drawing/2014/main" id="{8B50B4AE-2180-ED47-B4DC-A8F6FCB2FDBB}"/>
                </a:ext>
              </a:extLst>
            </p:cNvPr>
            <p:cNvSpPr>
              <a:spLocks noEditPoints="1"/>
            </p:cNvSpPr>
            <p:nvPr/>
          </p:nvSpPr>
          <p:spPr bwMode="auto">
            <a:xfrm>
              <a:off x="6721" y="1874"/>
              <a:ext cx="165" cy="162"/>
            </a:xfrm>
            <a:custGeom>
              <a:avLst/>
              <a:gdLst>
                <a:gd name="T0" fmla="*/ 54 w 108"/>
                <a:gd name="T1" fmla="*/ 108 h 108"/>
                <a:gd name="T2" fmla="*/ 0 w 108"/>
                <a:gd name="T3" fmla="*/ 54 h 108"/>
                <a:gd name="T4" fmla="*/ 54 w 108"/>
                <a:gd name="T5" fmla="*/ 0 h 108"/>
                <a:gd name="T6" fmla="*/ 108 w 108"/>
                <a:gd name="T7" fmla="*/ 54 h 108"/>
                <a:gd name="T8" fmla="*/ 54 w 108"/>
                <a:gd name="T9" fmla="*/ 108 h 108"/>
                <a:gd name="T10" fmla="*/ 54 w 108"/>
                <a:gd name="T11" fmla="*/ 12 h 108"/>
                <a:gd name="T12" fmla="*/ 12 w 108"/>
                <a:gd name="T13" fmla="*/ 54 h 108"/>
                <a:gd name="T14" fmla="*/ 54 w 108"/>
                <a:gd name="T15" fmla="*/ 96 h 108"/>
                <a:gd name="T16" fmla="*/ 96 w 108"/>
                <a:gd name="T17" fmla="*/ 54 h 108"/>
                <a:gd name="T18" fmla="*/ 54 w 108"/>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08">
                  <a:moveTo>
                    <a:pt x="54" y="108"/>
                  </a:moveTo>
                  <a:cubicBezTo>
                    <a:pt x="25" y="108"/>
                    <a:pt x="0" y="84"/>
                    <a:pt x="0" y="54"/>
                  </a:cubicBezTo>
                  <a:cubicBezTo>
                    <a:pt x="0" y="24"/>
                    <a:pt x="25" y="0"/>
                    <a:pt x="54" y="0"/>
                  </a:cubicBezTo>
                  <a:cubicBezTo>
                    <a:pt x="84" y="0"/>
                    <a:pt x="108" y="24"/>
                    <a:pt x="108" y="54"/>
                  </a:cubicBezTo>
                  <a:cubicBezTo>
                    <a:pt x="108" y="84"/>
                    <a:pt x="84" y="108"/>
                    <a:pt x="54" y="108"/>
                  </a:cubicBezTo>
                  <a:close/>
                  <a:moveTo>
                    <a:pt x="54" y="12"/>
                  </a:moveTo>
                  <a:cubicBezTo>
                    <a:pt x="31" y="12"/>
                    <a:pt x="12" y="31"/>
                    <a:pt x="12" y="54"/>
                  </a:cubicBezTo>
                  <a:cubicBezTo>
                    <a:pt x="12" y="77"/>
                    <a:pt x="31" y="96"/>
                    <a:pt x="54" y="96"/>
                  </a:cubicBezTo>
                  <a:cubicBezTo>
                    <a:pt x="78" y="96"/>
                    <a:pt x="96" y="77"/>
                    <a:pt x="96" y="54"/>
                  </a:cubicBezTo>
                  <a:cubicBezTo>
                    <a:pt x="96" y="31"/>
                    <a:pt x="7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54" name="Freeform 79">
              <a:extLst>
                <a:ext uri="{FF2B5EF4-FFF2-40B4-BE49-F238E27FC236}">
                  <a16:creationId xmlns:a16="http://schemas.microsoft.com/office/drawing/2014/main" id="{3D3213DB-D615-0D43-8639-180B31371C41}"/>
                </a:ext>
              </a:extLst>
            </p:cNvPr>
            <p:cNvSpPr>
              <a:spLocks noEditPoints="1"/>
            </p:cNvSpPr>
            <p:nvPr/>
          </p:nvSpPr>
          <p:spPr bwMode="auto">
            <a:xfrm>
              <a:off x="6941" y="2203"/>
              <a:ext cx="128" cy="54"/>
            </a:xfrm>
            <a:custGeom>
              <a:avLst/>
              <a:gdLst>
                <a:gd name="T0" fmla="*/ 78 w 84"/>
                <a:gd name="T1" fmla="*/ 36 h 36"/>
                <a:gd name="T2" fmla="*/ 6 w 84"/>
                <a:gd name="T3" fmla="*/ 36 h 36"/>
                <a:gd name="T4" fmla="*/ 0 w 84"/>
                <a:gd name="T5" fmla="*/ 30 h 36"/>
                <a:gd name="T6" fmla="*/ 0 w 84"/>
                <a:gd name="T7" fmla="*/ 6 h 36"/>
                <a:gd name="T8" fmla="*/ 6 w 84"/>
                <a:gd name="T9" fmla="*/ 0 h 36"/>
                <a:gd name="T10" fmla="*/ 78 w 84"/>
                <a:gd name="T11" fmla="*/ 0 h 36"/>
                <a:gd name="T12" fmla="*/ 84 w 84"/>
                <a:gd name="T13" fmla="*/ 6 h 36"/>
                <a:gd name="T14" fmla="*/ 84 w 84"/>
                <a:gd name="T15" fmla="*/ 30 h 36"/>
                <a:gd name="T16" fmla="*/ 78 w 84"/>
                <a:gd name="T17" fmla="*/ 36 h 36"/>
                <a:gd name="T18" fmla="*/ 12 w 84"/>
                <a:gd name="T19" fmla="*/ 24 h 36"/>
                <a:gd name="T20" fmla="*/ 72 w 84"/>
                <a:gd name="T21" fmla="*/ 24 h 36"/>
                <a:gd name="T22" fmla="*/ 72 w 84"/>
                <a:gd name="T23" fmla="*/ 12 h 36"/>
                <a:gd name="T24" fmla="*/ 12 w 84"/>
                <a:gd name="T25" fmla="*/ 12 h 36"/>
                <a:gd name="T26" fmla="*/ 12 w 84"/>
                <a:gd name="T27" fmla="*/ 2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36">
                  <a:moveTo>
                    <a:pt x="78" y="36"/>
                  </a:moveTo>
                  <a:cubicBezTo>
                    <a:pt x="6" y="36"/>
                    <a:pt x="6" y="36"/>
                    <a:pt x="6" y="36"/>
                  </a:cubicBezTo>
                  <a:cubicBezTo>
                    <a:pt x="3" y="36"/>
                    <a:pt x="0" y="33"/>
                    <a:pt x="0" y="30"/>
                  </a:cubicBezTo>
                  <a:cubicBezTo>
                    <a:pt x="0" y="6"/>
                    <a:pt x="0" y="6"/>
                    <a:pt x="0" y="6"/>
                  </a:cubicBezTo>
                  <a:cubicBezTo>
                    <a:pt x="0" y="2"/>
                    <a:pt x="3" y="0"/>
                    <a:pt x="6" y="0"/>
                  </a:cubicBezTo>
                  <a:cubicBezTo>
                    <a:pt x="78" y="0"/>
                    <a:pt x="78" y="0"/>
                    <a:pt x="78" y="0"/>
                  </a:cubicBezTo>
                  <a:cubicBezTo>
                    <a:pt x="82" y="0"/>
                    <a:pt x="84" y="2"/>
                    <a:pt x="84" y="6"/>
                  </a:cubicBezTo>
                  <a:cubicBezTo>
                    <a:pt x="84" y="30"/>
                    <a:pt x="84" y="30"/>
                    <a:pt x="84" y="30"/>
                  </a:cubicBezTo>
                  <a:cubicBezTo>
                    <a:pt x="84" y="33"/>
                    <a:pt x="82" y="36"/>
                    <a:pt x="78" y="36"/>
                  </a:cubicBezTo>
                  <a:close/>
                  <a:moveTo>
                    <a:pt x="12" y="24"/>
                  </a:moveTo>
                  <a:cubicBezTo>
                    <a:pt x="72" y="24"/>
                    <a:pt x="72" y="24"/>
                    <a:pt x="72" y="24"/>
                  </a:cubicBezTo>
                  <a:cubicBezTo>
                    <a:pt x="72" y="12"/>
                    <a:pt x="72" y="12"/>
                    <a:pt x="72" y="12"/>
                  </a:cubicBezTo>
                  <a:cubicBezTo>
                    <a:pt x="12" y="12"/>
                    <a:pt x="12" y="12"/>
                    <a:pt x="12" y="12"/>
                  </a:cubicBezTo>
                  <a:lnTo>
                    <a:pt x="12"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255" name="Group 83">
            <a:extLst>
              <a:ext uri="{FF2B5EF4-FFF2-40B4-BE49-F238E27FC236}">
                <a16:creationId xmlns:a16="http://schemas.microsoft.com/office/drawing/2014/main" id="{55833B4A-F17D-B241-A9BA-CAA65D15AF3C}"/>
              </a:ext>
            </a:extLst>
          </p:cNvPr>
          <p:cNvGrpSpPr>
            <a:grpSpLocks noChangeAspect="1"/>
          </p:cNvGrpSpPr>
          <p:nvPr userDrawn="1"/>
        </p:nvGrpSpPr>
        <p:grpSpPr bwMode="auto">
          <a:xfrm>
            <a:off x="5862737" y="4307059"/>
            <a:ext cx="513716" cy="502040"/>
            <a:chOff x="2584" y="1926"/>
            <a:chExt cx="440" cy="430"/>
          </a:xfrm>
          <a:solidFill>
            <a:schemeClr val="accent1"/>
          </a:solidFill>
        </p:grpSpPr>
        <p:sp>
          <p:nvSpPr>
            <p:cNvPr id="256" name="Freeform 84">
              <a:extLst>
                <a:ext uri="{FF2B5EF4-FFF2-40B4-BE49-F238E27FC236}">
                  <a16:creationId xmlns:a16="http://schemas.microsoft.com/office/drawing/2014/main" id="{62D09E4A-E7E8-5A4A-85DE-1B4599C0D0C4}"/>
                </a:ext>
              </a:extLst>
            </p:cNvPr>
            <p:cNvSpPr>
              <a:spLocks noEditPoints="1"/>
            </p:cNvSpPr>
            <p:nvPr/>
          </p:nvSpPr>
          <p:spPr bwMode="auto">
            <a:xfrm>
              <a:off x="2749" y="2033"/>
              <a:ext cx="165" cy="162"/>
            </a:xfrm>
            <a:custGeom>
              <a:avLst/>
              <a:gdLst>
                <a:gd name="T0" fmla="*/ 54 w 108"/>
                <a:gd name="T1" fmla="*/ 108 h 108"/>
                <a:gd name="T2" fmla="*/ 0 w 108"/>
                <a:gd name="T3" fmla="*/ 54 h 108"/>
                <a:gd name="T4" fmla="*/ 54 w 108"/>
                <a:gd name="T5" fmla="*/ 0 h 108"/>
                <a:gd name="T6" fmla="*/ 108 w 108"/>
                <a:gd name="T7" fmla="*/ 54 h 108"/>
                <a:gd name="T8" fmla="*/ 54 w 108"/>
                <a:gd name="T9" fmla="*/ 108 h 108"/>
                <a:gd name="T10" fmla="*/ 54 w 108"/>
                <a:gd name="T11" fmla="*/ 12 h 108"/>
                <a:gd name="T12" fmla="*/ 12 w 108"/>
                <a:gd name="T13" fmla="*/ 54 h 108"/>
                <a:gd name="T14" fmla="*/ 54 w 108"/>
                <a:gd name="T15" fmla="*/ 96 h 108"/>
                <a:gd name="T16" fmla="*/ 96 w 108"/>
                <a:gd name="T17" fmla="*/ 54 h 108"/>
                <a:gd name="T18" fmla="*/ 54 w 108"/>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08">
                  <a:moveTo>
                    <a:pt x="54" y="108"/>
                  </a:moveTo>
                  <a:cubicBezTo>
                    <a:pt x="24" y="108"/>
                    <a:pt x="0" y="84"/>
                    <a:pt x="0" y="54"/>
                  </a:cubicBezTo>
                  <a:cubicBezTo>
                    <a:pt x="0" y="24"/>
                    <a:pt x="24" y="0"/>
                    <a:pt x="54" y="0"/>
                  </a:cubicBezTo>
                  <a:cubicBezTo>
                    <a:pt x="84" y="0"/>
                    <a:pt x="108" y="24"/>
                    <a:pt x="108" y="54"/>
                  </a:cubicBezTo>
                  <a:cubicBezTo>
                    <a:pt x="108" y="84"/>
                    <a:pt x="84" y="108"/>
                    <a:pt x="54" y="108"/>
                  </a:cubicBezTo>
                  <a:close/>
                  <a:moveTo>
                    <a:pt x="54" y="12"/>
                  </a:moveTo>
                  <a:cubicBezTo>
                    <a:pt x="31" y="12"/>
                    <a:pt x="12" y="31"/>
                    <a:pt x="12" y="54"/>
                  </a:cubicBezTo>
                  <a:cubicBezTo>
                    <a:pt x="12" y="77"/>
                    <a:pt x="31" y="96"/>
                    <a:pt x="54" y="96"/>
                  </a:cubicBezTo>
                  <a:cubicBezTo>
                    <a:pt x="77" y="96"/>
                    <a:pt x="96" y="77"/>
                    <a:pt x="96" y="54"/>
                  </a:cubicBezTo>
                  <a:cubicBezTo>
                    <a:pt x="96" y="31"/>
                    <a:pt x="77"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57" name="Freeform 85">
              <a:extLst>
                <a:ext uri="{FF2B5EF4-FFF2-40B4-BE49-F238E27FC236}">
                  <a16:creationId xmlns:a16="http://schemas.microsoft.com/office/drawing/2014/main" id="{B59559F8-B7D8-E64A-9FF8-99BE86B67197}"/>
                </a:ext>
              </a:extLst>
            </p:cNvPr>
            <p:cNvSpPr>
              <a:spLocks noEditPoints="1"/>
            </p:cNvSpPr>
            <p:nvPr/>
          </p:nvSpPr>
          <p:spPr bwMode="auto">
            <a:xfrm>
              <a:off x="2584" y="1989"/>
              <a:ext cx="73"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58" name="Freeform 86">
              <a:extLst>
                <a:ext uri="{FF2B5EF4-FFF2-40B4-BE49-F238E27FC236}">
                  <a16:creationId xmlns:a16="http://schemas.microsoft.com/office/drawing/2014/main" id="{CB47EC8D-F2B8-9F4C-B06A-5E3E2F46DBEF}"/>
                </a:ext>
              </a:extLst>
            </p:cNvPr>
            <p:cNvSpPr>
              <a:spLocks noEditPoints="1"/>
            </p:cNvSpPr>
            <p:nvPr/>
          </p:nvSpPr>
          <p:spPr bwMode="auto">
            <a:xfrm>
              <a:off x="2951" y="1926"/>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59" name="Freeform 87">
              <a:extLst>
                <a:ext uri="{FF2B5EF4-FFF2-40B4-BE49-F238E27FC236}">
                  <a16:creationId xmlns:a16="http://schemas.microsoft.com/office/drawing/2014/main" id="{DFF5E73F-F4A1-184B-8EF1-E99450FD4003}"/>
                </a:ext>
              </a:extLst>
            </p:cNvPr>
            <p:cNvSpPr>
              <a:spLocks noEditPoints="1"/>
            </p:cNvSpPr>
            <p:nvPr/>
          </p:nvSpPr>
          <p:spPr bwMode="auto">
            <a:xfrm>
              <a:off x="2584" y="2284"/>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60" name="Freeform 88">
              <a:extLst>
                <a:ext uri="{FF2B5EF4-FFF2-40B4-BE49-F238E27FC236}">
                  <a16:creationId xmlns:a16="http://schemas.microsoft.com/office/drawing/2014/main" id="{4315EC7A-FDF7-B047-92A8-C59FD41F2ACE}"/>
                </a:ext>
              </a:extLst>
            </p:cNvPr>
            <p:cNvSpPr>
              <a:spLocks noEditPoints="1"/>
            </p:cNvSpPr>
            <p:nvPr/>
          </p:nvSpPr>
          <p:spPr bwMode="auto">
            <a:xfrm>
              <a:off x="2795" y="2284"/>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61" name="Freeform 89">
              <a:extLst>
                <a:ext uri="{FF2B5EF4-FFF2-40B4-BE49-F238E27FC236}">
                  <a16:creationId xmlns:a16="http://schemas.microsoft.com/office/drawing/2014/main" id="{5CFD3D7D-9ADA-AA40-8FB5-1D7E3F968532}"/>
                </a:ext>
              </a:extLst>
            </p:cNvPr>
            <p:cNvSpPr>
              <a:spLocks/>
            </p:cNvSpPr>
            <p:nvPr/>
          </p:nvSpPr>
          <p:spPr bwMode="auto">
            <a:xfrm>
              <a:off x="2634" y="2159"/>
              <a:ext cx="152" cy="149"/>
            </a:xfrm>
            <a:custGeom>
              <a:avLst/>
              <a:gdLst>
                <a:gd name="T0" fmla="*/ 12 w 152"/>
                <a:gd name="T1" fmla="*/ 149 h 149"/>
                <a:gd name="T2" fmla="*/ 0 w 152"/>
                <a:gd name="T3" fmla="*/ 136 h 149"/>
                <a:gd name="T4" fmla="*/ 139 w 152"/>
                <a:gd name="T5" fmla="*/ 0 h 149"/>
                <a:gd name="T6" fmla="*/ 152 w 152"/>
                <a:gd name="T7" fmla="*/ 13 h 149"/>
                <a:gd name="T8" fmla="*/ 12 w 152"/>
                <a:gd name="T9" fmla="*/ 149 h 149"/>
              </a:gdLst>
              <a:ahLst/>
              <a:cxnLst>
                <a:cxn ang="0">
                  <a:pos x="T0" y="T1"/>
                </a:cxn>
                <a:cxn ang="0">
                  <a:pos x="T2" y="T3"/>
                </a:cxn>
                <a:cxn ang="0">
                  <a:pos x="T4" y="T5"/>
                </a:cxn>
                <a:cxn ang="0">
                  <a:pos x="T6" y="T7"/>
                </a:cxn>
                <a:cxn ang="0">
                  <a:pos x="T8" y="T9"/>
                </a:cxn>
              </a:cxnLst>
              <a:rect l="0" t="0" r="r" b="b"/>
              <a:pathLst>
                <a:path w="152" h="149">
                  <a:moveTo>
                    <a:pt x="12" y="149"/>
                  </a:moveTo>
                  <a:lnTo>
                    <a:pt x="0" y="136"/>
                  </a:lnTo>
                  <a:lnTo>
                    <a:pt x="139" y="0"/>
                  </a:lnTo>
                  <a:lnTo>
                    <a:pt x="152" y="13"/>
                  </a:lnTo>
                  <a:lnTo>
                    <a:pt x="12"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62" name="Freeform 90">
              <a:extLst>
                <a:ext uri="{FF2B5EF4-FFF2-40B4-BE49-F238E27FC236}">
                  <a16:creationId xmlns:a16="http://schemas.microsoft.com/office/drawing/2014/main" id="{BC3144C7-6411-9D4D-B367-CCFF229DB9B8}"/>
                </a:ext>
              </a:extLst>
            </p:cNvPr>
            <p:cNvSpPr>
              <a:spLocks/>
            </p:cNvSpPr>
            <p:nvPr/>
          </p:nvSpPr>
          <p:spPr bwMode="auto">
            <a:xfrm>
              <a:off x="2877" y="1975"/>
              <a:ext cx="98" cy="96"/>
            </a:xfrm>
            <a:custGeom>
              <a:avLst/>
              <a:gdLst>
                <a:gd name="T0" fmla="*/ 13 w 98"/>
                <a:gd name="T1" fmla="*/ 96 h 96"/>
                <a:gd name="T2" fmla="*/ 0 w 98"/>
                <a:gd name="T3" fmla="*/ 82 h 96"/>
                <a:gd name="T4" fmla="*/ 84 w 98"/>
                <a:gd name="T5" fmla="*/ 0 h 96"/>
                <a:gd name="T6" fmla="*/ 98 w 98"/>
                <a:gd name="T7" fmla="*/ 12 h 96"/>
                <a:gd name="T8" fmla="*/ 13 w 98"/>
                <a:gd name="T9" fmla="*/ 96 h 96"/>
              </a:gdLst>
              <a:ahLst/>
              <a:cxnLst>
                <a:cxn ang="0">
                  <a:pos x="T0" y="T1"/>
                </a:cxn>
                <a:cxn ang="0">
                  <a:pos x="T2" y="T3"/>
                </a:cxn>
                <a:cxn ang="0">
                  <a:pos x="T4" y="T5"/>
                </a:cxn>
                <a:cxn ang="0">
                  <a:pos x="T6" y="T7"/>
                </a:cxn>
                <a:cxn ang="0">
                  <a:pos x="T8" y="T9"/>
                </a:cxn>
              </a:cxnLst>
              <a:rect l="0" t="0" r="r" b="b"/>
              <a:pathLst>
                <a:path w="98" h="96">
                  <a:moveTo>
                    <a:pt x="13" y="96"/>
                  </a:moveTo>
                  <a:lnTo>
                    <a:pt x="0" y="82"/>
                  </a:lnTo>
                  <a:lnTo>
                    <a:pt x="84" y="0"/>
                  </a:lnTo>
                  <a:lnTo>
                    <a:pt x="98" y="12"/>
                  </a:lnTo>
                  <a:lnTo>
                    <a:pt x="13"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63" name="Freeform 91">
              <a:extLst>
                <a:ext uri="{FF2B5EF4-FFF2-40B4-BE49-F238E27FC236}">
                  <a16:creationId xmlns:a16="http://schemas.microsoft.com/office/drawing/2014/main" id="{6E2C42D8-3319-674B-8133-E01915A2D52A}"/>
                </a:ext>
              </a:extLst>
            </p:cNvPr>
            <p:cNvSpPr>
              <a:spLocks/>
            </p:cNvSpPr>
            <p:nvPr/>
          </p:nvSpPr>
          <p:spPr bwMode="auto">
            <a:xfrm>
              <a:off x="2642" y="2029"/>
              <a:ext cx="125" cy="66"/>
            </a:xfrm>
            <a:custGeom>
              <a:avLst/>
              <a:gdLst>
                <a:gd name="T0" fmla="*/ 119 w 125"/>
                <a:gd name="T1" fmla="*/ 66 h 66"/>
                <a:gd name="T2" fmla="*/ 0 w 125"/>
                <a:gd name="T3" fmla="*/ 16 h 66"/>
                <a:gd name="T4" fmla="*/ 7 w 125"/>
                <a:gd name="T5" fmla="*/ 0 h 66"/>
                <a:gd name="T6" fmla="*/ 125 w 125"/>
                <a:gd name="T7" fmla="*/ 49 h 66"/>
                <a:gd name="T8" fmla="*/ 119 w 125"/>
                <a:gd name="T9" fmla="*/ 66 h 66"/>
              </a:gdLst>
              <a:ahLst/>
              <a:cxnLst>
                <a:cxn ang="0">
                  <a:pos x="T0" y="T1"/>
                </a:cxn>
                <a:cxn ang="0">
                  <a:pos x="T2" y="T3"/>
                </a:cxn>
                <a:cxn ang="0">
                  <a:pos x="T4" y="T5"/>
                </a:cxn>
                <a:cxn ang="0">
                  <a:pos x="T6" y="T7"/>
                </a:cxn>
                <a:cxn ang="0">
                  <a:pos x="T8" y="T9"/>
                </a:cxn>
              </a:cxnLst>
              <a:rect l="0" t="0" r="r" b="b"/>
              <a:pathLst>
                <a:path w="125" h="66">
                  <a:moveTo>
                    <a:pt x="119" y="66"/>
                  </a:moveTo>
                  <a:lnTo>
                    <a:pt x="0" y="16"/>
                  </a:lnTo>
                  <a:lnTo>
                    <a:pt x="7" y="0"/>
                  </a:lnTo>
                  <a:lnTo>
                    <a:pt x="125" y="49"/>
                  </a:lnTo>
                  <a:lnTo>
                    <a:pt x="119"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64" name="Freeform 92">
              <a:extLst>
                <a:ext uri="{FF2B5EF4-FFF2-40B4-BE49-F238E27FC236}">
                  <a16:creationId xmlns:a16="http://schemas.microsoft.com/office/drawing/2014/main" id="{8081C512-E672-CD44-BBE3-358BA6E0D14A}"/>
                </a:ext>
              </a:extLst>
            </p:cNvPr>
            <p:cNvSpPr>
              <a:spLocks/>
            </p:cNvSpPr>
            <p:nvPr/>
          </p:nvSpPr>
          <p:spPr bwMode="auto">
            <a:xfrm>
              <a:off x="2891" y="2142"/>
              <a:ext cx="74" cy="44"/>
            </a:xfrm>
            <a:custGeom>
              <a:avLst/>
              <a:gdLst>
                <a:gd name="T0" fmla="*/ 66 w 74"/>
                <a:gd name="T1" fmla="*/ 44 h 44"/>
                <a:gd name="T2" fmla="*/ 0 w 74"/>
                <a:gd name="T3" fmla="*/ 17 h 44"/>
                <a:gd name="T4" fmla="*/ 8 w 74"/>
                <a:gd name="T5" fmla="*/ 0 h 44"/>
                <a:gd name="T6" fmla="*/ 74 w 74"/>
                <a:gd name="T7" fmla="*/ 27 h 44"/>
                <a:gd name="T8" fmla="*/ 66 w 74"/>
                <a:gd name="T9" fmla="*/ 44 h 44"/>
              </a:gdLst>
              <a:ahLst/>
              <a:cxnLst>
                <a:cxn ang="0">
                  <a:pos x="T0" y="T1"/>
                </a:cxn>
                <a:cxn ang="0">
                  <a:pos x="T2" y="T3"/>
                </a:cxn>
                <a:cxn ang="0">
                  <a:pos x="T4" y="T5"/>
                </a:cxn>
                <a:cxn ang="0">
                  <a:pos x="T6" y="T7"/>
                </a:cxn>
                <a:cxn ang="0">
                  <a:pos x="T8" y="T9"/>
                </a:cxn>
              </a:cxnLst>
              <a:rect l="0" t="0" r="r" b="b"/>
              <a:pathLst>
                <a:path w="74" h="44">
                  <a:moveTo>
                    <a:pt x="66" y="44"/>
                  </a:moveTo>
                  <a:lnTo>
                    <a:pt x="0" y="17"/>
                  </a:lnTo>
                  <a:lnTo>
                    <a:pt x="8" y="0"/>
                  </a:lnTo>
                  <a:lnTo>
                    <a:pt x="74" y="27"/>
                  </a:lnTo>
                  <a:lnTo>
                    <a:pt x="66"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65" name="Rectangle 93">
              <a:extLst>
                <a:ext uri="{FF2B5EF4-FFF2-40B4-BE49-F238E27FC236}">
                  <a16:creationId xmlns:a16="http://schemas.microsoft.com/office/drawing/2014/main" id="{55AC4F32-9438-A14E-8D3B-30633B19540D}"/>
                </a:ext>
              </a:extLst>
            </p:cNvPr>
            <p:cNvSpPr>
              <a:spLocks noChangeArrowheads="1"/>
            </p:cNvSpPr>
            <p:nvPr/>
          </p:nvSpPr>
          <p:spPr bwMode="auto">
            <a:xfrm>
              <a:off x="2822" y="2186"/>
              <a:ext cx="19" cy="10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66" name="Freeform 94">
              <a:extLst>
                <a:ext uri="{FF2B5EF4-FFF2-40B4-BE49-F238E27FC236}">
                  <a16:creationId xmlns:a16="http://schemas.microsoft.com/office/drawing/2014/main" id="{B353D0A6-EF38-0447-A7B3-679682F67888}"/>
                </a:ext>
              </a:extLst>
            </p:cNvPr>
            <p:cNvSpPr>
              <a:spLocks noEditPoints="1"/>
            </p:cNvSpPr>
            <p:nvPr/>
          </p:nvSpPr>
          <p:spPr bwMode="auto">
            <a:xfrm>
              <a:off x="2951" y="2150"/>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267" name="Group 59">
            <a:extLst>
              <a:ext uri="{FF2B5EF4-FFF2-40B4-BE49-F238E27FC236}">
                <a16:creationId xmlns:a16="http://schemas.microsoft.com/office/drawing/2014/main" id="{EF54C6A6-4BD1-DD43-B133-D4D226C9EE9F}"/>
              </a:ext>
            </a:extLst>
          </p:cNvPr>
          <p:cNvGrpSpPr>
            <a:grpSpLocks noChangeAspect="1"/>
          </p:cNvGrpSpPr>
          <p:nvPr userDrawn="1"/>
        </p:nvGrpSpPr>
        <p:grpSpPr bwMode="auto">
          <a:xfrm>
            <a:off x="7131257" y="4307059"/>
            <a:ext cx="493868" cy="502040"/>
            <a:chOff x="5696" y="644"/>
            <a:chExt cx="423" cy="430"/>
          </a:xfrm>
          <a:solidFill>
            <a:schemeClr val="accent1"/>
          </a:solidFill>
        </p:grpSpPr>
        <p:sp>
          <p:nvSpPr>
            <p:cNvPr id="268" name="Freeform 60">
              <a:extLst>
                <a:ext uri="{FF2B5EF4-FFF2-40B4-BE49-F238E27FC236}">
                  <a16:creationId xmlns:a16="http://schemas.microsoft.com/office/drawing/2014/main" id="{2DF46A1E-62FB-7842-A1DF-1D64EE7FCC0F}"/>
                </a:ext>
              </a:extLst>
            </p:cNvPr>
            <p:cNvSpPr>
              <a:spLocks noEditPoints="1"/>
            </p:cNvSpPr>
            <p:nvPr/>
          </p:nvSpPr>
          <p:spPr bwMode="auto">
            <a:xfrm>
              <a:off x="5852" y="644"/>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69" name="Freeform 61">
              <a:extLst>
                <a:ext uri="{FF2B5EF4-FFF2-40B4-BE49-F238E27FC236}">
                  <a16:creationId xmlns:a16="http://schemas.microsoft.com/office/drawing/2014/main" id="{BCA1753F-E6EB-1940-8BE6-7A70C8DF218E}"/>
                </a:ext>
              </a:extLst>
            </p:cNvPr>
            <p:cNvSpPr>
              <a:spLocks noEditPoints="1"/>
            </p:cNvSpPr>
            <p:nvPr/>
          </p:nvSpPr>
          <p:spPr bwMode="auto">
            <a:xfrm>
              <a:off x="5852" y="967"/>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70" name="Freeform 62">
              <a:extLst>
                <a:ext uri="{FF2B5EF4-FFF2-40B4-BE49-F238E27FC236}">
                  <a16:creationId xmlns:a16="http://schemas.microsoft.com/office/drawing/2014/main" id="{FF51CD50-D176-8646-A186-FB4270CF1C91}"/>
                </a:ext>
              </a:extLst>
            </p:cNvPr>
            <p:cNvSpPr>
              <a:spLocks noEditPoints="1"/>
            </p:cNvSpPr>
            <p:nvPr/>
          </p:nvSpPr>
          <p:spPr bwMode="auto">
            <a:xfrm>
              <a:off x="6008" y="967"/>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71" name="Freeform 63">
              <a:extLst>
                <a:ext uri="{FF2B5EF4-FFF2-40B4-BE49-F238E27FC236}">
                  <a16:creationId xmlns:a16="http://schemas.microsoft.com/office/drawing/2014/main" id="{1DC2FFD3-7641-234A-B73A-9039B77A4C14}"/>
                </a:ext>
              </a:extLst>
            </p:cNvPr>
            <p:cNvSpPr>
              <a:spLocks noEditPoints="1"/>
            </p:cNvSpPr>
            <p:nvPr/>
          </p:nvSpPr>
          <p:spPr bwMode="auto">
            <a:xfrm>
              <a:off x="5696" y="967"/>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72" name="Rectangle 64">
              <a:extLst>
                <a:ext uri="{FF2B5EF4-FFF2-40B4-BE49-F238E27FC236}">
                  <a16:creationId xmlns:a16="http://schemas.microsoft.com/office/drawing/2014/main" id="{3900C2DB-FA6B-D741-97DE-59BAC7FFBDBD}"/>
                </a:ext>
              </a:extLst>
            </p:cNvPr>
            <p:cNvSpPr>
              <a:spLocks noChangeArrowheads="1"/>
            </p:cNvSpPr>
            <p:nvPr/>
          </p:nvSpPr>
          <p:spPr bwMode="auto">
            <a:xfrm>
              <a:off x="5898" y="743"/>
              <a:ext cx="19" cy="2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73" name="Freeform 65">
              <a:extLst>
                <a:ext uri="{FF2B5EF4-FFF2-40B4-BE49-F238E27FC236}">
                  <a16:creationId xmlns:a16="http://schemas.microsoft.com/office/drawing/2014/main" id="{3C85F200-5885-C74D-8D1C-4D9CD9852A78}"/>
                </a:ext>
              </a:extLst>
            </p:cNvPr>
            <p:cNvSpPr>
              <a:spLocks/>
            </p:cNvSpPr>
            <p:nvPr/>
          </p:nvSpPr>
          <p:spPr bwMode="auto">
            <a:xfrm>
              <a:off x="5742" y="859"/>
              <a:ext cx="331" cy="116"/>
            </a:xfrm>
            <a:custGeom>
              <a:avLst/>
              <a:gdLst>
                <a:gd name="T0" fmla="*/ 216 w 216"/>
                <a:gd name="T1" fmla="*/ 78 h 78"/>
                <a:gd name="T2" fmla="*/ 204 w 216"/>
                <a:gd name="T3" fmla="*/ 78 h 78"/>
                <a:gd name="T4" fmla="*/ 138 w 216"/>
                <a:gd name="T5" fmla="*/ 12 h 78"/>
                <a:gd name="T6" fmla="*/ 72 w 216"/>
                <a:gd name="T7" fmla="*/ 12 h 78"/>
                <a:gd name="T8" fmla="*/ 12 w 216"/>
                <a:gd name="T9" fmla="*/ 78 h 78"/>
                <a:gd name="T10" fmla="*/ 0 w 216"/>
                <a:gd name="T11" fmla="*/ 78 h 78"/>
                <a:gd name="T12" fmla="*/ 72 w 216"/>
                <a:gd name="T13" fmla="*/ 0 h 78"/>
                <a:gd name="T14" fmla="*/ 138 w 216"/>
                <a:gd name="T15" fmla="*/ 0 h 78"/>
                <a:gd name="T16" fmla="*/ 216 w 216"/>
                <a:gd name="T17"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6" h="78">
                  <a:moveTo>
                    <a:pt x="216" y="78"/>
                  </a:moveTo>
                  <a:cubicBezTo>
                    <a:pt x="204" y="78"/>
                    <a:pt x="204" y="78"/>
                    <a:pt x="204" y="78"/>
                  </a:cubicBezTo>
                  <a:cubicBezTo>
                    <a:pt x="204" y="42"/>
                    <a:pt x="175" y="12"/>
                    <a:pt x="138" y="12"/>
                  </a:cubicBezTo>
                  <a:cubicBezTo>
                    <a:pt x="72" y="12"/>
                    <a:pt x="72" y="12"/>
                    <a:pt x="72" y="12"/>
                  </a:cubicBezTo>
                  <a:cubicBezTo>
                    <a:pt x="37" y="12"/>
                    <a:pt x="12" y="40"/>
                    <a:pt x="12" y="78"/>
                  </a:cubicBezTo>
                  <a:cubicBezTo>
                    <a:pt x="0" y="78"/>
                    <a:pt x="0" y="78"/>
                    <a:pt x="0" y="78"/>
                  </a:cubicBezTo>
                  <a:cubicBezTo>
                    <a:pt x="0" y="33"/>
                    <a:pt x="31" y="0"/>
                    <a:pt x="72" y="0"/>
                  </a:cubicBezTo>
                  <a:cubicBezTo>
                    <a:pt x="138" y="0"/>
                    <a:pt x="138" y="0"/>
                    <a:pt x="138" y="0"/>
                  </a:cubicBezTo>
                  <a:cubicBezTo>
                    <a:pt x="181" y="0"/>
                    <a:pt x="216" y="35"/>
                    <a:pt x="216"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274" name="Group 40">
            <a:extLst>
              <a:ext uri="{FF2B5EF4-FFF2-40B4-BE49-F238E27FC236}">
                <a16:creationId xmlns:a16="http://schemas.microsoft.com/office/drawing/2014/main" id="{AF2CB69D-CBB7-0741-B4F3-6F052ABCDA2C}"/>
              </a:ext>
            </a:extLst>
          </p:cNvPr>
          <p:cNvGrpSpPr>
            <a:grpSpLocks noChangeAspect="1"/>
          </p:cNvGrpSpPr>
          <p:nvPr userDrawn="1"/>
        </p:nvGrpSpPr>
        <p:grpSpPr bwMode="auto">
          <a:xfrm>
            <a:off x="8413589" y="4350552"/>
            <a:ext cx="486806" cy="415054"/>
            <a:chOff x="4653" y="690"/>
            <a:chExt cx="441" cy="376"/>
          </a:xfrm>
          <a:solidFill>
            <a:schemeClr val="accent1"/>
          </a:solidFill>
        </p:grpSpPr>
        <p:sp>
          <p:nvSpPr>
            <p:cNvPr id="275" name="Freeform 41">
              <a:extLst>
                <a:ext uri="{FF2B5EF4-FFF2-40B4-BE49-F238E27FC236}">
                  <a16:creationId xmlns:a16="http://schemas.microsoft.com/office/drawing/2014/main" id="{FDCBE251-79E8-114A-B376-CEEF3221D205}"/>
                </a:ext>
              </a:extLst>
            </p:cNvPr>
            <p:cNvSpPr>
              <a:spLocks noEditPoints="1"/>
            </p:cNvSpPr>
            <p:nvPr/>
          </p:nvSpPr>
          <p:spPr bwMode="auto">
            <a:xfrm>
              <a:off x="4653" y="815"/>
              <a:ext cx="110" cy="180"/>
            </a:xfrm>
            <a:custGeom>
              <a:avLst/>
              <a:gdLst>
                <a:gd name="T0" fmla="*/ 54 w 72"/>
                <a:gd name="T1" fmla="*/ 120 h 120"/>
                <a:gd name="T2" fmla="*/ 18 w 72"/>
                <a:gd name="T3" fmla="*/ 120 h 120"/>
                <a:gd name="T4" fmla="*/ 12 w 72"/>
                <a:gd name="T5" fmla="*/ 114 h 120"/>
                <a:gd name="T6" fmla="*/ 12 w 72"/>
                <a:gd name="T7" fmla="*/ 65 h 120"/>
                <a:gd name="T8" fmla="*/ 0 w 72"/>
                <a:gd name="T9" fmla="*/ 42 h 120"/>
                <a:gd name="T10" fmla="*/ 0 w 72"/>
                <a:gd name="T11" fmla="*/ 6 h 120"/>
                <a:gd name="T12" fmla="*/ 6 w 72"/>
                <a:gd name="T13" fmla="*/ 0 h 120"/>
                <a:gd name="T14" fmla="*/ 66 w 72"/>
                <a:gd name="T15" fmla="*/ 0 h 120"/>
                <a:gd name="T16" fmla="*/ 72 w 72"/>
                <a:gd name="T17" fmla="*/ 6 h 120"/>
                <a:gd name="T18" fmla="*/ 72 w 72"/>
                <a:gd name="T19" fmla="*/ 42 h 120"/>
                <a:gd name="T20" fmla="*/ 60 w 72"/>
                <a:gd name="T21" fmla="*/ 65 h 120"/>
                <a:gd name="T22" fmla="*/ 60 w 72"/>
                <a:gd name="T23" fmla="*/ 114 h 120"/>
                <a:gd name="T24" fmla="*/ 54 w 72"/>
                <a:gd name="T25" fmla="*/ 120 h 120"/>
                <a:gd name="T26" fmla="*/ 24 w 72"/>
                <a:gd name="T27" fmla="*/ 108 h 120"/>
                <a:gd name="T28" fmla="*/ 48 w 72"/>
                <a:gd name="T29" fmla="*/ 108 h 120"/>
                <a:gd name="T30" fmla="*/ 48 w 72"/>
                <a:gd name="T31" fmla="*/ 60 h 120"/>
                <a:gd name="T32" fmla="*/ 54 w 72"/>
                <a:gd name="T33" fmla="*/ 54 h 120"/>
                <a:gd name="T34" fmla="*/ 60 w 72"/>
                <a:gd name="T35" fmla="*/ 42 h 120"/>
                <a:gd name="T36" fmla="*/ 60 w 72"/>
                <a:gd name="T37" fmla="*/ 12 h 120"/>
                <a:gd name="T38" fmla="*/ 12 w 72"/>
                <a:gd name="T39" fmla="*/ 12 h 120"/>
                <a:gd name="T40" fmla="*/ 12 w 72"/>
                <a:gd name="T41" fmla="*/ 42 h 120"/>
                <a:gd name="T42" fmla="*/ 18 w 72"/>
                <a:gd name="T43" fmla="*/ 54 h 120"/>
                <a:gd name="T44" fmla="*/ 24 w 72"/>
                <a:gd name="T45" fmla="*/ 60 h 120"/>
                <a:gd name="T46" fmla="*/ 24 w 72"/>
                <a:gd name="T4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120">
                  <a:moveTo>
                    <a:pt x="54" y="120"/>
                  </a:moveTo>
                  <a:cubicBezTo>
                    <a:pt x="18" y="120"/>
                    <a:pt x="18" y="120"/>
                    <a:pt x="18" y="120"/>
                  </a:cubicBezTo>
                  <a:cubicBezTo>
                    <a:pt x="15" y="120"/>
                    <a:pt x="12" y="117"/>
                    <a:pt x="12" y="114"/>
                  </a:cubicBezTo>
                  <a:cubicBezTo>
                    <a:pt x="12" y="65"/>
                    <a:pt x="12" y="65"/>
                    <a:pt x="12" y="65"/>
                  </a:cubicBezTo>
                  <a:cubicBezTo>
                    <a:pt x="4" y="62"/>
                    <a:pt x="0" y="55"/>
                    <a:pt x="0" y="42"/>
                  </a:cubicBezTo>
                  <a:cubicBezTo>
                    <a:pt x="0" y="6"/>
                    <a:pt x="0" y="6"/>
                    <a:pt x="0" y="6"/>
                  </a:cubicBezTo>
                  <a:cubicBezTo>
                    <a:pt x="0" y="2"/>
                    <a:pt x="3" y="0"/>
                    <a:pt x="6" y="0"/>
                  </a:cubicBezTo>
                  <a:cubicBezTo>
                    <a:pt x="66" y="0"/>
                    <a:pt x="66" y="0"/>
                    <a:pt x="66" y="0"/>
                  </a:cubicBezTo>
                  <a:cubicBezTo>
                    <a:pt x="69" y="0"/>
                    <a:pt x="72" y="2"/>
                    <a:pt x="72" y="6"/>
                  </a:cubicBezTo>
                  <a:cubicBezTo>
                    <a:pt x="72" y="42"/>
                    <a:pt x="72" y="42"/>
                    <a:pt x="72" y="42"/>
                  </a:cubicBezTo>
                  <a:cubicBezTo>
                    <a:pt x="72" y="55"/>
                    <a:pt x="68" y="62"/>
                    <a:pt x="60" y="65"/>
                  </a:cubicBezTo>
                  <a:cubicBezTo>
                    <a:pt x="60" y="114"/>
                    <a:pt x="60" y="114"/>
                    <a:pt x="60" y="114"/>
                  </a:cubicBezTo>
                  <a:cubicBezTo>
                    <a:pt x="60" y="117"/>
                    <a:pt x="57" y="120"/>
                    <a:pt x="54" y="120"/>
                  </a:cubicBezTo>
                  <a:close/>
                  <a:moveTo>
                    <a:pt x="24" y="108"/>
                  </a:moveTo>
                  <a:cubicBezTo>
                    <a:pt x="48" y="108"/>
                    <a:pt x="48" y="108"/>
                    <a:pt x="48" y="108"/>
                  </a:cubicBezTo>
                  <a:cubicBezTo>
                    <a:pt x="48" y="60"/>
                    <a:pt x="48" y="60"/>
                    <a:pt x="48" y="60"/>
                  </a:cubicBezTo>
                  <a:cubicBezTo>
                    <a:pt x="48" y="56"/>
                    <a:pt x="51" y="54"/>
                    <a:pt x="54" y="54"/>
                  </a:cubicBezTo>
                  <a:cubicBezTo>
                    <a:pt x="57" y="54"/>
                    <a:pt x="60" y="54"/>
                    <a:pt x="60" y="42"/>
                  </a:cubicBezTo>
                  <a:cubicBezTo>
                    <a:pt x="60" y="12"/>
                    <a:pt x="60" y="12"/>
                    <a:pt x="60" y="12"/>
                  </a:cubicBezTo>
                  <a:cubicBezTo>
                    <a:pt x="12" y="12"/>
                    <a:pt x="12" y="12"/>
                    <a:pt x="12" y="12"/>
                  </a:cubicBezTo>
                  <a:cubicBezTo>
                    <a:pt x="12" y="42"/>
                    <a:pt x="12" y="42"/>
                    <a:pt x="12" y="42"/>
                  </a:cubicBezTo>
                  <a:cubicBezTo>
                    <a:pt x="12" y="54"/>
                    <a:pt x="15" y="54"/>
                    <a:pt x="18" y="54"/>
                  </a:cubicBezTo>
                  <a:cubicBezTo>
                    <a:pt x="21" y="54"/>
                    <a:pt x="24" y="56"/>
                    <a:pt x="24" y="60"/>
                  </a:cubicBezTo>
                  <a:lnTo>
                    <a:pt x="2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76" name="Freeform 42">
              <a:extLst>
                <a:ext uri="{FF2B5EF4-FFF2-40B4-BE49-F238E27FC236}">
                  <a16:creationId xmlns:a16="http://schemas.microsoft.com/office/drawing/2014/main" id="{33EAB03F-1708-934A-9326-DCEC1E3BE1BF}"/>
                </a:ext>
              </a:extLst>
            </p:cNvPr>
            <p:cNvSpPr>
              <a:spLocks noEditPoints="1"/>
            </p:cNvSpPr>
            <p:nvPr/>
          </p:nvSpPr>
          <p:spPr bwMode="auto">
            <a:xfrm>
              <a:off x="4984" y="815"/>
              <a:ext cx="110" cy="180"/>
            </a:xfrm>
            <a:custGeom>
              <a:avLst/>
              <a:gdLst>
                <a:gd name="T0" fmla="*/ 54 w 72"/>
                <a:gd name="T1" fmla="*/ 120 h 120"/>
                <a:gd name="T2" fmla="*/ 18 w 72"/>
                <a:gd name="T3" fmla="*/ 120 h 120"/>
                <a:gd name="T4" fmla="*/ 12 w 72"/>
                <a:gd name="T5" fmla="*/ 114 h 120"/>
                <a:gd name="T6" fmla="*/ 12 w 72"/>
                <a:gd name="T7" fmla="*/ 65 h 120"/>
                <a:gd name="T8" fmla="*/ 0 w 72"/>
                <a:gd name="T9" fmla="*/ 42 h 120"/>
                <a:gd name="T10" fmla="*/ 0 w 72"/>
                <a:gd name="T11" fmla="*/ 6 h 120"/>
                <a:gd name="T12" fmla="*/ 6 w 72"/>
                <a:gd name="T13" fmla="*/ 0 h 120"/>
                <a:gd name="T14" fmla="*/ 66 w 72"/>
                <a:gd name="T15" fmla="*/ 0 h 120"/>
                <a:gd name="T16" fmla="*/ 72 w 72"/>
                <a:gd name="T17" fmla="*/ 6 h 120"/>
                <a:gd name="T18" fmla="*/ 72 w 72"/>
                <a:gd name="T19" fmla="*/ 42 h 120"/>
                <a:gd name="T20" fmla="*/ 60 w 72"/>
                <a:gd name="T21" fmla="*/ 65 h 120"/>
                <a:gd name="T22" fmla="*/ 60 w 72"/>
                <a:gd name="T23" fmla="*/ 114 h 120"/>
                <a:gd name="T24" fmla="*/ 54 w 72"/>
                <a:gd name="T25" fmla="*/ 120 h 120"/>
                <a:gd name="T26" fmla="*/ 24 w 72"/>
                <a:gd name="T27" fmla="*/ 108 h 120"/>
                <a:gd name="T28" fmla="*/ 48 w 72"/>
                <a:gd name="T29" fmla="*/ 108 h 120"/>
                <a:gd name="T30" fmla="*/ 48 w 72"/>
                <a:gd name="T31" fmla="*/ 60 h 120"/>
                <a:gd name="T32" fmla="*/ 54 w 72"/>
                <a:gd name="T33" fmla="*/ 54 h 120"/>
                <a:gd name="T34" fmla="*/ 60 w 72"/>
                <a:gd name="T35" fmla="*/ 42 h 120"/>
                <a:gd name="T36" fmla="*/ 60 w 72"/>
                <a:gd name="T37" fmla="*/ 12 h 120"/>
                <a:gd name="T38" fmla="*/ 12 w 72"/>
                <a:gd name="T39" fmla="*/ 12 h 120"/>
                <a:gd name="T40" fmla="*/ 12 w 72"/>
                <a:gd name="T41" fmla="*/ 42 h 120"/>
                <a:gd name="T42" fmla="*/ 18 w 72"/>
                <a:gd name="T43" fmla="*/ 54 h 120"/>
                <a:gd name="T44" fmla="*/ 24 w 72"/>
                <a:gd name="T45" fmla="*/ 60 h 120"/>
                <a:gd name="T46" fmla="*/ 24 w 72"/>
                <a:gd name="T4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120">
                  <a:moveTo>
                    <a:pt x="54" y="120"/>
                  </a:moveTo>
                  <a:cubicBezTo>
                    <a:pt x="18" y="120"/>
                    <a:pt x="18" y="120"/>
                    <a:pt x="18" y="120"/>
                  </a:cubicBezTo>
                  <a:cubicBezTo>
                    <a:pt x="15" y="120"/>
                    <a:pt x="12" y="117"/>
                    <a:pt x="12" y="114"/>
                  </a:cubicBezTo>
                  <a:cubicBezTo>
                    <a:pt x="12" y="65"/>
                    <a:pt x="12" y="65"/>
                    <a:pt x="12" y="65"/>
                  </a:cubicBezTo>
                  <a:cubicBezTo>
                    <a:pt x="4" y="62"/>
                    <a:pt x="0" y="55"/>
                    <a:pt x="0" y="42"/>
                  </a:cubicBezTo>
                  <a:cubicBezTo>
                    <a:pt x="0" y="6"/>
                    <a:pt x="0" y="6"/>
                    <a:pt x="0" y="6"/>
                  </a:cubicBezTo>
                  <a:cubicBezTo>
                    <a:pt x="0" y="2"/>
                    <a:pt x="3" y="0"/>
                    <a:pt x="6" y="0"/>
                  </a:cubicBezTo>
                  <a:cubicBezTo>
                    <a:pt x="66" y="0"/>
                    <a:pt x="66" y="0"/>
                    <a:pt x="66" y="0"/>
                  </a:cubicBezTo>
                  <a:cubicBezTo>
                    <a:pt x="69" y="0"/>
                    <a:pt x="72" y="2"/>
                    <a:pt x="72" y="6"/>
                  </a:cubicBezTo>
                  <a:cubicBezTo>
                    <a:pt x="72" y="42"/>
                    <a:pt x="72" y="42"/>
                    <a:pt x="72" y="42"/>
                  </a:cubicBezTo>
                  <a:cubicBezTo>
                    <a:pt x="72" y="55"/>
                    <a:pt x="68" y="62"/>
                    <a:pt x="60" y="65"/>
                  </a:cubicBezTo>
                  <a:cubicBezTo>
                    <a:pt x="60" y="114"/>
                    <a:pt x="60" y="114"/>
                    <a:pt x="60" y="114"/>
                  </a:cubicBezTo>
                  <a:cubicBezTo>
                    <a:pt x="60" y="117"/>
                    <a:pt x="57" y="120"/>
                    <a:pt x="54" y="120"/>
                  </a:cubicBezTo>
                  <a:close/>
                  <a:moveTo>
                    <a:pt x="24" y="108"/>
                  </a:moveTo>
                  <a:cubicBezTo>
                    <a:pt x="48" y="108"/>
                    <a:pt x="48" y="108"/>
                    <a:pt x="48" y="108"/>
                  </a:cubicBezTo>
                  <a:cubicBezTo>
                    <a:pt x="48" y="60"/>
                    <a:pt x="48" y="60"/>
                    <a:pt x="48" y="60"/>
                  </a:cubicBezTo>
                  <a:cubicBezTo>
                    <a:pt x="48" y="56"/>
                    <a:pt x="51" y="54"/>
                    <a:pt x="54" y="54"/>
                  </a:cubicBezTo>
                  <a:cubicBezTo>
                    <a:pt x="57" y="54"/>
                    <a:pt x="60" y="54"/>
                    <a:pt x="60" y="42"/>
                  </a:cubicBezTo>
                  <a:cubicBezTo>
                    <a:pt x="60" y="12"/>
                    <a:pt x="60" y="12"/>
                    <a:pt x="60" y="12"/>
                  </a:cubicBezTo>
                  <a:cubicBezTo>
                    <a:pt x="12" y="12"/>
                    <a:pt x="12" y="12"/>
                    <a:pt x="12" y="12"/>
                  </a:cubicBezTo>
                  <a:cubicBezTo>
                    <a:pt x="12" y="42"/>
                    <a:pt x="12" y="42"/>
                    <a:pt x="12" y="42"/>
                  </a:cubicBezTo>
                  <a:cubicBezTo>
                    <a:pt x="12" y="54"/>
                    <a:pt x="15" y="54"/>
                    <a:pt x="18" y="54"/>
                  </a:cubicBezTo>
                  <a:cubicBezTo>
                    <a:pt x="21" y="54"/>
                    <a:pt x="24" y="56"/>
                    <a:pt x="24" y="60"/>
                  </a:cubicBezTo>
                  <a:lnTo>
                    <a:pt x="2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77" name="Freeform 43">
              <a:extLst>
                <a:ext uri="{FF2B5EF4-FFF2-40B4-BE49-F238E27FC236}">
                  <a16:creationId xmlns:a16="http://schemas.microsoft.com/office/drawing/2014/main" id="{0B22C036-1BF3-914B-849D-BDC1213AB0A1}"/>
                </a:ext>
              </a:extLst>
            </p:cNvPr>
            <p:cNvSpPr>
              <a:spLocks noEditPoints="1"/>
            </p:cNvSpPr>
            <p:nvPr/>
          </p:nvSpPr>
          <p:spPr bwMode="auto">
            <a:xfrm>
              <a:off x="4800" y="815"/>
              <a:ext cx="147" cy="251"/>
            </a:xfrm>
            <a:custGeom>
              <a:avLst/>
              <a:gdLst>
                <a:gd name="T0" fmla="*/ 66 w 96"/>
                <a:gd name="T1" fmla="*/ 168 h 168"/>
                <a:gd name="T2" fmla="*/ 30 w 96"/>
                <a:gd name="T3" fmla="*/ 168 h 168"/>
                <a:gd name="T4" fmla="*/ 24 w 96"/>
                <a:gd name="T5" fmla="*/ 162 h 168"/>
                <a:gd name="T6" fmla="*/ 24 w 96"/>
                <a:gd name="T7" fmla="*/ 95 h 168"/>
                <a:gd name="T8" fmla="*/ 0 w 96"/>
                <a:gd name="T9" fmla="*/ 66 h 168"/>
                <a:gd name="T10" fmla="*/ 0 w 96"/>
                <a:gd name="T11" fmla="*/ 6 h 168"/>
                <a:gd name="T12" fmla="*/ 6 w 96"/>
                <a:gd name="T13" fmla="*/ 0 h 168"/>
                <a:gd name="T14" fmla="*/ 90 w 96"/>
                <a:gd name="T15" fmla="*/ 0 h 168"/>
                <a:gd name="T16" fmla="*/ 96 w 96"/>
                <a:gd name="T17" fmla="*/ 6 h 168"/>
                <a:gd name="T18" fmla="*/ 96 w 96"/>
                <a:gd name="T19" fmla="*/ 66 h 168"/>
                <a:gd name="T20" fmla="*/ 72 w 96"/>
                <a:gd name="T21" fmla="*/ 95 h 168"/>
                <a:gd name="T22" fmla="*/ 72 w 96"/>
                <a:gd name="T23" fmla="*/ 162 h 168"/>
                <a:gd name="T24" fmla="*/ 66 w 96"/>
                <a:gd name="T25" fmla="*/ 168 h 168"/>
                <a:gd name="T26" fmla="*/ 36 w 96"/>
                <a:gd name="T27" fmla="*/ 156 h 168"/>
                <a:gd name="T28" fmla="*/ 60 w 96"/>
                <a:gd name="T29" fmla="*/ 156 h 168"/>
                <a:gd name="T30" fmla="*/ 60 w 96"/>
                <a:gd name="T31" fmla="*/ 90 h 168"/>
                <a:gd name="T32" fmla="*/ 66 w 96"/>
                <a:gd name="T33" fmla="*/ 84 h 168"/>
                <a:gd name="T34" fmla="*/ 84 w 96"/>
                <a:gd name="T35" fmla="*/ 66 h 168"/>
                <a:gd name="T36" fmla="*/ 84 w 96"/>
                <a:gd name="T37" fmla="*/ 12 h 168"/>
                <a:gd name="T38" fmla="*/ 12 w 96"/>
                <a:gd name="T39" fmla="*/ 12 h 168"/>
                <a:gd name="T40" fmla="*/ 12 w 96"/>
                <a:gd name="T41" fmla="*/ 66 h 168"/>
                <a:gd name="T42" fmla="*/ 30 w 96"/>
                <a:gd name="T43" fmla="*/ 84 h 168"/>
                <a:gd name="T44" fmla="*/ 36 w 96"/>
                <a:gd name="T45" fmla="*/ 90 h 168"/>
                <a:gd name="T46" fmla="*/ 36 w 96"/>
                <a:gd name="T47"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6" h="168">
                  <a:moveTo>
                    <a:pt x="66" y="168"/>
                  </a:moveTo>
                  <a:cubicBezTo>
                    <a:pt x="30" y="168"/>
                    <a:pt x="30" y="168"/>
                    <a:pt x="30" y="168"/>
                  </a:cubicBezTo>
                  <a:cubicBezTo>
                    <a:pt x="27" y="168"/>
                    <a:pt x="24" y="165"/>
                    <a:pt x="24" y="162"/>
                  </a:cubicBezTo>
                  <a:cubicBezTo>
                    <a:pt x="24" y="95"/>
                    <a:pt x="24" y="95"/>
                    <a:pt x="24" y="95"/>
                  </a:cubicBezTo>
                  <a:cubicBezTo>
                    <a:pt x="10" y="92"/>
                    <a:pt x="0" y="80"/>
                    <a:pt x="0" y="66"/>
                  </a:cubicBezTo>
                  <a:cubicBezTo>
                    <a:pt x="0" y="6"/>
                    <a:pt x="0" y="6"/>
                    <a:pt x="0" y="6"/>
                  </a:cubicBezTo>
                  <a:cubicBezTo>
                    <a:pt x="0" y="2"/>
                    <a:pt x="3" y="0"/>
                    <a:pt x="6" y="0"/>
                  </a:cubicBezTo>
                  <a:cubicBezTo>
                    <a:pt x="90" y="0"/>
                    <a:pt x="90" y="0"/>
                    <a:pt x="90" y="0"/>
                  </a:cubicBezTo>
                  <a:cubicBezTo>
                    <a:pt x="93" y="0"/>
                    <a:pt x="96" y="2"/>
                    <a:pt x="96" y="6"/>
                  </a:cubicBezTo>
                  <a:cubicBezTo>
                    <a:pt x="96" y="66"/>
                    <a:pt x="96" y="66"/>
                    <a:pt x="96" y="66"/>
                  </a:cubicBezTo>
                  <a:cubicBezTo>
                    <a:pt x="96" y="80"/>
                    <a:pt x="86" y="92"/>
                    <a:pt x="72" y="95"/>
                  </a:cubicBezTo>
                  <a:cubicBezTo>
                    <a:pt x="72" y="162"/>
                    <a:pt x="72" y="162"/>
                    <a:pt x="72" y="162"/>
                  </a:cubicBezTo>
                  <a:cubicBezTo>
                    <a:pt x="72" y="165"/>
                    <a:pt x="69" y="168"/>
                    <a:pt x="66" y="168"/>
                  </a:cubicBezTo>
                  <a:close/>
                  <a:moveTo>
                    <a:pt x="36" y="156"/>
                  </a:moveTo>
                  <a:cubicBezTo>
                    <a:pt x="60" y="156"/>
                    <a:pt x="60" y="156"/>
                    <a:pt x="60" y="156"/>
                  </a:cubicBezTo>
                  <a:cubicBezTo>
                    <a:pt x="60" y="90"/>
                    <a:pt x="60" y="90"/>
                    <a:pt x="60" y="90"/>
                  </a:cubicBezTo>
                  <a:cubicBezTo>
                    <a:pt x="60" y="86"/>
                    <a:pt x="63" y="84"/>
                    <a:pt x="66" y="84"/>
                  </a:cubicBezTo>
                  <a:cubicBezTo>
                    <a:pt x="76" y="84"/>
                    <a:pt x="84" y="76"/>
                    <a:pt x="84" y="66"/>
                  </a:cubicBezTo>
                  <a:cubicBezTo>
                    <a:pt x="84" y="12"/>
                    <a:pt x="84" y="12"/>
                    <a:pt x="84" y="12"/>
                  </a:cubicBezTo>
                  <a:cubicBezTo>
                    <a:pt x="12" y="12"/>
                    <a:pt x="12" y="12"/>
                    <a:pt x="12" y="12"/>
                  </a:cubicBezTo>
                  <a:cubicBezTo>
                    <a:pt x="12" y="66"/>
                    <a:pt x="12" y="66"/>
                    <a:pt x="12" y="66"/>
                  </a:cubicBezTo>
                  <a:cubicBezTo>
                    <a:pt x="12" y="76"/>
                    <a:pt x="20" y="84"/>
                    <a:pt x="30" y="84"/>
                  </a:cubicBezTo>
                  <a:cubicBezTo>
                    <a:pt x="33" y="84"/>
                    <a:pt x="36" y="86"/>
                    <a:pt x="36" y="90"/>
                  </a:cubicBezTo>
                  <a:lnTo>
                    <a:pt x="36"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78" name="Freeform 44">
              <a:extLst>
                <a:ext uri="{FF2B5EF4-FFF2-40B4-BE49-F238E27FC236}">
                  <a16:creationId xmlns:a16="http://schemas.microsoft.com/office/drawing/2014/main" id="{E8B7DC9C-B6E3-214C-96AB-8281516F4326}"/>
                </a:ext>
              </a:extLst>
            </p:cNvPr>
            <p:cNvSpPr>
              <a:spLocks noEditPoints="1"/>
            </p:cNvSpPr>
            <p:nvPr/>
          </p:nvSpPr>
          <p:spPr bwMode="auto">
            <a:xfrm>
              <a:off x="4671" y="726"/>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79" name="Freeform 45">
              <a:extLst>
                <a:ext uri="{FF2B5EF4-FFF2-40B4-BE49-F238E27FC236}">
                  <a16:creationId xmlns:a16="http://schemas.microsoft.com/office/drawing/2014/main" id="{397E29E0-4660-AC44-AA91-82129C1E3367}"/>
                </a:ext>
              </a:extLst>
            </p:cNvPr>
            <p:cNvSpPr>
              <a:spLocks noEditPoints="1"/>
            </p:cNvSpPr>
            <p:nvPr/>
          </p:nvSpPr>
          <p:spPr bwMode="auto">
            <a:xfrm>
              <a:off x="5002" y="726"/>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80" name="Freeform 46">
              <a:extLst>
                <a:ext uri="{FF2B5EF4-FFF2-40B4-BE49-F238E27FC236}">
                  <a16:creationId xmlns:a16="http://schemas.microsoft.com/office/drawing/2014/main" id="{30250504-C013-FB41-8C0E-CC245995DB46}"/>
                </a:ext>
              </a:extLst>
            </p:cNvPr>
            <p:cNvSpPr>
              <a:spLocks noEditPoints="1"/>
            </p:cNvSpPr>
            <p:nvPr/>
          </p:nvSpPr>
          <p:spPr bwMode="auto">
            <a:xfrm>
              <a:off x="4818" y="690"/>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5"/>
                    <a:pt x="0" y="36"/>
                  </a:cubicBezTo>
                  <a:cubicBezTo>
                    <a:pt x="0" y="16"/>
                    <a:pt x="16" y="0"/>
                    <a:pt x="36" y="0"/>
                  </a:cubicBezTo>
                  <a:cubicBezTo>
                    <a:pt x="56" y="0"/>
                    <a:pt x="72" y="16"/>
                    <a:pt x="72" y="36"/>
                  </a:cubicBezTo>
                  <a:cubicBezTo>
                    <a:pt x="72" y="55"/>
                    <a:pt x="56" y="72"/>
                    <a:pt x="36" y="72"/>
                  </a:cubicBezTo>
                  <a:close/>
                  <a:moveTo>
                    <a:pt x="36" y="12"/>
                  </a:moveTo>
                  <a:cubicBezTo>
                    <a:pt x="23" y="12"/>
                    <a:pt x="12" y="22"/>
                    <a:pt x="12" y="36"/>
                  </a:cubicBezTo>
                  <a:cubicBezTo>
                    <a:pt x="12" y="49"/>
                    <a:pt x="23" y="60"/>
                    <a:pt x="36" y="60"/>
                  </a:cubicBezTo>
                  <a:cubicBezTo>
                    <a:pt x="49" y="60"/>
                    <a:pt x="60" y="49"/>
                    <a:pt x="60" y="36"/>
                  </a:cubicBezTo>
                  <a:cubicBezTo>
                    <a:pt x="60" y="22"/>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281" name="Group 122">
            <a:extLst>
              <a:ext uri="{FF2B5EF4-FFF2-40B4-BE49-F238E27FC236}">
                <a16:creationId xmlns:a16="http://schemas.microsoft.com/office/drawing/2014/main" id="{67283CD5-0255-B34C-BF7E-E084473C74C8}"/>
              </a:ext>
            </a:extLst>
          </p:cNvPr>
          <p:cNvGrpSpPr>
            <a:grpSpLocks noChangeAspect="1"/>
          </p:cNvGrpSpPr>
          <p:nvPr userDrawn="1"/>
        </p:nvGrpSpPr>
        <p:grpSpPr bwMode="auto">
          <a:xfrm>
            <a:off x="9677138" y="4315989"/>
            <a:ext cx="496566" cy="484180"/>
            <a:chOff x="487" y="3214"/>
            <a:chExt cx="441" cy="430"/>
          </a:xfrm>
          <a:solidFill>
            <a:schemeClr val="accent1"/>
          </a:solidFill>
        </p:grpSpPr>
        <p:sp>
          <p:nvSpPr>
            <p:cNvPr id="282" name="Freeform 123">
              <a:extLst>
                <a:ext uri="{FF2B5EF4-FFF2-40B4-BE49-F238E27FC236}">
                  <a16:creationId xmlns:a16="http://schemas.microsoft.com/office/drawing/2014/main" id="{72773FE5-CE95-0F4A-A086-070B43C2F3E0}"/>
                </a:ext>
              </a:extLst>
            </p:cNvPr>
            <p:cNvSpPr>
              <a:spLocks noEditPoints="1"/>
            </p:cNvSpPr>
            <p:nvPr/>
          </p:nvSpPr>
          <p:spPr bwMode="auto">
            <a:xfrm>
              <a:off x="579" y="3214"/>
              <a:ext cx="257" cy="233"/>
            </a:xfrm>
            <a:custGeom>
              <a:avLst/>
              <a:gdLst>
                <a:gd name="T0" fmla="*/ 66 w 168"/>
                <a:gd name="T1" fmla="*/ 156 h 156"/>
                <a:gd name="T2" fmla="*/ 62 w 168"/>
                <a:gd name="T3" fmla="*/ 154 h 156"/>
                <a:gd name="T4" fmla="*/ 28 w 168"/>
                <a:gd name="T5" fmla="*/ 120 h 156"/>
                <a:gd name="T6" fmla="*/ 18 w 168"/>
                <a:gd name="T7" fmla="*/ 120 h 156"/>
                <a:gd name="T8" fmla="*/ 0 w 168"/>
                <a:gd name="T9" fmla="*/ 102 h 156"/>
                <a:gd name="T10" fmla="*/ 0 w 168"/>
                <a:gd name="T11" fmla="*/ 18 h 156"/>
                <a:gd name="T12" fmla="*/ 18 w 168"/>
                <a:gd name="T13" fmla="*/ 0 h 156"/>
                <a:gd name="T14" fmla="*/ 150 w 168"/>
                <a:gd name="T15" fmla="*/ 0 h 156"/>
                <a:gd name="T16" fmla="*/ 168 w 168"/>
                <a:gd name="T17" fmla="*/ 18 h 156"/>
                <a:gd name="T18" fmla="*/ 168 w 168"/>
                <a:gd name="T19" fmla="*/ 102 h 156"/>
                <a:gd name="T20" fmla="*/ 150 w 168"/>
                <a:gd name="T21" fmla="*/ 120 h 156"/>
                <a:gd name="T22" fmla="*/ 72 w 168"/>
                <a:gd name="T23" fmla="*/ 120 h 156"/>
                <a:gd name="T24" fmla="*/ 72 w 168"/>
                <a:gd name="T25" fmla="*/ 150 h 156"/>
                <a:gd name="T26" fmla="*/ 69 w 168"/>
                <a:gd name="T27" fmla="*/ 156 h 156"/>
                <a:gd name="T28" fmla="*/ 66 w 168"/>
                <a:gd name="T29" fmla="*/ 156 h 156"/>
                <a:gd name="T30" fmla="*/ 18 w 168"/>
                <a:gd name="T31" fmla="*/ 12 h 156"/>
                <a:gd name="T32" fmla="*/ 12 w 168"/>
                <a:gd name="T33" fmla="*/ 18 h 156"/>
                <a:gd name="T34" fmla="*/ 12 w 168"/>
                <a:gd name="T35" fmla="*/ 102 h 156"/>
                <a:gd name="T36" fmla="*/ 18 w 168"/>
                <a:gd name="T37" fmla="*/ 108 h 156"/>
                <a:gd name="T38" fmla="*/ 30 w 168"/>
                <a:gd name="T39" fmla="*/ 108 h 156"/>
                <a:gd name="T40" fmla="*/ 34 w 168"/>
                <a:gd name="T41" fmla="*/ 110 h 156"/>
                <a:gd name="T42" fmla="*/ 60 w 168"/>
                <a:gd name="T43" fmla="*/ 136 h 156"/>
                <a:gd name="T44" fmla="*/ 60 w 168"/>
                <a:gd name="T45" fmla="*/ 114 h 156"/>
                <a:gd name="T46" fmla="*/ 66 w 168"/>
                <a:gd name="T47" fmla="*/ 108 h 156"/>
                <a:gd name="T48" fmla="*/ 150 w 168"/>
                <a:gd name="T49" fmla="*/ 108 h 156"/>
                <a:gd name="T50" fmla="*/ 156 w 168"/>
                <a:gd name="T51" fmla="*/ 102 h 156"/>
                <a:gd name="T52" fmla="*/ 156 w 168"/>
                <a:gd name="T53" fmla="*/ 18 h 156"/>
                <a:gd name="T54" fmla="*/ 150 w 168"/>
                <a:gd name="T55" fmla="*/ 12 h 156"/>
                <a:gd name="T56" fmla="*/ 18 w 168"/>
                <a:gd name="T57"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8" h="156">
                  <a:moveTo>
                    <a:pt x="66" y="156"/>
                  </a:moveTo>
                  <a:cubicBezTo>
                    <a:pt x="65" y="156"/>
                    <a:pt x="63" y="156"/>
                    <a:pt x="62" y="154"/>
                  </a:cubicBezTo>
                  <a:cubicBezTo>
                    <a:pt x="28" y="120"/>
                    <a:pt x="28" y="120"/>
                    <a:pt x="28" y="120"/>
                  </a:cubicBezTo>
                  <a:cubicBezTo>
                    <a:pt x="18" y="120"/>
                    <a:pt x="18" y="120"/>
                    <a:pt x="18" y="120"/>
                  </a:cubicBezTo>
                  <a:cubicBezTo>
                    <a:pt x="8" y="120"/>
                    <a:pt x="0" y="112"/>
                    <a:pt x="0" y="102"/>
                  </a:cubicBezTo>
                  <a:cubicBezTo>
                    <a:pt x="0" y="18"/>
                    <a:pt x="0" y="18"/>
                    <a:pt x="0" y="18"/>
                  </a:cubicBezTo>
                  <a:cubicBezTo>
                    <a:pt x="0" y="8"/>
                    <a:pt x="8" y="0"/>
                    <a:pt x="18" y="0"/>
                  </a:cubicBezTo>
                  <a:cubicBezTo>
                    <a:pt x="150" y="0"/>
                    <a:pt x="150" y="0"/>
                    <a:pt x="150" y="0"/>
                  </a:cubicBezTo>
                  <a:cubicBezTo>
                    <a:pt x="160" y="0"/>
                    <a:pt x="168" y="8"/>
                    <a:pt x="168" y="18"/>
                  </a:cubicBezTo>
                  <a:cubicBezTo>
                    <a:pt x="168" y="102"/>
                    <a:pt x="168" y="102"/>
                    <a:pt x="168" y="102"/>
                  </a:cubicBezTo>
                  <a:cubicBezTo>
                    <a:pt x="168" y="112"/>
                    <a:pt x="160" y="120"/>
                    <a:pt x="150" y="120"/>
                  </a:cubicBezTo>
                  <a:cubicBezTo>
                    <a:pt x="72" y="120"/>
                    <a:pt x="72" y="120"/>
                    <a:pt x="72" y="120"/>
                  </a:cubicBezTo>
                  <a:cubicBezTo>
                    <a:pt x="72" y="150"/>
                    <a:pt x="72" y="150"/>
                    <a:pt x="72" y="150"/>
                  </a:cubicBezTo>
                  <a:cubicBezTo>
                    <a:pt x="72" y="153"/>
                    <a:pt x="71" y="155"/>
                    <a:pt x="69" y="156"/>
                  </a:cubicBezTo>
                  <a:cubicBezTo>
                    <a:pt x="68" y="156"/>
                    <a:pt x="67" y="156"/>
                    <a:pt x="66" y="156"/>
                  </a:cubicBezTo>
                  <a:close/>
                  <a:moveTo>
                    <a:pt x="18" y="12"/>
                  </a:moveTo>
                  <a:cubicBezTo>
                    <a:pt x="15" y="12"/>
                    <a:pt x="12" y="15"/>
                    <a:pt x="12" y="18"/>
                  </a:cubicBezTo>
                  <a:cubicBezTo>
                    <a:pt x="12" y="102"/>
                    <a:pt x="12" y="102"/>
                    <a:pt x="12" y="102"/>
                  </a:cubicBezTo>
                  <a:cubicBezTo>
                    <a:pt x="12" y="105"/>
                    <a:pt x="15" y="108"/>
                    <a:pt x="18" y="108"/>
                  </a:cubicBezTo>
                  <a:cubicBezTo>
                    <a:pt x="30" y="108"/>
                    <a:pt x="30" y="108"/>
                    <a:pt x="30" y="108"/>
                  </a:cubicBezTo>
                  <a:cubicBezTo>
                    <a:pt x="32" y="108"/>
                    <a:pt x="33" y="109"/>
                    <a:pt x="34" y="110"/>
                  </a:cubicBezTo>
                  <a:cubicBezTo>
                    <a:pt x="60" y="136"/>
                    <a:pt x="60" y="136"/>
                    <a:pt x="60" y="136"/>
                  </a:cubicBezTo>
                  <a:cubicBezTo>
                    <a:pt x="60" y="114"/>
                    <a:pt x="60" y="114"/>
                    <a:pt x="60" y="114"/>
                  </a:cubicBezTo>
                  <a:cubicBezTo>
                    <a:pt x="60" y="111"/>
                    <a:pt x="63" y="108"/>
                    <a:pt x="66" y="108"/>
                  </a:cubicBezTo>
                  <a:cubicBezTo>
                    <a:pt x="150" y="108"/>
                    <a:pt x="150" y="108"/>
                    <a:pt x="150" y="108"/>
                  </a:cubicBezTo>
                  <a:cubicBezTo>
                    <a:pt x="154" y="108"/>
                    <a:pt x="156" y="105"/>
                    <a:pt x="156" y="102"/>
                  </a:cubicBezTo>
                  <a:cubicBezTo>
                    <a:pt x="156" y="18"/>
                    <a:pt x="156" y="18"/>
                    <a:pt x="156" y="18"/>
                  </a:cubicBezTo>
                  <a:cubicBezTo>
                    <a:pt x="156" y="15"/>
                    <a:pt x="154" y="12"/>
                    <a:pt x="150" y="12"/>
                  </a:cubicBezTo>
                  <a:lnTo>
                    <a:pt x="18"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83" name="Freeform 124">
              <a:extLst>
                <a:ext uri="{FF2B5EF4-FFF2-40B4-BE49-F238E27FC236}">
                  <a16:creationId xmlns:a16="http://schemas.microsoft.com/office/drawing/2014/main" id="{6CDD5E0D-6567-8F41-ADDA-4873270097A1}"/>
                </a:ext>
              </a:extLst>
            </p:cNvPr>
            <p:cNvSpPr>
              <a:spLocks noEditPoints="1"/>
            </p:cNvSpPr>
            <p:nvPr/>
          </p:nvSpPr>
          <p:spPr bwMode="auto">
            <a:xfrm>
              <a:off x="790" y="3411"/>
              <a:ext cx="110" cy="108"/>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84" name="Freeform 125">
              <a:extLst>
                <a:ext uri="{FF2B5EF4-FFF2-40B4-BE49-F238E27FC236}">
                  <a16:creationId xmlns:a16="http://schemas.microsoft.com/office/drawing/2014/main" id="{5E033DBE-D634-B34B-A4D9-A3AB7C0A517D}"/>
                </a:ext>
              </a:extLst>
            </p:cNvPr>
            <p:cNvSpPr>
              <a:spLocks noEditPoints="1"/>
            </p:cNvSpPr>
            <p:nvPr/>
          </p:nvSpPr>
          <p:spPr bwMode="auto">
            <a:xfrm>
              <a:off x="763" y="3501"/>
              <a:ext cx="165" cy="89"/>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85" name="Freeform 126">
              <a:extLst>
                <a:ext uri="{FF2B5EF4-FFF2-40B4-BE49-F238E27FC236}">
                  <a16:creationId xmlns:a16="http://schemas.microsoft.com/office/drawing/2014/main" id="{88700ED7-B9BA-B04A-9A1A-F877F79FB300}"/>
                </a:ext>
              </a:extLst>
            </p:cNvPr>
            <p:cNvSpPr>
              <a:spLocks noEditPoints="1"/>
            </p:cNvSpPr>
            <p:nvPr/>
          </p:nvSpPr>
          <p:spPr bwMode="auto">
            <a:xfrm>
              <a:off x="515" y="3411"/>
              <a:ext cx="110" cy="108"/>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86" name="Freeform 127">
              <a:extLst>
                <a:ext uri="{FF2B5EF4-FFF2-40B4-BE49-F238E27FC236}">
                  <a16:creationId xmlns:a16="http://schemas.microsoft.com/office/drawing/2014/main" id="{BD63F862-ED81-B442-A78A-FA6F5D451E40}"/>
                </a:ext>
              </a:extLst>
            </p:cNvPr>
            <p:cNvSpPr>
              <a:spLocks noEditPoints="1"/>
            </p:cNvSpPr>
            <p:nvPr/>
          </p:nvSpPr>
          <p:spPr bwMode="auto">
            <a:xfrm>
              <a:off x="487" y="3501"/>
              <a:ext cx="165" cy="89"/>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87" name="Freeform 128">
              <a:extLst>
                <a:ext uri="{FF2B5EF4-FFF2-40B4-BE49-F238E27FC236}">
                  <a16:creationId xmlns:a16="http://schemas.microsoft.com/office/drawing/2014/main" id="{52268FC6-A33C-ED46-9336-05D86CD13697}"/>
                </a:ext>
              </a:extLst>
            </p:cNvPr>
            <p:cNvSpPr>
              <a:spLocks noEditPoints="1"/>
            </p:cNvSpPr>
            <p:nvPr/>
          </p:nvSpPr>
          <p:spPr bwMode="auto">
            <a:xfrm>
              <a:off x="652" y="3465"/>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88" name="Freeform 129">
              <a:extLst>
                <a:ext uri="{FF2B5EF4-FFF2-40B4-BE49-F238E27FC236}">
                  <a16:creationId xmlns:a16="http://schemas.microsoft.com/office/drawing/2014/main" id="{56D30168-2DF4-C24E-A79D-080A99416751}"/>
                </a:ext>
              </a:extLst>
            </p:cNvPr>
            <p:cNvSpPr>
              <a:spLocks noEditPoints="1"/>
            </p:cNvSpPr>
            <p:nvPr/>
          </p:nvSpPr>
          <p:spPr bwMode="auto">
            <a:xfrm>
              <a:off x="625" y="3554"/>
              <a:ext cx="165" cy="90"/>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89" name="Freeform 130">
              <a:extLst>
                <a:ext uri="{FF2B5EF4-FFF2-40B4-BE49-F238E27FC236}">
                  <a16:creationId xmlns:a16="http://schemas.microsoft.com/office/drawing/2014/main" id="{A4CCAC9E-9F1D-7349-BC9A-B1EF22D519BF}"/>
                </a:ext>
              </a:extLst>
            </p:cNvPr>
            <p:cNvSpPr>
              <a:spLocks/>
            </p:cNvSpPr>
            <p:nvPr/>
          </p:nvSpPr>
          <p:spPr bwMode="auto">
            <a:xfrm>
              <a:off x="634" y="3250"/>
              <a:ext cx="147" cy="18"/>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90" name="Freeform 131">
              <a:extLst>
                <a:ext uri="{FF2B5EF4-FFF2-40B4-BE49-F238E27FC236}">
                  <a16:creationId xmlns:a16="http://schemas.microsoft.com/office/drawing/2014/main" id="{747CB487-9672-EB4E-BF7A-C18B01144E97}"/>
                </a:ext>
              </a:extLst>
            </p:cNvPr>
            <p:cNvSpPr>
              <a:spLocks/>
            </p:cNvSpPr>
            <p:nvPr/>
          </p:nvSpPr>
          <p:spPr bwMode="auto">
            <a:xfrm>
              <a:off x="634" y="3286"/>
              <a:ext cx="147" cy="18"/>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91" name="Freeform 132">
              <a:extLst>
                <a:ext uri="{FF2B5EF4-FFF2-40B4-BE49-F238E27FC236}">
                  <a16:creationId xmlns:a16="http://schemas.microsoft.com/office/drawing/2014/main" id="{5B3A23BE-3A97-9841-A871-547EA51CCD45}"/>
                </a:ext>
              </a:extLst>
            </p:cNvPr>
            <p:cNvSpPr>
              <a:spLocks/>
            </p:cNvSpPr>
            <p:nvPr/>
          </p:nvSpPr>
          <p:spPr bwMode="auto">
            <a:xfrm>
              <a:off x="634" y="3322"/>
              <a:ext cx="147" cy="17"/>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292" name="Group 140">
            <a:extLst>
              <a:ext uri="{FF2B5EF4-FFF2-40B4-BE49-F238E27FC236}">
                <a16:creationId xmlns:a16="http://schemas.microsoft.com/office/drawing/2014/main" id="{AA388C1F-8ED0-A044-89DE-83D0EEEFC80D}"/>
              </a:ext>
            </a:extLst>
          </p:cNvPr>
          <p:cNvGrpSpPr>
            <a:grpSpLocks noChangeAspect="1"/>
          </p:cNvGrpSpPr>
          <p:nvPr userDrawn="1"/>
        </p:nvGrpSpPr>
        <p:grpSpPr bwMode="auto">
          <a:xfrm>
            <a:off x="10942164" y="1923077"/>
            <a:ext cx="513762" cy="513760"/>
            <a:chOff x="1560" y="3157"/>
            <a:chExt cx="426" cy="426"/>
          </a:xfrm>
          <a:solidFill>
            <a:schemeClr val="accent1"/>
          </a:solidFill>
        </p:grpSpPr>
        <p:sp>
          <p:nvSpPr>
            <p:cNvPr id="293" name="Freeform 141">
              <a:extLst>
                <a:ext uri="{FF2B5EF4-FFF2-40B4-BE49-F238E27FC236}">
                  <a16:creationId xmlns:a16="http://schemas.microsoft.com/office/drawing/2014/main" id="{6DC37675-C2E9-FC4D-97FC-14D1439C69D6}"/>
                </a:ext>
              </a:extLst>
            </p:cNvPr>
            <p:cNvSpPr>
              <a:spLocks noEditPoints="1"/>
            </p:cNvSpPr>
            <p:nvPr/>
          </p:nvSpPr>
          <p:spPr bwMode="auto">
            <a:xfrm>
              <a:off x="1702" y="3211"/>
              <a:ext cx="142" cy="141"/>
            </a:xfrm>
            <a:custGeom>
              <a:avLst/>
              <a:gdLst>
                <a:gd name="T0" fmla="*/ 48 w 96"/>
                <a:gd name="T1" fmla="*/ 96 h 96"/>
                <a:gd name="T2" fmla="*/ 0 w 96"/>
                <a:gd name="T3" fmla="*/ 48 h 96"/>
                <a:gd name="T4" fmla="*/ 48 w 96"/>
                <a:gd name="T5" fmla="*/ 0 h 96"/>
                <a:gd name="T6" fmla="*/ 96 w 96"/>
                <a:gd name="T7" fmla="*/ 48 h 96"/>
                <a:gd name="T8" fmla="*/ 48 w 96"/>
                <a:gd name="T9" fmla="*/ 96 h 96"/>
                <a:gd name="T10" fmla="*/ 48 w 96"/>
                <a:gd name="T11" fmla="*/ 12 h 96"/>
                <a:gd name="T12" fmla="*/ 12 w 96"/>
                <a:gd name="T13" fmla="*/ 48 h 96"/>
                <a:gd name="T14" fmla="*/ 48 w 96"/>
                <a:gd name="T15" fmla="*/ 84 h 96"/>
                <a:gd name="T16" fmla="*/ 84 w 96"/>
                <a:gd name="T17" fmla="*/ 48 h 96"/>
                <a:gd name="T18" fmla="*/ 48 w 96"/>
                <a:gd name="T19" fmla="*/ 1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96"/>
                  </a:moveTo>
                  <a:cubicBezTo>
                    <a:pt x="22" y="96"/>
                    <a:pt x="0" y="75"/>
                    <a:pt x="0" y="48"/>
                  </a:cubicBezTo>
                  <a:cubicBezTo>
                    <a:pt x="0" y="22"/>
                    <a:pt x="22" y="0"/>
                    <a:pt x="48" y="0"/>
                  </a:cubicBezTo>
                  <a:cubicBezTo>
                    <a:pt x="75" y="0"/>
                    <a:pt x="96" y="22"/>
                    <a:pt x="96" y="48"/>
                  </a:cubicBezTo>
                  <a:cubicBezTo>
                    <a:pt x="96" y="75"/>
                    <a:pt x="75" y="96"/>
                    <a:pt x="48" y="96"/>
                  </a:cubicBezTo>
                  <a:close/>
                  <a:moveTo>
                    <a:pt x="48" y="12"/>
                  </a:moveTo>
                  <a:cubicBezTo>
                    <a:pt x="28" y="12"/>
                    <a:pt x="12" y="29"/>
                    <a:pt x="12" y="48"/>
                  </a:cubicBezTo>
                  <a:cubicBezTo>
                    <a:pt x="12" y="68"/>
                    <a:pt x="28" y="84"/>
                    <a:pt x="48" y="84"/>
                  </a:cubicBezTo>
                  <a:cubicBezTo>
                    <a:pt x="68" y="84"/>
                    <a:pt x="84" y="68"/>
                    <a:pt x="84" y="48"/>
                  </a:cubicBezTo>
                  <a:cubicBezTo>
                    <a:pt x="84" y="29"/>
                    <a:pt x="68" y="12"/>
                    <a:pt x="4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94" name="Freeform 142">
              <a:extLst>
                <a:ext uri="{FF2B5EF4-FFF2-40B4-BE49-F238E27FC236}">
                  <a16:creationId xmlns:a16="http://schemas.microsoft.com/office/drawing/2014/main" id="{4F2931D0-0ECD-044F-B8D7-5EE83E53FC2A}"/>
                </a:ext>
              </a:extLst>
            </p:cNvPr>
            <p:cNvSpPr>
              <a:spLocks noEditPoints="1"/>
            </p:cNvSpPr>
            <p:nvPr/>
          </p:nvSpPr>
          <p:spPr bwMode="auto">
            <a:xfrm>
              <a:off x="1643" y="3157"/>
              <a:ext cx="262" cy="392"/>
            </a:xfrm>
            <a:custGeom>
              <a:avLst/>
              <a:gdLst>
                <a:gd name="T0" fmla="*/ 88 w 177"/>
                <a:gd name="T1" fmla="*/ 265 h 265"/>
                <a:gd name="T2" fmla="*/ 88 w 177"/>
                <a:gd name="T3" fmla="*/ 265 h 265"/>
                <a:gd name="T4" fmla="*/ 83 w 177"/>
                <a:gd name="T5" fmla="*/ 262 h 265"/>
                <a:gd name="T6" fmla="*/ 0 w 177"/>
                <a:gd name="T7" fmla="*/ 89 h 265"/>
                <a:gd name="T8" fmla="*/ 88 w 177"/>
                <a:gd name="T9" fmla="*/ 0 h 265"/>
                <a:gd name="T10" fmla="*/ 177 w 177"/>
                <a:gd name="T11" fmla="*/ 89 h 265"/>
                <a:gd name="T12" fmla="*/ 93 w 177"/>
                <a:gd name="T13" fmla="*/ 262 h 265"/>
                <a:gd name="T14" fmla="*/ 88 w 177"/>
                <a:gd name="T15" fmla="*/ 265 h 265"/>
                <a:gd name="T16" fmla="*/ 88 w 177"/>
                <a:gd name="T17" fmla="*/ 12 h 265"/>
                <a:gd name="T18" fmla="*/ 12 w 177"/>
                <a:gd name="T19" fmla="*/ 89 h 265"/>
                <a:gd name="T20" fmla="*/ 88 w 177"/>
                <a:gd name="T21" fmla="*/ 248 h 265"/>
                <a:gd name="T22" fmla="*/ 165 w 177"/>
                <a:gd name="T23" fmla="*/ 89 h 265"/>
                <a:gd name="T24" fmla="*/ 88 w 177"/>
                <a:gd name="T25" fmla="*/ 1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7" h="265">
                  <a:moveTo>
                    <a:pt x="88" y="265"/>
                  </a:moveTo>
                  <a:cubicBezTo>
                    <a:pt x="88" y="265"/>
                    <a:pt x="88" y="265"/>
                    <a:pt x="88" y="265"/>
                  </a:cubicBezTo>
                  <a:cubicBezTo>
                    <a:pt x="86" y="265"/>
                    <a:pt x="84" y="264"/>
                    <a:pt x="83" y="262"/>
                  </a:cubicBezTo>
                  <a:cubicBezTo>
                    <a:pt x="80" y="257"/>
                    <a:pt x="0" y="135"/>
                    <a:pt x="0" y="89"/>
                  </a:cubicBezTo>
                  <a:cubicBezTo>
                    <a:pt x="0" y="40"/>
                    <a:pt x="40" y="0"/>
                    <a:pt x="88" y="0"/>
                  </a:cubicBezTo>
                  <a:cubicBezTo>
                    <a:pt x="137" y="0"/>
                    <a:pt x="177" y="40"/>
                    <a:pt x="177" y="89"/>
                  </a:cubicBezTo>
                  <a:cubicBezTo>
                    <a:pt x="177" y="135"/>
                    <a:pt x="97" y="257"/>
                    <a:pt x="93" y="262"/>
                  </a:cubicBezTo>
                  <a:cubicBezTo>
                    <a:pt x="92" y="264"/>
                    <a:pt x="90" y="265"/>
                    <a:pt x="88" y="265"/>
                  </a:cubicBezTo>
                  <a:close/>
                  <a:moveTo>
                    <a:pt x="88" y="12"/>
                  </a:moveTo>
                  <a:cubicBezTo>
                    <a:pt x="46" y="12"/>
                    <a:pt x="12" y="47"/>
                    <a:pt x="12" y="89"/>
                  </a:cubicBezTo>
                  <a:cubicBezTo>
                    <a:pt x="12" y="126"/>
                    <a:pt x="71" y="220"/>
                    <a:pt x="88" y="248"/>
                  </a:cubicBezTo>
                  <a:cubicBezTo>
                    <a:pt x="106" y="220"/>
                    <a:pt x="165" y="126"/>
                    <a:pt x="165" y="89"/>
                  </a:cubicBezTo>
                  <a:cubicBezTo>
                    <a:pt x="165" y="47"/>
                    <a:pt x="130" y="12"/>
                    <a:pt x="8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95" name="Freeform 143">
              <a:extLst>
                <a:ext uri="{FF2B5EF4-FFF2-40B4-BE49-F238E27FC236}">
                  <a16:creationId xmlns:a16="http://schemas.microsoft.com/office/drawing/2014/main" id="{2A0F5EEC-4050-F048-8AF4-786AD6520BE2}"/>
                </a:ext>
              </a:extLst>
            </p:cNvPr>
            <p:cNvSpPr>
              <a:spLocks noEditPoints="1"/>
            </p:cNvSpPr>
            <p:nvPr/>
          </p:nvSpPr>
          <p:spPr bwMode="auto">
            <a:xfrm>
              <a:off x="1560" y="3499"/>
              <a:ext cx="426" cy="84"/>
            </a:xfrm>
            <a:custGeom>
              <a:avLst/>
              <a:gdLst>
                <a:gd name="T0" fmla="*/ 144 w 288"/>
                <a:gd name="T1" fmla="*/ 57 h 57"/>
                <a:gd name="T2" fmla="*/ 0 w 288"/>
                <a:gd name="T3" fmla="*/ 27 h 57"/>
                <a:gd name="T4" fmla="*/ 83 w 288"/>
                <a:gd name="T5" fmla="*/ 0 h 57"/>
                <a:gd name="T6" fmla="*/ 90 w 288"/>
                <a:gd name="T7" fmla="*/ 5 h 57"/>
                <a:gd name="T8" fmla="*/ 84 w 288"/>
                <a:gd name="T9" fmla="*/ 12 h 57"/>
                <a:gd name="T10" fmla="*/ 13 w 288"/>
                <a:gd name="T11" fmla="*/ 27 h 57"/>
                <a:gd name="T12" fmla="*/ 144 w 288"/>
                <a:gd name="T13" fmla="*/ 45 h 57"/>
                <a:gd name="T14" fmla="*/ 276 w 288"/>
                <a:gd name="T15" fmla="*/ 27 h 57"/>
                <a:gd name="T16" fmla="*/ 204 w 288"/>
                <a:gd name="T17" fmla="*/ 12 h 57"/>
                <a:gd name="T18" fmla="*/ 198 w 288"/>
                <a:gd name="T19" fmla="*/ 5 h 57"/>
                <a:gd name="T20" fmla="*/ 205 w 288"/>
                <a:gd name="T21" fmla="*/ 0 h 57"/>
                <a:gd name="T22" fmla="*/ 288 w 288"/>
                <a:gd name="T23" fmla="*/ 27 h 57"/>
                <a:gd name="T24" fmla="*/ 144 w 288"/>
                <a:gd name="T25" fmla="*/ 57 h 57"/>
                <a:gd name="T26" fmla="*/ 276 w 288"/>
                <a:gd name="T27" fmla="*/ 28 h 57"/>
                <a:gd name="T28" fmla="*/ 276 w 288"/>
                <a:gd name="T29"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8" h="57">
                  <a:moveTo>
                    <a:pt x="144" y="57"/>
                  </a:moveTo>
                  <a:cubicBezTo>
                    <a:pt x="130" y="57"/>
                    <a:pt x="0" y="57"/>
                    <a:pt x="0" y="27"/>
                  </a:cubicBezTo>
                  <a:cubicBezTo>
                    <a:pt x="0" y="14"/>
                    <a:pt x="28" y="5"/>
                    <a:pt x="83" y="0"/>
                  </a:cubicBezTo>
                  <a:cubicBezTo>
                    <a:pt x="87" y="0"/>
                    <a:pt x="89" y="2"/>
                    <a:pt x="90" y="5"/>
                  </a:cubicBezTo>
                  <a:cubicBezTo>
                    <a:pt x="90" y="9"/>
                    <a:pt x="88" y="12"/>
                    <a:pt x="84" y="12"/>
                  </a:cubicBezTo>
                  <a:cubicBezTo>
                    <a:pt x="33" y="16"/>
                    <a:pt x="16" y="24"/>
                    <a:pt x="13" y="27"/>
                  </a:cubicBezTo>
                  <a:cubicBezTo>
                    <a:pt x="18" y="34"/>
                    <a:pt x="65" y="45"/>
                    <a:pt x="144" y="45"/>
                  </a:cubicBezTo>
                  <a:cubicBezTo>
                    <a:pt x="223" y="45"/>
                    <a:pt x="270" y="34"/>
                    <a:pt x="276" y="27"/>
                  </a:cubicBezTo>
                  <a:cubicBezTo>
                    <a:pt x="273" y="24"/>
                    <a:pt x="255" y="16"/>
                    <a:pt x="204" y="12"/>
                  </a:cubicBezTo>
                  <a:cubicBezTo>
                    <a:pt x="200" y="12"/>
                    <a:pt x="198" y="9"/>
                    <a:pt x="198" y="5"/>
                  </a:cubicBezTo>
                  <a:cubicBezTo>
                    <a:pt x="199" y="2"/>
                    <a:pt x="201" y="0"/>
                    <a:pt x="205" y="0"/>
                  </a:cubicBezTo>
                  <a:cubicBezTo>
                    <a:pt x="260" y="5"/>
                    <a:pt x="288" y="14"/>
                    <a:pt x="288" y="27"/>
                  </a:cubicBezTo>
                  <a:cubicBezTo>
                    <a:pt x="288" y="57"/>
                    <a:pt x="159" y="57"/>
                    <a:pt x="144" y="57"/>
                  </a:cubicBezTo>
                  <a:close/>
                  <a:moveTo>
                    <a:pt x="276" y="28"/>
                  </a:moveTo>
                  <a:cubicBezTo>
                    <a:pt x="276" y="28"/>
                    <a:pt x="276" y="28"/>
                    <a:pt x="276"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296" name="Group 265">
            <a:extLst>
              <a:ext uri="{FF2B5EF4-FFF2-40B4-BE49-F238E27FC236}">
                <a16:creationId xmlns:a16="http://schemas.microsoft.com/office/drawing/2014/main" id="{DB574722-631E-164E-AF27-0911A2FEC321}"/>
              </a:ext>
            </a:extLst>
          </p:cNvPr>
          <p:cNvGrpSpPr>
            <a:grpSpLocks noChangeAspect="1"/>
          </p:cNvGrpSpPr>
          <p:nvPr userDrawn="1"/>
        </p:nvGrpSpPr>
        <p:grpSpPr bwMode="auto">
          <a:xfrm>
            <a:off x="9686502" y="1940477"/>
            <a:ext cx="477838" cy="478960"/>
            <a:chOff x="4480" y="2998"/>
            <a:chExt cx="426" cy="427"/>
          </a:xfrm>
          <a:solidFill>
            <a:schemeClr val="accent1"/>
          </a:solidFill>
        </p:grpSpPr>
        <p:sp>
          <p:nvSpPr>
            <p:cNvPr id="297" name="Freeform 266">
              <a:extLst>
                <a:ext uri="{FF2B5EF4-FFF2-40B4-BE49-F238E27FC236}">
                  <a16:creationId xmlns:a16="http://schemas.microsoft.com/office/drawing/2014/main" id="{B9360F8F-35A5-2948-A337-3FA5820849CE}"/>
                </a:ext>
              </a:extLst>
            </p:cNvPr>
            <p:cNvSpPr>
              <a:spLocks noEditPoints="1"/>
            </p:cNvSpPr>
            <p:nvPr/>
          </p:nvSpPr>
          <p:spPr bwMode="auto">
            <a:xfrm>
              <a:off x="4480" y="2998"/>
              <a:ext cx="426" cy="427"/>
            </a:xfrm>
            <a:custGeom>
              <a:avLst/>
              <a:gdLst>
                <a:gd name="T0" fmla="*/ 144 w 288"/>
                <a:gd name="T1" fmla="*/ 288 h 288"/>
                <a:gd name="T2" fmla="*/ 0 w 288"/>
                <a:gd name="T3" fmla="*/ 141 h 288"/>
                <a:gd name="T4" fmla="*/ 138 w 288"/>
                <a:gd name="T5" fmla="*/ 0 h 288"/>
                <a:gd name="T6" fmla="*/ 144 w 288"/>
                <a:gd name="T7" fmla="*/ 0 h 288"/>
                <a:gd name="T8" fmla="*/ 288 w 288"/>
                <a:gd name="T9" fmla="*/ 143 h 288"/>
                <a:gd name="T10" fmla="*/ 144 w 288"/>
                <a:gd name="T11" fmla="*/ 288 h 288"/>
                <a:gd name="T12" fmla="*/ 144 w 288"/>
                <a:gd name="T13" fmla="*/ 12 h 288"/>
                <a:gd name="T14" fmla="*/ 139 w 288"/>
                <a:gd name="T15" fmla="*/ 12 h 288"/>
                <a:gd name="T16" fmla="*/ 12 w 288"/>
                <a:gd name="T17" fmla="*/ 141 h 288"/>
                <a:gd name="T18" fmla="*/ 144 w 288"/>
                <a:gd name="T19" fmla="*/ 276 h 288"/>
                <a:gd name="T20" fmla="*/ 276 w 288"/>
                <a:gd name="T21" fmla="*/ 143 h 288"/>
                <a:gd name="T22" fmla="*/ 144 w 288"/>
                <a:gd name="T23"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8" h="288">
                  <a:moveTo>
                    <a:pt x="144" y="288"/>
                  </a:moveTo>
                  <a:cubicBezTo>
                    <a:pt x="65" y="288"/>
                    <a:pt x="0" y="222"/>
                    <a:pt x="0" y="141"/>
                  </a:cubicBezTo>
                  <a:cubicBezTo>
                    <a:pt x="0" y="64"/>
                    <a:pt x="60" y="3"/>
                    <a:pt x="138" y="0"/>
                  </a:cubicBezTo>
                  <a:cubicBezTo>
                    <a:pt x="140" y="0"/>
                    <a:pt x="142" y="0"/>
                    <a:pt x="144" y="0"/>
                  </a:cubicBezTo>
                  <a:cubicBezTo>
                    <a:pt x="224" y="0"/>
                    <a:pt x="288" y="64"/>
                    <a:pt x="288" y="143"/>
                  </a:cubicBezTo>
                  <a:cubicBezTo>
                    <a:pt x="288" y="223"/>
                    <a:pt x="224" y="288"/>
                    <a:pt x="144" y="288"/>
                  </a:cubicBezTo>
                  <a:close/>
                  <a:moveTo>
                    <a:pt x="144" y="12"/>
                  </a:moveTo>
                  <a:cubicBezTo>
                    <a:pt x="143" y="12"/>
                    <a:pt x="141" y="12"/>
                    <a:pt x="139" y="12"/>
                  </a:cubicBezTo>
                  <a:cubicBezTo>
                    <a:pt x="67" y="15"/>
                    <a:pt x="12" y="70"/>
                    <a:pt x="12" y="141"/>
                  </a:cubicBezTo>
                  <a:cubicBezTo>
                    <a:pt x="12" y="215"/>
                    <a:pt x="71" y="276"/>
                    <a:pt x="144" y="276"/>
                  </a:cubicBezTo>
                  <a:cubicBezTo>
                    <a:pt x="217" y="276"/>
                    <a:pt x="276" y="216"/>
                    <a:pt x="276" y="143"/>
                  </a:cubicBezTo>
                  <a:cubicBezTo>
                    <a:pt x="276" y="71"/>
                    <a:pt x="217"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98" name="Freeform 267">
              <a:extLst>
                <a:ext uri="{FF2B5EF4-FFF2-40B4-BE49-F238E27FC236}">
                  <a16:creationId xmlns:a16="http://schemas.microsoft.com/office/drawing/2014/main" id="{D12E7AA0-6D6F-1C44-A651-D3A086359C5B}"/>
                </a:ext>
              </a:extLst>
            </p:cNvPr>
            <p:cNvSpPr>
              <a:spLocks/>
            </p:cNvSpPr>
            <p:nvPr/>
          </p:nvSpPr>
          <p:spPr bwMode="auto">
            <a:xfrm>
              <a:off x="4569" y="3001"/>
              <a:ext cx="123" cy="419"/>
            </a:xfrm>
            <a:custGeom>
              <a:avLst/>
              <a:gdLst>
                <a:gd name="T0" fmla="*/ 74 w 83"/>
                <a:gd name="T1" fmla="*/ 283 h 283"/>
                <a:gd name="T2" fmla="*/ 74 w 83"/>
                <a:gd name="T3" fmla="*/ 0 h 283"/>
                <a:gd name="T4" fmla="*/ 83 w 83"/>
                <a:gd name="T5" fmla="*/ 8 h 283"/>
                <a:gd name="T6" fmla="*/ 83 w 83"/>
                <a:gd name="T7" fmla="*/ 276 h 283"/>
                <a:gd name="T8" fmla="*/ 74 w 83"/>
                <a:gd name="T9" fmla="*/ 283 h 283"/>
              </a:gdLst>
              <a:ahLst/>
              <a:cxnLst>
                <a:cxn ang="0">
                  <a:pos x="T0" y="T1"/>
                </a:cxn>
                <a:cxn ang="0">
                  <a:pos x="T2" y="T3"/>
                </a:cxn>
                <a:cxn ang="0">
                  <a:pos x="T4" y="T5"/>
                </a:cxn>
                <a:cxn ang="0">
                  <a:pos x="T6" y="T7"/>
                </a:cxn>
                <a:cxn ang="0">
                  <a:pos x="T8" y="T9"/>
                </a:cxn>
              </a:cxnLst>
              <a:rect l="0" t="0" r="r" b="b"/>
              <a:pathLst>
                <a:path w="83" h="283">
                  <a:moveTo>
                    <a:pt x="74" y="283"/>
                  </a:moveTo>
                  <a:cubicBezTo>
                    <a:pt x="0" y="186"/>
                    <a:pt x="1" y="80"/>
                    <a:pt x="74" y="0"/>
                  </a:cubicBezTo>
                  <a:cubicBezTo>
                    <a:pt x="83" y="8"/>
                    <a:pt x="83" y="8"/>
                    <a:pt x="83" y="8"/>
                  </a:cubicBezTo>
                  <a:cubicBezTo>
                    <a:pt x="13" y="84"/>
                    <a:pt x="13" y="182"/>
                    <a:pt x="83" y="276"/>
                  </a:cubicBezTo>
                  <a:lnTo>
                    <a:pt x="74" y="2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99" name="Freeform 268">
              <a:extLst>
                <a:ext uri="{FF2B5EF4-FFF2-40B4-BE49-F238E27FC236}">
                  <a16:creationId xmlns:a16="http://schemas.microsoft.com/office/drawing/2014/main" id="{106A933E-5559-2E41-A345-731A2E0F8E12}"/>
                </a:ext>
              </a:extLst>
            </p:cNvPr>
            <p:cNvSpPr>
              <a:spLocks/>
            </p:cNvSpPr>
            <p:nvPr/>
          </p:nvSpPr>
          <p:spPr bwMode="auto">
            <a:xfrm>
              <a:off x="4696" y="3001"/>
              <a:ext cx="123" cy="419"/>
            </a:xfrm>
            <a:custGeom>
              <a:avLst/>
              <a:gdLst>
                <a:gd name="T0" fmla="*/ 9 w 83"/>
                <a:gd name="T1" fmla="*/ 283 h 283"/>
                <a:gd name="T2" fmla="*/ 0 w 83"/>
                <a:gd name="T3" fmla="*/ 276 h 283"/>
                <a:gd name="T4" fmla="*/ 0 w 83"/>
                <a:gd name="T5" fmla="*/ 8 h 283"/>
                <a:gd name="T6" fmla="*/ 9 w 83"/>
                <a:gd name="T7" fmla="*/ 0 h 283"/>
                <a:gd name="T8" fmla="*/ 9 w 83"/>
                <a:gd name="T9" fmla="*/ 283 h 283"/>
              </a:gdLst>
              <a:ahLst/>
              <a:cxnLst>
                <a:cxn ang="0">
                  <a:pos x="T0" y="T1"/>
                </a:cxn>
                <a:cxn ang="0">
                  <a:pos x="T2" y="T3"/>
                </a:cxn>
                <a:cxn ang="0">
                  <a:pos x="T4" y="T5"/>
                </a:cxn>
                <a:cxn ang="0">
                  <a:pos x="T6" y="T7"/>
                </a:cxn>
                <a:cxn ang="0">
                  <a:pos x="T8" y="T9"/>
                </a:cxn>
              </a:cxnLst>
              <a:rect l="0" t="0" r="r" b="b"/>
              <a:pathLst>
                <a:path w="83" h="283">
                  <a:moveTo>
                    <a:pt x="9" y="283"/>
                  </a:moveTo>
                  <a:cubicBezTo>
                    <a:pt x="0" y="276"/>
                    <a:pt x="0" y="276"/>
                    <a:pt x="0" y="276"/>
                  </a:cubicBezTo>
                  <a:cubicBezTo>
                    <a:pt x="70" y="182"/>
                    <a:pt x="70" y="84"/>
                    <a:pt x="0" y="8"/>
                  </a:cubicBezTo>
                  <a:cubicBezTo>
                    <a:pt x="9" y="0"/>
                    <a:pt x="9" y="0"/>
                    <a:pt x="9" y="0"/>
                  </a:cubicBezTo>
                  <a:cubicBezTo>
                    <a:pt x="82" y="80"/>
                    <a:pt x="83" y="186"/>
                    <a:pt x="9" y="2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300" name="Rectangle 269">
              <a:extLst>
                <a:ext uri="{FF2B5EF4-FFF2-40B4-BE49-F238E27FC236}">
                  <a16:creationId xmlns:a16="http://schemas.microsoft.com/office/drawing/2014/main" id="{9C2B5A47-940D-EA48-BAA9-4D26EB1A3E33}"/>
                </a:ext>
              </a:extLst>
            </p:cNvPr>
            <p:cNvSpPr>
              <a:spLocks noChangeArrowheads="1"/>
            </p:cNvSpPr>
            <p:nvPr/>
          </p:nvSpPr>
          <p:spPr bwMode="auto">
            <a:xfrm>
              <a:off x="4516" y="3300"/>
              <a:ext cx="356"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301" name="Rectangle 270">
              <a:extLst>
                <a:ext uri="{FF2B5EF4-FFF2-40B4-BE49-F238E27FC236}">
                  <a16:creationId xmlns:a16="http://schemas.microsoft.com/office/drawing/2014/main" id="{C426CD1A-3E99-F54E-9271-6DE70CA75D4B}"/>
                </a:ext>
              </a:extLst>
            </p:cNvPr>
            <p:cNvSpPr>
              <a:spLocks noChangeArrowheads="1"/>
            </p:cNvSpPr>
            <p:nvPr/>
          </p:nvSpPr>
          <p:spPr bwMode="auto">
            <a:xfrm>
              <a:off x="4523" y="3087"/>
              <a:ext cx="339"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302" name="Rectangle 271">
              <a:extLst>
                <a:ext uri="{FF2B5EF4-FFF2-40B4-BE49-F238E27FC236}">
                  <a16:creationId xmlns:a16="http://schemas.microsoft.com/office/drawing/2014/main" id="{B3811124-B17C-D94B-8AD1-A4CCDE5EA500}"/>
                </a:ext>
              </a:extLst>
            </p:cNvPr>
            <p:cNvSpPr>
              <a:spLocks noChangeArrowheads="1"/>
            </p:cNvSpPr>
            <p:nvPr/>
          </p:nvSpPr>
          <p:spPr bwMode="auto">
            <a:xfrm>
              <a:off x="4489" y="3194"/>
              <a:ext cx="408"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303" name="Group 92">
            <a:extLst>
              <a:ext uri="{FF2B5EF4-FFF2-40B4-BE49-F238E27FC236}">
                <a16:creationId xmlns:a16="http://schemas.microsoft.com/office/drawing/2014/main" id="{31B23D09-8735-2E48-9CB2-8770D647F10C}"/>
              </a:ext>
            </a:extLst>
          </p:cNvPr>
          <p:cNvGrpSpPr>
            <a:grpSpLocks noChangeAspect="1"/>
          </p:cNvGrpSpPr>
          <p:nvPr userDrawn="1"/>
        </p:nvGrpSpPr>
        <p:grpSpPr bwMode="auto">
          <a:xfrm>
            <a:off x="4560155" y="5528336"/>
            <a:ext cx="578644" cy="412766"/>
            <a:chOff x="341" y="1769"/>
            <a:chExt cx="450" cy="321"/>
          </a:xfrm>
          <a:solidFill>
            <a:schemeClr val="accent1"/>
          </a:solidFill>
        </p:grpSpPr>
        <p:sp>
          <p:nvSpPr>
            <p:cNvPr id="304" name="Freeform 93">
              <a:extLst>
                <a:ext uri="{FF2B5EF4-FFF2-40B4-BE49-F238E27FC236}">
                  <a16:creationId xmlns:a16="http://schemas.microsoft.com/office/drawing/2014/main" id="{D6BFE993-EF88-464D-8FCD-289EC0330F6D}"/>
                </a:ext>
              </a:extLst>
            </p:cNvPr>
            <p:cNvSpPr>
              <a:spLocks noEditPoints="1"/>
            </p:cNvSpPr>
            <p:nvPr/>
          </p:nvSpPr>
          <p:spPr bwMode="auto">
            <a:xfrm>
              <a:off x="447" y="1923"/>
              <a:ext cx="101" cy="167"/>
            </a:xfrm>
            <a:custGeom>
              <a:avLst/>
              <a:gdLst>
                <a:gd name="T0" fmla="*/ 68 w 68"/>
                <a:gd name="T1" fmla="*/ 14 h 113"/>
                <a:gd name="T2" fmla="*/ 54 w 68"/>
                <a:gd name="T3" fmla="*/ 0 h 113"/>
                <a:gd name="T4" fmla="*/ 13 w 68"/>
                <a:gd name="T5" fmla="*/ 0 h 113"/>
                <a:gd name="T6" fmla="*/ 0 w 68"/>
                <a:gd name="T7" fmla="*/ 14 h 113"/>
                <a:gd name="T8" fmla="*/ 0 w 68"/>
                <a:gd name="T9" fmla="*/ 100 h 113"/>
                <a:gd name="T10" fmla="*/ 13 w 68"/>
                <a:gd name="T11" fmla="*/ 113 h 113"/>
                <a:gd name="T12" fmla="*/ 54 w 68"/>
                <a:gd name="T13" fmla="*/ 113 h 113"/>
                <a:gd name="T14" fmla="*/ 68 w 68"/>
                <a:gd name="T15" fmla="*/ 100 h 113"/>
                <a:gd name="T16" fmla="*/ 68 w 68"/>
                <a:gd name="T17" fmla="*/ 14 h 113"/>
                <a:gd name="T18" fmla="*/ 58 w 68"/>
                <a:gd name="T19" fmla="*/ 100 h 113"/>
                <a:gd name="T20" fmla="*/ 54 w 68"/>
                <a:gd name="T21" fmla="*/ 104 h 113"/>
                <a:gd name="T22" fmla="*/ 13 w 68"/>
                <a:gd name="T23" fmla="*/ 104 h 113"/>
                <a:gd name="T24" fmla="*/ 9 w 68"/>
                <a:gd name="T25" fmla="*/ 100 h 113"/>
                <a:gd name="T26" fmla="*/ 9 w 68"/>
                <a:gd name="T27" fmla="*/ 90 h 113"/>
                <a:gd name="T28" fmla="*/ 58 w 68"/>
                <a:gd name="T29" fmla="*/ 90 h 113"/>
                <a:gd name="T30" fmla="*/ 58 w 68"/>
                <a:gd name="T31" fmla="*/ 100 h 113"/>
                <a:gd name="T32" fmla="*/ 58 w 68"/>
                <a:gd name="T33" fmla="*/ 81 h 113"/>
                <a:gd name="T34" fmla="*/ 9 w 68"/>
                <a:gd name="T35" fmla="*/ 81 h 113"/>
                <a:gd name="T36" fmla="*/ 9 w 68"/>
                <a:gd name="T37" fmla="*/ 31 h 113"/>
                <a:gd name="T38" fmla="*/ 58 w 68"/>
                <a:gd name="T39" fmla="*/ 31 h 113"/>
                <a:gd name="T40" fmla="*/ 58 w 68"/>
                <a:gd name="T41" fmla="*/ 81 h 113"/>
                <a:gd name="T42" fmla="*/ 58 w 68"/>
                <a:gd name="T43" fmla="*/ 22 h 113"/>
                <a:gd name="T44" fmla="*/ 9 w 68"/>
                <a:gd name="T45" fmla="*/ 22 h 113"/>
                <a:gd name="T46" fmla="*/ 9 w 68"/>
                <a:gd name="T47" fmla="*/ 14 h 113"/>
                <a:gd name="T48" fmla="*/ 13 w 68"/>
                <a:gd name="T49" fmla="*/ 9 h 113"/>
                <a:gd name="T50" fmla="*/ 54 w 68"/>
                <a:gd name="T51" fmla="*/ 9 h 113"/>
                <a:gd name="T52" fmla="*/ 58 w 68"/>
                <a:gd name="T53" fmla="*/ 14 h 113"/>
                <a:gd name="T54" fmla="*/ 58 w 68"/>
                <a:gd name="T55" fmla="*/ 22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8" h="113">
                  <a:moveTo>
                    <a:pt x="68" y="14"/>
                  </a:moveTo>
                  <a:cubicBezTo>
                    <a:pt x="68" y="6"/>
                    <a:pt x="62" y="0"/>
                    <a:pt x="54" y="0"/>
                  </a:cubicBezTo>
                  <a:cubicBezTo>
                    <a:pt x="13" y="0"/>
                    <a:pt x="13" y="0"/>
                    <a:pt x="13" y="0"/>
                  </a:cubicBezTo>
                  <a:cubicBezTo>
                    <a:pt x="6" y="0"/>
                    <a:pt x="0" y="6"/>
                    <a:pt x="0" y="14"/>
                  </a:cubicBezTo>
                  <a:cubicBezTo>
                    <a:pt x="0" y="100"/>
                    <a:pt x="0" y="100"/>
                    <a:pt x="0" y="100"/>
                  </a:cubicBezTo>
                  <a:cubicBezTo>
                    <a:pt x="0" y="107"/>
                    <a:pt x="6" y="113"/>
                    <a:pt x="13" y="113"/>
                  </a:cubicBezTo>
                  <a:cubicBezTo>
                    <a:pt x="54" y="113"/>
                    <a:pt x="54" y="113"/>
                    <a:pt x="54" y="113"/>
                  </a:cubicBezTo>
                  <a:cubicBezTo>
                    <a:pt x="62" y="113"/>
                    <a:pt x="68" y="107"/>
                    <a:pt x="68" y="100"/>
                  </a:cubicBezTo>
                  <a:lnTo>
                    <a:pt x="68" y="14"/>
                  </a:lnTo>
                  <a:close/>
                  <a:moveTo>
                    <a:pt x="58" y="100"/>
                  </a:moveTo>
                  <a:cubicBezTo>
                    <a:pt x="58" y="102"/>
                    <a:pt x="56" y="104"/>
                    <a:pt x="54" y="104"/>
                  </a:cubicBezTo>
                  <a:cubicBezTo>
                    <a:pt x="13" y="104"/>
                    <a:pt x="13" y="104"/>
                    <a:pt x="13" y="104"/>
                  </a:cubicBezTo>
                  <a:cubicBezTo>
                    <a:pt x="11" y="104"/>
                    <a:pt x="9" y="102"/>
                    <a:pt x="9" y="100"/>
                  </a:cubicBezTo>
                  <a:cubicBezTo>
                    <a:pt x="9" y="90"/>
                    <a:pt x="9" y="90"/>
                    <a:pt x="9" y="90"/>
                  </a:cubicBezTo>
                  <a:cubicBezTo>
                    <a:pt x="58" y="90"/>
                    <a:pt x="58" y="90"/>
                    <a:pt x="58" y="90"/>
                  </a:cubicBezTo>
                  <a:lnTo>
                    <a:pt x="58" y="100"/>
                  </a:lnTo>
                  <a:close/>
                  <a:moveTo>
                    <a:pt x="58" y="81"/>
                  </a:moveTo>
                  <a:cubicBezTo>
                    <a:pt x="9" y="81"/>
                    <a:pt x="9" y="81"/>
                    <a:pt x="9" y="81"/>
                  </a:cubicBezTo>
                  <a:cubicBezTo>
                    <a:pt x="9" y="31"/>
                    <a:pt x="9" y="31"/>
                    <a:pt x="9" y="31"/>
                  </a:cubicBezTo>
                  <a:cubicBezTo>
                    <a:pt x="58" y="31"/>
                    <a:pt x="58" y="31"/>
                    <a:pt x="58" y="31"/>
                  </a:cubicBezTo>
                  <a:lnTo>
                    <a:pt x="58" y="81"/>
                  </a:lnTo>
                  <a:close/>
                  <a:moveTo>
                    <a:pt x="58" y="22"/>
                  </a:moveTo>
                  <a:cubicBezTo>
                    <a:pt x="9" y="22"/>
                    <a:pt x="9" y="22"/>
                    <a:pt x="9" y="22"/>
                  </a:cubicBezTo>
                  <a:cubicBezTo>
                    <a:pt x="9" y="14"/>
                    <a:pt x="9" y="14"/>
                    <a:pt x="9" y="14"/>
                  </a:cubicBezTo>
                  <a:cubicBezTo>
                    <a:pt x="9" y="11"/>
                    <a:pt x="11" y="9"/>
                    <a:pt x="13" y="9"/>
                  </a:cubicBezTo>
                  <a:cubicBezTo>
                    <a:pt x="54" y="9"/>
                    <a:pt x="54" y="9"/>
                    <a:pt x="54" y="9"/>
                  </a:cubicBezTo>
                  <a:cubicBezTo>
                    <a:pt x="56" y="9"/>
                    <a:pt x="58" y="11"/>
                    <a:pt x="58" y="14"/>
                  </a:cubicBezTo>
                  <a:lnTo>
                    <a:pt x="58"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05" name="Freeform 94">
              <a:extLst>
                <a:ext uri="{FF2B5EF4-FFF2-40B4-BE49-F238E27FC236}">
                  <a16:creationId xmlns:a16="http://schemas.microsoft.com/office/drawing/2014/main" id="{37409101-31C8-E04F-8744-C456BF4053A3}"/>
                </a:ext>
              </a:extLst>
            </p:cNvPr>
            <p:cNvSpPr>
              <a:spLocks/>
            </p:cNvSpPr>
            <p:nvPr/>
          </p:nvSpPr>
          <p:spPr bwMode="auto">
            <a:xfrm>
              <a:off x="417" y="1806"/>
              <a:ext cx="321" cy="194"/>
            </a:xfrm>
            <a:custGeom>
              <a:avLst/>
              <a:gdLst>
                <a:gd name="T0" fmla="*/ 217 w 217"/>
                <a:gd name="T1" fmla="*/ 5 h 131"/>
                <a:gd name="T2" fmla="*/ 212 w 217"/>
                <a:gd name="T3" fmla="*/ 0 h 131"/>
                <a:gd name="T4" fmla="*/ 5 w 217"/>
                <a:gd name="T5" fmla="*/ 0 h 131"/>
                <a:gd name="T6" fmla="*/ 0 w 217"/>
                <a:gd name="T7" fmla="*/ 5 h 131"/>
                <a:gd name="T8" fmla="*/ 0 w 217"/>
                <a:gd name="T9" fmla="*/ 29 h 131"/>
                <a:gd name="T10" fmla="*/ 10 w 217"/>
                <a:gd name="T11" fmla="*/ 29 h 131"/>
                <a:gd name="T12" fmla="*/ 10 w 217"/>
                <a:gd name="T13" fmla="*/ 10 h 131"/>
                <a:gd name="T14" fmla="*/ 207 w 217"/>
                <a:gd name="T15" fmla="*/ 10 h 131"/>
                <a:gd name="T16" fmla="*/ 207 w 217"/>
                <a:gd name="T17" fmla="*/ 121 h 131"/>
                <a:gd name="T18" fmla="*/ 97 w 217"/>
                <a:gd name="T19" fmla="*/ 121 h 131"/>
                <a:gd name="T20" fmla="*/ 97 w 217"/>
                <a:gd name="T21" fmla="*/ 131 h 131"/>
                <a:gd name="T22" fmla="*/ 212 w 217"/>
                <a:gd name="T23" fmla="*/ 131 h 131"/>
                <a:gd name="T24" fmla="*/ 217 w 217"/>
                <a:gd name="T25" fmla="*/ 126 h 131"/>
                <a:gd name="T26" fmla="*/ 217 w 217"/>
                <a:gd name="T27" fmla="*/ 5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7" h="131">
                  <a:moveTo>
                    <a:pt x="217" y="5"/>
                  </a:moveTo>
                  <a:cubicBezTo>
                    <a:pt x="217" y="2"/>
                    <a:pt x="215" y="0"/>
                    <a:pt x="212" y="0"/>
                  </a:cubicBezTo>
                  <a:cubicBezTo>
                    <a:pt x="5" y="0"/>
                    <a:pt x="5" y="0"/>
                    <a:pt x="5" y="0"/>
                  </a:cubicBezTo>
                  <a:cubicBezTo>
                    <a:pt x="2" y="0"/>
                    <a:pt x="0" y="2"/>
                    <a:pt x="0" y="5"/>
                  </a:cubicBezTo>
                  <a:cubicBezTo>
                    <a:pt x="0" y="29"/>
                    <a:pt x="0" y="29"/>
                    <a:pt x="0" y="29"/>
                  </a:cubicBezTo>
                  <a:cubicBezTo>
                    <a:pt x="10" y="29"/>
                    <a:pt x="10" y="29"/>
                    <a:pt x="10" y="29"/>
                  </a:cubicBezTo>
                  <a:cubicBezTo>
                    <a:pt x="10" y="10"/>
                    <a:pt x="10" y="10"/>
                    <a:pt x="10" y="10"/>
                  </a:cubicBezTo>
                  <a:cubicBezTo>
                    <a:pt x="207" y="10"/>
                    <a:pt x="207" y="10"/>
                    <a:pt x="207" y="10"/>
                  </a:cubicBezTo>
                  <a:cubicBezTo>
                    <a:pt x="207" y="121"/>
                    <a:pt x="207" y="121"/>
                    <a:pt x="207" y="121"/>
                  </a:cubicBezTo>
                  <a:cubicBezTo>
                    <a:pt x="97" y="121"/>
                    <a:pt x="97" y="121"/>
                    <a:pt x="97" y="121"/>
                  </a:cubicBezTo>
                  <a:cubicBezTo>
                    <a:pt x="97" y="131"/>
                    <a:pt x="97" y="131"/>
                    <a:pt x="97" y="131"/>
                  </a:cubicBezTo>
                  <a:cubicBezTo>
                    <a:pt x="212" y="131"/>
                    <a:pt x="212" y="131"/>
                    <a:pt x="212" y="131"/>
                  </a:cubicBezTo>
                  <a:cubicBezTo>
                    <a:pt x="215" y="131"/>
                    <a:pt x="217" y="129"/>
                    <a:pt x="217" y="126"/>
                  </a:cubicBezTo>
                  <a:lnTo>
                    <a:pt x="217"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06" name="Freeform 95">
              <a:extLst>
                <a:ext uri="{FF2B5EF4-FFF2-40B4-BE49-F238E27FC236}">
                  <a16:creationId xmlns:a16="http://schemas.microsoft.com/office/drawing/2014/main" id="{844F5876-66F7-7740-8476-CDBA4D0E8A4C}"/>
                </a:ext>
              </a:extLst>
            </p:cNvPr>
            <p:cNvSpPr>
              <a:spLocks/>
            </p:cNvSpPr>
            <p:nvPr/>
          </p:nvSpPr>
          <p:spPr bwMode="auto">
            <a:xfrm>
              <a:off x="382" y="1769"/>
              <a:ext cx="409" cy="321"/>
            </a:xfrm>
            <a:custGeom>
              <a:avLst/>
              <a:gdLst>
                <a:gd name="T0" fmla="*/ 272 w 277"/>
                <a:gd name="T1" fmla="*/ 171 h 217"/>
                <a:gd name="T2" fmla="*/ 265 w 277"/>
                <a:gd name="T3" fmla="*/ 171 h 217"/>
                <a:gd name="T4" fmla="*/ 265 w 277"/>
                <a:gd name="T5" fmla="*/ 24 h 217"/>
                <a:gd name="T6" fmla="*/ 242 w 277"/>
                <a:gd name="T7" fmla="*/ 0 h 217"/>
                <a:gd name="T8" fmla="*/ 23 w 277"/>
                <a:gd name="T9" fmla="*/ 0 h 217"/>
                <a:gd name="T10" fmla="*/ 0 w 277"/>
                <a:gd name="T11" fmla="*/ 24 h 217"/>
                <a:gd name="T12" fmla="*/ 0 w 277"/>
                <a:gd name="T13" fmla="*/ 54 h 217"/>
                <a:gd name="T14" fmla="*/ 10 w 277"/>
                <a:gd name="T15" fmla="*/ 54 h 217"/>
                <a:gd name="T16" fmla="*/ 10 w 277"/>
                <a:gd name="T17" fmla="*/ 24 h 217"/>
                <a:gd name="T18" fmla="*/ 23 w 277"/>
                <a:gd name="T19" fmla="*/ 10 h 217"/>
                <a:gd name="T20" fmla="*/ 242 w 277"/>
                <a:gd name="T21" fmla="*/ 10 h 217"/>
                <a:gd name="T22" fmla="*/ 255 w 277"/>
                <a:gd name="T23" fmla="*/ 24 h 217"/>
                <a:gd name="T24" fmla="*/ 255 w 277"/>
                <a:gd name="T25" fmla="*/ 171 h 217"/>
                <a:gd name="T26" fmla="*/ 163 w 277"/>
                <a:gd name="T27" fmla="*/ 171 h 217"/>
                <a:gd name="T28" fmla="*/ 158 w 277"/>
                <a:gd name="T29" fmla="*/ 176 h 217"/>
                <a:gd name="T30" fmla="*/ 158 w 277"/>
                <a:gd name="T31" fmla="*/ 183 h 217"/>
                <a:gd name="T32" fmla="*/ 121 w 277"/>
                <a:gd name="T33" fmla="*/ 183 h 217"/>
                <a:gd name="T34" fmla="*/ 121 w 277"/>
                <a:gd name="T35" fmla="*/ 193 h 217"/>
                <a:gd name="T36" fmla="*/ 163 w 277"/>
                <a:gd name="T37" fmla="*/ 193 h 217"/>
                <a:gd name="T38" fmla="*/ 168 w 277"/>
                <a:gd name="T39" fmla="*/ 188 h 217"/>
                <a:gd name="T40" fmla="*/ 168 w 277"/>
                <a:gd name="T41" fmla="*/ 181 h 217"/>
                <a:gd name="T42" fmla="*/ 267 w 277"/>
                <a:gd name="T43" fmla="*/ 181 h 217"/>
                <a:gd name="T44" fmla="*/ 267 w 277"/>
                <a:gd name="T45" fmla="*/ 200 h 217"/>
                <a:gd name="T46" fmla="*/ 260 w 277"/>
                <a:gd name="T47" fmla="*/ 207 h 217"/>
                <a:gd name="T48" fmla="*/ 121 w 277"/>
                <a:gd name="T49" fmla="*/ 207 h 217"/>
                <a:gd name="T50" fmla="*/ 121 w 277"/>
                <a:gd name="T51" fmla="*/ 208 h 217"/>
                <a:gd name="T52" fmla="*/ 117 w 277"/>
                <a:gd name="T53" fmla="*/ 216 h 217"/>
                <a:gd name="T54" fmla="*/ 116 w 277"/>
                <a:gd name="T55" fmla="*/ 217 h 217"/>
                <a:gd name="T56" fmla="*/ 260 w 277"/>
                <a:gd name="T57" fmla="*/ 217 h 217"/>
                <a:gd name="T58" fmla="*/ 277 w 277"/>
                <a:gd name="T59" fmla="*/ 200 h 217"/>
                <a:gd name="T60" fmla="*/ 277 w 277"/>
                <a:gd name="T61" fmla="*/ 176 h 217"/>
                <a:gd name="T62" fmla="*/ 272 w 277"/>
                <a:gd name="T63" fmla="*/ 171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7" h="217">
                  <a:moveTo>
                    <a:pt x="272" y="171"/>
                  </a:moveTo>
                  <a:cubicBezTo>
                    <a:pt x="265" y="171"/>
                    <a:pt x="265" y="171"/>
                    <a:pt x="265" y="171"/>
                  </a:cubicBezTo>
                  <a:cubicBezTo>
                    <a:pt x="265" y="24"/>
                    <a:pt x="265" y="24"/>
                    <a:pt x="265" y="24"/>
                  </a:cubicBezTo>
                  <a:cubicBezTo>
                    <a:pt x="265" y="11"/>
                    <a:pt x="255" y="0"/>
                    <a:pt x="242" y="0"/>
                  </a:cubicBezTo>
                  <a:cubicBezTo>
                    <a:pt x="23" y="0"/>
                    <a:pt x="23" y="0"/>
                    <a:pt x="23" y="0"/>
                  </a:cubicBezTo>
                  <a:cubicBezTo>
                    <a:pt x="10" y="0"/>
                    <a:pt x="0" y="11"/>
                    <a:pt x="0" y="24"/>
                  </a:cubicBezTo>
                  <a:cubicBezTo>
                    <a:pt x="0" y="54"/>
                    <a:pt x="0" y="54"/>
                    <a:pt x="0" y="54"/>
                  </a:cubicBezTo>
                  <a:cubicBezTo>
                    <a:pt x="10" y="54"/>
                    <a:pt x="10" y="54"/>
                    <a:pt x="10" y="54"/>
                  </a:cubicBezTo>
                  <a:cubicBezTo>
                    <a:pt x="10" y="24"/>
                    <a:pt x="10" y="24"/>
                    <a:pt x="10" y="24"/>
                  </a:cubicBezTo>
                  <a:cubicBezTo>
                    <a:pt x="10" y="16"/>
                    <a:pt x="16" y="10"/>
                    <a:pt x="23" y="10"/>
                  </a:cubicBezTo>
                  <a:cubicBezTo>
                    <a:pt x="242" y="10"/>
                    <a:pt x="242" y="10"/>
                    <a:pt x="242" y="10"/>
                  </a:cubicBezTo>
                  <a:cubicBezTo>
                    <a:pt x="249" y="10"/>
                    <a:pt x="255" y="16"/>
                    <a:pt x="255" y="24"/>
                  </a:cubicBezTo>
                  <a:cubicBezTo>
                    <a:pt x="255" y="171"/>
                    <a:pt x="255" y="171"/>
                    <a:pt x="255" y="171"/>
                  </a:cubicBezTo>
                  <a:cubicBezTo>
                    <a:pt x="163" y="171"/>
                    <a:pt x="163" y="171"/>
                    <a:pt x="163" y="171"/>
                  </a:cubicBezTo>
                  <a:cubicBezTo>
                    <a:pt x="160" y="171"/>
                    <a:pt x="158" y="173"/>
                    <a:pt x="158" y="176"/>
                  </a:cubicBezTo>
                  <a:cubicBezTo>
                    <a:pt x="158" y="183"/>
                    <a:pt x="158" y="183"/>
                    <a:pt x="158" y="183"/>
                  </a:cubicBezTo>
                  <a:cubicBezTo>
                    <a:pt x="121" y="183"/>
                    <a:pt x="121" y="183"/>
                    <a:pt x="121" y="183"/>
                  </a:cubicBezTo>
                  <a:cubicBezTo>
                    <a:pt x="121" y="193"/>
                    <a:pt x="121" y="193"/>
                    <a:pt x="121" y="193"/>
                  </a:cubicBezTo>
                  <a:cubicBezTo>
                    <a:pt x="163" y="193"/>
                    <a:pt x="163" y="193"/>
                    <a:pt x="163" y="193"/>
                  </a:cubicBezTo>
                  <a:cubicBezTo>
                    <a:pt x="166" y="193"/>
                    <a:pt x="168" y="191"/>
                    <a:pt x="168" y="188"/>
                  </a:cubicBezTo>
                  <a:cubicBezTo>
                    <a:pt x="168" y="181"/>
                    <a:pt x="168" y="181"/>
                    <a:pt x="168" y="181"/>
                  </a:cubicBezTo>
                  <a:cubicBezTo>
                    <a:pt x="267" y="181"/>
                    <a:pt x="267" y="181"/>
                    <a:pt x="267" y="181"/>
                  </a:cubicBezTo>
                  <a:cubicBezTo>
                    <a:pt x="267" y="200"/>
                    <a:pt x="267" y="200"/>
                    <a:pt x="267" y="200"/>
                  </a:cubicBezTo>
                  <a:cubicBezTo>
                    <a:pt x="267" y="204"/>
                    <a:pt x="264" y="207"/>
                    <a:pt x="260" y="207"/>
                  </a:cubicBezTo>
                  <a:cubicBezTo>
                    <a:pt x="121" y="207"/>
                    <a:pt x="121" y="207"/>
                    <a:pt x="121" y="207"/>
                  </a:cubicBezTo>
                  <a:cubicBezTo>
                    <a:pt x="121" y="208"/>
                    <a:pt x="121" y="208"/>
                    <a:pt x="121" y="208"/>
                  </a:cubicBezTo>
                  <a:cubicBezTo>
                    <a:pt x="120" y="211"/>
                    <a:pt x="119" y="213"/>
                    <a:pt x="117" y="216"/>
                  </a:cubicBezTo>
                  <a:cubicBezTo>
                    <a:pt x="116" y="217"/>
                    <a:pt x="116" y="217"/>
                    <a:pt x="116" y="217"/>
                  </a:cubicBezTo>
                  <a:cubicBezTo>
                    <a:pt x="260" y="217"/>
                    <a:pt x="260" y="217"/>
                    <a:pt x="260" y="217"/>
                  </a:cubicBezTo>
                  <a:cubicBezTo>
                    <a:pt x="270" y="217"/>
                    <a:pt x="277" y="209"/>
                    <a:pt x="277" y="200"/>
                  </a:cubicBezTo>
                  <a:cubicBezTo>
                    <a:pt x="277" y="176"/>
                    <a:pt x="277" y="176"/>
                    <a:pt x="277" y="176"/>
                  </a:cubicBezTo>
                  <a:cubicBezTo>
                    <a:pt x="277" y="173"/>
                    <a:pt x="275" y="171"/>
                    <a:pt x="272" y="1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07" name="Freeform 96">
              <a:extLst>
                <a:ext uri="{FF2B5EF4-FFF2-40B4-BE49-F238E27FC236}">
                  <a16:creationId xmlns:a16="http://schemas.microsoft.com/office/drawing/2014/main" id="{A289E8F4-C028-6148-B109-3D339897DCB7}"/>
                </a:ext>
              </a:extLst>
            </p:cNvPr>
            <p:cNvSpPr>
              <a:spLocks/>
            </p:cNvSpPr>
            <p:nvPr/>
          </p:nvSpPr>
          <p:spPr bwMode="auto">
            <a:xfrm>
              <a:off x="369" y="1895"/>
              <a:ext cx="115" cy="154"/>
            </a:xfrm>
            <a:custGeom>
              <a:avLst/>
              <a:gdLst>
                <a:gd name="T0" fmla="*/ 78 w 78"/>
                <a:gd name="T1" fmla="*/ 9 h 104"/>
                <a:gd name="T2" fmla="*/ 78 w 78"/>
                <a:gd name="T3" fmla="*/ 5 h 104"/>
                <a:gd name="T4" fmla="*/ 73 w 78"/>
                <a:gd name="T5" fmla="*/ 0 h 104"/>
                <a:gd name="T6" fmla="*/ 5 w 78"/>
                <a:gd name="T7" fmla="*/ 0 h 104"/>
                <a:gd name="T8" fmla="*/ 0 w 78"/>
                <a:gd name="T9" fmla="*/ 5 h 104"/>
                <a:gd name="T10" fmla="*/ 0 w 78"/>
                <a:gd name="T11" fmla="*/ 100 h 104"/>
                <a:gd name="T12" fmla="*/ 5 w 78"/>
                <a:gd name="T13" fmla="*/ 104 h 104"/>
                <a:gd name="T14" fmla="*/ 43 w 78"/>
                <a:gd name="T15" fmla="*/ 104 h 104"/>
                <a:gd name="T16" fmla="*/ 43 w 78"/>
                <a:gd name="T17" fmla="*/ 95 h 104"/>
                <a:gd name="T18" fmla="*/ 10 w 78"/>
                <a:gd name="T19" fmla="*/ 95 h 104"/>
                <a:gd name="T20" fmla="*/ 10 w 78"/>
                <a:gd name="T21" fmla="*/ 9 h 104"/>
                <a:gd name="T22" fmla="*/ 78 w 78"/>
                <a:gd name="T23" fmla="*/ 9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8" h="104">
                  <a:moveTo>
                    <a:pt x="78" y="9"/>
                  </a:moveTo>
                  <a:cubicBezTo>
                    <a:pt x="78" y="5"/>
                    <a:pt x="78" y="5"/>
                    <a:pt x="78" y="5"/>
                  </a:cubicBezTo>
                  <a:cubicBezTo>
                    <a:pt x="78" y="2"/>
                    <a:pt x="76" y="0"/>
                    <a:pt x="73" y="0"/>
                  </a:cubicBezTo>
                  <a:cubicBezTo>
                    <a:pt x="5" y="0"/>
                    <a:pt x="5" y="0"/>
                    <a:pt x="5" y="0"/>
                  </a:cubicBezTo>
                  <a:cubicBezTo>
                    <a:pt x="3" y="0"/>
                    <a:pt x="0" y="2"/>
                    <a:pt x="0" y="5"/>
                  </a:cubicBezTo>
                  <a:cubicBezTo>
                    <a:pt x="0" y="100"/>
                    <a:pt x="0" y="100"/>
                    <a:pt x="0" y="100"/>
                  </a:cubicBezTo>
                  <a:cubicBezTo>
                    <a:pt x="0" y="102"/>
                    <a:pt x="3" y="104"/>
                    <a:pt x="5" y="104"/>
                  </a:cubicBezTo>
                  <a:cubicBezTo>
                    <a:pt x="43" y="104"/>
                    <a:pt x="43" y="104"/>
                    <a:pt x="43" y="104"/>
                  </a:cubicBezTo>
                  <a:cubicBezTo>
                    <a:pt x="43" y="95"/>
                    <a:pt x="43" y="95"/>
                    <a:pt x="43" y="95"/>
                  </a:cubicBezTo>
                  <a:cubicBezTo>
                    <a:pt x="10" y="95"/>
                    <a:pt x="10" y="95"/>
                    <a:pt x="10" y="95"/>
                  </a:cubicBezTo>
                  <a:cubicBezTo>
                    <a:pt x="10" y="9"/>
                    <a:pt x="10" y="9"/>
                    <a:pt x="10" y="9"/>
                  </a:cubicBezTo>
                  <a:lnTo>
                    <a:pt x="78"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08" name="Freeform 97">
              <a:extLst>
                <a:ext uri="{FF2B5EF4-FFF2-40B4-BE49-F238E27FC236}">
                  <a16:creationId xmlns:a16="http://schemas.microsoft.com/office/drawing/2014/main" id="{30B1422A-1FC0-E644-86CF-3A9C1C0E7009}"/>
                </a:ext>
              </a:extLst>
            </p:cNvPr>
            <p:cNvSpPr>
              <a:spLocks/>
            </p:cNvSpPr>
            <p:nvPr/>
          </p:nvSpPr>
          <p:spPr bwMode="auto">
            <a:xfrm>
              <a:off x="341" y="1864"/>
              <a:ext cx="171" cy="226"/>
            </a:xfrm>
            <a:custGeom>
              <a:avLst/>
              <a:gdLst>
                <a:gd name="T0" fmla="*/ 99 w 116"/>
                <a:gd name="T1" fmla="*/ 9 h 153"/>
                <a:gd name="T2" fmla="*/ 106 w 116"/>
                <a:gd name="T3" fmla="*/ 17 h 153"/>
                <a:gd name="T4" fmla="*/ 106 w 116"/>
                <a:gd name="T5" fmla="*/ 31 h 153"/>
                <a:gd name="T6" fmla="*/ 116 w 116"/>
                <a:gd name="T7" fmla="*/ 31 h 153"/>
                <a:gd name="T8" fmla="*/ 116 w 116"/>
                <a:gd name="T9" fmla="*/ 17 h 153"/>
                <a:gd name="T10" fmla="*/ 99 w 116"/>
                <a:gd name="T11" fmla="*/ 0 h 153"/>
                <a:gd name="T12" fmla="*/ 17 w 116"/>
                <a:gd name="T13" fmla="*/ 0 h 153"/>
                <a:gd name="T14" fmla="*/ 0 w 116"/>
                <a:gd name="T15" fmla="*/ 17 h 153"/>
                <a:gd name="T16" fmla="*/ 0 w 116"/>
                <a:gd name="T17" fmla="*/ 136 h 153"/>
                <a:gd name="T18" fmla="*/ 17 w 116"/>
                <a:gd name="T19" fmla="*/ 153 h 153"/>
                <a:gd name="T20" fmla="*/ 68 w 116"/>
                <a:gd name="T21" fmla="*/ 153 h 153"/>
                <a:gd name="T22" fmla="*/ 67 w 116"/>
                <a:gd name="T23" fmla="*/ 152 h 153"/>
                <a:gd name="T24" fmla="*/ 63 w 116"/>
                <a:gd name="T25" fmla="*/ 144 h 153"/>
                <a:gd name="T26" fmla="*/ 63 w 116"/>
                <a:gd name="T27" fmla="*/ 144 h 153"/>
                <a:gd name="T28" fmla="*/ 17 w 116"/>
                <a:gd name="T29" fmla="*/ 144 h 153"/>
                <a:gd name="T30" fmla="*/ 10 w 116"/>
                <a:gd name="T31" fmla="*/ 136 h 153"/>
                <a:gd name="T32" fmla="*/ 10 w 116"/>
                <a:gd name="T33" fmla="*/ 17 h 153"/>
                <a:gd name="T34" fmla="*/ 17 w 116"/>
                <a:gd name="T35" fmla="*/ 9 h 153"/>
                <a:gd name="T36" fmla="*/ 99 w 116"/>
                <a:gd name="T37" fmla="*/ 9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6" h="153">
                  <a:moveTo>
                    <a:pt x="99" y="9"/>
                  </a:moveTo>
                  <a:cubicBezTo>
                    <a:pt x="103" y="9"/>
                    <a:pt x="106" y="13"/>
                    <a:pt x="106" y="17"/>
                  </a:cubicBezTo>
                  <a:cubicBezTo>
                    <a:pt x="106" y="31"/>
                    <a:pt x="106" y="31"/>
                    <a:pt x="106" y="31"/>
                  </a:cubicBezTo>
                  <a:cubicBezTo>
                    <a:pt x="116" y="31"/>
                    <a:pt x="116" y="31"/>
                    <a:pt x="116" y="31"/>
                  </a:cubicBezTo>
                  <a:cubicBezTo>
                    <a:pt x="116" y="17"/>
                    <a:pt x="116" y="17"/>
                    <a:pt x="116" y="17"/>
                  </a:cubicBezTo>
                  <a:cubicBezTo>
                    <a:pt x="116" y="7"/>
                    <a:pt x="108" y="0"/>
                    <a:pt x="99" y="0"/>
                  </a:cubicBezTo>
                  <a:cubicBezTo>
                    <a:pt x="17" y="0"/>
                    <a:pt x="17" y="0"/>
                    <a:pt x="17" y="0"/>
                  </a:cubicBezTo>
                  <a:cubicBezTo>
                    <a:pt x="8" y="0"/>
                    <a:pt x="0" y="7"/>
                    <a:pt x="0" y="17"/>
                  </a:cubicBezTo>
                  <a:cubicBezTo>
                    <a:pt x="0" y="136"/>
                    <a:pt x="0" y="136"/>
                    <a:pt x="0" y="136"/>
                  </a:cubicBezTo>
                  <a:cubicBezTo>
                    <a:pt x="0" y="145"/>
                    <a:pt x="8" y="153"/>
                    <a:pt x="17" y="153"/>
                  </a:cubicBezTo>
                  <a:cubicBezTo>
                    <a:pt x="68" y="153"/>
                    <a:pt x="68" y="153"/>
                    <a:pt x="68" y="153"/>
                  </a:cubicBezTo>
                  <a:cubicBezTo>
                    <a:pt x="67" y="152"/>
                    <a:pt x="67" y="152"/>
                    <a:pt x="67" y="152"/>
                  </a:cubicBezTo>
                  <a:cubicBezTo>
                    <a:pt x="65" y="150"/>
                    <a:pt x="64" y="147"/>
                    <a:pt x="63" y="144"/>
                  </a:cubicBezTo>
                  <a:cubicBezTo>
                    <a:pt x="63" y="144"/>
                    <a:pt x="63" y="144"/>
                    <a:pt x="63" y="144"/>
                  </a:cubicBezTo>
                  <a:cubicBezTo>
                    <a:pt x="17" y="144"/>
                    <a:pt x="17" y="144"/>
                    <a:pt x="17" y="144"/>
                  </a:cubicBezTo>
                  <a:cubicBezTo>
                    <a:pt x="13" y="144"/>
                    <a:pt x="10" y="140"/>
                    <a:pt x="10" y="136"/>
                  </a:cubicBezTo>
                  <a:cubicBezTo>
                    <a:pt x="10" y="17"/>
                    <a:pt x="10" y="17"/>
                    <a:pt x="10" y="17"/>
                  </a:cubicBezTo>
                  <a:cubicBezTo>
                    <a:pt x="10" y="13"/>
                    <a:pt x="13" y="9"/>
                    <a:pt x="17" y="9"/>
                  </a:cubicBezTo>
                  <a:lnTo>
                    <a:pt x="99"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09" name="Oval 98">
              <a:extLst>
                <a:ext uri="{FF2B5EF4-FFF2-40B4-BE49-F238E27FC236}">
                  <a16:creationId xmlns:a16="http://schemas.microsoft.com/office/drawing/2014/main" id="{A4B792FB-71CE-1145-960B-B90FBEB0B650}"/>
                </a:ext>
              </a:extLst>
            </p:cNvPr>
            <p:cNvSpPr>
              <a:spLocks noChangeArrowheads="1"/>
            </p:cNvSpPr>
            <p:nvPr/>
          </p:nvSpPr>
          <p:spPr bwMode="auto">
            <a:xfrm>
              <a:off x="490" y="2059"/>
              <a:ext cx="13" cy="1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10" name="Oval 99">
              <a:extLst>
                <a:ext uri="{FF2B5EF4-FFF2-40B4-BE49-F238E27FC236}">
                  <a16:creationId xmlns:a16="http://schemas.microsoft.com/office/drawing/2014/main" id="{5EF5F9D8-CCE3-2343-807F-0CF85E03EAF0}"/>
                </a:ext>
              </a:extLst>
            </p:cNvPr>
            <p:cNvSpPr>
              <a:spLocks noChangeArrowheads="1"/>
            </p:cNvSpPr>
            <p:nvPr/>
          </p:nvSpPr>
          <p:spPr bwMode="auto">
            <a:xfrm>
              <a:off x="422" y="1882"/>
              <a:ext cx="9" cy="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11" name="Oval 100">
              <a:extLst>
                <a:ext uri="{FF2B5EF4-FFF2-40B4-BE49-F238E27FC236}">
                  <a16:creationId xmlns:a16="http://schemas.microsoft.com/office/drawing/2014/main" id="{3D380F82-1897-C145-8D61-C6B842E53DF3}"/>
                </a:ext>
              </a:extLst>
            </p:cNvPr>
            <p:cNvSpPr>
              <a:spLocks noChangeArrowheads="1"/>
            </p:cNvSpPr>
            <p:nvPr/>
          </p:nvSpPr>
          <p:spPr bwMode="auto">
            <a:xfrm>
              <a:off x="417" y="2053"/>
              <a:ext cx="18" cy="2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grpSp>
      <p:grpSp>
        <p:nvGrpSpPr>
          <p:cNvPr id="312" name="Group 4">
            <a:extLst>
              <a:ext uri="{FF2B5EF4-FFF2-40B4-BE49-F238E27FC236}">
                <a16:creationId xmlns:a16="http://schemas.microsoft.com/office/drawing/2014/main" id="{84C17A15-152C-A348-853A-B692B4282DA1}"/>
              </a:ext>
            </a:extLst>
          </p:cNvPr>
          <p:cNvGrpSpPr>
            <a:grpSpLocks noChangeAspect="1"/>
          </p:cNvGrpSpPr>
          <p:nvPr userDrawn="1"/>
        </p:nvGrpSpPr>
        <p:grpSpPr bwMode="auto">
          <a:xfrm>
            <a:off x="5877270" y="5532782"/>
            <a:ext cx="484650" cy="403874"/>
            <a:chOff x="348" y="472"/>
            <a:chExt cx="426" cy="355"/>
          </a:xfrm>
          <a:solidFill>
            <a:schemeClr val="accent1"/>
          </a:solidFill>
        </p:grpSpPr>
        <p:sp>
          <p:nvSpPr>
            <p:cNvPr id="313" name="Freeform 5">
              <a:extLst>
                <a:ext uri="{FF2B5EF4-FFF2-40B4-BE49-F238E27FC236}">
                  <a16:creationId xmlns:a16="http://schemas.microsoft.com/office/drawing/2014/main" id="{719C8B8C-D094-D74C-AF4C-E723A3C19C5E}"/>
                </a:ext>
              </a:extLst>
            </p:cNvPr>
            <p:cNvSpPr>
              <a:spLocks/>
            </p:cNvSpPr>
            <p:nvPr/>
          </p:nvSpPr>
          <p:spPr bwMode="auto">
            <a:xfrm>
              <a:off x="348" y="543"/>
              <a:ext cx="373" cy="18"/>
            </a:xfrm>
            <a:custGeom>
              <a:avLst/>
              <a:gdLst>
                <a:gd name="T0" fmla="*/ 246 w 252"/>
                <a:gd name="T1" fmla="*/ 12 h 12"/>
                <a:gd name="T2" fmla="*/ 6 w 252"/>
                <a:gd name="T3" fmla="*/ 12 h 12"/>
                <a:gd name="T4" fmla="*/ 0 w 252"/>
                <a:gd name="T5" fmla="*/ 6 h 12"/>
                <a:gd name="T6" fmla="*/ 6 w 252"/>
                <a:gd name="T7" fmla="*/ 0 h 12"/>
                <a:gd name="T8" fmla="*/ 246 w 252"/>
                <a:gd name="T9" fmla="*/ 0 h 12"/>
                <a:gd name="T10" fmla="*/ 252 w 252"/>
                <a:gd name="T11" fmla="*/ 6 h 12"/>
                <a:gd name="T12" fmla="*/ 246 w 25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52" h="12">
                  <a:moveTo>
                    <a:pt x="246" y="12"/>
                  </a:moveTo>
                  <a:cubicBezTo>
                    <a:pt x="6" y="12"/>
                    <a:pt x="6" y="12"/>
                    <a:pt x="6" y="12"/>
                  </a:cubicBezTo>
                  <a:cubicBezTo>
                    <a:pt x="3" y="12"/>
                    <a:pt x="0" y="9"/>
                    <a:pt x="0" y="6"/>
                  </a:cubicBezTo>
                  <a:cubicBezTo>
                    <a:pt x="0" y="3"/>
                    <a:pt x="3" y="0"/>
                    <a:pt x="6" y="0"/>
                  </a:cubicBezTo>
                  <a:cubicBezTo>
                    <a:pt x="246" y="0"/>
                    <a:pt x="246" y="0"/>
                    <a:pt x="246" y="0"/>
                  </a:cubicBezTo>
                  <a:cubicBezTo>
                    <a:pt x="250" y="0"/>
                    <a:pt x="252" y="3"/>
                    <a:pt x="252" y="6"/>
                  </a:cubicBezTo>
                  <a:cubicBezTo>
                    <a:pt x="252" y="9"/>
                    <a:pt x="250" y="12"/>
                    <a:pt x="24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14" name="Oval 6">
              <a:extLst>
                <a:ext uri="{FF2B5EF4-FFF2-40B4-BE49-F238E27FC236}">
                  <a16:creationId xmlns:a16="http://schemas.microsoft.com/office/drawing/2014/main" id="{0E3079FA-EBC0-1C4F-BF6F-4EF1A488E97C}"/>
                </a:ext>
              </a:extLst>
            </p:cNvPr>
            <p:cNvSpPr>
              <a:spLocks noChangeArrowheads="1"/>
            </p:cNvSpPr>
            <p:nvPr/>
          </p:nvSpPr>
          <p:spPr bwMode="auto">
            <a:xfrm>
              <a:off x="401" y="507"/>
              <a:ext cx="18"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15" name="Oval 7">
              <a:extLst>
                <a:ext uri="{FF2B5EF4-FFF2-40B4-BE49-F238E27FC236}">
                  <a16:creationId xmlns:a16="http://schemas.microsoft.com/office/drawing/2014/main" id="{1020AE0A-3CB9-274A-B949-2F4B93C8FE61}"/>
                </a:ext>
              </a:extLst>
            </p:cNvPr>
            <p:cNvSpPr>
              <a:spLocks noChangeArrowheads="1"/>
            </p:cNvSpPr>
            <p:nvPr/>
          </p:nvSpPr>
          <p:spPr bwMode="auto">
            <a:xfrm>
              <a:off x="437" y="507"/>
              <a:ext cx="17"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16" name="Oval 8">
              <a:extLst>
                <a:ext uri="{FF2B5EF4-FFF2-40B4-BE49-F238E27FC236}">
                  <a16:creationId xmlns:a16="http://schemas.microsoft.com/office/drawing/2014/main" id="{98F34F8F-ABB7-4848-A76F-9F6C562D9670}"/>
                </a:ext>
              </a:extLst>
            </p:cNvPr>
            <p:cNvSpPr>
              <a:spLocks noChangeArrowheads="1"/>
            </p:cNvSpPr>
            <p:nvPr/>
          </p:nvSpPr>
          <p:spPr bwMode="auto">
            <a:xfrm>
              <a:off x="472" y="507"/>
              <a:ext cx="18"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17" name="Freeform 9">
              <a:extLst>
                <a:ext uri="{FF2B5EF4-FFF2-40B4-BE49-F238E27FC236}">
                  <a16:creationId xmlns:a16="http://schemas.microsoft.com/office/drawing/2014/main" id="{AA090CA5-2F52-AF46-BB3E-337567489E55}"/>
                </a:ext>
              </a:extLst>
            </p:cNvPr>
            <p:cNvSpPr>
              <a:spLocks noEditPoints="1"/>
            </p:cNvSpPr>
            <p:nvPr/>
          </p:nvSpPr>
          <p:spPr bwMode="auto">
            <a:xfrm>
              <a:off x="348" y="472"/>
              <a:ext cx="373" cy="284"/>
            </a:xfrm>
            <a:custGeom>
              <a:avLst/>
              <a:gdLst>
                <a:gd name="T0" fmla="*/ 222 w 252"/>
                <a:gd name="T1" fmla="*/ 192 h 192"/>
                <a:gd name="T2" fmla="*/ 30 w 252"/>
                <a:gd name="T3" fmla="*/ 192 h 192"/>
                <a:gd name="T4" fmla="*/ 0 w 252"/>
                <a:gd name="T5" fmla="*/ 162 h 192"/>
                <a:gd name="T6" fmla="*/ 0 w 252"/>
                <a:gd name="T7" fmla="*/ 30 h 192"/>
                <a:gd name="T8" fmla="*/ 30 w 252"/>
                <a:gd name="T9" fmla="*/ 0 h 192"/>
                <a:gd name="T10" fmla="*/ 222 w 252"/>
                <a:gd name="T11" fmla="*/ 0 h 192"/>
                <a:gd name="T12" fmla="*/ 252 w 252"/>
                <a:gd name="T13" fmla="*/ 30 h 192"/>
                <a:gd name="T14" fmla="*/ 252 w 252"/>
                <a:gd name="T15" fmla="*/ 162 h 192"/>
                <a:gd name="T16" fmla="*/ 222 w 252"/>
                <a:gd name="T17" fmla="*/ 192 h 192"/>
                <a:gd name="T18" fmla="*/ 30 w 252"/>
                <a:gd name="T19" fmla="*/ 12 h 192"/>
                <a:gd name="T20" fmla="*/ 12 w 252"/>
                <a:gd name="T21" fmla="*/ 30 h 192"/>
                <a:gd name="T22" fmla="*/ 12 w 252"/>
                <a:gd name="T23" fmla="*/ 162 h 192"/>
                <a:gd name="T24" fmla="*/ 30 w 252"/>
                <a:gd name="T25" fmla="*/ 180 h 192"/>
                <a:gd name="T26" fmla="*/ 222 w 252"/>
                <a:gd name="T27" fmla="*/ 180 h 192"/>
                <a:gd name="T28" fmla="*/ 240 w 252"/>
                <a:gd name="T29" fmla="*/ 162 h 192"/>
                <a:gd name="T30" fmla="*/ 240 w 252"/>
                <a:gd name="T31" fmla="*/ 30 h 192"/>
                <a:gd name="T32" fmla="*/ 222 w 252"/>
                <a:gd name="T33" fmla="*/ 12 h 192"/>
                <a:gd name="T34" fmla="*/ 30 w 252"/>
                <a:gd name="T35"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2" h="192">
                  <a:moveTo>
                    <a:pt x="222" y="192"/>
                  </a:moveTo>
                  <a:cubicBezTo>
                    <a:pt x="30" y="192"/>
                    <a:pt x="30" y="192"/>
                    <a:pt x="30" y="192"/>
                  </a:cubicBezTo>
                  <a:cubicBezTo>
                    <a:pt x="14" y="192"/>
                    <a:pt x="0" y="179"/>
                    <a:pt x="0" y="162"/>
                  </a:cubicBezTo>
                  <a:cubicBezTo>
                    <a:pt x="0" y="30"/>
                    <a:pt x="0" y="30"/>
                    <a:pt x="0" y="30"/>
                  </a:cubicBezTo>
                  <a:cubicBezTo>
                    <a:pt x="0" y="13"/>
                    <a:pt x="14" y="0"/>
                    <a:pt x="30" y="0"/>
                  </a:cubicBezTo>
                  <a:cubicBezTo>
                    <a:pt x="222" y="0"/>
                    <a:pt x="222" y="0"/>
                    <a:pt x="222" y="0"/>
                  </a:cubicBezTo>
                  <a:cubicBezTo>
                    <a:pt x="239" y="0"/>
                    <a:pt x="252" y="13"/>
                    <a:pt x="252" y="30"/>
                  </a:cubicBezTo>
                  <a:cubicBezTo>
                    <a:pt x="252" y="162"/>
                    <a:pt x="252" y="162"/>
                    <a:pt x="252" y="162"/>
                  </a:cubicBezTo>
                  <a:cubicBezTo>
                    <a:pt x="252" y="179"/>
                    <a:pt x="239" y="192"/>
                    <a:pt x="222" y="192"/>
                  </a:cubicBezTo>
                  <a:close/>
                  <a:moveTo>
                    <a:pt x="30" y="12"/>
                  </a:moveTo>
                  <a:cubicBezTo>
                    <a:pt x="20" y="12"/>
                    <a:pt x="12" y="20"/>
                    <a:pt x="12" y="30"/>
                  </a:cubicBezTo>
                  <a:cubicBezTo>
                    <a:pt x="12" y="162"/>
                    <a:pt x="12" y="162"/>
                    <a:pt x="12" y="162"/>
                  </a:cubicBezTo>
                  <a:cubicBezTo>
                    <a:pt x="12" y="172"/>
                    <a:pt x="20" y="180"/>
                    <a:pt x="30" y="180"/>
                  </a:cubicBezTo>
                  <a:cubicBezTo>
                    <a:pt x="222" y="180"/>
                    <a:pt x="222" y="180"/>
                    <a:pt x="222" y="180"/>
                  </a:cubicBezTo>
                  <a:cubicBezTo>
                    <a:pt x="232" y="180"/>
                    <a:pt x="240" y="172"/>
                    <a:pt x="240" y="162"/>
                  </a:cubicBezTo>
                  <a:cubicBezTo>
                    <a:pt x="240" y="30"/>
                    <a:pt x="240" y="30"/>
                    <a:pt x="240" y="30"/>
                  </a:cubicBezTo>
                  <a:cubicBezTo>
                    <a:pt x="240" y="20"/>
                    <a:pt x="232" y="12"/>
                    <a:pt x="222" y="12"/>
                  </a:cubicBezTo>
                  <a:lnTo>
                    <a:pt x="3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18" name="Freeform 10">
              <a:extLst>
                <a:ext uri="{FF2B5EF4-FFF2-40B4-BE49-F238E27FC236}">
                  <a16:creationId xmlns:a16="http://schemas.microsoft.com/office/drawing/2014/main" id="{8894367A-92E9-164E-BC86-5B276995A8E7}"/>
                </a:ext>
              </a:extLst>
            </p:cNvPr>
            <p:cNvSpPr>
              <a:spLocks/>
            </p:cNvSpPr>
            <p:nvPr/>
          </p:nvSpPr>
          <p:spPr bwMode="auto">
            <a:xfrm>
              <a:off x="703" y="61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19" name="Freeform 11">
              <a:extLst>
                <a:ext uri="{FF2B5EF4-FFF2-40B4-BE49-F238E27FC236}">
                  <a16:creationId xmlns:a16="http://schemas.microsoft.com/office/drawing/2014/main" id="{8C879DF6-8A8C-D14C-9B9C-E0EB824DC79F}"/>
                </a:ext>
              </a:extLst>
            </p:cNvPr>
            <p:cNvSpPr>
              <a:spLocks/>
            </p:cNvSpPr>
            <p:nvPr/>
          </p:nvSpPr>
          <p:spPr bwMode="auto">
            <a:xfrm>
              <a:off x="401" y="543"/>
              <a:ext cx="373" cy="284"/>
            </a:xfrm>
            <a:custGeom>
              <a:avLst/>
              <a:gdLst>
                <a:gd name="T0" fmla="*/ 222 w 252"/>
                <a:gd name="T1" fmla="*/ 192 h 192"/>
                <a:gd name="T2" fmla="*/ 30 w 252"/>
                <a:gd name="T3" fmla="*/ 192 h 192"/>
                <a:gd name="T4" fmla="*/ 0 w 252"/>
                <a:gd name="T5" fmla="*/ 162 h 192"/>
                <a:gd name="T6" fmla="*/ 0 w 252"/>
                <a:gd name="T7" fmla="*/ 138 h 192"/>
                <a:gd name="T8" fmla="*/ 6 w 252"/>
                <a:gd name="T9" fmla="*/ 132 h 192"/>
                <a:gd name="T10" fmla="*/ 12 w 252"/>
                <a:gd name="T11" fmla="*/ 138 h 192"/>
                <a:gd name="T12" fmla="*/ 12 w 252"/>
                <a:gd name="T13" fmla="*/ 162 h 192"/>
                <a:gd name="T14" fmla="*/ 30 w 252"/>
                <a:gd name="T15" fmla="*/ 180 h 192"/>
                <a:gd name="T16" fmla="*/ 222 w 252"/>
                <a:gd name="T17" fmla="*/ 180 h 192"/>
                <a:gd name="T18" fmla="*/ 240 w 252"/>
                <a:gd name="T19" fmla="*/ 162 h 192"/>
                <a:gd name="T20" fmla="*/ 240 w 252"/>
                <a:gd name="T21" fmla="*/ 30 h 192"/>
                <a:gd name="T22" fmla="*/ 222 w 252"/>
                <a:gd name="T23" fmla="*/ 12 h 192"/>
                <a:gd name="T24" fmla="*/ 210 w 252"/>
                <a:gd name="T25" fmla="*/ 12 h 192"/>
                <a:gd name="T26" fmla="*/ 204 w 252"/>
                <a:gd name="T27" fmla="*/ 6 h 192"/>
                <a:gd name="T28" fmla="*/ 210 w 252"/>
                <a:gd name="T29" fmla="*/ 0 h 192"/>
                <a:gd name="T30" fmla="*/ 222 w 252"/>
                <a:gd name="T31" fmla="*/ 0 h 192"/>
                <a:gd name="T32" fmla="*/ 252 w 252"/>
                <a:gd name="T33" fmla="*/ 30 h 192"/>
                <a:gd name="T34" fmla="*/ 252 w 252"/>
                <a:gd name="T35" fmla="*/ 162 h 192"/>
                <a:gd name="T36" fmla="*/ 222 w 252"/>
                <a:gd name="T3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192">
                  <a:moveTo>
                    <a:pt x="222" y="192"/>
                  </a:moveTo>
                  <a:cubicBezTo>
                    <a:pt x="30" y="192"/>
                    <a:pt x="30" y="192"/>
                    <a:pt x="30" y="192"/>
                  </a:cubicBezTo>
                  <a:cubicBezTo>
                    <a:pt x="14" y="192"/>
                    <a:pt x="0" y="179"/>
                    <a:pt x="0" y="162"/>
                  </a:cubicBezTo>
                  <a:cubicBezTo>
                    <a:pt x="0" y="138"/>
                    <a:pt x="0" y="138"/>
                    <a:pt x="0" y="138"/>
                  </a:cubicBezTo>
                  <a:cubicBezTo>
                    <a:pt x="0" y="135"/>
                    <a:pt x="3" y="132"/>
                    <a:pt x="6" y="132"/>
                  </a:cubicBezTo>
                  <a:cubicBezTo>
                    <a:pt x="10" y="132"/>
                    <a:pt x="12" y="135"/>
                    <a:pt x="12" y="138"/>
                  </a:cubicBezTo>
                  <a:cubicBezTo>
                    <a:pt x="12" y="162"/>
                    <a:pt x="12" y="162"/>
                    <a:pt x="12" y="162"/>
                  </a:cubicBezTo>
                  <a:cubicBezTo>
                    <a:pt x="12" y="172"/>
                    <a:pt x="20" y="180"/>
                    <a:pt x="30" y="180"/>
                  </a:cubicBezTo>
                  <a:cubicBezTo>
                    <a:pt x="222" y="180"/>
                    <a:pt x="222" y="180"/>
                    <a:pt x="222" y="180"/>
                  </a:cubicBezTo>
                  <a:cubicBezTo>
                    <a:pt x="232" y="180"/>
                    <a:pt x="240" y="172"/>
                    <a:pt x="240" y="162"/>
                  </a:cubicBezTo>
                  <a:cubicBezTo>
                    <a:pt x="240" y="30"/>
                    <a:pt x="240" y="30"/>
                    <a:pt x="240" y="30"/>
                  </a:cubicBezTo>
                  <a:cubicBezTo>
                    <a:pt x="240" y="20"/>
                    <a:pt x="232" y="12"/>
                    <a:pt x="222" y="12"/>
                  </a:cubicBezTo>
                  <a:cubicBezTo>
                    <a:pt x="210" y="12"/>
                    <a:pt x="210" y="12"/>
                    <a:pt x="210" y="12"/>
                  </a:cubicBezTo>
                  <a:cubicBezTo>
                    <a:pt x="207" y="12"/>
                    <a:pt x="204" y="9"/>
                    <a:pt x="204" y="6"/>
                  </a:cubicBezTo>
                  <a:cubicBezTo>
                    <a:pt x="204" y="3"/>
                    <a:pt x="207" y="0"/>
                    <a:pt x="210" y="0"/>
                  </a:cubicBezTo>
                  <a:cubicBezTo>
                    <a:pt x="222" y="0"/>
                    <a:pt x="222" y="0"/>
                    <a:pt x="222" y="0"/>
                  </a:cubicBezTo>
                  <a:cubicBezTo>
                    <a:pt x="239" y="0"/>
                    <a:pt x="252" y="13"/>
                    <a:pt x="252" y="30"/>
                  </a:cubicBezTo>
                  <a:cubicBezTo>
                    <a:pt x="252" y="162"/>
                    <a:pt x="252" y="162"/>
                    <a:pt x="252" y="162"/>
                  </a:cubicBezTo>
                  <a:cubicBezTo>
                    <a:pt x="252" y="179"/>
                    <a:pt x="239" y="192"/>
                    <a:pt x="222" y="1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sp>
        <p:nvSpPr>
          <p:cNvPr id="320" name="Freeform 132">
            <a:extLst>
              <a:ext uri="{FF2B5EF4-FFF2-40B4-BE49-F238E27FC236}">
                <a16:creationId xmlns:a16="http://schemas.microsoft.com/office/drawing/2014/main" id="{45BDCAD5-FFA8-D94A-91ED-271D762E1EF5}"/>
              </a:ext>
            </a:extLst>
          </p:cNvPr>
          <p:cNvSpPr>
            <a:spLocks noEditPoints="1"/>
          </p:cNvSpPr>
          <p:nvPr userDrawn="1"/>
        </p:nvSpPr>
        <p:spPr bwMode="auto">
          <a:xfrm>
            <a:off x="8409731" y="5515535"/>
            <a:ext cx="494523" cy="438368"/>
          </a:xfrm>
          <a:custGeom>
            <a:avLst/>
            <a:gdLst>
              <a:gd name="T0" fmla="*/ 9 w 133"/>
              <a:gd name="T1" fmla="*/ 0 h 116"/>
              <a:gd name="T2" fmla="*/ 0 w 133"/>
              <a:gd name="T3" fmla="*/ 91 h 116"/>
              <a:gd name="T4" fmla="*/ 56 w 133"/>
              <a:gd name="T5" fmla="*/ 99 h 116"/>
              <a:gd name="T6" fmla="*/ 39 w 133"/>
              <a:gd name="T7" fmla="*/ 110 h 116"/>
              <a:gd name="T8" fmla="*/ 39 w 133"/>
              <a:gd name="T9" fmla="*/ 116 h 116"/>
              <a:gd name="T10" fmla="*/ 97 w 133"/>
              <a:gd name="T11" fmla="*/ 113 h 116"/>
              <a:gd name="T12" fmla="*/ 78 w 133"/>
              <a:gd name="T13" fmla="*/ 110 h 116"/>
              <a:gd name="T14" fmla="*/ 124 w 133"/>
              <a:gd name="T15" fmla="*/ 99 h 116"/>
              <a:gd name="T16" fmla="*/ 133 w 133"/>
              <a:gd name="T17" fmla="*/ 8 h 116"/>
              <a:gd name="T18" fmla="*/ 72 w 133"/>
              <a:gd name="T19" fmla="*/ 110 h 116"/>
              <a:gd name="T20" fmla="*/ 61 w 133"/>
              <a:gd name="T21" fmla="*/ 99 h 116"/>
              <a:gd name="T22" fmla="*/ 72 w 133"/>
              <a:gd name="T23" fmla="*/ 110 h 116"/>
              <a:gd name="T24" fmla="*/ 124 w 133"/>
              <a:gd name="T25" fmla="*/ 94 h 116"/>
              <a:gd name="T26" fmla="*/ 6 w 133"/>
              <a:gd name="T27" fmla="*/ 91 h 116"/>
              <a:gd name="T28" fmla="*/ 9 w 133"/>
              <a:gd name="T29" fmla="*/ 5 h 116"/>
              <a:gd name="T30" fmla="*/ 127 w 133"/>
              <a:gd name="T31" fmla="*/ 8 h 116"/>
              <a:gd name="T32" fmla="*/ 109 w 133"/>
              <a:gd name="T33" fmla="*/ 36 h 116"/>
              <a:gd name="T34" fmla="*/ 68 w 133"/>
              <a:gd name="T35" fmla="*/ 19 h 116"/>
              <a:gd name="T36" fmla="*/ 30 w 133"/>
              <a:gd name="T37" fmla="*/ 36 h 116"/>
              <a:gd name="T38" fmla="*/ 30 w 133"/>
              <a:gd name="T39" fmla="*/ 36 h 116"/>
              <a:gd name="T40" fmla="*/ 28 w 133"/>
              <a:gd name="T41" fmla="*/ 37 h 116"/>
              <a:gd name="T42" fmla="*/ 28 w 133"/>
              <a:gd name="T43" fmla="*/ 57 h 116"/>
              <a:gd name="T44" fmla="*/ 23 w 133"/>
              <a:gd name="T45" fmla="*/ 76 h 116"/>
              <a:gd name="T46" fmla="*/ 36 w 133"/>
              <a:gd name="T47" fmla="*/ 77 h 116"/>
              <a:gd name="T48" fmla="*/ 39 w 133"/>
              <a:gd name="T49" fmla="*/ 73 h 116"/>
              <a:gd name="T50" fmla="*/ 34 w 133"/>
              <a:gd name="T51" fmla="*/ 43 h 116"/>
              <a:gd name="T52" fmla="*/ 45 w 133"/>
              <a:gd name="T53" fmla="*/ 66 h 116"/>
              <a:gd name="T54" fmla="*/ 68 w 133"/>
              <a:gd name="T55" fmla="*/ 79 h 116"/>
              <a:gd name="T56" fmla="*/ 71 w 133"/>
              <a:gd name="T57" fmla="*/ 79 h 116"/>
              <a:gd name="T58" fmla="*/ 94 w 133"/>
              <a:gd name="T59" fmla="*/ 66 h 116"/>
              <a:gd name="T60" fmla="*/ 109 w 133"/>
              <a:gd name="T61" fmla="*/ 41 h 116"/>
              <a:gd name="T62" fmla="*/ 109 w 133"/>
              <a:gd name="T63" fmla="*/ 36 h 116"/>
              <a:gd name="T64" fmla="*/ 31 w 133"/>
              <a:gd name="T65" fmla="*/ 66 h 116"/>
              <a:gd name="T66" fmla="*/ 29 w 133"/>
              <a:gd name="T67" fmla="*/ 71 h 116"/>
              <a:gd name="T68" fmla="*/ 69 w 133"/>
              <a:gd name="T69" fmla="*/ 74 h 116"/>
              <a:gd name="T70" fmla="*/ 50 w 133"/>
              <a:gd name="T71" fmla="*/ 50 h 116"/>
              <a:gd name="T72" fmla="*/ 69 w 133"/>
              <a:gd name="T73" fmla="*/ 58 h 116"/>
              <a:gd name="T74" fmla="*/ 89 w 133"/>
              <a:gd name="T75" fmla="*/ 50 h 116"/>
              <a:gd name="T76" fmla="*/ 69 w 133"/>
              <a:gd name="T77" fmla="*/ 52 h 116"/>
              <a:gd name="T78" fmla="*/ 69 w 133"/>
              <a:gd name="T79" fmla="*/ 25 h 116"/>
              <a:gd name="T80" fmla="*/ 69 w 133"/>
              <a:gd name="T81" fmla="*/ 5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33" h="116">
                <a:moveTo>
                  <a:pt x="124" y="0"/>
                </a:moveTo>
                <a:cubicBezTo>
                  <a:pt x="9" y="0"/>
                  <a:pt x="9" y="0"/>
                  <a:pt x="9" y="0"/>
                </a:cubicBezTo>
                <a:cubicBezTo>
                  <a:pt x="4" y="0"/>
                  <a:pt x="0" y="4"/>
                  <a:pt x="0" y="8"/>
                </a:cubicBezTo>
                <a:cubicBezTo>
                  <a:pt x="0" y="91"/>
                  <a:pt x="0" y="91"/>
                  <a:pt x="0" y="91"/>
                </a:cubicBezTo>
                <a:cubicBezTo>
                  <a:pt x="0" y="95"/>
                  <a:pt x="4" y="99"/>
                  <a:pt x="9" y="99"/>
                </a:cubicBezTo>
                <a:cubicBezTo>
                  <a:pt x="56" y="99"/>
                  <a:pt x="56" y="99"/>
                  <a:pt x="56" y="99"/>
                </a:cubicBezTo>
                <a:cubicBezTo>
                  <a:pt x="56" y="110"/>
                  <a:pt x="56" y="110"/>
                  <a:pt x="56" y="110"/>
                </a:cubicBezTo>
                <a:cubicBezTo>
                  <a:pt x="39" y="110"/>
                  <a:pt x="39" y="110"/>
                  <a:pt x="39" y="110"/>
                </a:cubicBezTo>
                <a:cubicBezTo>
                  <a:pt x="37" y="110"/>
                  <a:pt x="36" y="111"/>
                  <a:pt x="36" y="113"/>
                </a:cubicBezTo>
                <a:cubicBezTo>
                  <a:pt x="36" y="114"/>
                  <a:pt x="37" y="116"/>
                  <a:pt x="39" y="116"/>
                </a:cubicBezTo>
                <a:cubicBezTo>
                  <a:pt x="94" y="116"/>
                  <a:pt x="94" y="116"/>
                  <a:pt x="94" y="116"/>
                </a:cubicBezTo>
                <a:cubicBezTo>
                  <a:pt x="96" y="116"/>
                  <a:pt x="97" y="114"/>
                  <a:pt x="97" y="113"/>
                </a:cubicBezTo>
                <a:cubicBezTo>
                  <a:pt x="97" y="111"/>
                  <a:pt x="96" y="110"/>
                  <a:pt x="94" y="110"/>
                </a:cubicBezTo>
                <a:cubicBezTo>
                  <a:pt x="78" y="110"/>
                  <a:pt x="78" y="110"/>
                  <a:pt x="78" y="110"/>
                </a:cubicBezTo>
                <a:cubicBezTo>
                  <a:pt x="78" y="99"/>
                  <a:pt x="78" y="99"/>
                  <a:pt x="78" y="99"/>
                </a:cubicBezTo>
                <a:cubicBezTo>
                  <a:pt x="124" y="99"/>
                  <a:pt x="124" y="99"/>
                  <a:pt x="124" y="99"/>
                </a:cubicBezTo>
                <a:cubicBezTo>
                  <a:pt x="129" y="99"/>
                  <a:pt x="133" y="95"/>
                  <a:pt x="133" y="91"/>
                </a:cubicBezTo>
                <a:cubicBezTo>
                  <a:pt x="133" y="8"/>
                  <a:pt x="133" y="8"/>
                  <a:pt x="133" y="8"/>
                </a:cubicBezTo>
                <a:cubicBezTo>
                  <a:pt x="133" y="4"/>
                  <a:pt x="129" y="0"/>
                  <a:pt x="124" y="0"/>
                </a:cubicBezTo>
                <a:close/>
                <a:moveTo>
                  <a:pt x="72" y="110"/>
                </a:moveTo>
                <a:cubicBezTo>
                  <a:pt x="61" y="110"/>
                  <a:pt x="61" y="110"/>
                  <a:pt x="61" y="110"/>
                </a:cubicBezTo>
                <a:cubicBezTo>
                  <a:pt x="61" y="99"/>
                  <a:pt x="61" y="99"/>
                  <a:pt x="61" y="99"/>
                </a:cubicBezTo>
                <a:cubicBezTo>
                  <a:pt x="72" y="99"/>
                  <a:pt x="72" y="99"/>
                  <a:pt x="72" y="99"/>
                </a:cubicBezTo>
                <a:lnTo>
                  <a:pt x="72" y="110"/>
                </a:lnTo>
                <a:close/>
                <a:moveTo>
                  <a:pt x="127" y="91"/>
                </a:moveTo>
                <a:cubicBezTo>
                  <a:pt x="127" y="92"/>
                  <a:pt x="126" y="94"/>
                  <a:pt x="124" y="94"/>
                </a:cubicBezTo>
                <a:cubicBezTo>
                  <a:pt x="9" y="94"/>
                  <a:pt x="9" y="94"/>
                  <a:pt x="9" y="94"/>
                </a:cubicBezTo>
                <a:cubicBezTo>
                  <a:pt x="7" y="94"/>
                  <a:pt x="6" y="92"/>
                  <a:pt x="6" y="91"/>
                </a:cubicBezTo>
                <a:cubicBezTo>
                  <a:pt x="6" y="8"/>
                  <a:pt x="6" y="8"/>
                  <a:pt x="6" y="8"/>
                </a:cubicBezTo>
                <a:cubicBezTo>
                  <a:pt x="6" y="7"/>
                  <a:pt x="7" y="5"/>
                  <a:pt x="9" y="5"/>
                </a:cubicBezTo>
                <a:cubicBezTo>
                  <a:pt x="124" y="5"/>
                  <a:pt x="124" y="5"/>
                  <a:pt x="124" y="5"/>
                </a:cubicBezTo>
                <a:cubicBezTo>
                  <a:pt x="126" y="5"/>
                  <a:pt x="127" y="7"/>
                  <a:pt x="127" y="8"/>
                </a:cubicBezTo>
                <a:lnTo>
                  <a:pt x="127" y="91"/>
                </a:lnTo>
                <a:close/>
                <a:moveTo>
                  <a:pt x="109" y="36"/>
                </a:moveTo>
                <a:cubicBezTo>
                  <a:pt x="70" y="19"/>
                  <a:pt x="70" y="19"/>
                  <a:pt x="70" y="19"/>
                </a:cubicBezTo>
                <a:cubicBezTo>
                  <a:pt x="70" y="19"/>
                  <a:pt x="69" y="19"/>
                  <a:pt x="68" y="19"/>
                </a:cubicBezTo>
                <a:cubicBezTo>
                  <a:pt x="30" y="36"/>
                  <a:pt x="30" y="36"/>
                  <a:pt x="30" y="36"/>
                </a:cubicBezTo>
                <a:cubicBezTo>
                  <a:pt x="30" y="36"/>
                  <a:pt x="30" y="36"/>
                  <a:pt x="30" y="36"/>
                </a:cubicBezTo>
                <a:cubicBezTo>
                  <a:pt x="30" y="36"/>
                  <a:pt x="30" y="36"/>
                  <a:pt x="30" y="36"/>
                </a:cubicBezTo>
                <a:cubicBezTo>
                  <a:pt x="30" y="36"/>
                  <a:pt x="30" y="36"/>
                  <a:pt x="30" y="36"/>
                </a:cubicBezTo>
                <a:cubicBezTo>
                  <a:pt x="29" y="36"/>
                  <a:pt x="29" y="36"/>
                  <a:pt x="29" y="37"/>
                </a:cubicBezTo>
                <a:cubicBezTo>
                  <a:pt x="29" y="37"/>
                  <a:pt x="28" y="37"/>
                  <a:pt x="28" y="37"/>
                </a:cubicBezTo>
                <a:cubicBezTo>
                  <a:pt x="28" y="37"/>
                  <a:pt x="28" y="38"/>
                  <a:pt x="28" y="38"/>
                </a:cubicBezTo>
                <a:cubicBezTo>
                  <a:pt x="28" y="57"/>
                  <a:pt x="28" y="57"/>
                  <a:pt x="28" y="57"/>
                </a:cubicBezTo>
                <a:cubicBezTo>
                  <a:pt x="23" y="73"/>
                  <a:pt x="23" y="73"/>
                  <a:pt x="23" y="73"/>
                </a:cubicBezTo>
                <a:cubicBezTo>
                  <a:pt x="22" y="74"/>
                  <a:pt x="22" y="75"/>
                  <a:pt x="23" y="76"/>
                </a:cubicBezTo>
                <a:cubicBezTo>
                  <a:pt x="24" y="77"/>
                  <a:pt x="24" y="77"/>
                  <a:pt x="25" y="77"/>
                </a:cubicBezTo>
                <a:cubicBezTo>
                  <a:pt x="36" y="77"/>
                  <a:pt x="36" y="77"/>
                  <a:pt x="36" y="77"/>
                </a:cubicBezTo>
                <a:cubicBezTo>
                  <a:pt x="37" y="77"/>
                  <a:pt x="38" y="77"/>
                  <a:pt x="38" y="76"/>
                </a:cubicBezTo>
                <a:cubicBezTo>
                  <a:pt x="39" y="75"/>
                  <a:pt x="39" y="74"/>
                  <a:pt x="39" y="73"/>
                </a:cubicBezTo>
                <a:cubicBezTo>
                  <a:pt x="34" y="57"/>
                  <a:pt x="34" y="57"/>
                  <a:pt x="34" y="57"/>
                </a:cubicBezTo>
                <a:cubicBezTo>
                  <a:pt x="34" y="43"/>
                  <a:pt x="34" y="43"/>
                  <a:pt x="34" y="43"/>
                </a:cubicBezTo>
                <a:cubicBezTo>
                  <a:pt x="45" y="47"/>
                  <a:pt x="45" y="47"/>
                  <a:pt x="45" y="47"/>
                </a:cubicBezTo>
                <a:cubicBezTo>
                  <a:pt x="45" y="66"/>
                  <a:pt x="45" y="66"/>
                  <a:pt x="45" y="66"/>
                </a:cubicBezTo>
                <a:cubicBezTo>
                  <a:pt x="45" y="67"/>
                  <a:pt x="45" y="68"/>
                  <a:pt x="46" y="68"/>
                </a:cubicBezTo>
                <a:cubicBezTo>
                  <a:pt x="68" y="79"/>
                  <a:pt x="68" y="79"/>
                  <a:pt x="68" y="79"/>
                </a:cubicBezTo>
                <a:cubicBezTo>
                  <a:pt x="68" y="80"/>
                  <a:pt x="69" y="80"/>
                  <a:pt x="69" y="80"/>
                </a:cubicBezTo>
                <a:cubicBezTo>
                  <a:pt x="70" y="80"/>
                  <a:pt x="70" y="80"/>
                  <a:pt x="71" y="79"/>
                </a:cubicBezTo>
                <a:cubicBezTo>
                  <a:pt x="93" y="68"/>
                  <a:pt x="93" y="68"/>
                  <a:pt x="93" y="68"/>
                </a:cubicBezTo>
                <a:cubicBezTo>
                  <a:pt x="94" y="68"/>
                  <a:pt x="94" y="67"/>
                  <a:pt x="94" y="66"/>
                </a:cubicBezTo>
                <a:cubicBezTo>
                  <a:pt x="94" y="47"/>
                  <a:pt x="94" y="47"/>
                  <a:pt x="94" y="47"/>
                </a:cubicBezTo>
                <a:cubicBezTo>
                  <a:pt x="109" y="41"/>
                  <a:pt x="109" y="41"/>
                  <a:pt x="109" y="41"/>
                </a:cubicBezTo>
                <a:cubicBezTo>
                  <a:pt x="110" y="41"/>
                  <a:pt x="111" y="40"/>
                  <a:pt x="111" y="38"/>
                </a:cubicBezTo>
                <a:cubicBezTo>
                  <a:pt x="111" y="37"/>
                  <a:pt x="110" y="36"/>
                  <a:pt x="109" y="36"/>
                </a:cubicBezTo>
                <a:close/>
                <a:moveTo>
                  <a:pt x="29" y="71"/>
                </a:moveTo>
                <a:cubicBezTo>
                  <a:pt x="31" y="66"/>
                  <a:pt x="31" y="66"/>
                  <a:pt x="31" y="66"/>
                </a:cubicBezTo>
                <a:cubicBezTo>
                  <a:pt x="32" y="71"/>
                  <a:pt x="32" y="71"/>
                  <a:pt x="32" y="71"/>
                </a:cubicBezTo>
                <a:lnTo>
                  <a:pt x="29" y="71"/>
                </a:lnTo>
                <a:close/>
                <a:moveTo>
                  <a:pt x="89" y="64"/>
                </a:moveTo>
                <a:cubicBezTo>
                  <a:pt x="69" y="74"/>
                  <a:pt x="69" y="74"/>
                  <a:pt x="69" y="74"/>
                </a:cubicBezTo>
                <a:cubicBezTo>
                  <a:pt x="50" y="64"/>
                  <a:pt x="50" y="64"/>
                  <a:pt x="50" y="64"/>
                </a:cubicBezTo>
                <a:cubicBezTo>
                  <a:pt x="50" y="50"/>
                  <a:pt x="50" y="50"/>
                  <a:pt x="50" y="50"/>
                </a:cubicBezTo>
                <a:cubicBezTo>
                  <a:pt x="68" y="57"/>
                  <a:pt x="68" y="57"/>
                  <a:pt x="68" y="57"/>
                </a:cubicBezTo>
                <a:cubicBezTo>
                  <a:pt x="69" y="58"/>
                  <a:pt x="69" y="58"/>
                  <a:pt x="69" y="58"/>
                </a:cubicBezTo>
                <a:cubicBezTo>
                  <a:pt x="70" y="58"/>
                  <a:pt x="70" y="58"/>
                  <a:pt x="70" y="57"/>
                </a:cubicBezTo>
                <a:cubicBezTo>
                  <a:pt x="89" y="50"/>
                  <a:pt x="89" y="50"/>
                  <a:pt x="89" y="50"/>
                </a:cubicBezTo>
                <a:lnTo>
                  <a:pt x="89" y="64"/>
                </a:lnTo>
                <a:close/>
                <a:moveTo>
                  <a:pt x="69" y="52"/>
                </a:moveTo>
                <a:cubicBezTo>
                  <a:pt x="38" y="38"/>
                  <a:pt x="38" y="38"/>
                  <a:pt x="38" y="38"/>
                </a:cubicBezTo>
                <a:cubicBezTo>
                  <a:pt x="69" y="25"/>
                  <a:pt x="69" y="25"/>
                  <a:pt x="69" y="25"/>
                </a:cubicBezTo>
                <a:cubicBezTo>
                  <a:pt x="101" y="38"/>
                  <a:pt x="101" y="38"/>
                  <a:pt x="101" y="38"/>
                </a:cubicBezTo>
                <a:lnTo>
                  <a:pt x="69" y="52"/>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rtl="0"/>
            <a:endParaRPr lang="en-US" dirty="0">
              <a:latin typeface="+mj-lt"/>
            </a:endParaRPr>
          </a:p>
        </p:txBody>
      </p:sp>
      <p:grpSp>
        <p:nvGrpSpPr>
          <p:cNvPr id="325" name="Group 104">
            <a:extLst>
              <a:ext uri="{FF2B5EF4-FFF2-40B4-BE49-F238E27FC236}">
                <a16:creationId xmlns:a16="http://schemas.microsoft.com/office/drawing/2014/main" id="{C933286F-FB2B-2B48-B689-90FB1B740D79}"/>
              </a:ext>
            </a:extLst>
          </p:cNvPr>
          <p:cNvGrpSpPr>
            <a:grpSpLocks noChangeAspect="1"/>
          </p:cNvGrpSpPr>
          <p:nvPr userDrawn="1"/>
        </p:nvGrpSpPr>
        <p:grpSpPr bwMode="auto">
          <a:xfrm>
            <a:off x="7207268" y="5477733"/>
            <a:ext cx="341846" cy="513972"/>
            <a:chOff x="1443" y="2997"/>
            <a:chExt cx="284" cy="427"/>
          </a:xfrm>
          <a:solidFill>
            <a:schemeClr val="accent1"/>
          </a:solidFill>
        </p:grpSpPr>
        <p:sp>
          <p:nvSpPr>
            <p:cNvPr id="326" name="Freeform 105">
              <a:extLst>
                <a:ext uri="{FF2B5EF4-FFF2-40B4-BE49-F238E27FC236}">
                  <a16:creationId xmlns:a16="http://schemas.microsoft.com/office/drawing/2014/main" id="{EBD25FD2-6E1F-C448-BE38-E904E3A2FB73}"/>
                </a:ext>
              </a:extLst>
            </p:cNvPr>
            <p:cNvSpPr>
              <a:spLocks noEditPoints="1"/>
            </p:cNvSpPr>
            <p:nvPr/>
          </p:nvSpPr>
          <p:spPr bwMode="auto">
            <a:xfrm>
              <a:off x="1462" y="3104"/>
              <a:ext cx="261" cy="320"/>
            </a:xfrm>
            <a:custGeom>
              <a:avLst/>
              <a:gdLst>
                <a:gd name="T0" fmla="*/ 155 w 176"/>
                <a:gd name="T1" fmla="*/ 216 h 216"/>
                <a:gd name="T2" fmla="*/ 59 w 176"/>
                <a:gd name="T3" fmla="*/ 216 h 216"/>
                <a:gd name="T4" fmla="*/ 54 w 176"/>
                <a:gd name="T5" fmla="*/ 213 h 216"/>
                <a:gd name="T6" fmla="*/ 6 w 176"/>
                <a:gd name="T7" fmla="*/ 141 h 216"/>
                <a:gd name="T8" fmla="*/ 4 w 176"/>
                <a:gd name="T9" fmla="*/ 116 h 216"/>
                <a:gd name="T10" fmla="*/ 17 w 176"/>
                <a:gd name="T11" fmla="*/ 108 h 216"/>
                <a:gd name="T12" fmla="*/ 59 w 176"/>
                <a:gd name="T13" fmla="*/ 137 h 216"/>
                <a:gd name="T14" fmla="*/ 59 w 176"/>
                <a:gd name="T15" fmla="*/ 24 h 216"/>
                <a:gd name="T16" fmla="*/ 83 w 176"/>
                <a:gd name="T17" fmla="*/ 0 h 216"/>
                <a:gd name="T18" fmla="*/ 107 w 176"/>
                <a:gd name="T19" fmla="*/ 24 h 216"/>
                <a:gd name="T20" fmla="*/ 107 w 176"/>
                <a:gd name="T21" fmla="*/ 92 h 216"/>
                <a:gd name="T22" fmla="*/ 156 w 176"/>
                <a:gd name="T23" fmla="*/ 108 h 216"/>
                <a:gd name="T24" fmla="*/ 173 w 176"/>
                <a:gd name="T25" fmla="*/ 145 h 216"/>
                <a:gd name="T26" fmla="*/ 161 w 176"/>
                <a:gd name="T27" fmla="*/ 211 h 216"/>
                <a:gd name="T28" fmla="*/ 155 w 176"/>
                <a:gd name="T29" fmla="*/ 216 h 216"/>
                <a:gd name="T30" fmla="*/ 62 w 176"/>
                <a:gd name="T31" fmla="*/ 204 h 216"/>
                <a:gd name="T32" fmla="*/ 150 w 176"/>
                <a:gd name="T33" fmla="*/ 204 h 216"/>
                <a:gd name="T34" fmla="*/ 161 w 176"/>
                <a:gd name="T35" fmla="*/ 143 h 216"/>
                <a:gd name="T36" fmla="*/ 152 w 176"/>
                <a:gd name="T37" fmla="*/ 120 h 216"/>
                <a:gd name="T38" fmla="*/ 99 w 176"/>
                <a:gd name="T39" fmla="*/ 102 h 216"/>
                <a:gd name="T40" fmla="*/ 95 w 176"/>
                <a:gd name="T41" fmla="*/ 96 h 216"/>
                <a:gd name="T42" fmla="*/ 95 w 176"/>
                <a:gd name="T43" fmla="*/ 24 h 216"/>
                <a:gd name="T44" fmla="*/ 83 w 176"/>
                <a:gd name="T45" fmla="*/ 12 h 216"/>
                <a:gd name="T46" fmla="*/ 71 w 176"/>
                <a:gd name="T47" fmla="*/ 24 h 216"/>
                <a:gd name="T48" fmla="*/ 71 w 176"/>
                <a:gd name="T49" fmla="*/ 156 h 216"/>
                <a:gd name="T50" fmla="*/ 67 w 176"/>
                <a:gd name="T51" fmla="*/ 162 h 216"/>
                <a:gd name="T52" fmla="*/ 60 w 176"/>
                <a:gd name="T53" fmla="*/ 159 h 216"/>
                <a:gd name="T54" fmla="*/ 17 w 176"/>
                <a:gd name="T55" fmla="*/ 120 h 216"/>
                <a:gd name="T56" fmla="*/ 14 w 176"/>
                <a:gd name="T57" fmla="*/ 121 h 216"/>
                <a:gd name="T58" fmla="*/ 16 w 176"/>
                <a:gd name="T59" fmla="*/ 135 h 216"/>
                <a:gd name="T60" fmla="*/ 62 w 176"/>
                <a:gd name="T61" fmla="*/ 204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6" h="216">
                  <a:moveTo>
                    <a:pt x="155" y="216"/>
                  </a:moveTo>
                  <a:cubicBezTo>
                    <a:pt x="59" y="216"/>
                    <a:pt x="59" y="216"/>
                    <a:pt x="59" y="216"/>
                  </a:cubicBezTo>
                  <a:cubicBezTo>
                    <a:pt x="57" y="216"/>
                    <a:pt x="55" y="215"/>
                    <a:pt x="54" y="213"/>
                  </a:cubicBezTo>
                  <a:cubicBezTo>
                    <a:pt x="6" y="141"/>
                    <a:pt x="6" y="141"/>
                    <a:pt x="6" y="141"/>
                  </a:cubicBezTo>
                  <a:cubicBezTo>
                    <a:pt x="2" y="135"/>
                    <a:pt x="0" y="124"/>
                    <a:pt x="4" y="116"/>
                  </a:cubicBezTo>
                  <a:cubicBezTo>
                    <a:pt x="6" y="111"/>
                    <a:pt x="11" y="108"/>
                    <a:pt x="17" y="108"/>
                  </a:cubicBezTo>
                  <a:cubicBezTo>
                    <a:pt x="30" y="108"/>
                    <a:pt x="42" y="113"/>
                    <a:pt x="59" y="137"/>
                  </a:cubicBezTo>
                  <a:cubicBezTo>
                    <a:pt x="59" y="24"/>
                    <a:pt x="59" y="24"/>
                    <a:pt x="59" y="24"/>
                  </a:cubicBezTo>
                  <a:cubicBezTo>
                    <a:pt x="59" y="11"/>
                    <a:pt x="70" y="0"/>
                    <a:pt x="83" y="0"/>
                  </a:cubicBezTo>
                  <a:cubicBezTo>
                    <a:pt x="96" y="0"/>
                    <a:pt x="107" y="11"/>
                    <a:pt x="107" y="24"/>
                  </a:cubicBezTo>
                  <a:cubicBezTo>
                    <a:pt x="107" y="92"/>
                    <a:pt x="107" y="92"/>
                    <a:pt x="107" y="92"/>
                  </a:cubicBezTo>
                  <a:cubicBezTo>
                    <a:pt x="156" y="108"/>
                    <a:pt x="156" y="108"/>
                    <a:pt x="156" y="108"/>
                  </a:cubicBezTo>
                  <a:cubicBezTo>
                    <a:pt x="172" y="113"/>
                    <a:pt x="176" y="131"/>
                    <a:pt x="173" y="145"/>
                  </a:cubicBezTo>
                  <a:cubicBezTo>
                    <a:pt x="161" y="211"/>
                    <a:pt x="161" y="211"/>
                    <a:pt x="161" y="211"/>
                  </a:cubicBezTo>
                  <a:cubicBezTo>
                    <a:pt x="161" y="214"/>
                    <a:pt x="158" y="216"/>
                    <a:pt x="155" y="216"/>
                  </a:cubicBezTo>
                  <a:close/>
                  <a:moveTo>
                    <a:pt x="62" y="204"/>
                  </a:moveTo>
                  <a:cubicBezTo>
                    <a:pt x="150" y="204"/>
                    <a:pt x="150" y="204"/>
                    <a:pt x="150" y="204"/>
                  </a:cubicBezTo>
                  <a:cubicBezTo>
                    <a:pt x="161" y="143"/>
                    <a:pt x="161" y="143"/>
                    <a:pt x="161" y="143"/>
                  </a:cubicBezTo>
                  <a:cubicBezTo>
                    <a:pt x="163" y="134"/>
                    <a:pt x="161" y="123"/>
                    <a:pt x="152" y="120"/>
                  </a:cubicBezTo>
                  <a:cubicBezTo>
                    <a:pt x="99" y="102"/>
                    <a:pt x="99" y="102"/>
                    <a:pt x="99" y="102"/>
                  </a:cubicBezTo>
                  <a:cubicBezTo>
                    <a:pt x="97" y="101"/>
                    <a:pt x="95" y="99"/>
                    <a:pt x="95" y="96"/>
                  </a:cubicBezTo>
                  <a:cubicBezTo>
                    <a:pt x="95" y="24"/>
                    <a:pt x="95" y="24"/>
                    <a:pt x="95" y="24"/>
                  </a:cubicBezTo>
                  <a:cubicBezTo>
                    <a:pt x="95" y="17"/>
                    <a:pt x="90" y="12"/>
                    <a:pt x="83" y="12"/>
                  </a:cubicBezTo>
                  <a:cubicBezTo>
                    <a:pt x="77" y="12"/>
                    <a:pt x="71" y="18"/>
                    <a:pt x="71" y="24"/>
                  </a:cubicBezTo>
                  <a:cubicBezTo>
                    <a:pt x="71" y="156"/>
                    <a:pt x="71" y="156"/>
                    <a:pt x="71" y="156"/>
                  </a:cubicBezTo>
                  <a:cubicBezTo>
                    <a:pt x="71" y="159"/>
                    <a:pt x="69" y="161"/>
                    <a:pt x="67" y="162"/>
                  </a:cubicBezTo>
                  <a:cubicBezTo>
                    <a:pt x="64" y="163"/>
                    <a:pt x="62" y="162"/>
                    <a:pt x="60" y="159"/>
                  </a:cubicBezTo>
                  <a:cubicBezTo>
                    <a:pt x="37" y="123"/>
                    <a:pt x="26" y="120"/>
                    <a:pt x="17" y="120"/>
                  </a:cubicBezTo>
                  <a:cubicBezTo>
                    <a:pt x="15" y="120"/>
                    <a:pt x="15" y="121"/>
                    <a:pt x="14" y="121"/>
                  </a:cubicBezTo>
                  <a:cubicBezTo>
                    <a:pt x="13" y="124"/>
                    <a:pt x="14" y="131"/>
                    <a:pt x="16" y="135"/>
                  </a:cubicBezTo>
                  <a:lnTo>
                    <a:pt x="62" y="2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27" name="Freeform 106">
              <a:extLst>
                <a:ext uri="{FF2B5EF4-FFF2-40B4-BE49-F238E27FC236}">
                  <a16:creationId xmlns:a16="http://schemas.microsoft.com/office/drawing/2014/main" id="{BD9B7B3C-0689-BA4C-ABBF-BCE7E3B46DB5}"/>
                </a:ext>
              </a:extLst>
            </p:cNvPr>
            <p:cNvSpPr>
              <a:spLocks/>
            </p:cNvSpPr>
            <p:nvPr/>
          </p:nvSpPr>
          <p:spPr bwMode="auto">
            <a:xfrm>
              <a:off x="1656" y="3122"/>
              <a:ext cx="71"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28" name="Freeform 107">
              <a:extLst>
                <a:ext uri="{FF2B5EF4-FFF2-40B4-BE49-F238E27FC236}">
                  <a16:creationId xmlns:a16="http://schemas.microsoft.com/office/drawing/2014/main" id="{C9272C8E-5CB2-4643-AEA6-BE716984C944}"/>
                </a:ext>
              </a:extLst>
            </p:cNvPr>
            <p:cNvSpPr>
              <a:spLocks/>
            </p:cNvSpPr>
            <p:nvPr/>
          </p:nvSpPr>
          <p:spPr bwMode="auto">
            <a:xfrm>
              <a:off x="1638" y="3031"/>
              <a:ext cx="55" cy="55"/>
            </a:xfrm>
            <a:custGeom>
              <a:avLst/>
              <a:gdLst>
                <a:gd name="T0" fmla="*/ 6 w 37"/>
                <a:gd name="T1" fmla="*/ 37 h 37"/>
                <a:gd name="T2" fmla="*/ 2 w 37"/>
                <a:gd name="T3" fmla="*/ 35 h 37"/>
                <a:gd name="T4" fmla="*/ 2 w 37"/>
                <a:gd name="T5" fmla="*/ 27 h 37"/>
                <a:gd name="T6" fmla="*/ 26 w 37"/>
                <a:gd name="T7" fmla="*/ 3 h 37"/>
                <a:gd name="T8" fmla="*/ 34 w 37"/>
                <a:gd name="T9" fmla="*/ 3 h 37"/>
                <a:gd name="T10" fmla="*/ 34 w 37"/>
                <a:gd name="T11" fmla="*/ 11 h 37"/>
                <a:gd name="T12" fmla="*/ 10 w 37"/>
                <a:gd name="T13" fmla="*/ 35 h 37"/>
                <a:gd name="T14" fmla="*/ 6 w 37"/>
                <a:gd name="T15" fmla="*/ 37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37">
                  <a:moveTo>
                    <a:pt x="6" y="37"/>
                  </a:moveTo>
                  <a:cubicBezTo>
                    <a:pt x="5" y="37"/>
                    <a:pt x="3" y="36"/>
                    <a:pt x="2" y="35"/>
                  </a:cubicBezTo>
                  <a:cubicBezTo>
                    <a:pt x="0" y="33"/>
                    <a:pt x="0" y="29"/>
                    <a:pt x="2" y="27"/>
                  </a:cubicBezTo>
                  <a:cubicBezTo>
                    <a:pt x="26" y="3"/>
                    <a:pt x="26" y="3"/>
                    <a:pt x="26" y="3"/>
                  </a:cubicBezTo>
                  <a:cubicBezTo>
                    <a:pt x="28" y="0"/>
                    <a:pt x="32" y="0"/>
                    <a:pt x="34" y="3"/>
                  </a:cubicBezTo>
                  <a:cubicBezTo>
                    <a:pt x="37" y="5"/>
                    <a:pt x="37" y="9"/>
                    <a:pt x="34" y="11"/>
                  </a:cubicBezTo>
                  <a:cubicBezTo>
                    <a:pt x="10" y="35"/>
                    <a:pt x="10" y="35"/>
                    <a:pt x="10" y="35"/>
                  </a:cubicBezTo>
                  <a:cubicBezTo>
                    <a:pt x="9" y="36"/>
                    <a:pt x="8" y="37"/>
                    <a:pt x="6"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29" name="Freeform 108">
              <a:extLst>
                <a:ext uri="{FF2B5EF4-FFF2-40B4-BE49-F238E27FC236}">
                  <a16:creationId xmlns:a16="http://schemas.microsoft.com/office/drawing/2014/main" id="{CA4C5504-30D4-1D40-B292-CD5DA723192D}"/>
                </a:ext>
              </a:extLst>
            </p:cNvPr>
            <p:cNvSpPr>
              <a:spLocks/>
            </p:cNvSpPr>
            <p:nvPr/>
          </p:nvSpPr>
          <p:spPr bwMode="auto">
            <a:xfrm>
              <a:off x="1585" y="2997"/>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5"/>
                    <a:pt x="0" y="42"/>
                  </a:cubicBezTo>
                  <a:cubicBezTo>
                    <a:pt x="0" y="6"/>
                    <a:pt x="0" y="6"/>
                    <a:pt x="0" y="6"/>
                  </a:cubicBezTo>
                  <a:cubicBezTo>
                    <a:pt x="0" y="3"/>
                    <a:pt x="3" y="0"/>
                    <a:pt x="6" y="0"/>
                  </a:cubicBezTo>
                  <a:cubicBezTo>
                    <a:pt x="10" y="0"/>
                    <a:pt x="12" y="3"/>
                    <a:pt x="12" y="6"/>
                  </a:cubicBezTo>
                  <a:cubicBezTo>
                    <a:pt x="12" y="42"/>
                    <a:pt x="12" y="42"/>
                    <a:pt x="12" y="42"/>
                  </a:cubicBezTo>
                  <a:cubicBezTo>
                    <a:pt x="12" y="45"/>
                    <a:pt x="10" y="48"/>
                    <a:pt x="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30" name="Freeform 109">
              <a:extLst>
                <a:ext uri="{FF2B5EF4-FFF2-40B4-BE49-F238E27FC236}">
                  <a16:creationId xmlns:a16="http://schemas.microsoft.com/office/drawing/2014/main" id="{7B5112E2-4CA4-294E-BC9B-DD315AEE8935}"/>
                </a:ext>
              </a:extLst>
            </p:cNvPr>
            <p:cNvSpPr>
              <a:spLocks/>
            </p:cNvSpPr>
            <p:nvPr/>
          </p:nvSpPr>
          <p:spPr bwMode="auto">
            <a:xfrm>
              <a:off x="1478" y="3031"/>
              <a:ext cx="55" cy="55"/>
            </a:xfrm>
            <a:custGeom>
              <a:avLst/>
              <a:gdLst>
                <a:gd name="T0" fmla="*/ 30 w 37"/>
                <a:gd name="T1" fmla="*/ 37 h 37"/>
                <a:gd name="T2" fmla="*/ 26 w 37"/>
                <a:gd name="T3" fmla="*/ 35 h 37"/>
                <a:gd name="T4" fmla="*/ 2 w 37"/>
                <a:gd name="T5" fmla="*/ 11 h 37"/>
                <a:gd name="T6" fmla="*/ 2 w 37"/>
                <a:gd name="T7" fmla="*/ 3 h 37"/>
                <a:gd name="T8" fmla="*/ 10 w 37"/>
                <a:gd name="T9" fmla="*/ 3 h 37"/>
                <a:gd name="T10" fmla="*/ 34 w 37"/>
                <a:gd name="T11" fmla="*/ 27 h 37"/>
                <a:gd name="T12" fmla="*/ 34 w 37"/>
                <a:gd name="T13" fmla="*/ 35 h 37"/>
                <a:gd name="T14" fmla="*/ 30 w 37"/>
                <a:gd name="T15" fmla="*/ 37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37">
                  <a:moveTo>
                    <a:pt x="30" y="37"/>
                  </a:moveTo>
                  <a:cubicBezTo>
                    <a:pt x="29" y="37"/>
                    <a:pt x="27" y="36"/>
                    <a:pt x="26" y="35"/>
                  </a:cubicBezTo>
                  <a:cubicBezTo>
                    <a:pt x="2" y="11"/>
                    <a:pt x="2" y="11"/>
                    <a:pt x="2" y="11"/>
                  </a:cubicBezTo>
                  <a:cubicBezTo>
                    <a:pt x="0" y="9"/>
                    <a:pt x="0" y="5"/>
                    <a:pt x="2" y="3"/>
                  </a:cubicBezTo>
                  <a:cubicBezTo>
                    <a:pt x="4" y="0"/>
                    <a:pt x="8" y="0"/>
                    <a:pt x="10" y="3"/>
                  </a:cubicBezTo>
                  <a:cubicBezTo>
                    <a:pt x="34" y="27"/>
                    <a:pt x="34" y="27"/>
                    <a:pt x="34" y="27"/>
                  </a:cubicBezTo>
                  <a:cubicBezTo>
                    <a:pt x="37" y="29"/>
                    <a:pt x="37" y="33"/>
                    <a:pt x="34" y="35"/>
                  </a:cubicBezTo>
                  <a:cubicBezTo>
                    <a:pt x="33" y="36"/>
                    <a:pt x="32" y="37"/>
                    <a:pt x="30"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31" name="Freeform 110">
              <a:extLst>
                <a:ext uri="{FF2B5EF4-FFF2-40B4-BE49-F238E27FC236}">
                  <a16:creationId xmlns:a16="http://schemas.microsoft.com/office/drawing/2014/main" id="{B8173CE6-5D1A-A846-84AC-EC2E79F0576F}"/>
                </a:ext>
              </a:extLst>
            </p:cNvPr>
            <p:cNvSpPr>
              <a:spLocks/>
            </p:cNvSpPr>
            <p:nvPr/>
          </p:nvSpPr>
          <p:spPr bwMode="auto">
            <a:xfrm>
              <a:off x="1443" y="3122"/>
              <a:ext cx="71"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grpSp>
      <p:grpSp>
        <p:nvGrpSpPr>
          <p:cNvPr id="332" name="Group 48">
            <a:extLst>
              <a:ext uri="{FF2B5EF4-FFF2-40B4-BE49-F238E27FC236}">
                <a16:creationId xmlns:a16="http://schemas.microsoft.com/office/drawing/2014/main" id="{845CA248-13D3-B844-9F40-7BA5E1132E69}"/>
              </a:ext>
            </a:extLst>
          </p:cNvPr>
          <p:cNvGrpSpPr>
            <a:grpSpLocks noChangeAspect="1"/>
          </p:cNvGrpSpPr>
          <p:nvPr userDrawn="1"/>
        </p:nvGrpSpPr>
        <p:grpSpPr bwMode="auto">
          <a:xfrm>
            <a:off x="10941132" y="3109340"/>
            <a:ext cx="515826" cy="496764"/>
            <a:chOff x="6532" y="451"/>
            <a:chExt cx="433" cy="417"/>
          </a:xfrm>
          <a:solidFill>
            <a:schemeClr val="accent1"/>
          </a:solidFill>
        </p:grpSpPr>
        <p:sp>
          <p:nvSpPr>
            <p:cNvPr id="333" name="Freeform 49">
              <a:extLst>
                <a:ext uri="{FF2B5EF4-FFF2-40B4-BE49-F238E27FC236}">
                  <a16:creationId xmlns:a16="http://schemas.microsoft.com/office/drawing/2014/main" id="{17E6D66F-E2A5-7445-867C-00B311AB2CDF}"/>
                </a:ext>
              </a:extLst>
            </p:cNvPr>
            <p:cNvSpPr>
              <a:spLocks/>
            </p:cNvSpPr>
            <p:nvPr/>
          </p:nvSpPr>
          <p:spPr bwMode="auto">
            <a:xfrm>
              <a:off x="6837" y="621"/>
              <a:ext cx="128" cy="94"/>
            </a:xfrm>
            <a:custGeom>
              <a:avLst/>
              <a:gdLst>
                <a:gd name="T0" fmla="*/ 7 w 86"/>
                <a:gd name="T1" fmla="*/ 64 h 64"/>
                <a:gd name="T2" fmla="*/ 3 w 86"/>
                <a:gd name="T3" fmla="*/ 63 h 64"/>
                <a:gd name="T4" fmla="*/ 1 w 86"/>
                <a:gd name="T5" fmla="*/ 55 h 64"/>
                <a:gd name="T6" fmla="*/ 34 w 86"/>
                <a:gd name="T7" fmla="*/ 3 h 64"/>
                <a:gd name="T8" fmla="*/ 38 w 86"/>
                <a:gd name="T9" fmla="*/ 0 h 64"/>
                <a:gd name="T10" fmla="*/ 43 w 86"/>
                <a:gd name="T11" fmla="*/ 2 h 64"/>
                <a:gd name="T12" fmla="*/ 84 w 86"/>
                <a:gd name="T13" fmla="*/ 48 h 64"/>
                <a:gd name="T14" fmla="*/ 84 w 86"/>
                <a:gd name="T15" fmla="*/ 56 h 64"/>
                <a:gd name="T16" fmla="*/ 75 w 86"/>
                <a:gd name="T17" fmla="*/ 56 h 64"/>
                <a:gd name="T18" fmla="*/ 40 w 86"/>
                <a:gd name="T19" fmla="*/ 16 h 64"/>
                <a:gd name="T20" fmla="*/ 12 w 86"/>
                <a:gd name="T21" fmla="*/ 61 h 64"/>
                <a:gd name="T22" fmla="*/ 7 w 86"/>
                <a:gd name="T23"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64">
                  <a:moveTo>
                    <a:pt x="7" y="64"/>
                  </a:moveTo>
                  <a:cubicBezTo>
                    <a:pt x="5" y="64"/>
                    <a:pt x="4" y="64"/>
                    <a:pt x="3" y="63"/>
                  </a:cubicBezTo>
                  <a:cubicBezTo>
                    <a:pt x="1" y="62"/>
                    <a:pt x="0" y="58"/>
                    <a:pt x="1" y="55"/>
                  </a:cubicBezTo>
                  <a:cubicBezTo>
                    <a:pt x="34" y="3"/>
                    <a:pt x="34" y="3"/>
                    <a:pt x="34" y="3"/>
                  </a:cubicBezTo>
                  <a:cubicBezTo>
                    <a:pt x="35" y="1"/>
                    <a:pt x="36" y="0"/>
                    <a:pt x="38" y="0"/>
                  </a:cubicBezTo>
                  <a:cubicBezTo>
                    <a:pt x="40" y="0"/>
                    <a:pt x="42" y="1"/>
                    <a:pt x="43" y="2"/>
                  </a:cubicBezTo>
                  <a:cubicBezTo>
                    <a:pt x="84" y="48"/>
                    <a:pt x="84" y="48"/>
                    <a:pt x="84" y="48"/>
                  </a:cubicBezTo>
                  <a:cubicBezTo>
                    <a:pt x="86" y="50"/>
                    <a:pt x="86" y="54"/>
                    <a:pt x="84" y="56"/>
                  </a:cubicBezTo>
                  <a:cubicBezTo>
                    <a:pt x="81" y="58"/>
                    <a:pt x="78" y="58"/>
                    <a:pt x="75" y="56"/>
                  </a:cubicBezTo>
                  <a:cubicBezTo>
                    <a:pt x="40" y="16"/>
                    <a:pt x="40" y="16"/>
                    <a:pt x="40" y="16"/>
                  </a:cubicBezTo>
                  <a:cubicBezTo>
                    <a:pt x="12" y="61"/>
                    <a:pt x="12" y="61"/>
                    <a:pt x="12" y="61"/>
                  </a:cubicBezTo>
                  <a:cubicBezTo>
                    <a:pt x="11" y="63"/>
                    <a:pt x="9" y="64"/>
                    <a:pt x="7"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34" name="Freeform 50">
              <a:extLst>
                <a:ext uri="{FF2B5EF4-FFF2-40B4-BE49-F238E27FC236}">
                  <a16:creationId xmlns:a16="http://schemas.microsoft.com/office/drawing/2014/main" id="{A947C942-EA82-4B48-9330-14A742F71BE2}"/>
                </a:ext>
              </a:extLst>
            </p:cNvPr>
            <p:cNvSpPr>
              <a:spLocks/>
            </p:cNvSpPr>
            <p:nvPr/>
          </p:nvSpPr>
          <p:spPr bwMode="auto">
            <a:xfrm>
              <a:off x="6759" y="621"/>
              <a:ext cx="157" cy="233"/>
            </a:xfrm>
            <a:custGeom>
              <a:avLst/>
              <a:gdLst>
                <a:gd name="T0" fmla="*/ 7 w 106"/>
                <a:gd name="T1" fmla="*/ 158 h 158"/>
                <a:gd name="T2" fmla="*/ 1 w 106"/>
                <a:gd name="T3" fmla="*/ 154 h 158"/>
                <a:gd name="T4" fmla="*/ 5 w 106"/>
                <a:gd name="T5" fmla="*/ 147 h 158"/>
                <a:gd name="T6" fmla="*/ 74 w 106"/>
                <a:gd name="T7" fmla="*/ 94 h 158"/>
                <a:gd name="T8" fmla="*/ 86 w 106"/>
                <a:gd name="T9" fmla="*/ 8 h 158"/>
                <a:gd name="T10" fmla="*/ 90 w 106"/>
                <a:gd name="T11" fmla="*/ 1 h 158"/>
                <a:gd name="T12" fmla="*/ 97 w 106"/>
                <a:gd name="T13" fmla="*/ 5 h 158"/>
                <a:gd name="T14" fmla="*/ 84 w 106"/>
                <a:gd name="T15" fmla="*/ 100 h 158"/>
                <a:gd name="T16" fmla="*/ 8 w 106"/>
                <a:gd name="T17" fmla="*/ 158 h 158"/>
                <a:gd name="T18" fmla="*/ 7 w 106"/>
                <a:gd name="T19" fmla="*/ 158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58">
                  <a:moveTo>
                    <a:pt x="7" y="158"/>
                  </a:moveTo>
                  <a:cubicBezTo>
                    <a:pt x="4" y="158"/>
                    <a:pt x="2" y="157"/>
                    <a:pt x="1" y="154"/>
                  </a:cubicBezTo>
                  <a:cubicBezTo>
                    <a:pt x="0" y="151"/>
                    <a:pt x="2" y="147"/>
                    <a:pt x="5" y="147"/>
                  </a:cubicBezTo>
                  <a:cubicBezTo>
                    <a:pt x="34" y="139"/>
                    <a:pt x="59" y="121"/>
                    <a:pt x="74" y="94"/>
                  </a:cubicBezTo>
                  <a:cubicBezTo>
                    <a:pt x="89" y="68"/>
                    <a:pt x="93" y="38"/>
                    <a:pt x="86" y="8"/>
                  </a:cubicBezTo>
                  <a:cubicBezTo>
                    <a:pt x="85" y="5"/>
                    <a:pt x="87" y="2"/>
                    <a:pt x="90" y="1"/>
                  </a:cubicBezTo>
                  <a:cubicBezTo>
                    <a:pt x="93" y="0"/>
                    <a:pt x="97" y="2"/>
                    <a:pt x="97" y="5"/>
                  </a:cubicBezTo>
                  <a:cubicBezTo>
                    <a:pt x="106" y="38"/>
                    <a:pt x="101" y="71"/>
                    <a:pt x="84" y="100"/>
                  </a:cubicBezTo>
                  <a:cubicBezTo>
                    <a:pt x="67" y="129"/>
                    <a:pt x="40" y="150"/>
                    <a:pt x="8" y="158"/>
                  </a:cubicBezTo>
                  <a:cubicBezTo>
                    <a:pt x="8" y="158"/>
                    <a:pt x="7" y="158"/>
                    <a:pt x="7" y="1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35" name="Freeform 51">
              <a:extLst>
                <a:ext uri="{FF2B5EF4-FFF2-40B4-BE49-F238E27FC236}">
                  <a16:creationId xmlns:a16="http://schemas.microsoft.com/office/drawing/2014/main" id="{F6FECDDB-A3E0-AB42-AE11-B42BD5D93CE1}"/>
                </a:ext>
              </a:extLst>
            </p:cNvPr>
            <p:cNvSpPr>
              <a:spLocks/>
            </p:cNvSpPr>
            <p:nvPr/>
          </p:nvSpPr>
          <p:spPr bwMode="auto">
            <a:xfrm>
              <a:off x="6599" y="451"/>
              <a:ext cx="110" cy="112"/>
            </a:xfrm>
            <a:custGeom>
              <a:avLst/>
              <a:gdLst>
                <a:gd name="T0" fmla="*/ 68 w 74"/>
                <a:gd name="T1" fmla="*/ 76 h 76"/>
                <a:gd name="T2" fmla="*/ 67 w 74"/>
                <a:gd name="T3" fmla="*/ 76 h 76"/>
                <a:gd name="T4" fmla="*/ 6 w 74"/>
                <a:gd name="T5" fmla="*/ 70 h 76"/>
                <a:gd name="T6" fmla="*/ 1 w 74"/>
                <a:gd name="T7" fmla="*/ 67 h 76"/>
                <a:gd name="T8" fmla="*/ 1 w 74"/>
                <a:gd name="T9" fmla="*/ 61 h 76"/>
                <a:gd name="T10" fmla="*/ 24 w 74"/>
                <a:gd name="T11" fmla="*/ 5 h 76"/>
                <a:gd name="T12" fmla="*/ 32 w 74"/>
                <a:gd name="T13" fmla="*/ 1 h 76"/>
                <a:gd name="T14" fmla="*/ 35 w 74"/>
                <a:gd name="T15" fmla="*/ 9 h 76"/>
                <a:gd name="T16" fmla="*/ 15 w 74"/>
                <a:gd name="T17" fmla="*/ 58 h 76"/>
                <a:gd name="T18" fmla="*/ 68 w 74"/>
                <a:gd name="T19" fmla="*/ 64 h 76"/>
                <a:gd name="T20" fmla="*/ 74 w 74"/>
                <a:gd name="T21" fmla="*/ 70 h 76"/>
                <a:gd name="T22" fmla="*/ 68 w 74"/>
                <a:gd name="T23" fmla="*/ 7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4" h="76">
                  <a:moveTo>
                    <a:pt x="68" y="76"/>
                  </a:moveTo>
                  <a:cubicBezTo>
                    <a:pt x="67" y="76"/>
                    <a:pt x="67" y="76"/>
                    <a:pt x="67" y="76"/>
                  </a:cubicBezTo>
                  <a:cubicBezTo>
                    <a:pt x="6" y="70"/>
                    <a:pt x="6" y="70"/>
                    <a:pt x="6" y="70"/>
                  </a:cubicBezTo>
                  <a:cubicBezTo>
                    <a:pt x="4" y="69"/>
                    <a:pt x="2" y="68"/>
                    <a:pt x="1" y="67"/>
                  </a:cubicBezTo>
                  <a:cubicBezTo>
                    <a:pt x="1" y="65"/>
                    <a:pt x="0" y="63"/>
                    <a:pt x="1" y="61"/>
                  </a:cubicBezTo>
                  <a:cubicBezTo>
                    <a:pt x="24" y="5"/>
                    <a:pt x="24" y="5"/>
                    <a:pt x="24" y="5"/>
                  </a:cubicBezTo>
                  <a:cubicBezTo>
                    <a:pt x="25" y="1"/>
                    <a:pt x="29" y="0"/>
                    <a:pt x="32" y="1"/>
                  </a:cubicBezTo>
                  <a:cubicBezTo>
                    <a:pt x="35" y="2"/>
                    <a:pt x="36" y="6"/>
                    <a:pt x="35" y="9"/>
                  </a:cubicBezTo>
                  <a:cubicBezTo>
                    <a:pt x="15" y="58"/>
                    <a:pt x="15" y="58"/>
                    <a:pt x="15" y="58"/>
                  </a:cubicBezTo>
                  <a:cubicBezTo>
                    <a:pt x="68" y="64"/>
                    <a:pt x="68" y="64"/>
                    <a:pt x="68" y="64"/>
                  </a:cubicBezTo>
                  <a:cubicBezTo>
                    <a:pt x="71" y="64"/>
                    <a:pt x="74" y="67"/>
                    <a:pt x="74" y="70"/>
                  </a:cubicBezTo>
                  <a:cubicBezTo>
                    <a:pt x="73" y="73"/>
                    <a:pt x="71" y="76"/>
                    <a:pt x="68"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36" name="Freeform 52">
              <a:extLst>
                <a:ext uri="{FF2B5EF4-FFF2-40B4-BE49-F238E27FC236}">
                  <a16:creationId xmlns:a16="http://schemas.microsoft.com/office/drawing/2014/main" id="{368296E1-91C7-0142-92A5-9FC30718B4EF}"/>
                </a:ext>
              </a:extLst>
            </p:cNvPr>
            <p:cNvSpPr>
              <a:spLocks/>
            </p:cNvSpPr>
            <p:nvPr/>
          </p:nvSpPr>
          <p:spPr bwMode="auto">
            <a:xfrm>
              <a:off x="6599" y="491"/>
              <a:ext cx="269" cy="81"/>
            </a:xfrm>
            <a:custGeom>
              <a:avLst/>
              <a:gdLst>
                <a:gd name="T0" fmla="*/ 175 w 182"/>
                <a:gd name="T1" fmla="*/ 55 h 55"/>
                <a:gd name="T2" fmla="*/ 171 w 182"/>
                <a:gd name="T3" fmla="*/ 53 h 55"/>
                <a:gd name="T4" fmla="*/ 94 w 182"/>
                <a:gd name="T5" fmla="*/ 14 h 55"/>
                <a:gd name="T6" fmla="*/ 11 w 182"/>
                <a:gd name="T7" fmla="*/ 41 h 55"/>
                <a:gd name="T8" fmla="*/ 2 w 182"/>
                <a:gd name="T9" fmla="*/ 40 h 55"/>
                <a:gd name="T10" fmla="*/ 3 w 182"/>
                <a:gd name="T11" fmla="*/ 32 h 55"/>
                <a:gd name="T12" fmla="*/ 94 w 182"/>
                <a:gd name="T13" fmla="*/ 2 h 55"/>
                <a:gd name="T14" fmla="*/ 180 w 182"/>
                <a:gd name="T15" fmla="*/ 45 h 55"/>
                <a:gd name="T16" fmla="*/ 179 w 182"/>
                <a:gd name="T17" fmla="*/ 53 h 55"/>
                <a:gd name="T18" fmla="*/ 175 w 182"/>
                <a:gd name="T19"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2" h="55">
                  <a:moveTo>
                    <a:pt x="175" y="55"/>
                  </a:moveTo>
                  <a:cubicBezTo>
                    <a:pt x="174" y="55"/>
                    <a:pt x="172" y="54"/>
                    <a:pt x="171" y="53"/>
                  </a:cubicBezTo>
                  <a:cubicBezTo>
                    <a:pt x="151" y="30"/>
                    <a:pt x="124" y="16"/>
                    <a:pt x="94" y="14"/>
                  </a:cubicBezTo>
                  <a:cubicBezTo>
                    <a:pt x="63" y="12"/>
                    <a:pt x="34" y="21"/>
                    <a:pt x="11" y="41"/>
                  </a:cubicBezTo>
                  <a:cubicBezTo>
                    <a:pt x="8" y="43"/>
                    <a:pt x="4" y="43"/>
                    <a:pt x="2" y="40"/>
                  </a:cubicBezTo>
                  <a:cubicBezTo>
                    <a:pt x="0" y="38"/>
                    <a:pt x="0" y="34"/>
                    <a:pt x="3" y="32"/>
                  </a:cubicBezTo>
                  <a:cubicBezTo>
                    <a:pt x="28" y="10"/>
                    <a:pt x="61" y="0"/>
                    <a:pt x="94" y="2"/>
                  </a:cubicBezTo>
                  <a:cubicBezTo>
                    <a:pt x="128" y="4"/>
                    <a:pt x="159" y="20"/>
                    <a:pt x="180" y="45"/>
                  </a:cubicBezTo>
                  <a:cubicBezTo>
                    <a:pt x="182" y="47"/>
                    <a:pt x="182" y="51"/>
                    <a:pt x="179" y="53"/>
                  </a:cubicBezTo>
                  <a:cubicBezTo>
                    <a:pt x="178" y="54"/>
                    <a:pt x="177" y="55"/>
                    <a:pt x="175"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37" name="Freeform 53">
              <a:extLst>
                <a:ext uri="{FF2B5EF4-FFF2-40B4-BE49-F238E27FC236}">
                  <a16:creationId xmlns:a16="http://schemas.microsoft.com/office/drawing/2014/main" id="{58A5879A-4845-1A4E-AD7C-5245A79764CB}"/>
                </a:ext>
              </a:extLst>
            </p:cNvPr>
            <p:cNvSpPr>
              <a:spLocks/>
            </p:cNvSpPr>
            <p:nvPr/>
          </p:nvSpPr>
          <p:spPr bwMode="auto">
            <a:xfrm>
              <a:off x="6568" y="754"/>
              <a:ext cx="108" cy="114"/>
            </a:xfrm>
            <a:custGeom>
              <a:avLst/>
              <a:gdLst>
                <a:gd name="T0" fmla="*/ 7 w 73"/>
                <a:gd name="T1" fmla="*/ 77 h 77"/>
                <a:gd name="T2" fmla="*/ 1 w 73"/>
                <a:gd name="T3" fmla="*/ 72 h 77"/>
                <a:gd name="T4" fmla="*/ 6 w 73"/>
                <a:gd name="T5" fmla="*/ 65 h 77"/>
                <a:gd name="T6" fmla="*/ 58 w 73"/>
                <a:gd name="T7" fmla="*/ 57 h 77"/>
                <a:gd name="T8" fmla="*/ 36 w 73"/>
                <a:gd name="T9" fmla="*/ 9 h 77"/>
                <a:gd name="T10" fmla="*/ 39 w 73"/>
                <a:gd name="T11" fmla="*/ 1 h 77"/>
                <a:gd name="T12" fmla="*/ 47 w 73"/>
                <a:gd name="T13" fmla="*/ 4 h 77"/>
                <a:gd name="T14" fmla="*/ 73 w 73"/>
                <a:gd name="T15" fmla="*/ 60 h 77"/>
                <a:gd name="T16" fmla="*/ 73 w 73"/>
                <a:gd name="T17" fmla="*/ 65 h 77"/>
                <a:gd name="T18" fmla="*/ 68 w 73"/>
                <a:gd name="T19" fmla="*/ 68 h 77"/>
                <a:gd name="T20" fmla="*/ 7 w 73"/>
                <a:gd name="T21" fmla="*/ 77 h 77"/>
                <a:gd name="T22" fmla="*/ 7 w 73"/>
                <a:gd name="T23"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3" h="77">
                  <a:moveTo>
                    <a:pt x="7" y="77"/>
                  </a:moveTo>
                  <a:cubicBezTo>
                    <a:pt x="4" y="77"/>
                    <a:pt x="1" y="75"/>
                    <a:pt x="1" y="72"/>
                  </a:cubicBezTo>
                  <a:cubicBezTo>
                    <a:pt x="0" y="69"/>
                    <a:pt x="2" y="66"/>
                    <a:pt x="6" y="65"/>
                  </a:cubicBezTo>
                  <a:cubicBezTo>
                    <a:pt x="58" y="57"/>
                    <a:pt x="58" y="57"/>
                    <a:pt x="58" y="57"/>
                  </a:cubicBezTo>
                  <a:cubicBezTo>
                    <a:pt x="36" y="9"/>
                    <a:pt x="36" y="9"/>
                    <a:pt x="36" y="9"/>
                  </a:cubicBezTo>
                  <a:cubicBezTo>
                    <a:pt x="35" y="6"/>
                    <a:pt x="36" y="2"/>
                    <a:pt x="39" y="1"/>
                  </a:cubicBezTo>
                  <a:cubicBezTo>
                    <a:pt x="42" y="0"/>
                    <a:pt x="46" y="1"/>
                    <a:pt x="47" y="4"/>
                  </a:cubicBezTo>
                  <a:cubicBezTo>
                    <a:pt x="73" y="60"/>
                    <a:pt x="73" y="60"/>
                    <a:pt x="73" y="60"/>
                  </a:cubicBezTo>
                  <a:cubicBezTo>
                    <a:pt x="73" y="61"/>
                    <a:pt x="73" y="63"/>
                    <a:pt x="73" y="65"/>
                  </a:cubicBezTo>
                  <a:cubicBezTo>
                    <a:pt x="72" y="67"/>
                    <a:pt x="70" y="68"/>
                    <a:pt x="68" y="68"/>
                  </a:cubicBezTo>
                  <a:cubicBezTo>
                    <a:pt x="7" y="77"/>
                    <a:pt x="7" y="77"/>
                    <a:pt x="7" y="77"/>
                  </a:cubicBezTo>
                  <a:cubicBezTo>
                    <a:pt x="7" y="77"/>
                    <a:pt x="7" y="77"/>
                    <a:pt x="7" y="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38" name="Freeform 54">
              <a:extLst>
                <a:ext uri="{FF2B5EF4-FFF2-40B4-BE49-F238E27FC236}">
                  <a16:creationId xmlns:a16="http://schemas.microsoft.com/office/drawing/2014/main" id="{B1F284B8-040C-EA40-B415-8A9522FE867B}"/>
                </a:ext>
              </a:extLst>
            </p:cNvPr>
            <p:cNvSpPr>
              <a:spLocks/>
            </p:cNvSpPr>
            <p:nvPr/>
          </p:nvSpPr>
          <p:spPr bwMode="auto">
            <a:xfrm>
              <a:off x="6532" y="612"/>
              <a:ext cx="144" cy="242"/>
            </a:xfrm>
            <a:custGeom>
              <a:avLst/>
              <a:gdLst>
                <a:gd name="T0" fmla="*/ 90 w 97"/>
                <a:gd name="T1" fmla="*/ 164 h 164"/>
                <a:gd name="T2" fmla="*/ 88 w 97"/>
                <a:gd name="T3" fmla="*/ 163 h 164"/>
                <a:gd name="T4" fmla="*/ 17 w 97"/>
                <a:gd name="T5" fmla="*/ 100 h 164"/>
                <a:gd name="T6" fmla="*/ 11 w 97"/>
                <a:gd name="T7" fmla="*/ 4 h 164"/>
                <a:gd name="T8" fmla="*/ 19 w 97"/>
                <a:gd name="T9" fmla="*/ 1 h 164"/>
                <a:gd name="T10" fmla="*/ 22 w 97"/>
                <a:gd name="T11" fmla="*/ 8 h 164"/>
                <a:gd name="T12" fmla="*/ 27 w 97"/>
                <a:gd name="T13" fmla="*/ 94 h 164"/>
                <a:gd name="T14" fmla="*/ 92 w 97"/>
                <a:gd name="T15" fmla="*/ 152 h 164"/>
                <a:gd name="T16" fmla="*/ 96 w 97"/>
                <a:gd name="T17" fmla="*/ 160 h 164"/>
                <a:gd name="T18" fmla="*/ 90 w 97"/>
                <a:gd name="T19"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 h="164">
                  <a:moveTo>
                    <a:pt x="90" y="164"/>
                  </a:moveTo>
                  <a:cubicBezTo>
                    <a:pt x="90" y="164"/>
                    <a:pt x="89" y="164"/>
                    <a:pt x="88" y="163"/>
                  </a:cubicBezTo>
                  <a:cubicBezTo>
                    <a:pt x="57" y="152"/>
                    <a:pt x="31" y="130"/>
                    <a:pt x="17" y="100"/>
                  </a:cubicBezTo>
                  <a:cubicBezTo>
                    <a:pt x="2" y="70"/>
                    <a:pt x="0" y="36"/>
                    <a:pt x="11" y="4"/>
                  </a:cubicBezTo>
                  <a:cubicBezTo>
                    <a:pt x="12" y="1"/>
                    <a:pt x="16" y="0"/>
                    <a:pt x="19" y="1"/>
                  </a:cubicBezTo>
                  <a:cubicBezTo>
                    <a:pt x="22" y="2"/>
                    <a:pt x="23" y="5"/>
                    <a:pt x="22" y="8"/>
                  </a:cubicBezTo>
                  <a:cubicBezTo>
                    <a:pt x="12" y="37"/>
                    <a:pt x="14" y="67"/>
                    <a:pt x="27" y="94"/>
                  </a:cubicBezTo>
                  <a:cubicBezTo>
                    <a:pt x="41" y="121"/>
                    <a:pt x="64" y="142"/>
                    <a:pt x="92" y="152"/>
                  </a:cubicBezTo>
                  <a:cubicBezTo>
                    <a:pt x="96" y="153"/>
                    <a:pt x="97" y="157"/>
                    <a:pt x="96" y="160"/>
                  </a:cubicBezTo>
                  <a:cubicBezTo>
                    <a:pt x="95" y="162"/>
                    <a:pt x="93" y="164"/>
                    <a:pt x="90"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339" name="Group 81">
            <a:extLst>
              <a:ext uri="{FF2B5EF4-FFF2-40B4-BE49-F238E27FC236}">
                <a16:creationId xmlns:a16="http://schemas.microsoft.com/office/drawing/2014/main" id="{6F0CCB4D-675F-F14F-99D5-2DD46749B800}"/>
              </a:ext>
            </a:extLst>
          </p:cNvPr>
          <p:cNvGrpSpPr>
            <a:grpSpLocks noChangeAspect="1"/>
          </p:cNvGrpSpPr>
          <p:nvPr userDrawn="1"/>
        </p:nvGrpSpPr>
        <p:grpSpPr bwMode="auto">
          <a:xfrm>
            <a:off x="798612" y="5509828"/>
            <a:ext cx="450851" cy="449782"/>
            <a:chOff x="1370" y="1720"/>
            <a:chExt cx="426" cy="425"/>
          </a:xfrm>
          <a:solidFill>
            <a:schemeClr val="accent1"/>
          </a:solidFill>
        </p:grpSpPr>
        <p:sp>
          <p:nvSpPr>
            <p:cNvPr id="340" name="Freeform 82">
              <a:extLst>
                <a:ext uri="{FF2B5EF4-FFF2-40B4-BE49-F238E27FC236}">
                  <a16:creationId xmlns:a16="http://schemas.microsoft.com/office/drawing/2014/main" id="{AFD37094-822A-F447-8CE7-9F103F960375}"/>
                </a:ext>
              </a:extLst>
            </p:cNvPr>
            <p:cNvSpPr>
              <a:spLocks/>
            </p:cNvSpPr>
            <p:nvPr/>
          </p:nvSpPr>
          <p:spPr bwMode="auto">
            <a:xfrm>
              <a:off x="1370" y="1755"/>
              <a:ext cx="426" cy="390"/>
            </a:xfrm>
            <a:custGeom>
              <a:avLst/>
              <a:gdLst>
                <a:gd name="T0" fmla="*/ 282 w 288"/>
                <a:gd name="T1" fmla="*/ 264 h 264"/>
                <a:gd name="T2" fmla="*/ 6 w 288"/>
                <a:gd name="T3" fmla="*/ 264 h 264"/>
                <a:gd name="T4" fmla="*/ 0 w 288"/>
                <a:gd name="T5" fmla="*/ 258 h 264"/>
                <a:gd name="T6" fmla="*/ 0 w 288"/>
                <a:gd name="T7" fmla="*/ 6 h 264"/>
                <a:gd name="T8" fmla="*/ 6 w 288"/>
                <a:gd name="T9" fmla="*/ 0 h 264"/>
                <a:gd name="T10" fmla="*/ 54 w 288"/>
                <a:gd name="T11" fmla="*/ 0 h 264"/>
                <a:gd name="T12" fmla="*/ 60 w 288"/>
                <a:gd name="T13" fmla="*/ 6 h 264"/>
                <a:gd name="T14" fmla="*/ 54 w 288"/>
                <a:gd name="T15" fmla="*/ 12 h 264"/>
                <a:gd name="T16" fmla="*/ 12 w 288"/>
                <a:gd name="T17" fmla="*/ 12 h 264"/>
                <a:gd name="T18" fmla="*/ 12 w 288"/>
                <a:gd name="T19" fmla="*/ 252 h 264"/>
                <a:gd name="T20" fmla="*/ 276 w 288"/>
                <a:gd name="T21" fmla="*/ 252 h 264"/>
                <a:gd name="T22" fmla="*/ 276 w 288"/>
                <a:gd name="T23" fmla="*/ 12 h 264"/>
                <a:gd name="T24" fmla="*/ 234 w 288"/>
                <a:gd name="T25" fmla="*/ 12 h 264"/>
                <a:gd name="T26" fmla="*/ 228 w 288"/>
                <a:gd name="T27" fmla="*/ 6 h 264"/>
                <a:gd name="T28" fmla="*/ 234 w 288"/>
                <a:gd name="T29" fmla="*/ 0 h 264"/>
                <a:gd name="T30" fmla="*/ 282 w 288"/>
                <a:gd name="T31" fmla="*/ 0 h 264"/>
                <a:gd name="T32" fmla="*/ 288 w 288"/>
                <a:gd name="T33" fmla="*/ 6 h 264"/>
                <a:gd name="T34" fmla="*/ 288 w 288"/>
                <a:gd name="T35" fmla="*/ 258 h 264"/>
                <a:gd name="T36" fmla="*/ 282 w 288"/>
                <a:gd name="T37" fmla="*/ 264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8" h="264">
                  <a:moveTo>
                    <a:pt x="282" y="264"/>
                  </a:moveTo>
                  <a:cubicBezTo>
                    <a:pt x="6" y="264"/>
                    <a:pt x="6" y="264"/>
                    <a:pt x="6" y="264"/>
                  </a:cubicBezTo>
                  <a:cubicBezTo>
                    <a:pt x="3" y="264"/>
                    <a:pt x="0" y="261"/>
                    <a:pt x="0" y="258"/>
                  </a:cubicBezTo>
                  <a:cubicBezTo>
                    <a:pt x="0" y="6"/>
                    <a:pt x="0" y="6"/>
                    <a:pt x="0" y="6"/>
                  </a:cubicBezTo>
                  <a:cubicBezTo>
                    <a:pt x="0" y="2"/>
                    <a:pt x="3" y="0"/>
                    <a:pt x="6" y="0"/>
                  </a:cubicBezTo>
                  <a:cubicBezTo>
                    <a:pt x="54" y="0"/>
                    <a:pt x="54" y="0"/>
                    <a:pt x="54" y="0"/>
                  </a:cubicBezTo>
                  <a:cubicBezTo>
                    <a:pt x="58" y="0"/>
                    <a:pt x="60" y="2"/>
                    <a:pt x="60" y="6"/>
                  </a:cubicBezTo>
                  <a:cubicBezTo>
                    <a:pt x="60" y="9"/>
                    <a:pt x="58" y="12"/>
                    <a:pt x="54" y="12"/>
                  </a:cubicBezTo>
                  <a:cubicBezTo>
                    <a:pt x="12" y="12"/>
                    <a:pt x="12" y="12"/>
                    <a:pt x="12" y="12"/>
                  </a:cubicBezTo>
                  <a:cubicBezTo>
                    <a:pt x="12" y="252"/>
                    <a:pt x="12" y="252"/>
                    <a:pt x="12" y="252"/>
                  </a:cubicBezTo>
                  <a:cubicBezTo>
                    <a:pt x="276" y="252"/>
                    <a:pt x="276" y="252"/>
                    <a:pt x="276" y="252"/>
                  </a:cubicBezTo>
                  <a:cubicBezTo>
                    <a:pt x="276" y="12"/>
                    <a:pt x="276" y="12"/>
                    <a:pt x="276" y="12"/>
                  </a:cubicBezTo>
                  <a:cubicBezTo>
                    <a:pt x="234" y="12"/>
                    <a:pt x="234" y="12"/>
                    <a:pt x="234" y="12"/>
                  </a:cubicBezTo>
                  <a:cubicBezTo>
                    <a:pt x="231" y="12"/>
                    <a:pt x="228" y="9"/>
                    <a:pt x="228" y="6"/>
                  </a:cubicBezTo>
                  <a:cubicBezTo>
                    <a:pt x="228" y="2"/>
                    <a:pt x="231" y="0"/>
                    <a:pt x="234" y="0"/>
                  </a:cubicBezTo>
                  <a:cubicBezTo>
                    <a:pt x="282" y="0"/>
                    <a:pt x="282" y="0"/>
                    <a:pt x="282" y="0"/>
                  </a:cubicBezTo>
                  <a:cubicBezTo>
                    <a:pt x="286" y="0"/>
                    <a:pt x="288" y="2"/>
                    <a:pt x="288" y="6"/>
                  </a:cubicBezTo>
                  <a:cubicBezTo>
                    <a:pt x="288" y="258"/>
                    <a:pt x="288" y="258"/>
                    <a:pt x="288" y="258"/>
                  </a:cubicBezTo>
                  <a:cubicBezTo>
                    <a:pt x="288" y="261"/>
                    <a:pt x="286" y="264"/>
                    <a:pt x="282"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1" name="Freeform 83">
              <a:extLst>
                <a:ext uri="{FF2B5EF4-FFF2-40B4-BE49-F238E27FC236}">
                  <a16:creationId xmlns:a16="http://schemas.microsoft.com/office/drawing/2014/main" id="{3422F472-FD2E-E146-B0EE-B299A1CAE080}"/>
                </a:ext>
              </a:extLst>
            </p:cNvPr>
            <p:cNvSpPr>
              <a:spLocks noEditPoints="1"/>
            </p:cNvSpPr>
            <p:nvPr/>
          </p:nvSpPr>
          <p:spPr bwMode="auto">
            <a:xfrm>
              <a:off x="1441" y="1720"/>
              <a:ext cx="71" cy="89"/>
            </a:xfrm>
            <a:custGeom>
              <a:avLst/>
              <a:gdLst>
                <a:gd name="T0" fmla="*/ 42 w 48"/>
                <a:gd name="T1" fmla="*/ 60 h 60"/>
                <a:gd name="T2" fmla="*/ 6 w 48"/>
                <a:gd name="T3" fmla="*/ 60 h 60"/>
                <a:gd name="T4" fmla="*/ 0 w 48"/>
                <a:gd name="T5" fmla="*/ 54 h 60"/>
                <a:gd name="T6" fmla="*/ 0 w 48"/>
                <a:gd name="T7" fmla="*/ 6 h 60"/>
                <a:gd name="T8" fmla="*/ 6 w 48"/>
                <a:gd name="T9" fmla="*/ 0 h 60"/>
                <a:gd name="T10" fmla="*/ 42 w 48"/>
                <a:gd name="T11" fmla="*/ 0 h 60"/>
                <a:gd name="T12" fmla="*/ 48 w 48"/>
                <a:gd name="T13" fmla="*/ 6 h 60"/>
                <a:gd name="T14" fmla="*/ 48 w 48"/>
                <a:gd name="T15" fmla="*/ 54 h 60"/>
                <a:gd name="T16" fmla="*/ 42 w 48"/>
                <a:gd name="T17" fmla="*/ 60 h 60"/>
                <a:gd name="T18" fmla="*/ 12 w 48"/>
                <a:gd name="T19" fmla="*/ 48 h 60"/>
                <a:gd name="T20" fmla="*/ 36 w 48"/>
                <a:gd name="T21" fmla="*/ 48 h 60"/>
                <a:gd name="T22" fmla="*/ 36 w 48"/>
                <a:gd name="T23" fmla="*/ 12 h 60"/>
                <a:gd name="T24" fmla="*/ 12 w 48"/>
                <a:gd name="T25" fmla="*/ 12 h 60"/>
                <a:gd name="T26" fmla="*/ 12 w 48"/>
                <a:gd name="T27"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60">
                  <a:moveTo>
                    <a:pt x="42" y="60"/>
                  </a:moveTo>
                  <a:cubicBezTo>
                    <a:pt x="6" y="60"/>
                    <a:pt x="6" y="60"/>
                    <a:pt x="6" y="60"/>
                  </a:cubicBezTo>
                  <a:cubicBezTo>
                    <a:pt x="3" y="60"/>
                    <a:pt x="0" y="57"/>
                    <a:pt x="0" y="54"/>
                  </a:cubicBezTo>
                  <a:cubicBezTo>
                    <a:pt x="0" y="6"/>
                    <a:pt x="0" y="6"/>
                    <a:pt x="0" y="6"/>
                  </a:cubicBezTo>
                  <a:cubicBezTo>
                    <a:pt x="0" y="2"/>
                    <a:pt x="3" y="0"/>
                    <a:pt x="6" y="0"/>
                  </a:cubicBezTo>
                  <a:cubicBezTo>
                    <a:pt x="42" y="0"/>
                    <a:pt x="42" y="0"/>
                    <a:pt x="42" y="0"/>
                  </a:cubicBezTo>
                  <a:cubicBezTo>
                    <a:pt x="46" y="0"/>
                    <a:pt x="48" y="2"/>
                    <a:pt x="48" y="6"/>
                  </a:cubicBezTo>
                  <a:cubicBezTo>
                    <a:pt x="48" y="54"/>
                    <a:pt x="48" y="54"/>
                    <a:pt x="48" y="54"/>
                  </a:cubicBezTo>
                  <a:cubicBezTo>
                    <a:pt x="48" y="57"/>
                    <a:pt x="46" y="60"/>
                    <a:pt x="42" y="60"/>
                  </a:cubicBezTo>
                  <a:close/>
                  <a:moveTo>
                    <a:pt x="12" y="48"/>
                  </a:moveTo>
                  <a:cubicBezTo>
                    <a:pt x="36" y="48"/>
                    <a:pt x="36" y="48"/>
                    <a:pt x="36" y="48"/>
                  </a:cubicBezTo>
                  <a:cubicBezTo>
                    <a:pt x="36" y="12"/>
                    <a:pt x="36" y="12"/>
                    <a:pt x="36" y="12"/>
                  </a:cubicBezTo>
                  <a:cubicBezTo>
                    <a:pt x="12" y="12"/>
                    <a:pt x="12" y="12"/>
                    <a:pt x="12" y="12"/>
                  </a:cubicBezTo>
                  <a:lnTo>
                    <a:pt x="12"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2" name="Freeform 84">
              <a:extLst>
                <a:ext uri="{FF2B5EF4-FFF2-40B4-BE49-F238E27FC236}">
                  <a16:creationId xmlns:a16="http://schemas.microsoft.com/office/drawing/2014/main" id="{A5C0B545-2E7A-5941-9C66-99945E3792ED}"/>
                </a:ext>
              </a:extLst>
            </p:cNvPr>
            <p:cNvSpPr>
              <a:spLocks noEditPoints="1"/>
            </p:cNvSpPr>
            <p:nvPr/>
          </p:nvSpPr>
          <p:spPr bwMode="auto">
            <a:xfrm>
              <a:off x="1654" y="1720"/>
              <a:ext cx="71" cy="89"/>
            </a:xfrm>
            <a:custGeom>
              <a:avLst/>
              <a:gdLst>
                <a:gd name="T0" fmla="*/ 42 w 48"/>
                <a:gd name="T1" fmla="*/ 60 h 60"/>
                <a:gd name="T2" fmla="*/ 6 w 48"/>
                <a:gd name="T3" fmla="*/ 60 h 60"/>
                <a:gd name="T4" fmla="*/ 0 w 48"/>
                <a:gd name="T5" fmla="*/ 54 h 60"/>
                <a:gd name="T6" fmla="*/ 0 w 48"/>
                <a:gd name="T7" fmla="*/ 6 h 60"/>
                <a:gd name="T8" fmla="*/ 6 w 48"/>
                <a:gd name="T9" fmla="*/ 0 h 60"/>
                <a:gd name="T10" fmla="*/ 42 w 48"/>
                <a:gd name="T11" fmla="*/ 0 h 60"/>
                <a:gd name="T12" fmla="*/ 48 w 48"/>
                <a:gd name="T13" fmla="*/ 6 h 60"/>
                <a:gd name="T14" fmla="*/ 48 w 48"/>
                <a:gd name="T15" fmla="*/ 54 h 60"/>
                <a:gd name="T16" fmla="*/ 42 w 48"/>
                <a:gd name="T17" fmla="*/ 60 h 60"/>
                <a:gd name="T18" fmla="*/ 12 w 48"/>
                <a:gd name="T19" fmla="*/ 48 h 60"/>
                <a:gd name="T20" fmla="*/ 36 w 48"/>
                <a:gd name="T21" fmla="*/ 48 h 60"/>
                <a:gd name="T22" fmla="*/ 36 w 48"/>
                <a:gd name="T23" fmla="*/ 12 h 60"/>
                <a:gd name="T24" fmla="*/ 12 w 48"/>
                <a:gd name="T25" fmla="*/ 12 h 60"/>
                <a:gd name="T26" fmla="*/ 12 w 48"/>
                <a:gd name="T27"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60">
                  <a:moveTo>
                    <a:pt x="42" y="60"/>
                  </a:moveTo>
                  <a:cubicBezTo>
                    <a:pt x="6" y="60"/>
                    <a:pt x="6" y="60"/>
                    <a:pt x="6" y="60"/>
                  </a:cubicBezTo>
                  <a:cubicBezTo>
                    <a:pt x="3" y="60"/>
                    <a:pt x="0" y="57"/>
                    <a:pt x="0" y="54"/>
                  </a:cubicBezTo>
                  <a:cubicBezTo>
                    <a:pt x="0" y="6"/>
                    <a:pt x="0" y="6"/>
                    <a:pt x="0" y="6"/>
                  </a:cubicBezTo>
                  <a:cubicBezTo>
                    <a:pt x="0" y="2"/>
                    <a:pt x="3" y="0"/>
                    <a:pt x="6" y="0"/>
                  </a:cubicBezTo>
                  <a:cubicBezTo>
                    <a:pt x="42" y="0"/>
                    <a:pt x="42" y="0"/>
                    <a:pt x="42" y="0"/>
                  </a:cubicBezTo>
                  <a:cubicBezTo>
                    <a:pt x="46" y="0"/>
                    <a:pt x="48" y="2"/>
                    <a:pt x="48" y="6"/>
                  </a:cubicBezTo>
                  <a:cubicBezTo>
                    <a:pt x="48" y="54"/>
                    <a:pt x="48" y="54"/>
                    <a:pt x="48" y="54"/>
                  </a:cubicBezTo>
                  <a:cubicBezTo>
                    <a:pt x="48" y="57"/>
                    <a:pt x="46" y="60"/>
                    <a:pt x="42" y="60"/>
                  </a:cubicBezTo>
                  <a:close/>
                  <a:moveTo>
                    <a:pt x="12" y="48"/>
                  </a:moveTo>
                  <a:cubicBezTo>
                    <a:pt x="36" y="48"/>
                    <a:pt x="36" y="48"/>
                    <a:pt x="36" y="48"/>
                  </a:cubicBezTo>
                  <a:cubicBezTo>
                    <a:pt x="36" y="12"/>
                    <a:pt x="36" y="12"/>
                    <a:pt x="36" y="12"/>
                  </a:cubicBezTo>
                  <a:cubicBezTo>
                    <a:pt x="12" y="12"/>
                    <a:pt x="12" y="12"/>
                    <a:pt x="12" y="12"/>
                  </a:cubicBezTo>
                  <a:lnTo>
                    <a:pt x="12"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3" name="Freeform 85">
              <a:extLst>
                <a:ext uri="{FF2B5EF4-FFF2-40B4-BE49-F238E27FC236}">
                  <a16:creationId xmlns:a16="http://schemas.microsoft.com/office/drawing/2014/main" id="{374CD6E2-C0BA-8E40-A449-820C4406F10F}"/>
                </a:ext>
              </a:extLst>
            </p:cNvPr>
            <p:cNvSpPr>
              <a:spLocks/>
            </p:cNvSpPr>
            <p:nvPr/>
          </p:nvSpPr>
          <p:spPr bwMode="auto">
            <a:xfrm>
              <a:off x="1495" y="1755"/>
              <a:ext cx="177" cy="18"/>
            </a:xfrm>
            <a:custGeom>
              <a:avLst/>
              <a:gdLst>
                <a:gd name="T0" fmla="*/ 114 w 120"/>
                <a:gd name="T1" fmla="*/ 12 h 12"/>
                <a:gd name="T2" fmla="*/ 6 w 120"/>
                <a:gd name="T3" fmla="*/ 12 h 12"/>
                <a:gd name="T4" fmla="*/ 0 w 120"/>
                <a:gd name="T5" fmla="*/ 6 h 12"/>
                <a:gd name="T6" fmla="*/ 6 w 120"/>
                <a:gd name="T7" fmla="*/ 0 h 12"/>
                <a:gd name="T8" fmla="*/ 114 w 120"/>
                <a:gd name="T9" fmla="*/ 0 h 12"/>
                <a:gd name="T10" fmla="*/ 120 w 120"/>
                <a:gd name="T11" fmla="*/ 6 h 12"/>
                <a:gd name="T12" fmla="*/ 114 w 12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20" h="12">
                  <a:moveTo>
                    <a:pt x="114" y="12"/>
                  </a:moveTo>
                  <a:cubicBezTo>
                    <a:pt x="6" y="12"/>
                    <a:pt x="6" y="12"/>
                    <a:pt x="6" y="12"/>
                  </a:cubicBezTo>
                  <a:cubicBezTo>
                    <a:pt x="3" y="12"/>
                    <a:pt x="0" y="9"/>
                    <a:pt x="0" y="6"/>
                  </a:cubicBezTo>
                  <a:cubicBezTo>
                    <a:pt x="0" y="2"/>
                    <a:pt x="3" y="0"/>
                    <a:pt x="6" y="0"/>
                  </a:cubicBezTo>
                  <a:cubicBezTo>
                    <a:pt x="114" y="0"/>
                    <a:pt x="114" y="0"/>
                    <a:pt x="114" y="0"/>
                  </a:cubicBezTo>
                  <a:cubicBezTo>
                    <a:pt x="118" y="0"/>
                    <a:pt x="120" y="2"/>
                    <a:pt x="120" y="6"/>
                  </a:cubicBezTo>
                  <a:cubicBezTo>
                    <a:pt x="120" y="9"/>
                    <a:pt x="118" y="12"/>
                    <a:pt x="11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4" name="Freeform 86">
              <a:extLst>
                <a:ext uri="{FF2B5EF4-FFF2-40B4-BE49-F238E27FC236}">
                  <a16:creationId xmlns:a16="http://schemas.microsoft.com/office/drawing/2014/main" id="{5650B1E9-10A3-734D-9AC1-8B333A356749}"/>
                </a:ext>
              </a:extLst>
            </p:cNvPr>
            <p:cNvSpPr>
              <a:spLocks/>
            </p:cNvSpPr>
            <p:nvPr/>
          </p:nvSpPr>
          <p:spPr bwMode="auto">
            <a:xfrm>
              <a:off x="1370" y="1844"/>
              <a:ext cx="426" cy="18"/>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3" y="12"/>
                    <a:pt x="0" y="9"/>
                    <a:pt x="0" y="6"/>
                  </a:cubicBezTo>
                  <a:cubicBezTo>
                    <a:pt x="0" y="2"/>
                    <a:pt x="3" y="0"/>
                    <a:pt x="6" y="0"/>
                  </a:cubicBezTo>
                  <a:cubicBezTo>
                    <a:pt x="282" y="0"/>
                    <a:pt x="282" y="0"/>
                    <a:pt x="282" y="0"/>
                  </a:cubicBezTo>
                  <a:cubicBezTo>
                    <a:pt x="286" y="0"/>
                    <a:pt x="288" y="2"/>
                    <a:pt x="288" y="6"/>
                  </a:cubicBezTo>
                  <a:cubicBezTo>
                    <a:pt x="288" y="9"/>
                    <a:pt x="286"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5" name="Freeform 87">
              <a:extLst>
                <a:ext uri="{FF2B5EF4-FFF2-40B4-BE49-F238E27FC236}">
                  <a16:creationId xmlns:a16="http://schemas.microsoft.com/office/drawing/2014/main" id="{4B7887F8-0B63-E948-966D-617614E80C9B}"/>
                </a:ext>
              </a:extLst>
            </p:cNvPr>
            <p:cNvSpPr>
              <a:spLocks/>
            </p:cNvSpPr>
            <p:nvPr/>
          </p:nvSpPr>
          <p:spPr bwMode="auto">
            <a:xfrm>
              <a:off x="1477" y="1879"/>
              <a:ext cx="18" cy="231"/>
            </a:xfrm>
            <a:custGeom>
              <a:avLst/>
              <a:gdLst>
                <a:gd name="T0" fmla="*/ 6 w 12"/>
                <a:gd name="T1" fmla="*/ 156 h 156"/>
                <a:gd name="T2" fmla="*/ 0 w 12"/>
                <a:gd name="T3" fmla="*/ 150 h 156"/>
                <a:gd name="T4" fmla="*/ 0 w 12"/>
                <a:gd name="T5" fmla="*/ 6 h 156"/>
                <a:gd name="T6" fmla="*/ 6 w 12"/>
                <a:gd name="T7" fmla="*/ 0 h 156"/>
                <a:gd name="T8" fmla="*/ 12 w 12"/>
                <a:gd name="T9" fmla="*/ 6 h 156"/>
                <a:gd name="T10" fmla="*/ 12 w 12"/>
                <a:gd name="T11" fmla="*/ 150 h 156"/>
                <a:gd name="T12" fmla="*/ 6 w 1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12" h="156">
                  <a:moveTo>
                    <a:pt x="6" y="156"/>
                  </a:moveTo>
                  <a:cubicBezTo>
                    <a:pt x="3" y="156"/>
                    <a:pt x="0" y="153"/>
                    <a:pt x="0" y="150"/>
                  </a:cubicBezTo>
                  <a:cubicBezTo>
                    <a:pt x="0" y="6"/>
                    <a:pt x="0" y="6"/>
                    <a:pt x="0" y="6"/>
                  </a:cubicBezTo>
                  <a:cubicBezTo>
                    <a:pt x="0" y="2"/>
                    <a:pt x="3" y="0"/>
                    <a:pt x="6" y="0"/>
                  </a:cubicBezTo>
                  <a:cubicBezTo>
                    <a:pt x="10" y="0"/>
                    <a:pt x="12" y="2"/>
                    <a:pt x="12" y="6"/>
                  </a:cubicBezTo>
                  <a:cubicBezTo>
                    <a:pt x="12" y="150"/>
                    <a:pt x="12" y="150"/>
                    <a:pt x="12" y="150"/>
                  </a:cubicBezTo>
                  <a:cubicBezTo>
                    <a:pt x="12" y="153"/>
                    <a:pt x="10" y="156"/>
                    <a:pt x="6"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6" name="Freeform 88">
              <a:extLst>
                <a:ext uri="{FF2B5EF4-FFF2-40B4-BE49-F238E27FC236}">
                  <a16:creationId xmlns:a16="http://schemas.microsoft.com/office/drawing/2014/main" id="{ABE6E62F-E613-A74D-B3A8-299734AD81E5}"/>
                </a:ext>
              </a:extLst>
            </p:cNvPr>
            <p:cNvSpPr>
              <a:spLocks/>
            </p:cNvSpPr>
            <p:nvPr/>
          </p:nvSpPr>
          <p:spPr bwMode="auto">
            <a:xfrm>
              <a:off x="1565" y="1879"/>
              <a:ext cx="18" cy="231"/>
            </a:xfrm>
            <a:custGeom>
              <a:avLst/>
              <a:gdLst>
                <a:gd name="T0" fmla="*/ 6 w 12"/>
                <a:gd name="T1" fmla="*/ 156 h 156"/>
                <a:gd name="T2" fmla="*/ 0 w 12"/>
                <a:gd name="T3" fmla="*/ 150 h 156"/>
                <a:gd name="T4" fmla="*/ 0 w 12"/>
                <a:gd name="T5" fmla="*/ 6 h 156"/>
                <a:gd name="T6" fmla="*/ 6 w 12"/>
                <a:gd name="T7" fmla="*/ 0 h 156"/>
                <a:gd name="T8" fmla="*/ 12 w 12"/>
                <a:gd name="T9" fmla="*/ 6 h 156"/>
                <a:gd name="T10" fmla="*/ 12 w 12"/>
                <a:gd name="T11" fmla="*/ 150 h 156"/>
                <a:gd name="T12" fmla="*/ 6 w 1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12" h="156">
                  <a:moveTo>
                    <a:pt x="6" y="156"/>
                  </a:moveTo>
                  <a:cubicBezTo>
                    <a:pt x="3" y="156"/>
                    <a:pt x="0" y="153"/>
                    <a:pt x="0" y="150"/>
                  </a:cubicBezTo>
                  <a:cubicBezTo>
                    <a:pt x="0" y="6"/>
                    <a:pt x="0" y="6"/>
                    <a:pt x="0" y="6"/>
                  </a:cubicBezTo>
                  <a:cubicBezTo>
                    <a:pt x="0" y="2"/>
                    <a:pt x="3" y="0"/>
                    <a:pt x="6" y="0"/>
                  </a:cubicBezTo>
                  <a:cubicBezTo>
                    <a:pt x="10" y="0"/>
                    <a:pt x="12" y="2"/>
                    <a:pt x="12" y="6"/>
                  </a:cubicBezTo>
                  <a:cubicBezTo>
                    <a:pt x="12" y="150"/>
                    <a:pt x="12" y="150"/>
                    <a:pt x="12" y="150"/>
                  </a:cubicBezTo>
                  <a:cubicBezTo>
                    <a:pt x="12" y="153"/>
                    <a:pt x="10" y="156"/>
                    <a:pt x="6"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7" name="Freeform 89">
              <a:extLst>
                <a:ext uri="{FF2B5EF4-FFF2-40B4-BE49-F238E27FC236}">
                  <a16:creationId xmlns:a16="http://schemas.microsoft.com/office/drawing/2014/main" id="{695E4311-FAD6-9945-AF11-C24EB5180752}"/>
                </a:ext>
              </a:extLst>
            </p:cNvPr>
            <p:cNvSpPr>
              <a:spLocks/>
            </p:cNvSpPr>
            <p:nvPr/>
          </p:nvSpPr>
          <p:spPr bwMode="auto">
            <a:xfrm>
              <a:off x="1654" y="1879"/>
              <a:ext cx="18" cy="231"/>
            </a:xfrm>
            <a:custGeom>
              <a:avLst/>
              <a:gdLst>
                <a:gd name="T0" fmla="*/ 6 w 12"/>
                <a:gd name="T1" fmla="*/ 156 h 156"/>
                <a:gd name="T2" fmla="*/ 0 w 12"/>
                <a:gd name="T3" fmla="*/ 150 h 156"/>
                <a:gd name="T4" fmla="*/ 0 w 12"/>
                <a:gd name="T5" fmla="*/ 6 h 156"/>
                <a:gd name="T6" fmla="*/ 6 w 12"/>
                <a:gd name="T7" fmla="*/ 0 h 156"/>
                <a:gd name="T8" fmla="*/ 12 w 12"/>
                <a:gd name="T9" fmla="*/ 6 h 156"/>
                <a:gd name="T10" fmla="*/ 12 w 12"/>
                <a:gd name="T11" fmla="*/ 150 h 156"/>
                <a:gd name="T12" fmla="*/ 6 w 1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12" h="156">
                  <a:moveTo>
                    <a:pt x="6" y="156"/>
                  </a:moveTo>
                  <a:cubicBezTo>
                    <a:pt x="3" y="156"/>
                    <a:pt x="0" y="153"/>
                    <a:pt x="0" y="150"/>
                  </a:cubicBezTo>
                  <a:cubicBezTo>
                    <a:pt x="0" y="6"/>
                    <a:pt x="0" y="6"/>
                    <a:pt x="0" y="6"/>
                  </a:cubicBezTo>
                  <a:cubicBezTo>
                    <a:pt x="0" y="2"/>
                    <a:pt x="3" y="0"/>
                    <a:pt x="6" y="0"/>
                  </a:cubicBezTo>
                  <a:cubicBezTo>
                    <a:pt x="10" y="0"/>
                    <a:pt x="12" y="2"/>
                    <a:pt x="12" y="6"/>
                  </a:cubicBezTo>
                  <a:cubicBezTo>
                    <a:pt x="12" y="150"/>
                    <a:pt x="12" y="150"/>
                    <a:pt x="12" y="150"/>
                  </a:cubicBezTo>
                  <a:cubicBezTo>
                    <a:pt x="12" y="153"/>
                    <a:pt x="10" y="156"/>
                    <a:pt x="6"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8" name="Freeform 90">
              <a:extLst>
                <a:ext uri="{FF2B5EF4-FFF2-40B4-BE49-F238E27FC236}">
                  <a16:creationId xmlns:a16="http://schemas.microsoft.com/office/drawing/2014/main" id="{F6332ED2-95E6-314D-B133-3718ED39BF6D}"/>
                </a:ext>
              </a:extLst>
            </p:cNvPr>
            <p:cNvSpPr>
              <a:spLocks/>
            </p:cNvSpPr>
            <p:nvPr/>
          </p:nvSpPr>
          <p:spPr bwMode="auto">
            <a:xfrm>
              <a:off x="1406" y="1915"/>
              <a:ext cx="355" cy="18"/>
            </a:xfrm>
            <a:custGeom>
              <a:avLst/>
              <a:gdLst>
                <a:gd name="T0" fmla="*/ 234 w 240"/>
                <a:gd name="T1" fmla="*/ 12 h 12"/>
                <a:gd name="T2" fmla="*/ 6 w 240"/>
                <a:gd name="T3" fmla="*/ 12 h 12"/>
                <a:gd name="T4" fmla="*/ 0 w 240"/>
                <a:gd name="T5" fmla="*/ 6 h 12"/>
                <a:gd name="T6" fmla="*/ 6 w 240"/>
                <a:gd name="T7" fmla="*/ 0 h 12"/>
                <a:gd name="T8" fmla="*/ 234 w 240"/>
                <a:gd name="T9" fmla="*/ 0 h 12"/>
                <a:gd name="T10" fmla="*/ 240 w 240"/>
                <a:gd name="T11" fmla="*/ 6 h 12"/>
                <a:gd name="T12" fmla="*/ 234 w 24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0" h="12">
                  <a:moveTo>
                    <a:pt x="234" y="12"/>
                  </a:moveTo>
                  <a:cubicBezTo>
                    <a:pt x="6" y="12"/>
                    <a:pt x="6" y="12"/>
                    <a:pt x="6" y="12"/>
                  </a:cubicBezTo>
                  <a:cubicBezTo>
                    <a:pt x="3" y="12"/>
                    <a:pt x="0" y="9"/>
                    <a:pt x="0" y="6"/>
                  </a:cubicBezTo>
                  <a:cubicBezTo>
                    <a:pt x="0" y="2"/>
                    <a:pt x="3" y="0"/>
                    <a:pt x="6" y="0"/>
                  </a:cubicBezTo>
                  <a:cubicBezTo>
                    <a:pt x="234" y="0"/>
                    <a:pt x="234" y="0"/>
                    <a:pt x="234" y="0"/>
                  </a:cubicBezTo>
                  <a:cubicBezTo>
                    <a:pt x="238" y="0"/>
                    <a:pt x="240" y="2"/>
                    <a:pt x="240" y="6"/>
                  </a:cubicBezTo>
                  <a:cubicBezTo>
                    <a:pt x="240" y="9"/>
                    <a:pt x="238" y="12"/>
                    <a:pt x="23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9" name="Freeform 91">
              <a:extLst>
                <a:ext uri="{FF2B5EF4-FFF2-40B4-BE49-F238E27FC236}">
                  <a16:creationId xmlns:a16="http://schemas.microsoft.com/office/drawing/2014/main" id="{6A20710A-A127-3045-90AC-4BEF3E718D67}"/>
                </a:ext>
              </a:extLst>
            </p:cNvPr>
            <p:cNvSpPr>
              <a:spLocks/>
            </p:cNvSpPr>
            <p:nvPr/>
          </p:nvSpPr>
          <p:spPr bwMode="auto">
            <a:xfrm>
              <a:off x="1406" y="1986"/>
              <a:ext cx="355" cy="17"/>
            </a:xfrm>
            <a:custGeom>
              <a:avLst/>
              <a:gdLst>
                <a:gd name="T0" fmla="*/ 234 w 240"/>
                <a:gd name="T1" fmla="*/ 12 h 12"/>
                <a:gd name="T2" fmla="*/ 6 w 240"/>
                <a:gd name="T3" fmla="*/ 12 h 12"/>
                <a:gd name="T4" fmla="*/ 0 w 240"/>
                <a:gd name="T5" fmla="*/ 6 h 12"/>
                <a:gd name="T6" fmla="*/ 6 w 240"/>
                <a:gd name="T7" fmla="*/ 0 h 12"/>
                <a:gd name="T8" fmla="*/ 234 w 240"/>
                <a:gd name="T9" fmla="*/ 0 h 12"/>
                <a:gd name="T10" fmla="*/ 240 w 240"/>
                <a:gd name="T11" fmla="*/ 6 h 12"/>
                <a:gd name="T12" fmla="*/ 234 w 24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0" h="12">
                  <a:moveTo>
                    <a:pt x="234" y="12"/>
                  </a:moveTo>
                  <a:cubicBezTo>
                    <a:pt x="6" y="12"/>
                    <a:pt x="6" y="12"/>
                    <a:pt x="6" y="12"/>
                  </a:cubicBezTo>
                  <a:cubicBezTo>
                    <a:pt x="3" y="12"/>
                    <a:pt x="0" y="9"/>
                    <a:pt x="0" y="6"/>
                  </a:cubicBezTo>
                  <a:cubicBezTo>
                    <a:pt x="0" y="2"/>
                    <a:pt x="3" y="0"/>
                    <a:pt x="6" y="0"/>
                  </a:cubicBezTo>
                  <a:cubicBezTo>
                    <a:pt x="234" y="0"/>
                    <a:pt x="234" y="0"/>
                    <a:pt x="234" y="0"/>
                  </a:cubicBezTo>
                  <a:cubicBezTo>
                    <a:pt x="238" y="0"/>
                    <a:pt x="240" y="2"/>
                    <a:pt x="240" y="6"/>
                  </a:cubicBezTo>
                  <a:cubicBezTo>
                    <a:pt x="240" y="9"/>
                    <a:pt x="238" y="12"/>
                    <a:pt x="23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50" name="Freeform 92">
              <a:extLst>
                <a:ext uri="{FF2B5EF4-FFF2-40B4-BE49-F238E27FC236}">
                  <a16:creationId xmlns:a16="http://schemas.microsoft.com/office/drawing/2014/main" id="{D7659633-77CA-5343-AA5A-F95F88663879}"/>
                </a:ext>
              </a:extLst>
            </p:cNvPr>
            <p:cNvSpPr>
              <a:spLocks/>
            </p:cNvSpPr>
            <p:nvPr/>
          </p:nvSpPr>
          <p:spPr bwMode="auto">
            <a:xfrm>
              <a:off x="1406" y="2057"/>
              <a:ext cx="355" cy="17"/>
            </a:xfrm>
            <a:custGeom>
              <a:avLst/>
              <a:gdLst>
                <a:gd name="T0" fmla="*/ 234 w 240"/>
                <a:gd name="T1" fmla="*/ 12 h 12"/>
                <a:gd name="T2" fmla="*/ 6 w 240"/>
                <a:gd name="T3" fmla="*/ 12 h 12"/>
                <a:gd name="T4" fmla="*/ 0 w 240"/>
                <a:gd name="T5" fmla="*/ 6 h 12"/>
                <a:gd name="T6" fmla="*/ 6 w 240"/>
                <a:gd name="T7" fmla="*/ 0 h 12"/>
                <a:gd name="T8" fmla="*/ 234 w 240"/>
                <a:gd name="T9" fmla="*/ 0 h 12"/>
                <a:gd name="T10" fmla="*/ 240 w 240"/>
                <a:gd name="T11" fmla="*/ 6 h 12"/>
                <a:gd name="T12" fmla="*/ 234 w 24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0" h="12">
                  <a:moveTo>
                    <a:pt x="234" y="12"/>
                  </a:moveTo>
                  <a:cubicBezTo>
                    <a:pt x="6" y="12"/>
                    <a:pt x="6" y="12"/>
                    <a:pt x="6" y="12"/>
                  </a:cubicBezTo>
                  <a:cubicBezTo>
                    <a:pt x="3" y="12"/>
                    <a:pt x="0" y="9"/>
                    <a:pt x="0" y="6"/>
                  </a:cubicBezTo>
                  <a:cubicBezTo>
                    <a:pt x="0" y="2"/>
                    <a:pt x="3" y="0"/>
                    <a:pt x="6" y="0"/>
                  </a:cubicBezTo>
                  <a:cubicBezTo>
                    <a:pt x="234" y="0"/>
                    <a:pt x="234" y="0"/>
                    <a:pt x="234" y="0"/>
                  </a:cubicBezTo>
                  <a:cubicBezTo>
                    <a:pt x="238" y="0"/>
                    <a:pt x="240" y="2"/>
                    <a:pt x="240" y="6"/>
                  </a:cubicBezTo>
                  <a:cubicBezTo>
                    <a:pt x="240" y="9"/>
                    <a:pt x="238" y="12"/>
                    <a:pt x="23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grpSp>
      <p:sp>
        <p:nvSpPr>
          <p:cNvPr id="351" name="Freeform 144">
            <a:extLst>
              <a:ext uri="{FF2B5EF4-FFF2-40B4-BE49-F238E27FC236}">
                <a16:creationId xmlns:a16="http://schemas.microsoft.com/office/drawing/2014/main" id="{887C956D-5C6A-EF41-B68E-293B826857D7}"/>
              </a:ext>
            </a:extLst>
          </p:cNvPr>
          <p:cNvSpPr>
            <a:spLocks/>
          </p:cNvSpPr>
          <p:nvPr userDrawn="1"/>
        </p:nvSpPr>
        <p:spPr bwMode="auto">
          <a:xfrm rot="10800000">
            <a:off x="2171887" y="1915146"/>
            <a:ext cx="274440" cy="529622"/>
          </a:xfrm>
          <a:custGeom>
            <a:avLst/>
            <a:gdLst>
              <a:gd name="T0" fmla="*/ 116 w 154"/>
              <a:gd name="T1" fmla="*/ 167 h 297"/>
              <a:gd name="T2" fmla="*/ 83 w 154"/>
              <a:gd name="T3" fmla="*/ 119 h 297"/>
              <a:gd name="T4" fmla="*/ 83 w 154"/>
              <a:gd name="T5" fmla="*/ 18 h 297"/>
              <a:gd name="T6" fmla="*/ 83 w 154"/>
              <a:gd name="T7" fmla="*/ 17 h 297"/>
              <a:gd name="T8" fmla="*/ 83 w 154"/>
              <a:gd name="T9" fmla="*/ 17 h 297"/>
              <a:gd name="T10" fmla="*/ 109 w 154"/>
              <a:gd name="T11" fmla="*/ 34 h 297"/>
              <a:gd name="T12" fmla="*/ 118 w 154"/>
              <a:gd name="T13" fmla="*/ 33 h 297"/>
              <a:gd name="T14" fmla="*/ 119 w 154"/>
              <a:gd name="T15" fmla="*/ 30 h 297"/>
              <a:gd name="T16" fmla="*/ 116 w 154"/>
              <a:gd name="T17" fmla="*/ 25 h 297"/>
              <a:gd name="T18" fmla="*/ 80 w 154"/>
              <a:gd name="T19" fmla="*/ 1 h 297"/>
              <a:gd name="T20" fmla="*/ 80 w 154"/>
              <a:gd name="T21" fmla="*/ 1 h 297"/>
              <a:gd name="T22" fmla="*/ 80 w 154"/>
              <a:gd name="T23" fmla="*/ 1 h 297"/>
              <a:gd name="T24" fmla="*/ 80 w 154"/>
              <a:gd name="T25" fmla="*/ 1 h 297"/>
              <a:gd name="T26" fmla="*/ 79 w 154"/>
              <a:gd name="T27" fmla="*/ 0 h 297"/>
              <a:gd name="T28" fmla="*/ 79 w 154"/>
              <a:gd name="T29" fmla="*/ 0 h 297"/>
              <a:gd name="T30" fmla="*/ 77 w 154"/>
              <a:gd name="T31" fmla="*/ 0 h 297"/>
              <a:gd name="T32" fmla="*/ 77 w 154"/>
              <a:gd name="T33" fmla="*/ 0 h 297"/>
              <a:gd name="T34" fmla="*/ 76 w 154"/>
              <a:gd name="T35" fmla="*/ 0 h 297"/>
              <a:gd name="T36" fmla="*/ 75 w 154"/>
              <a:gd name="T37" fmla="*/ 0 h 297"/>
              <a:gd name="T38" fmla="*/ 74 w 154"/>
              <a:gd name="T39" fmla="*/ 1 h 297"/>
              <a:gd name="T40" fmla="*/ 74 w 154"/>
              <a:gd name="T41" fmla="*/ 1 h 297"/>
              <a:gd name="T42" fmla="*/ 74 w 154"/>
              <a:gd name="T43" fmla="*/ 1 h 297"/>
              <a:gd name="T44" fmla="*/ 74 w 154"/>
              <a:gd name="T45" fmla="*/ 1 h 297"/>
              <a:gd name="T46" fmla="*/ 38 w 154"/>
              <a:gd name="T47" fmla="*/ 25 h 297"/>
              <a:gd name="T48" fmla="*/ 37 w 154"/>
              <a:gd name="T49" fmla="*/ 33 h 297"/>
              <a:gd name="T50" fmla="*/ 45 w 154"/>
              <a:gd name="T51" fmla="*/ 34 h 297"/>
              <a:gd name="T52" fmla="*/ 71 w 154"/>
              <a:gd name="T53" fmla="*/ 17 h 297"/>
              <a:gd name="T54" fmla="*/ 71 w 154"/>
              <a:gd name="T55" fmla="*/ 17 h 297"/>
              <a:gd name="T56" fmla="*/ 71 w 154"/>
              <a:gd name="T57" fmla="*/ 18 h 297"/>
              <a:gd name="T58" fmla="*/ 71 w 154"/>
              <a:gd name="T59" fmla="*/ 119 h 297"/>
              <a:gd name="T60" fmla="*/ 38 w 154"/>
              <a:gd name="T61" fmla="*/ 167 h 297"/>
              <a:gd name="T62" fmla="*/ 0 w 154"/>
              <a:gd name="T63" fmla="*/ 226 h 297"/>
              <a:gd name="T64" fmla="*/ 0 w 154"/>
              <a:gd name="T65" fmla="*/ 255 h 297"/>
              <a:gd name="T66" fmla="*/ 0 w 154"/>
              <a:gd name="T67" fmla="*/ 280 h 297"/>
              <a:gd name="T68" fmla="*/ 0 w 154"/>
              <a:gd name="T69" fmla="*/ 291 h 297"/>
              <a:gd name="T70" fmla="*/ 6 w 154"/>
              <a:gd name="T71" fmla="*/ 297 h 297"/>
              <a:gd name="T72" fmla="*/ 12 w 154"/>
              <a:gd name="T73" fmla="*/ 291 h 297"/>
              <a:gd name="T74" fmla="*/ 12 w 154"/>
              <a:gd name="T75" fmla="*/ 280 h 297"/>
              <a:gd name="T76" fmla="*/ 12 w 154"/>
              <a:gd name="T77" fmla="*/ 280 h 297"/>
              <a:gd name="T78" fmla="*/ 12 w 154"/>
              <a:gd name="T79" fmla="*/ 226 h 297"/>
              <a:gd name="T80" fmla="*/ 45 w 154"/>
              <a:gd name="T81" fmla="*/ 177 h 297"/>
              <a:gd name="T82" fmla="*/ 77 w 154"/>
              <a:gd name="T83" fmla="*/ 146 h 297"/>
              <a:gd name="T84" fmla="*/ 109 w 154"/>
              <a:gd name="T85" fmla="*/ 177 h 297"/>
              <a:gd name="T86" fmla="*/ 142 w 154"/>
              <a:gd name="T87" fmla="*/ 226 h 297"/>
              <a:gd name="T88" fmla="*/ 142 w 154"/>
              <a:gd name="T89" fmla="*/ 280 h 297"/>
              <a:gd name="T90" fmla="*/ 142 w 154"/>
              <a:gd name="T91" fmla="*/ 280 h 297"/>
              <a:gd name="T92" fmla="*/ 142 w 154"/>
              <a:gd name="T93" fmla="*/ 291 h 297"/>
              <a:gd name="T94" fmla="*/ 148 w 154"/>
              <a:gd name="T95" fmla="*/ 297 h 297"/>
              <a:gd name="T96" fmla="*/ 154 w 154"/>
              <a:gd name="T97" fmla="*/ 291 h 297"/>
              <a:gd name="T98" fmla="*/ 154 w 154"/>
              <a:gd name="T99" fmla="*/ 280 h 297"/>
              <a:gd name="T100" fmla="*/ 154 w 154"/>
              <a:gd name="T101" fmla="*/ 255 h 297"/>
              <a:gd name="T102" fmla="*/ 154 w 154"/>
              <a:gd name="T103" fmla="*/ 226 h 297"/>
              <a:gd name="T104" fmla="*/ 116 w 154"/>
              <a:gd name="T105" fmla="*/ 167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4" h="297">
                <a:moveTo>
                  <a:pt x="116" y="167"/>
                </a:moveTo>
                <a:cubicBezTo>
                  <a:pt x="98" y="156"/>
                  <a:pt x="83" y="146"/>
                  <a:pt x="83" y="119"/>
                </a:cubicBezTo>
                <a:cubicBezTo>
                  <a:pt x="83" y="18"/>
                  <a:pt x="83" y="18"/>
                  <a:pt x="83" y="18"/>
                </a:cubicBezTo>
                <a:cubicBezTo>
                  <a:pt x="83" y="18"/>
                  <a:pt x="83" y="17"/>
                  <a:pt x="83" y="17"/>
                </a:cubicBezTo>
                <a:cubicBezTo>
                  <a:pt x="83" y="17"/>
                  <a:pt x="83" y="17"/>
                  <a:pt x="83" y="17"/>
                </a:cubicBezTo>
                <a:cubicBezTo>
                  <a:pt x="109" y="34"/>
                  <a:pt x="109" y="34"/>
                  <a:pt x="109" y="34"/>
                </a:cubicBezTo>
                <a:cubicBezTo>
                  <a:pt x="112" y="36"/>
                  <a:pt x="116" y="36"/>
                  <a:pt x="118" y="33"/>
                </a:cubicBezTo>
                <a:cubicBezTo>
                  <a:pt x="118" y="32"/>
                  <a:pt x="119" y="31"/>
                  <a:pt x="119" y="30"/>
                </a:cubicBezTo>
                <a:cubicBezTo>
                  <a:pt x="119" y="28"/>
                  <a:pt x="118" y="26"/>
                  <a:pt x="116" y="25"/>
                </a:cubicBezTo>
                <a:cubicBezTo>
                  <a:pt x="80" y="1"/>
                  <a:pt x="80" y="1"/>
                  <a:pt x="80" y="1"/>
                </a:cubicBezTo>
                <a:cubicBezTo>
                  <a:pt x="80" y="1"/>
                  <a:pt x="80" y="1"/>
                  <a:pt x="80" y="1"/>
                </a:cubicBezTo>
                <a:cubicBezTo>
                  <a:pt x="80" y="1"/>
                  <a:pt x="80" y="1"/>
                  <a:pt x="80" y="1"/>
                </a:cubicBezTo>
                <a:cubicBezTo>
                  <a:pt x="80" y="1"/>
                  <a:pt x="80" y="1"/>
                  <a:pt x="80" y="1"/>
                </a:cubicBezTo>
                <a:cubicBezTo>
                  <a:pt x="80" y="1"/>
                  <a:pt x="79" y="0"/>
                  <a:pt x="79" y="0"/>
                </a:cubicBezTo>
                <a:cubicBezTo>
                  <a:pt x="79" y="0"/>
                  <a:pt x="79" y="0"/>
                  <a:pt x="79" y="0"/>
                </a:cubicBezTo>
                <a:cubicBezTo>
                  <a:pt x="78" y="0"/>
                  <a:pt x="78" y="0"/>
                  <a:pt x="77" y="0"/>
                </a:cubicBezTo>
                <a:cubicBezTo>
                  <a:pt x="77" y="0"/>
                  <a:pt x="77" y="0"/>
                  <a:pt x="77" y="0"/>
                </a:cubicBezTo>
                <a:cubicBezTo>
                  <a:pt x="76" y="0"/>
                  <a:pt x="76" y="0"/>
                  <a:pt x="76" y="0"/>
                </a:cubicBezTo>
                <a:cubicBezTo>
                  <a:pt x="75" y="0"/>
                  <a:pt x="75" y="0"/>
                  <a:pt x="75" y="0"/>
                </a:cubicBezTo>
                <a:cubicBezTo>
                  <a:pt x="75" y="0"/>
                  <a:pt x="74" y="1"/>
                  <a:pt x="74" y="1"/>
                </a:cubicBezTo>
                <a:cubicBezTo>
                  <a:pt x="74" y="1"/>
                  <a:pt x="74" y="1"/>
                  <a:pt x="74" y="1"/>
                </a:cubicBezTo>
                <a:cubicBezTo>
                  <a:pt x="74" y="1"/>
                  <a:pt x="74" y="1"/>
                  <a:pt x="74" y="1"/>
                </a:cubicBezTo>
                <a:cubicBezTo>
                  <a:pt x="74" y="1"/>
                  <a:pt x="74" y="1"/>
                  <a:pt x="74" y="1"/>
                </a:cubicBezTo>
                <a:cubicBezTo>
                  <a:pt x="38" y="25"/>
                  <a:pt x="38" y="25"/>
                  <a:pt x="38" y="25"/>
                </a:cubicBezTo>
                <a:cubicBezTo>
                  <a:pt x="35" y="26"/>
                  <a:pt x="35" y="30"/>
                  <a:pt x="37" y="33"/>
                </a:cubicBezTo>
                <a:cubicBezTo>
                  <a:pt x="38" y="36"/>
                  <a:pt x="42" y="36"/>
                  <a:pt x="45" y="34"/>
                </a:cubicBezTo>
                <a:cubicBezTo>
                  <a:pt x="71" y="17"/>
                  <a:pt x="71" y="17"/>
                  <a:pt x="71" y="17"/>
                </a:cubicBezTo>
                <a:cubicBezTo>
                  <a:pt x="71" y="17"/>
                  <a:pt x="71" y="17"/>
                  <a:pt x="71" y="17"/>
                </a:cubicBezTo>
                <a:cubicBezTo>
                  <a:pt x="71" y="17"/>
                  <a:pt x="71" y="18"/>
                  <a:pt x="71" y="18"/>
                </a:cubicBezTo>
                <a:cubicBezTo>
                  <a:pt x="71" y="119"/>
                  <a:pt x="71" y="119"/>
                  <a:pt x="71" y="119"/>
                </a:cubicBezTo>
                <a:cubicBezTo>
                  <a:pt x="71" y="146"/>
                  <a:pt x="56" y="156"/>
                  <a:pt x="38" y="167"/>
                </a:cubicBezTo>
                <a:cubicBezTo>
                  <a:pt x="20" y="179"/>
                  <a:pt x="0" y="193"/>
                  <a:pt x="0" y="226"/>
                </a:cubicBezTo>
                <a:cubicBezTo>
                  <a:pt x="0" y="255"/>
                  <a:pt x="0" y="255"/>
                  <a:pt x="0" y="255"/>
                </a:cubicBezTo>
                <a:cubicBezTo>
                  <a:pt x="0" y="280"/>
                  <a:pt x="0" y="280"/>
                  <a:pt x="0" y="280"/>
                </a:cubicBezTo>
                <a:cubicBezTo>
                  <a:pt x="0" y="291"/>
                  <a:pt x="0" y="291"/>
                  <a:pt x="0" y="291"/>
                </a:cubicBezTo>
                <a:cubicBezTo>
                  <a:pt x="0" y="294"/>
                  <a:pt x="3" y="297"/>
                  <a:pt x="6" y="297"/>
                </a:cubicBezTo>
                <a:cubicBezTo>
                  <a:pt x="9" y="297"/>
                  <a:pt x="12" y="294"/>
                  <a:pt x="12" y="291"/>
                </a:cubicBezTo>
                <a:cubicBezTo>
                  <a:pt x="12" y="280"/>
                  <a:pt x="12" y="280"/>
                  <a:pt x="12" y="280"/>
                </a:cubicBezTo>
                <a:cubicBezTo>
                  <a:pt x="12" y="280"/>
                  <a:pt x="12" y="280"/>
                  <a:pt x="12" y="280"/>
                </a:cubicBezTo>
                <a:cubicBezTo>
                  <a:pt x="12" y="226"/>
                  <a:pt x="12" y="226"/>
                  <a:pt x="12" y="226"/>
                </a:cubicBezTo>
                <a:cubicBezTo>
                  <a:pt x="12" y="199"/>
                  <a:pt x="27" y="189"/>
                  <a:pt x="45" y="177"/>
                </a:cubicBezTo>
                <a:cubicBezTo>
                  <a:pt x="57" y="169"/>
                  <a:pt x="70" y="161"/>
                  <a:pt x="77" y="146"/>
                </a:cubicBezTo>
                <a:cubicBezTo>
                  <a:pt x="84" y="161"/>
                  <a:pt x="97" y="169"/>
                  <a:pt x="109" y="177"/>
                </a:cubicBezTo>
                <a:cubicBezTo>
                  <a:pt x="127" y="189"/>
                  <a:pt x="142" y="199"/>
                  <a:pt x="142" y="226"/>
                </a:cubicBezTo>
                <a:cubicBezTo>
                  <a:pt x="142" y="280"/>
                  <a:pt x="142" y="280"/>
                  <a:pt x="142" y="280"/>
                </a:cubicBezTo>
                <a:cubicBezTo>
                  <a:pt x="142" y="280"/>
                  <a:pt x="142" y="280"/>
                  <a:pt x="142" y="280"/>
                </a:cubicBezTo>
                <a:cubicBezTo>
                  <a:pt x="142" y="291"/>
                  <a:pt x="142" y="291"/>
                  <a:pt x="142" y="291"/>
                </a:cubicBezTo>
                <a:cubicBezTo>
                  <a:pt x="142" y="294"/>
                  <a:pt x="145" y="297"/>
                  <a:pt x="148" y="297"/>
                </a:cubicBezTo>
                <a:cubicBezTo>
                  <a:pt x="152" y="297"/>
                  <a:pt x="154" y="294"/>
                  <a:pt x="154" y="291"/>
                </a:cubicBezTo>
                <a:cubicBezTo>
                  <a:pt x="154" y="280"/>
                  <a:pt x="154" y="280"/>
                  <a:pt x="154" y="280"/>
                </a:cubicBezTo>
                <a:cubicBezTo>
                  <a:pt x="154" y="255"/>
                  <a:pt x="154" y="255"/>
                  <a:pt x="154" y="255"/>
                </a:cubicBezTo>
                <a:cubicBezTo>
                  <a:pt x="154" y="226"/>
                  <a:pt x="154" y="226"/>
                  <a:pt x="154" y="226"/>
                </a:cubicBezTo>
                <a:cubicBezTo>
                  <a:pt x="154" y="193"/>
                  <a:pt x="134" y="179"/>
                  <a:pt x="116" y="16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rtl="0"/>
            <a:endParaRPr lang="en-US" dirty="0">
              <a:latin typeface="+mj-lt"/>
            </a:endParaRPr>
          </a:p>
        </p:txBody>
      </p:sp>
      <p:grpSp>
        <p:nvGrpSpPr>
          <p:cNvPr id="352" name="Group 351">
            <a:extLst>
              <a:ext uri="{FF2B5EF4-FFF2-40B4-BE49-F238E27FC236}">
                <a16:creationId xmlns:a16="http://schemas.microsoft.com/office/drawing/2014/main" id="{93CF84E6-DB80-C040-8D2B-6B117435B35D}"/>
              </a:ext>
            </a:extLst>
          </p:cNvPr>
          <p:cNvGrpSpPr>
            <a:grpSpLocks noChangeAspect="1"/>
          </p:cNvGrpSpPr>
          <p:nvPr userDrawn="1"/>
        </p:nvGrpSpPr>
        <p:grpSpPr bwMode="auto">
          <a:xfrm>
            <a:off x="7132640" y="1933804"/>
            <a:ext cx="491102" cy="492306"/>
            <a:chOff x="1378" y="455"/>
            <a:chExt cx="408" cy="409"/>
          </a:xfrm>
          <a:solidFill>
            <a:schemeClr val="accent1"/>
          </a:solidFill>
        </p:grpSpPr>
        <p:sp>
          <p:nvSpPr>
            <p:cNvPr id="353" name="Freeform 10">
              <a:extLst>
                <a:ext uri="{FF2B5EF4-FFF2-40B4-BE49-F238E27FC236}">
                  <a16:creationId xmlns:a16="http://schemas.microsoft.com/office/drawing/2014/main" id="{19E0843A-545A-5E44-8AF6-E92D9679B4AC}"/>
                </a:ext>
              </a:extLst>
            </p:cNvPr>
            <p:cNvSpPr>
              <a:spLocks noEditPoints="1"/>
            </p:cNvSpPr>
            <p:nvPr/>
          </p:nvSpPr>
          <p:spPr bwMode="auto">
            <a:xfrm>
              <a:off x="1412" y="489"/>
              <a:ext cx="340" cy="341"/>
            </a:xfrm>
            <a:custGeom>
              <a:avLst/>
              <a:gdLst>
                <a:gd name="T0" fmla="*/ 115 w 230"/>
                <a:gd name="T1" fmla="*/ 230 h 230"/>
                <a:gd name="T2" fmla="*/ 0 w 230"/>
                <a:gd name="T3" fmla="*/ 115 h 230"/>
                <a:gd name="T4" fmla="*/ 115 w 230"/>
                <a:gd name="T5" fmla="*/ 0 h 230"/>
                <a:gd name="T6" fmla="*/ 230 w 230"/>
                <a:gd name="T7" fmla="*/ 115 h 230"/>
                <a:gd name="T8" fmla="*/ 115 w 230"/>
                <a:gd name="T9" fmla="*/ 230 h 230"/>
                <a:gd name="T10" fmla="*/ 115 w 230"/>
                <a:gd name="T11" fmla="*/ 12 h 230"/>
                <a:gd name="T12" fmla="*/ 12 w 230"/>
                <a:gd name="T13" fmla="*/ 115 h 230"/>
                <a:gd name="T14" fmla="*/ 115 w 230"/>
                <a:gd name="T15" fmla="*/ 218 h 230"/>
                <a:gd name="T16" fmla="*/ 218 w 230"/>
                <a:gd name="T17" fmla="*/ 115 h 230"/>
                <a:gd name="T18" fmla="*/ 115 w 230"/>
                <a:gd name="T19" fmla="*/ 12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230">
                  <a:moveTo>
                    <a:pt x="115" y="230"/>
                  </a:moveTo>
                  <a:cubicBezTo>
                    <a:pt x="52" y="230"/>
                    <a:pt x="0" y="178"/>
                    <a:pt x="0" y="115"/>
                  </a:cubicBezTo>
                  <a:cubicBezTo>
                    <a:pt x="0" y="51"/>
                    <a:pt x="52" y="0"/>
                    <a:pt x="115" y="0"/>
                  </a:cubicBezTo>
                  <a:cubicBezTo>
                    <a:pt x="179" y="0"/>
                    <a:pt x="230" y="51"/>
                    <a:pt x="230" y="115"/>
                  </a:cubicBezTo>
                  <a:cubicBezTo>
                    <a:pt x="230" y="178"/>
                    <a:pt x="179" y="230"/>
                    <a:pt x="115" y="230"/>
                  </a:cubicBezTo>
                  <a:close/>
                  <a:moveTo>
                    <a:pt x="115" y="12"/>
                  </a:moveTo>
                  <a:cubicBezTo>
                    <a:pt x="59" y="12"/>
                    <a:pt x="12" y="58"/>
                    <a:pt x="12" y="115"/>
                  </a:cubicBezTo>
                  <a:cubicBezTo>
                    <a:pt x="12" y="172"/>
                    <a:pt x="59" y="218"/>
                    <a:pt x="115" y="218"/>
                  </a:cubicBezTo>
                  <a:cubicBezTo>
                    <a:pt x="172" y="218"/>
                    <a:pt x="218" y="172"/>
                    <a:pt x="218" y="115"/>
                  </a:cubicBezTo>
                  <a:cubicBezTo>
                    <a:pt x="218" y="58"/>
                    <a:pt x="172" y="12"/>
                    <a:pt x="1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54" name="Freeform 11">
              <a:extLst>
                <a:ext uri="{FF2B5EF4-FFF2-40B4-BE49-F238E27FC236}">
                  <a16:creationId xmlns:a16="http://schemas.microsoft.com/office/drawing/2014/main" id="{E215F30D-61AD-A146-85D1-7B02FC0B2576}"/>
                </a:ext>
              </a:extLst>
            </p:cNvPr>
            <p:cNvSpPr>
              <a:spLocks noEditPoints="1"/>
            </p:cNvSpPr>
            <p:nvPr/>
          </p:nvSpPr>
          <p:spPr bwMode="auto">
            <a:xfrm>
              <a:off x="1498" y="574"/>
              <a:ext cx="170" cy="170"/>
            </a:xfrm>
            <a:custGeom>
              <a:avLst/>
              <a:gdLst>
                <a:gd name="T0" fmla="*/ 57 w 115"/>
                <a:gd name="T1" fmla="*/ 115 h 115"/>
                <a:gd name="T2" fmla="*/ 0 w 115"/>
                <a:gd name="T3" fmla="*/ 58 h 115"/>
                <a:gd name="T4" fmla="*/ 57 w 115"/>
                <a:gd name="T5" fmla="*/ 0 h 115"/>
                <a:gd name="T6" fmla="*/ 115 w 115"/>
                <a:gd name="T7" fmla="*/ 58 h 115"/>
                <a:gd name="T8" fmla="*/ 57 w 115"/>
                <a:gd name="T9" fmla="*/ 115 h 115"/>
                <a:gd name="T10" fmla="*/ 57 w 115"/>
                <a:gd name="T11" fmla="*/ 12 h 115"/>
                <a:gd name="T12" fmla="*/ 12 w 115"/>
                <a:gd name="T13" fmla="*/ 58 h 115"/>
                <a:gd name="T14" fmla="*/ 57 w 115"/>
                <a:gd name="T15" fmla="*/ 103 h 115"/>
                <a:gd name="T16" fmla="*/ 103 w 115"/>
                <a:gd name="T17" fmla="*/ 58 h 115"/>
                <a:gd name="T18" fmla="*/ 57 w 115"/>
                <a:gd name="T19" fmla="*/ 12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15">
                  <a:moveTo>
                    <a:pt x="57" y="115"/>
                  </a:moveTo>
                  <a:cubicBezTo>
                    <a:pt x="26" y="115"/>
                    <a:pt x="0" y="90"/>
                    <a:pt x="0" y="58"/>
                  </a:cubicBezTo>
                  <a:cubicBezTo>
                    <a:pt x="0" y="26"/>
                    <a:pt x="26" y="0"/>
                    <a:pt x="57" y="0"/>
                  </a:cubicBezTo>
                  <a:cubicBezTo>
                    <a:pt x="89" y="0"/>
                    <a:pt x="115" y="26"/>
                    <a:pt x="115" y="58"/>
                  </a:cubicBezTo>
                  <a:cubicBezTo>
                    <a:pt x="115" y="90"/>
                    <a:pt x="89" y="115"/>
                    <a:pt x="57" y="115"/>
                  </a:cubicBezTo>
                  <a:close/>
                  <a:moveTo>
                    <a:pt x="57" y="12"/>
                  </a:moveTo>
                  <a:cubicBezTo>
                    <a:pt x="32" y="12"/>
                    <a:pt x="12" y="33"/>
                    <a:pt x="12" y="58"/>
                  </a:cubicBezTo>
                  <a:cubicBezTo>
                    <a:pt x="12" y="83"/>
                    <a:pt x="32" y="103"/>
                    <a:pt x="57" y="103"/>
                  </a:cubicBezTo>
                  <a:cubicBezTo>
                    <a:pt x="83" y="103"/>
                    <a:pt x="103" y="83"/>
                    <a:pt x="103" y="58"/>
                  </a:cubicBezTo>
                  <a:cubicBezTo>
                    <a:pt x="103" y="33"/>
                    <a:pt x="83" y="12"/>
                    <a:pt x="5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55" name="Freeform 12">
              <a:extLst>
                <a:ext uri="{FF2B5EF4-FFF2-40B4-BE49-F238E27FC236}">
                  <a16:creationId xmlns:a16="http://schemas.microsoft.com/office/drawing/2014/main" id="{B99AB6FD-96E3-0141-8570-EF1AD6989162}"/>
                </a:ext>
              </a:extLst>
            </p:cNvPr>
            <p:cNvSpPr>
              <a:spLocks/>
            </p:cNvSpPr>
            <p:nvPr/>
          </p:nvSpPr>
          <p:spPr bwMode="auto">
            <a:xfrm>
              <a:off x="1573" y="455"/>
              <a:ext cx="18" cy="409"/>
            </a:xfrm>
            <a:custGeom>
              <a:avLst/>
              <a:gdLst>
                <a:gd name="T0" fmla="*/ 6 w 12"/>
                <a:gd name="T1" fmla="*/ 276 h 276"/>
                <a:gd name="T2" fmla="*/ 0 w 12"/>
                <a:gd name="T3" fmla="*/ 270 h 276"/>
                <a:gd name="T4" fmla="*/ 0 w 12"/>
                <a:gd name="T5" fmla="*/ 6 h 276"/>
                <a:gd name="T6" fmla="*/ 6 w 12"/>
                <a:gd name="T7" fmla="*/ 0 h 276"/>
                <a:gd name="T8" fmla="*/ 12 w 12"/>
                <a:gd name="T9" fmla="*/ 6 h 276"/>
                <a:gd name="T10" fmla="*/ 12 w 12"/>
                <a:gd name="T11" fmla="*/ 270 h 276"/>
                <a:gd name="T12" fmla="*/ 6 w 12"/>
                <a:gd name="T13" fmla="*/ 276 h 276"/>
              </a:gdLst>
              <a:ahLst/>
              <a:cxnLst>
                <a:cxn ang="0">
                  <a:pos x="T0" y="T1"/>
                </a:cxn>
                <a:cxn ang="0">
                  <a:pos x="T2" y="T3"/>
                </a:cxn>
                <a:cxn ang="0">
                  <a:pos x="T4" y="T5"/>
                </a:cxn>
                <a:cxn ang="0">
                  <a:pos x="T6" y="T7"/>
                </a:cxn>
                <a:cxn ang="0">
                  <a:pos x="T8" y="T9"/>
                </a:cxn>
                <a:cxn ang="0">
                  <a:pos x="T10" y="T11"/>
                </a:cxn>
                <a:cxn ang="0">
                  <a:pos x="T12" y="T13"/>
                </a:cxn>
              </a:cxnLst>
              <a:rect l="0" t="0" r="r" b="b"/>
              <a:pathLst>
                <a:path w="12" h="276">
                  <a:moveTo>
                    <a:pt x="6" y="276"/>
                  </a:moveTo>
                  <a:cubicBezTo>
                    <a:pt x="3" y="276"/>
                    <a:pt x="0" y="273"/>
                    <a:pt x="0" y="270"/>
                  </a:cubicBezTo>
                  <a:cubicBezTo>
                    <a:pt x="0" y="6"/>
                    <a:pt x="0" y="6"/>
                    <a:pt x="0" y="6"/>
                  </a:cubicBezTo>
                  <a:cubicBezTo>
                    <a:pt x="0" y="3"/>
                    <a:pt x="3" y="0"/>
                    <a:pt x="6" y="0"/>
                  </a:cubicBezTo>
                  <a:cubicBezTo>
                    <a:pt x="10" y="0"/>
                    <a:pt x="12" y="3"/>
                    <a:pt x="12" y="6"/>
                  </a:cubicBezTo>
                  <a:cubicBezTo>
                    <a:pt x="12" y="270"/>
                    <a:pt x="12" y="270"/>
                    <a:pt x="12" y="270"/>
                  </a:cubicBezTo>
                  <a:cubicBezTo>
                    <a:pt x="12" y="273"/>
                    <a:pt x="10" y="276"/>
                    <a:pt x="6" y="2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56" name="Freeform 13">
              <a:extLst>
                <a:ext uri="{FF2B5EF4-FFF2-40B4-BE49-F238E27FC236}">
                  <a16:creationId xmlns:a16="http://schemas.microsoft.com/office/drawing/2014/main" id="{B8756B43-11EC-4C44-B2BA-7B15246B220E}"/>
                </a:ext>
              </a:extLst>
            </p:cNvPr>
            <p:cNvSpPr>
              <a:spLocks/>
            </p:cNvSpPr>
            <p:nvPr/>
          </p:nvSpPr>
          <p:spPr bwMode="auto">
            <a:xfrm>
              <a:off x="1378" y="651"/>
              <a:ext cx="408" cy="17"/>
            </a:xfrm>
            <a:custGeom>
              <a:avLst/>
              <a:gdLst>
                <a:gd name="T0" fmla="*/ 270 w 276"/>
                <a:gd name="T1" fmla="*/ 12 h 12"/>
                <a:gd name="T2" fmla="*/ 6 w 276"/>
                <a:gd name="T3" fmla="*/ 12 h 12"/>
                <a:gd name="T4" fmla="*/ 0 w 276"/>
                <a:gd name="T5" fmla="*/ 6 h 12"/>
                <a:gd name="T6" fmla="*/ 6 w 276"/>
                <a:gd name="T7" fmla="*/ 0 h 12"/>
                <a:gd name="T8" fmla="*/ 270 w 276"/>
                <a:gd name="T9" fmla="*/ 0 h 12"/>
                <a:gd name="T10" fmla="*/ 276 w 276"/>
                <a:gd name="T11" fmla="*/ 6 h 12"/>
                <a:gd name="T12" fmla="*/ 270 w 27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76" h="12">
                  <a:moveTo>
                    <a:pt x="270" y="12"/>
                  </a:moveTo>
                  <a:cubicBezTo>
                    <a:pt x="6" y="12"/>
                    <a:pt x="6" y="12"/>
                    <a:pt x="6" y="12"/>
                  </a:cubicBezTo>
                  <a:cubicBezTo>
                    <a:pt x="3" y="12"/>
                    <a:pt x="0" y="9"/>
                    <a:pt x="0" y="6"/>
                  </a:cubicBezTo>
                  <a:cubicBezTo>
                    <a:pt x="0" y="3"/>
                    <a:pt x="3" y="0"/>
                    <a:pt x="6" y="0"/>
                  </a:cubicBezTo>
                  <a:cubicBezTo>
                    <a:pt x="270" y="0"/>
                    <a:pt x="270" y="0"/>
                    <a:pt x="270" y="0"/>
                  </a:cubicBezTo>
                  <a:cubicBezTo>
                    <a:pt x="274" y="0"/>
                    <a:pt x="276" y="3"/>
                    <a:pt x="276" y="6"/>
                  </a:cubicBezTo>
                  <a:cubicBezTo>
                    <a:pt x="276" y="9"/>
                    <a:pt x="274" y="12"/>
                    <a:pt x="27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357" name="Group 60">
            <a:extLst>
              <a:ext uri="{FF2B5EF4-FFF2-40B4-BE49-F238E27FC236}">
                <a16:creationId xmlns:a16="http://schemas.microsoft.com/office/drawing/2014/main" id="{3B66017D-AE30-3842-A30B-430AD751F9D3}"/>
              </a:ext>
            </a:extLst>
          </p:cNvPr>
          <p:cNvGrpSpPr>
            <a:grpSpLocks noChangeAspect="1"/>
          </p:cNvGrpSpPr>
          <p:nvPr userDrawn="1"/>
        </p:nvGrpSpPr>
        <p:grpSpPr bwMode="auto">
          <a:xfrm>
            <a:off x="3334652" y="5494451"/>
            <a:ext cx="481666" cy="480536"/>
            <a:chOff x="348" y="1721"/>
            <a:chExt cx="426" cy="425"/>
          </a:xfrm>
          <a:solidFill>
            <a:schemeClr val="accent1"/>
          </a:solidFill>
        </p:grpSpPr>
        <p:sp>
          <p:nvSpPr>
            <p:cNvPr id="358" name="Freeform 61">
              <a:extLst>
                <a:ext uri="{FF2B5EF4-FFF2-40B4-BE49-F238E27FC236}">
                  <a16:creationId xmlns:a16="http://schemas.microsoft.com/office/drawing/2014/main" id="{2C5B2D4E-1F4D-CB46-A341-2B749AC7F16E}"/>
                </a:ext>
              </a:extLst>
            </p:cNvPr>
            <p:cNvSpPr>
              <a:spLocks noEditPoints="1"/>
            </p:cNvSpPr>
            <p:nvPr/>
          </p:nvSpPr>
          <p:spPr bwMode="auto">
            <a:xfrm>
              <a:off x="348" y="1721"/>
              <a:ext cx="373" cy="372"/>
            </a:xfrm>
            <a:custGeom>
              <a:avLst/>
              <a:gdLst>
                <a:gd name="T0" fmla="*/ 126 w 252"/>
                <a:gd name="T1" fmla="*/ 252 h 252"/>
                <a:gd name="T2" fmla="*/ 0 w 252"/>
                <a:gd name="T3" fmla="*/ 126 h 252"/>
                <a:gd name="T4" fmla="*/ 126 w 252"/>
                <a:gd name="T5" fmla="*/ 0 h 252"/>
                <a:gd name="T6" fmla="*/ 252 w 252"/>
                <a:gd name="T7" fmla="*/ 126 h 252"/>
                <a:gd name="T8" fmla="*/ 126 w 252"/>
                <a:gd name="T9" fmla="*/ 252 h 252"/>
                <a:gd name="T10" fmla="*/ 126 w 252"/>
                <a:gd name="T11" fmla="*/ 12 h 252"/>
                <a:gd name="T12" fmla="*/ 12 w 252"/>
                <a:gd name="T13" fmla="*/ 126 h 252"/>
                <a:gd name="T14" fmla="*/ 126 w 252"/>
                <a:gd name="T15" fmla="*/ 240 h 252"/>
                <a:gd name="T16" fmla="*/ 240 w 252"/>
                <a:gd name="T17" fmla="*/ 126 h 252"/>
                <a:gd name="T18" fmla="*/ 126 w 252"/>
                <a:gd name="T19" fmla="*/ 12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2" h="252">
                  <a:moveTo>
                    <a:pt x="126" y="252"/>
                  </a:moveTo>
                  <a:cubicBezTo>
                    <a:pt x="56" y="252"/>
                    <a:pt x="0" y="195"/>
                    <a:pt x="0" y="126"/>
                  </a:cubicBezTo>
                  <a:cubicBezTo>
                    <a:pt x="0" y="56"/>
                    <a:pt x="56" y="0"/>
                    <a:pt x="126" y="0"/>
                  </a:cubicBezTo>
                  <a:cubicBezTo>
                    <a:pt x="195" y="0"/>
                    <a:pt x="252" y="56"/>
                    <a:pt x="252" y="126"/>
                  </a:cubicBezTo>
                  <a:cubicBezTo>
                    <a:pt x="252" y="195"/>
                    <a:pt x="195" y="252"/>
                    <a:pt x="126" y="252"/>
                  </a:cubicBezTo>
                  <a:close/>
                  <a:moveTo>
                    <a:pt x="126" y="12"/>
                  </a:moveTo>
                  <a:cubicBezTo>
                    <a:pt x="63" y="12"/>
                    <a:pt x="12" y="63"/>
                    <a:pt x="12" y="126"/>
                  </a:cubicBezTo>
                  <a:cubicBezTo>
                    <a:pt x="12" y="188"/>
                    <a:pt x="63" y="240"/>
                    <a:pt x="126" y="240"/>
                  </a:cubicBezTo>
                  <a:cubicBezTo>
                    <a:pt x="188" y="240"/>
                    <a:pt x="240" y="188"/>
                    <a:pt x="240" y="126"/>
                  </a:cubicBezTo>
                  <a:cubicBezTo>
                    <a:pt x="240" y="63"/>
                    <a:pt x="188" y="12"/>
                    <a:pt x="12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59" name="Freeform 62">
              <a:extLst>
                <a:ext uri="{FF2B5EF4-FFF2-40B4-BE49-F238E27FC236}">
                  <a16:creationId xmlns:a16="http://schemas.microsoft.com/office/drawing/2014/main" id="{DD515909-F712-6D4B-BF72-2C4B8885D1C9}"/>
                </a:ext>
              </a:extLst>
            </p:cNvPr>
            <p:cNvSpPr>
              <a:spLocks/>
            </p:cNvSpPr>
            <p:nvPr/>
          </p:nvSpPr>
          <p:spPr bwMode="auto">
            <a:xfrm>
              <a:off x="650" y="2022"/>
              <a:ext cx="124" cy="124"/>
            </a:xfrm>
            <a:custGeom>
              <a:avLst/>
              <a:gdLst>
                <a:gd name="T0" fmla="*/ 78 w 84"/>
                <a:gd name="T1" fmla="*/ 84 h 84"/>
                <a:gd name="T2" fmla="*/ 73 w 84"/>
                <a:gd name="T3" fmla="*/ 82 h 84"/>
                <a:gd name="T4" fmla="*/ 2 w 84"/>
                <a:gd name="T5" fmla="*/ 11 h 84"/>
                <a:gd name="T6" fmla="*/ 2 w 84"/>
                <a:gd name="T7" fmla="*/ 2 h 84"/>
                <a:gd name="T8" fmla="*/ 11 w 84"/>
                <a:gd name="T9" fmla="*/ 2 h 84"/>
                <a:gd name="T10" fmla="*/ 82 w 84"/>
                <a:gd name="T11" fmla="*/ 73 h 84"/>
                <a:gd name="T12" fmla="*/ 82 w 84"/>
                <a:gd name="T13" fmla="*/ 82 h 84"/>
                <a:gd name="T14" fmla="*/ 78 w 84"/>
                <a:gd name="T15" fmla="*/ 84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84">
                  <a:moveTo>
                    <a:pt x="78" y="84"/>
                  </a:moveTo>
                  <a:cubicBezTo>
                    <a:pt x="76" y="84"/>
                    <a:pt x="75" y="83"/>
                    <a:pt x="73" y="82"/>
                  </a:cubicBezTo>
                  <a:cubicBezTo>
                    <a:pt x="2" y="11"/>
                    <a:pt x="2" y="11"/>
                    <a:pt x="2" y="11"/>
                  </a:cubicBezTo>
                  <a:cubicBezTo>
                    <a:pt x="0" y="8"/>
                    <a:pt x="0" y="5"/>
                    <a:pt x="2" y="2"/>
                  </a:cubicBezTo>
                  <a:cubicBezTo>
                    <a:pt x="5" y="0"/>
                    <a:pt x="8" y="0"/>
                    <a:pt x="11" y="2"/>
                  </a:cubicBezTo>
                  <a:cubicBezTo>
                    <a:pt x="82" y="73"/>
                    <a:pt x="82" y="73"/>
                    <a:pt x="82" y="73"/>
                  </a:cubicBezTo>
                  <a:cubicBezTo>
                    <a:pt x="84" y="76"/>
                    <a:pt x="84" y="80"/>
                    <a:pt x="82" y="82"/>
                  </a:cubicBezTo>
                  <a:cubicBezTo>
                    <a:pt x="81" y="83"/>
                    <a:pt x="79" y="84"/>
                    <a:pt x="78"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60" name="Freeform 63">
              <a:extLst>
                <a:ext uri="{FF2B5EF4-FFF2-40B4-BE49-F238E27FC236}">
                  <a16:creationId xmlns:a16="http://schemas.microsoft.com/office/drawing/2014/main" id="{CC9BE79E-AA71-604B-8FB7-CFEA0AC849D7}"/>
                </a:ext>
              </a:extLst>
            </p:cNvPr>
            <p:cNvSpPr>
              <a:spLocks noEditPoints="1"/>
            </p:cNvSpPr>
            <p:nvPr/>
          </p:nvSpPr>
          <p:spPr bwMode="auto">
            <a:xfrm>
              <a:off x="412" y="1783"/>
              <a:ext cx="244" cy="248"/>
            </a:xfrm>
            <a:custGeom>
              <a:avLst/>
              <a:gdLst>
                <a:gd name="T0" fmla="*/ 66 w 165"/>
                <a:gd name="T1" fmla="*/ 168 h 168"/>
                <a:gd name="T2" fmla="*/ 60 w 165"/>
                <a:gd name="T3" fmla="*/ 146 h 168"/>
                <a:gd name="T4" fmla="*/ 27 w 165"/>
                <a:gd name="T5" fmla="*/ 143 h 168"/>
                <a:gd name="T6" fmla="*/ 1 w 165"/>
                <a:gd name="T7" fmla="*/ 110 h 168"/>
                <a:gd name="T8" fmla="*/ 3 w 165"/>
                <a:gd name="T9" fmla="*/ 102 h 168"/>
                <a:gd name="T10" fmla="*/ 17 w 165"/>
                <a:gd name="T11" fmla="*/ 74 h 168"/>
                <a:gd name="T12" fmla="*/ 0 w 165"/>
                <a:gd name="T13" fmla="*/ 62 h 168"/>
                <a:gd name="T14" fmla="*/ 19 w 165"/>
                <a:gd name="T15" fmla="*/ 26 h 168"/>
                <a:gd name="T16" fmla="*/ 42 w 165"/>
                <a:gd name="T17" fmla="*/ 32 h 168"/>
                <a:gd name="T18" fmla="*/ 60 w 165"/>
                <a:gd name="T19" fmla="*/ 6 h 168"/>
                <a:gd name="T20" fmla="*/ 102 w 165"/>
                <a:gd name="T21" fmla="*/ 0 h 168"/>
                <a:gd name="T22" fmla="*/ 108 w 165"/>
                <a:gd name="T23" fmla="*/ 23 h 168"/>
                <a:gd name="T24" fmla="*/ 138 w 165"/>
                <a:gd name="T25" fmla="*/ 24 h 168"/>
                <a:gd name="T26" fmla="*/ 146 w 165"/>
                <a:gd name="T27" fmla="*/ 26 h 168"/>
                <a:gd name="T28" fmla="*/ 165 w 165"/>
                <a:gd name="T29" fmla="*/ 62 h 168"/>
                <a:gd name="T30" fmla="*/ 148 w 165"/>
                <a:gd name="T31" fmla="*/ 74 h 168"/>
                <a:gd name="T32" fmla="*/ 162 w 165"/>
                <a:gd name="T33" fmla="*/ 102 h 168"/>
                <a:gd name="T34" fmla="*/ 164 w 165"/>
                <a:gd name="T35" fmla="*/ 110 h 168"/>
                <a:gd name="T36" fmla="*/ 143 w 165"/>
                <a:gd name="T37" fmla="*/ 144 h 168"/>
                <a:gd name="T38" fmla="*/ 124 w 165"/>
                <a:gd name="T39" fmla="*/ 135 h 168"/>
                <a:gd name="T40" fmla="*/ 108 w 165"/>
                <a:gd name="T41" fmla="*/ 162 h 168"/>
                <a:gd name="T42" fmla="*/ 72 w 165"/>
                <a:gd name="T43" fmla="*/ 156 h 168"/>
                <a:gd name="T44" fmla="*/ 96 w 165"/>
                <a:gd name="T45" fmla="*/ 141 h 168"/>
                <a:gd name="T46" fmla="*/ 120 w 165"/>
                <a:gd name="T47" fmla="*/ 123 h 168"/>
                <a:gd name="T48" fmla="*/ 139 w 165"/>
                <a:gd name="T49" fmla="*/ 130 h 168"/>
                <a:gd name="T50" fmla="*/ 138 w 165"/>
                <a:gd name="T51" fmla="*/ 102 h 168"/>
                <a:gd name="T52" fmla="*/ 135 w 165"/>
                <a:gd name="T53" fmla="*/ 72 h 168"/>
                <a:gd name="T54" fmla="*/ 151 w 165"/>
                <a:gd name="T55" fmla="*/ 58 h 168"/>
                <a:gd name="T56" fmla="*/ 127 w 165"/>
                <a:gd name="T57" fmla="*/ 45 h 168"/>
                <a:gd name="T58" fmla="*/ 100 w 165"/>
                <a:gd name="T59" fmla="*/ 32 h 168"/>
                <a:gd name="T60" fmla="*/ 96 w 165"/>
                <a:gd name="T61" fmla="*/ 12 h 168"/>
                <a:gd name="T62" fmla="*/ 72 w 165"/>
                <a:gd name="T63" fmla="*/ 26 h 168"/>
                <a:gd name="T64" fmla="*/ 47 w 165"/>
                <a:gd name="T65" fmla="*/ 44 h 168"/>
                <a:gd name="T66" fmla="*/ 27 w 165"/>
                <a:gd name="T67" fmla="*/ 37 h 168"/>
                <a:gd name="T68" fmla="*/ 27 w 165"/>
                <a:gd name="T69" fmla="*/ 65 h 168"/>
                <a:gd name="T70" fmla="*/ 30 w 165"/>
                <a:gd name="T71" fmla="*/ 95 h 168"/>
                <a:gd name="T72" fmla="*/ 14 w 165"/>
                <a:gd name="T73" fmla="*/ 109 h 168"/>
                <a:gd name="T74" fmla="*/ 40 w 165"/>
                <a:gd name="T75" fmla="*/ 123 h 168"/>
                <a:gd name="T76" fmla="*/ 67 w 165"/>
                <a:gd name="T77" fmla="*/ 135 h 168"/>
                <a:gd name="T78" fmla="*/ 72 w 165"/>
                <a:gd name="T79"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5" h="168">
                  <a:moveTo>
                    <a:pt x="102" y="168"/>
                  </a:moveTo>
                  <a:cubicBezTo>
                    <a:pt x="66" y="168"/>
                    <a:pt x="66" y="168"/>
                    <a:pt x="66" y="168"/>
                  </a:cubicBezTo>
                  <a:cubicBezTo>
                    <a:pt x="63" y="168"/>
                    <a:pt x="60" y="165"/>
                    <a:pt x="60" y="162"/>
                  </a:cubicBezTo>
                  <a:cubicBezTo>
                    <a:pt x="60" y="146"/>
                    <a:pt x="60" y="146"/>
                    <a:pt x="60" y="146"/>
                  </a:cubicBezTo>
                  <a:cubicBezTo>
                    <a:pt x="52" y="143"/>
                    <a:pt x="47" y="139"/>
                    <a:pt x="42" y="135"/>
                  </a:cubicBezTo>
                  <a:cubicBezTo>
                    <a:pt x="27" y="143"/>
                    <a:pt x="27" y="143"/>
                    <a:pt x="27" y="143"/>
                  </a:cubicBezTo>
                  <a:cubicBezTo>
                    <a:pt x="24" y="145"/>
                    <a:pt x="21" y="144"/>
                    <a:pt x="19" y="141"/>
                  </a:cubicBezTo>
                  <a:cubicBezTo>
                    <a:pt x="1" y="110"/>
                    <a:pt x="1" y="110"/>
                    <a:pt x="1" y="110"/>
                  </a:cubicBezTo>
                  <a:cubicBezTo>
                    <a:pt x="0" y="109"/>
                    <a:pt x="0" y="107"/>
                    <a:pt x="0" y="106"/>
                  </a:cubicBezTo>
                  <a:cubicBezTo>
                    <a:pt x="1" y="104"/>
                    <a:pt x="2" y="103"/>
                    <a:pt x="3" y="102"/>
                  </a:cubicBezTo>
                  <a:cubicBezTo>
                    <a:pt x="17" y="94"/>
                    <a:pt x="17" y="94"/>
                    <a:pt x="17" y="94"/>
                  </a:cubicBezTo>
                  <a:cubicBezTo>
                    <a:pt x="16" y="87"/>
                    <a:pt x="16" y="80"/>
                    <a:pt x="17" y="74"/>
                  </a:cubicBezTo>
                  <a:cubicBezTo>
                    <a:pt x="3" y="65"/>
                    <a:pt x="3" y="65"/>
                    <a:pt x="3" y="65"/>
                  </a:cubicBezTo>
                  <a:cubicBezTo>
                    <a:pt x="2" y="65"/>
                    <a:pt x="1" y="63"/>
                    <a:pt x="0" y="62"/>
                  </a:cubicBezTo>
                  <a:cubicBezTo>
                    <a:pt x="0" y="60"/>
                    <a:pt x="0" y="59"/>
                    <a:pt x="1" y="57"/>
                  </a:cubicBezTo>
                  <a:cubicBezTo>
                    <a:pt x="19" y="26"/>
                    <a:pt x="19" y="26"/>
                    <a:pt x="19" y="26"/>
                  </a:cubicBezTo>
                  <a:cubicBezTo>
                    <a:pt x="21" y="23"/>
                    <a:pt x="25" y="22"/>
                    <a:pt x="27" y="24"/>
                  </a:cubicBezTo>
                  <a:cubicBezTo>
                    <a:pt x="42" y="32"/>
                    <a:pt x="42" y="32"/>
                    <a:pt x="42" y="32"/>
                  </a:cubicBezTo>
                  <a:cubicBezTo>
                    <a:pt x="47" y="28"/>
                    <a:pt x="52" y="24"/>
                    <a:pt x="60" y="22"/>
                  </a:cubicBezTo>
                  <a:cubicBezTo>
                    <a:pt x="60" y="6"/>
                    <a:pt x="60" y="6"/>
                    <a:pt x="60" y="6"/>
                  </a:cubicBezTo>
                  <a:cubicBezTo>
                    <a:pt x="60" y="2"/>
                    <a:pt x="63" y="0"/>
                    <a:pt x="66" y="0"/>
                  </a:cubicBezTo>
                  <a:cubicBezTo>
                    <a:pt x="102" y="0"/>
                    <a:pt x="102" y="0"/>
                    <a:pt x="102" y="0"/>
                  </a:cubicBezTo>
                  <a:cubicBezTo>
                    <a:pt x="105" y="0"/>
                    <a:pt x="108" y="2"/>
                    <a:pt x="108" y="6"/>
                  </a:cubicBezTo>
                  <a:cubicBezTo>
                    <a:pt x="108" y="23"/>
                    <a:pt x="108" y="23"/>
                    <a:pt x="108" y="23"/>
                  </a:cubicBezTo>
                  <a:cubicBezTo>
                    <a:pt x="115" y="26"/>
                    <a:pt x="120" y="29"/>
                    <a:pt x="124" y="32"/>
                  </a:cubicBezTo>
                  <a:cubicBezTo>
                    <a:pt x="138" y="24"/>
                    <a:pt x="138" y="24"/>
                    <a:pt x="138" y="24"/>
                  </a:cubicBezTo>
                  <a:cubicBezTo>
                    <a:pt x="139" y="23"/>
                    <a:pt x="141" y="23"/>
                    <a:pt x="143" y="23"/>
                  </a:cubicBezTo>
                  <a:cubicBezTo>
                    <a:pt x="144" y="24"/>
                    <a:pt x="146" y="25"/>
                    <a:pt x="146" y="26"/>
                  </a:cubicBezTo>
                  <a:cubicBezTo>
                    <a:pt x="164" y="57"/>
                    <a:pt x="164" y="57"/>
                    <a:pt x="164" y="57"/>
                  </a:cubicBezTo>
                  <a:cubicBezTo>
                    <a:pt x="165" y="59"/>
                    <a:pt x="165" y="60"/>
                    <a:pt x="165" y="62"/>
                  </a:cubicBezTo>
                  <a:cubicBezTo>
                    <a:pt x="165" y="63"/>
                    <a:pt x="164" y="65"/>
                    <a:pt x="162" y="65"/>
                  </a:cubicBezTo>
                  <a:cubicBezTo>
                    <a:pt x="148" y="74"/>
                    <a:pt x="148" y="74"/>
                    <a:pt x="148" y="74"/>
                  </a:cubicBezTo>
                  <a:cubicBezTo>
                    <a:pt x="149" y="80"/>
                    <a:pt x="149" y="87"/>
                    <a:pt x="148" y="94"/>
                  </a:cubicBezTo>
                  <a:cubicBezTo>
                    <a:pt x="162" y="102"/>
                    <a:pt x="162" y="102"/>
                    <a:pt x="162" y="102"/>
                  </a:cubicBezTo>
                  <a:cubicBezTo>
                    <a:pt x="164" y="103"/>
                    <a:pt x="165" y="104"/>
                    <a:pt x="165" y="106"/>
                  </a:cubicBezTo>
                  <a:cubicBezTo>
                    <a:pt x="165" y="107"/>
                    <a:pt x="165" y="109"/>
                    <a:pt x="164" y="110"/>
                  </a:cubicBezTo>
                  <a:cubicBezTo>
                    <a:pt x="146" y="141"/>
                    <a:pt x="146" y="141"/>
                    <a:pt x="146" y="141"/>
                  </a:cubicBezTo>
                  <a:cubicBezTo>
                    <a:pt x="146" y="143"/>
                    <a:pt x="144" y="144"/>
                    <a:pt x="143" y="144"/>
                  </a:cubicBezTo>
                  <a:cubicBezTo>
                    <a:pt x="141" y="144"/>
                    <a:pt x="139" y="144"/>
                    <a:pt x="138" y="143"/>
                  </a:cubicBezTo>
                  <a:cubicBezTo>
                    <a:pt x="124" y="135"/>
                    <a:pt x="124" y="135"/>
                    <a:pt x="124" y="135"/>
                  </a:cubicBezTo>
                  <a:cubicBezTo>
                    <a:pt x="120" y="138"/>
                    <a:pt x="115" y="142"/>
                    <a:pt x="108" y="145"/>
                  </a:cubicBezTo>
                  <a:cubicBezTo>
                    <a:pt x="108" y="162"/>
                    <a:pt x="108" y="162"/>
                    <a:pt x="108" y="162"/>
                  </a:cubicBezTo>
                  <a:cubicBezTo>
                    <a:pt x="108" y="165"/>
                    <a:pt x="105" y="168"/>
                    <a:pt x="102" y="168"/>
                  </a:cubicBezTo>
                  <a:close/>
                  <a:moveTo>
                    <a:pt x="72" y="156"/>
                  </a:moveTo>
                  <a:cubicBezTo>
                    <a:pt x="96" y="156"/>
                    <a:pt x="96" y="156"/>
                    <a:pt x="96" y="156"/>
                  </a:cubicBezTo>
                  <a:cubicBezTo>
                    <a:pt x="96" y="141"/>
                    <a:pt x="96" y="141"/>
                    <a:pt x="96" y="141"/>
                  </a:cubicBezTo>
                  <a:cubicBezTo>
                    <a:pt x="96" y="139"/>
                    <a:pt x="97" y="136"/>
                    <a:pt x="100" y="135"/>
                  </a:cubicBezTo>
                  <a:cubicBezTo>
                    <a:pt x="109" y="131"/>
                    <a:pt x="115" y="127"/>
                    <a:pt x="120" y="123"/>
                  </a:cubicBezTo>
                  <a:cubicBezTo>
                    <a:pt x="122" y="122"/>
                    <a:pt x="125" y="121"/>
                    <a:pt x="127" y="123"/>
                  </a:cubicBezTo>
                  <a:cubicBezTo>
                    <a:pt x="139" y="130"/>
                    <a:pt x="139" y="130"/>
                    <a:pt x="139" y="130"/>
                  </a:cubicBezTo>
                  <a:cubicBezTo>
                    <a:pt x="151" y="109"/>
                    <a:pt x="151" y="109"/>
                    <a:pt x="151" y="109"/>
                  </a:cubicBezTo>
                  <a:cubicBezTo>
                    <a:pt x="138" y="102"/>
                    <a:pt x="138" y="102"/>
                    <a:pt x="138" y="102"/>
                  </a:cubicBezTo>
                  <a:cubicBezTo>
                    <a:pt x="136" y="101"/>
                    <a:pt x="135" y="98"/>
                    <a:pt x="135" y="95"/>
                  </a:cubicBezTo>
                  <a:cubicBezTo>
                    <a:pt x="137" y="87"/>
                    <a:pt x="137" y="80"/>
                    <a:pt x="135" y="72"/>
                  </a:cubicBezTo>
                  <a:cubicBezTo>
                    <a:pt x="135" y="69"/>
                    <a:pt x="136" y="67"/>
                    <a:pt x="138" y="65"/>
                  </a:cubicBezTo>
                  <a:cubicBezTo>
                    <a:pt x="151" y="58"/>
                    <a:pt x="151" y="58"/>
                    <a:pt x="151" y="58"/>
                  </a:cubicBezTo>
                  <a:cubicBezTo>
                    <a:pt x="139" y="37"/>
                    <a:pt x="139" y="37"/>
                    <a:pt x="139" y="37"/>
                  </a:cubicBezTo>
                  <a:cubicBezTo>
                    <a:pt x="127" y="45"/>
                    <a:pt x="127" y="45"/>
                    <a:pt x="127" y="45"/>
                  </a:cubicBezTo>
                  <a:cubicBezTo>
                    <a:pt x="125" y="46"/>
                    <a:pt x="122" y="46"/>
                    <a:pt x="120" y="44"/>
                  </a:cubicBezTo>
                  <a:cubicBezTo>
                    <a:pt x="116" y="40"/>
                    <a:pt x="109" y="36"/>
                    <a:pt x="100" y="32"/>
                  </a:cubicBezTo>
                  <a:cubicBezTo>
                    <a:pt x="97" y="31"/>
                    <a:pt x="96" y="29"/>
                    <a:pt x="96" y="26"/>
                  </a:cubicBezTo>
                  <a:cubicBezTo>
                    <a:pt x="96" y="12"/>
                    <a:pt x="96" y="12"/>
                    <a:pt x="96" y="12"/>
                  </a:cubicBezTo>
                  <a:cubicBezTo>
                    <a:pt x="72" y="12"/>
                    <a:pt x="72" y="12"/>
                    <a:pt x="72" y="12"/>
                  </a:cubicBezTo>
                  <a:cubicBezTo>
                    <a:pt x="72" y="26"/>
                    <a:pt x="72" y="26"/>
                    <a:pt x="72" y="26"/>
                  </a:cubicBezTo>
                  <a:cubicBezTo>
                    <a:pt x="72" y="29"/>
                    <a:pt x="70" y="32"/>
                    <a:pt x="67" y="32"/>
                  </a:cubicBezTo>
                  <a:cubicBezTo>
                    <a:pt x="57" y="35"/>
                    <a:pt x="53" y="38"/>
                    <a:pt x="47" y="44"/>
                  </a:cubicBezTo>
                  <a:cubicBezTo>
                    <a:pt x="45" y="45"/>
                    <a:pt x="42" y="46"/>
                    <a:pt x="40" y="45"/>
                  </a:cubicBezTo>
                  <a:cubicBezTo>
                    <a:pt x="27" y="37"/>
                    <a:pt x="27" y="37"/>
                    <a:pt x="27" y="37"/>
                  </a:cubicBezTo>
                  <a:cubicBezTo>
                    <a:pt x="14" y="58"/>
                    <a:pt x="14" y="58"/>
                    <a:pt x="14" y="58"/>
                  </a:cubicBezTo>
                  <a:cubicBezTo>
                    <a:pt x="27" y="65"/>
                    <a:pt x="27" y="65"/>
                    <a:pt x="27" y="65"/>
                  </a:cubicBezTo>
                  <a:cubicBezTo>
                    <a:pt x="29" y="67"/>
                    <a:pt x="31" y="69"/>
                    <a:pt x="30" y="72"/>
                  </a:cubicBezTo>
                  <a:cubicBezTo>
                    <a:pt x="28" y="80"/>
                    <a:pt x="28" y="88"/>
                    <a:pt x="30" y="95"/>
                  </a:cubicBezTo>
                  <a:cubicBezTo>
                    <a:pt x="31" y="98"/>
                    <a:pt x="29" y="101"/>
                    <a:pt x="27" y="102"/>
                  </a:cubicBezTo>
                  <a:cubicBezTo>
                    <a:pt x="14" y="109"/>
                    <a:pt x="14" y="109"/>
                    <a:pt x="14" y="109"/>
                  </a:cubicBezTo>
                  <a:cubicBezTo>
                    <a:pt x="26" y="130"/>
                    <a:pt x="26" y="130"/>
                    <a:pt x="26" y="130"/>
                  </a:cubicBezTo>
                  <a:cubicBezTo>
                    <a:pt x="40" y="123"/>
                    <a:pt x="40" y="123"/>
                    <a:pt x="40" y="123"/>
                  </a:cubicBezTo>
                  <a:cubicBezTo>
                    <a:pt x="42" y="121"/>
                    <a:pt x="45" y="122"/>
                    <a:pt x="47" y="123"/>
                  </a:cubicBezTo>
                  <a:cubicBezTo>
                    <a:pt x="53" y="129"/>
                    <a:pt x="57" y="133"/>
                    <a:pt x="67" y="135"/>
                  </a:cubicBezTo>
                  <a:cubicBezTo>
                    <a:pt x="70" y="136"/>
                    <a:pt x="72" y="138"/>
                    <a:pt x="72" y="141"/>
                  </a:cubicBezTo>
                  <a:lnTo>
                    <a:pt x="72"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61" name="Freeform 64">
              <a:extLst>
                <a:ext uri="{FF2B5EF4-FFF2-40B4-BE49-F238E27FC236}">
                  <a16:creationId xmlns:a16="http://schemas.microsoft.com/office/drawing/2014/main" id="{7949AA08-1950-4A44-91C1-8E34BD10E503}"/>
                </a:ext>
              </a:extLst>
            </p:cNvPr>
            <p:cNvSpPr>
              <a:spLocks noEditPoints="1"/>
            </p:cNvSpPr>
            <p:nvPr/>
          </p:nvSpPr>
          <p:spPr bwMode="auto">
            <a:xfrm>
              <a:off x="490" y="1863"/>
              <a:ext cx="89" cy="88"/>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grpSp>
      <p:grpSp>
        <p:nvGrpSpPr>
          <p:cNvPr id="362" name="Group 83">
            <a:extLst>
              <a:ext uri="{FF2B5EF4-FFF2-40B4-BE49-F238E27FC236}">
                <a16:creationId xmlns:a16="http://schemas.microsoft.com/office/drawing/2014/main" id="{EFF1C6C9-655D-274A-BF87-2269FFB3606F}"/>
              </a:ext>
            </a:extLst>
          </p:cNvPr>
          <p:cNvGrpSpPr>
            <a:grpSpLocks noChangeAspect="1"/>
          </p:cNvGrpSpPr>
          <p:nvPr userDrawn="1"/>
        </p:nvGrpSpPr>
        <p:grpSpPr bwMode="auto">
          <a:xfrm>
            <a:off x="10959261" y="4300132"/>
            <a:ext cx="479568" cy="490720"/>
            <a:chOff x="1580" y="1910"/>
            <a:chExt cx="387" cy="396"/>
          </a:xfrm>
          <a:solidFill>
            <a:schemeClr val="accent4"/>
          </a:solidFill>
        </p:grpSpPr>
        <p:sp>
          <p:nvSpPr>
            <p:cNvPr id="363" name="Freeform 84">
              <a:extLst>
                <a:ext uri="{FF2B5EF4-FFF2-40B4-BE49-F238E27FC236}">
                  <a16:creationId xmlns:a16="http://schemas.microsoft.com/office/drawing/2014/main" id="{A5BD3BA6-1E5D-A147-A5E7-38A35AFB2FB8}"/>
                </a:ext>
              </a:extLst>
            </p:cNvPr>
            <p:cNvSpPr>
              <a:spLocks noEditPoints="1"/>
            </p:cNvSpPr>
            <p:nvPr/>
          </p:nvSpPr>
          <p:spPr bwMode="auto">
            <a:xfrm>
              <a:off x="1655" y="1982"/>
              <a:ext cx="238" cy="252"/>
            </a:xfrm>
            <a:custGeom>
              <a:avLst/>
              <a:gdLst>
                <a:gd name="T0" fmla="*/ 0 w 156"/>
                <a:gd name="T1" fmla="*/ 78 h 169"/>
                <a:gd name="T2" fmla="*/ 54 w 156"/>
                <a:gd name="T3" fmla="*/ 163 h 169"/>
                <a:gd name="T4" fmla="*/ 96 w 156"/>
                <a:gd name="T5" fmla="*/ 169 h 169"/>
                <a:gd name="T6" fmla="*/ 102 w 156"/>
                <a:gd name="T7" fmla="*/ 153 h 169"/>
                <a:gd name="T8" fmla="*/ 78 w 156"/>
                <a:gd name="T9" fmla="*/ 0 h 169"/>
                <a:gd name="T10" fmla="*/ 90 w 156"/>
                <a:gd name="T11" fmla="*/ 148 h 169"/>
                <a:gd name="T12" fmla="*/ 66 w 156"/>
                <a:gd name="T13" fmla="*/ 157 h 169"/>
                <a:gd name="T14" fmla="*/ 61 w 156"/>
                <a:gd name="T15" fmla="*/ 142 h 169"/>
                <a:gd name="T16" fmla="*/ 63 w 156"/>
                <a:gd name="T17" fmla="*/ 133 h 169"/>
                <a:gd name="T18" fmla="*/ 67 w 156"/>
                <a:gd name="T19" fmla="*/ 110 h 169"/>
                <a:gd name="T20" fmla="*/ 58 w 156"/>
                <a:gd name="T21" fmla="*/ 89 h 169"/>
                <a:gd name="T22" fmla="*/ 53 w 156"/>
                <a:gd name="T23" fmla="*/ 78 h 169"/>
                <a:gd name="T24" fmla="*/ 56 w 156"/>
                <a:gd name="T25" fmla="*/ 67 h 169"/>
                <a:gd name="T26" fmla="*/ 55 w 156"/>
                <a:gd name="T27" fmla="*/ 57 h 169"/>
                <a:gd name="T28" fmla="*/ 82 w 156"/>
                <a:gd name="T29" fmla="*/ 44 h 169"/>
                <a:gd name="T30" fmla="*/ 99 w 156"/>
                <a:gd name="T31" fmla="*/ 67 h 169"/>
                <a:gd name="T32" fmla="*/ 102 w 156"/>
                <a:gd name="T33" fmla="*/ 78 h 169"/>
                <a:gd name="T34" fmla="*/ 102 w 156"/>
                <a:gd name="T35" fmla="*/ 83 h 169"/>
                <a:gd name="T36" fmla="*/ 92 w 156"/>
                <a:gd name="T37" fmla="*/ 105 h 169"/>
                <a:gd name="T38" fmla="*/ 89 w 156"/>
                <a:gd name="T39" fmla="*/ 127 h 169"/>
                <a:gd name="T40" fmla="*/ 105 w 156"/>
                <a:gd name="T41" fmla="*/ 138 h 169"/>
                <a:gd name="T42" fmla="*/ 118 w 156"/>
                <a:gd name="T43" fmla="*/ 131 h 169"/>
                <a:gd name="T44" fmla="*/ 100 w 156"/>
                <a:gd name="T45" fmla="*/ 114 h 169"/>
                <a:gd name="T46" fmla="*/ 114 w 156"/>
                <a:gd name="T47" fmla="*/ 80 h 169"/>
                <a:gd name="T48" fmla="*/ 111 w 156"/>
                <a:gd name="T49" fmla="*/ 69 h 169"/>
                <a:gd name="T50" fmla="*/ 82 w 156"/>
                <a:gd name="T51" fmla="*/ 33 h 169"/>
                <a:gd name="T52" fmla="*/ 44 w 156"/>
                <a:gd name="T53" fmla="*/ 49 h 169"/>
                <a:gd name="T54" fmla="*/ 43 w 156"/>
                <a:gd name="T55" fmla="*/ 71 h 169"/>
                <a:gd name="T56" fmla="*/ 46 w 156"/>
                <a:gd name="T57" fmla="*/ 93 h 169"/>
                <a:gd name="T58" fmla="*/ 55 w 156"/>
                <a:gd name="T59" fmla="*/ 123 h 169"/>
                <a:gd name="T60" fmla="*/ 12 w 156"/>
                <a:gd name="T61" fmla="*/ 78 h 169"/>
                <a:gd name="T62" fmla="*/ 144 w 156"/>
                <a:gd name="T63" fmla="*/ 7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6" h="169">
                  <a:moveTo>
                    <a:pt x="78" y="0"/>
                  </a:moveTo>
                  <a:cubicBezTo>
                    <a:pt x="35" y="0"/>
                    <a:pt x="0" y="35"/>
                    <a:pt x="0" y="78"/>
                  </a:cubicBezTo>
                  <a:cubicBezTo>
                    <a:pt x="0" y="112"/>
                    <a:pt x="22" y="142"/>
                    <a:pt x="54" y="153"/>
                  </a:cubicBezTo>
                  <a:cubicBezTo>
                    <a:pt x="54" y="163"/>
                    <a:pt x="54" y="163"/>
                    <a:pt x="54" y="163"/>
                  </a:cubicBezTo>
                  <a:cubicBezTo>
                    <a:pt x="54" y="166"/>
                    <a:pt x="56" y="169"/>
                    <a:pt x="60" y="169"/>
                  </a:cubicBezTo>
                  <a:cubicBezTo>
                    <a:pt x="96" y="169"/>
                    <a:pt x="96" y="169"/>
                    <a:pt x="96" y="169"/>
                  </a:cubicBezTo>
                  <a:cubicBezTo>
                    <a:pt x="99" y="169"/>
                    <a:pt x="102" y="166"/>
                    <a:pt x="102" y="163"/>
                  </a:cubicBezTo>
                  <a:cubicBezTo>
                    <a:pt x="102" y="153"/>
                    <a:pt x="102" y="153"/>
                    <a:pt x="102" y="153"/>
                  </a:cubicBezTo>
                  <a:cubicBezTo>
                    <a:pt x="134" y="142"/>
                    <a:pt x="156" y="112"/>
                    <a:pt x="156" y="78"/>
                  </a:cubicBezTo>
                  <a:cubicBezTo>
                    <a:pt x="156" y="35"/>
                    <a:pt x="121" y="0"/>
                    <a:pt x="78" y="0"/>
                  </a:cubicBezTo>
                  <a:close/>
                  <a:moveTo>
                    <a:pt x="94" y="142"/>
                  </a:moveTo>
                  <a:cubicBezTo>
                    <a:pt x="92" y="143"/>
                    <a:pt x="90" y="145"/>
                    <a:pt x="90" y="148"/>
                  </a:cubicBezTo>
                  <a:cubicBezTo>
                    <a:pt x="90" y="157"/>
                    <a:pt x="90" y="157"/>
                    <a:pt x="90" y="157"/>
                  </a:cubicBezTo>
                  <a:cubicBezTo>
                    <a:pt x="66" y="157"/>
                    <a:pt x="66" y="157"/>
                    <a:pt x="66" y="157"/>
                  </a:cubicBezTo>
                  <a:cubicBezTo>
                    <a:pt x="66" y="148"/>
                    <a:pt x="66" y="148"/>
                    <a:pt x="66" y="148"/>
                  </a:cubicBezTo>
                  <a:cubicBezTo>
                    <a:pt x="66" y="145"/>
                    <a:pt x="64" y="143"/>
                    <a:pt x="61" y="142"/>
                  </a:cubicBezTo>
                  <a:cubicBezTo>
                    <a:pt x="57" y="141"/>
                    <a:pt x="54" y="140"/>
                    <a:pt x="50" y="138"/>
                  </a:cubicBezTo>
                  <a:cubicBezTo>
                    <a:pt x="54" y="136"/>
                    <a:pt x="59" y="135"/>
                    <a:pt x="63" y="133"/>
                  </a:cubicBezTo>
                  <a:cubicBezTo>
                    <a:pt x="65" y="132"/>
                    <a:pt x="67" y="130"/>
                    <a:pt x="67" y="127"/>
                  </a:cubicBezTo>
                  <a:cubicBezTo>
                    <a:pt x="67" y="110"/>
                    <a:pt x="67" y="110"/>
                    <a:pt x="67" y="110"/>
                  </a:cubicBezTo>
                  <a:cubicBezTo>
                    <a:pt x="67" y="108"/>
                    <a:pt x="65" y="106"/>
                    <a:pt x="63" y="105"/>
                  </a:cubicBezTo>
                  <a:cubicBezTo>
                    <a:pt x="63" y="105"/>
                    <a:pt x="58" y="102"/>
                    <a:pt x="58" y="89"/>
                  </a:cubicBezTo>
                  <a:cubicBezTo>
                    <a:pt x="58" y="86"/>
                    <a:pt x="56" y="84"/>
                    <a:pt x="54" y="84"/>
                  </a:cubicBezTo>
                  <a:cubicBezTo>
                    <a:pt x="53" y="83"/>
                    <a:pt x="52" y="80"/>
                    <a:pt x="53" y="78"/>
                  </a:cubicBezTo>
                  <a:cubicBezTo>
                    <a:pt x="56" y="78"/>
                    <a:pt x="58" y="75"/>
                    <a:pt x="58" y="72"/>
                  </a:cubicBezTo>
                  <a:cubicBezTo>
                    <a:pt x="58" y="71"/>
                    <a:pt x="58" y="69"/>
                    <a:pt x="56" y="67"/>
                  </a:cubicBezTo>
                  <a:cubicBezTo>
                    <a:pt x="54" y="60"/>
                    <a:pt x="53" y="58"/>
                    <a:pt x="53" y="57"/>
                  </a:cubicBezTo>
                  <a:cubicBezTo>
                    <a:pt x="54" y="57"/>
                    <a:pt x="54" y="57"/>
                    <a:pt x="55" y="57"/>
                  </a:cubicBezTo>
                  <a:cubicBezTo>
                    <a:pt x="58" y="58"/>
                    <a:pt x="61" y="56"/>
                    <a:pt x="62" y="53"/>
                  </a:cubicBezTo>
                  <a:cubicBezTo>
                    <a:pt x="63" y="48"/>
                    <a:pt x="72" y="44"/>
                    <a:pt x="82" y="44"/>
                  </a:cubicBezTo>
                  <a:cubicBezTo>
                    <a:pt x="92" y="44"/>
                    <a:pt x="100" y="48"/>
                    <a:pt x="102" y="53"/>
                  </a:cubicBezTo>
                  <a:cubicBezTo>
                    <a:pt x="103" y="58"/>
                    <a:pt x="100" y="64"/>
                    <a:pt x="99" y="67"/>
                  </a:cubicBezTo>
                  <a:cubicBezTo>
                    <a:pt x="98" y="69"/>
                    <a:pt x="97" y="71"/>
                    <a:pt x="97" y="72"/>
                  </a:cubicBezTo>
                  <a:cubicBezTo>
                    <a:pt x="97" y="75"/>
                    <a:pt x="100" y="78"/>
                    <a:pt x="102" y="78"/>
                  </a:cubicBezTo>
                  <a:cubicBezTo>
                    <a:pt x="103" y="78"/>
                    <a:pt x="103" y="79"/>
                    <a:pt x="103" y="79"/>
                  </a:cubicBezTo>
                  <a:cubicBezTo>
                    <a:pt x="103" y="81"/>
                    <a:pt x="102" y="82"/>
                    <a:pt x="102" y="83"/>
                  </a:cubicBezTo>
                  <a:cubicBezTo>
                    <a:pt x="99" y="84"/>
                    <a:pt x="97" y="86"/>
                    <a:pt x="97" y="89"/>
                  </a:cubicBezTo>
                  <a:cubicBezTo>
                    <a:pt x="97" y="101"/>
                    <a:pt x="93" y="104"/>
                    <a:pt x="92" y="105"/>
                  </a:cubicBezTo>
                  <a:cubicBezTo>
                    <a:pt x="90" y="106"/>
                    <a:pt x="89" y="108"/>
                    <a:pt x="89" y="110"/>
                  </a:cubicBezTo>
                  <a:cubicBezTo>
                    <a:pt x="89" y="127"/>
                    <a:pt x="89" y="127"/>
                    <a:pt x="89" y="127"/>
                  </a:cubicBezTo>
                  <a:cubicBezTo>
                    <a:pt x="89" y="130"/>
                    <a:pt x="90" y="132"/>
                    <a:pt x="92" y="133"/>
                  </a:cubicBezTo>
                  <a:cubicBezTo>
                    <a:pt x="97" y="135"/>
                    <a:pt x="101" y="136"/>
                    <a:pt x="105" y="138"/>
                  </a:cubicBezTo>
                  <a:cubicBezTo>
                    <a:pt x="102" y="140"/>
                    <a:pt x="98" y="141"/>
                    <a:pt x="94" y="142"/>
                  </a:cubicBezTo>
                  <a:close/>
                  <a:moveTo>
                    <a:pt x="118" y="131"/>
                  </a:moveTo>
                  <a:cubicBezTo>
                    <a:pt x="112" y="128"/>
                    <a:pt x="106" y="126"/>
                    <a:pt x="100" y="123"/>
                  </a:cubicBezTo>
                  <a:cubicBezTo>
                    <a:pt x="100" y="114"/>
                    <a:pt x="100" y="114"/>
                    <a:pt x="100" y="114"/>
                  </a:cubicBezTo>
                  <a:cubicBezTo>
                    <a:pt x="104" y="111"/>
                    <a:pt x="108" y="105"/>
                    <a:pt x="109" y="93"/>
                  </a:cubicBezTo>
                  <a:cubicBezTo>
                    <a:pt x="112" y="90"/>
                    <a:pt x="114" y="85"/>
                    <a:pt x="114" y="80"/>
                  </a:cubicBezTo>
                  <a:cubicBezTo>
                    <a:pt x="114" y="76"/>
                    <a:pt x="114" y="74"/>
                    <a:pt x="112" y="71"/>
                  </a:cubicBezTo>
                  <a:cubicBezTo>
                    <a:pt x="112" y="71"/>
                    <a:pt x="111" y="70"/>
                    <a:pt x="111" y="69"/>
                  </a:cubicBezTo>
                  <a:cubicBezTo>
                    <a:pt x="113" y="65"/>
                    <a:pt x="115" y="57"/>
                    <a:pt x="113" y="50"/>
                  </a:cubicBezTo>
                  <a:cubicBezTo>
                    <a:pt x="110" y="37"/>
                    <a:pt x="94" y="33"/>
                    <a:pt x="82" y="33"/>
                  </a:cubicBezTo>
                  <a:cubicBezTo>
                    <a:pt x="71" y="33"/>
                    <a:pt x="58" y="36"/>
                    <a:pt x="53" y="45"/>
                  </a:cubicBezTo>
                  <a:cubicBezTo>
                    <a:pt x="49" y="45"/>
                    <a:pt x="46" y="46"/>
                    <a:pt x="44" y="49"/>
                  </a:cubicBezTo>
                  <a:cubicBezTo>
                    <a:pt x="39" y="55"/>
                    <a:pt x="42" y="64"/>
                    <a:pt x="45" y="69"/>
                  </a:cubicBezTo>
                  <a:cubicBezTo>
                    <a:pt x="44" y="70"/>
                    <a:pt x="44" y="71"/>
                    <a:pt x="43" y="71"/>
                  </a:cubicBezTo>
                  <a:cubicBezTo>
                    <a:pt x="42" y="74"/>
                    <a:pt x="41" y="77"/>
                    <a:pt x="41" y="80"/>
                  </a:cubicBezTo>
                  <a:cubicBezTo>
                    <a:pt x="41" y="85"/>
                    <a:pt x="43" y="90"/>
                    <a:pt x="46" y="93"/>
                  </a:cubicBezTo>
                  <a:cubicBezTo>
                    <a:pt x="47" y="105"/>
                    <a:pt x="51" y="111"/>
                    <a:pt x="55" y="114"/>
                  </a:cubicBezTo>
                  <a:cubicBezTo>
                    <a:pt x="55" y="123"/>
                    <a:pt x="55" y="123"/>
                    <a:pt x="55" y="123"/>
                  </a:cubicBezTo>
                  <a:cubicBezTo>
                    <a:pt x="49" y="126"/>
                    <a:pt x="43" y="128"/>
                    <a:pt x="38" y="131"/>
                  </a:cubicBezTo>
                  <a:cubicBezTo>
                    <a:pt x="22" y="119"/>
                    <a:pt x="12" y="100"/>
                    <a:pt x="12" y="78"/>
                  </a:cubicBezTo>
                  <a:cubicBezTo>
                    <a:pt x="12" y="42"/>
                    <a:pt x="41" y="12"/>
                    <a:pt x="78" y="12"/>
                  </a:cubicBezTo>
                  <a:cubicBezTo>
                    <a:pt x="114" y="12"/>
                    <a:pt x="144" y="42"/>
                    <a:pt x="144" y="78"/>
                  </a:cubicBezTo>
                  <a:cubicBezTo>
                    <a:pt x="144" y="100"/>
                    <a:pt x="134" y="119"/>
                    <a:pt x="118" y="13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64" name="Freeform 85">
              <a:extLst>
                <a:ext uri="{FF2B5EF4-FFF2-40B4-BE49-F238E27FC236}">
                  <a16:creationId xmlns:a16="http://schemas.microsoft.com/office/drawing/2014/main" id="{16B4A2A5-EFF3-D844-8BFB-D9FC0A674E57}"/>
                </a:ext>
              </a:extLst>
            </p:cNvPr>
            <p:cNvSpPr>
              <a:spLocks/>
            </p:cNvSpPr>
            <p:nvPr/>
          </p:nvSpPr>
          <p:spPr bwMode="auto">
            <a:xfrm>
              <a:off x="1756" y="2288"/>
              <a:ext cx="36" cy="18"/>
            </a:xfrm>
            <a:custGeom>
              <a:avLst/>
              <a:gdLst>
                <a:gd name="T0" fmla="*/ 18 w 24"/>
                <a:gd name="T1" fmla="*/ 0 h 12"/>
                <a:gd name="T2" fmla="*/ 6 w 24"/>
                <a:gd name="T3" fmla="*/ 0 h 12"/>
                <a:gd name="T4" fmla="*/ 0 w 24"/>
                <a:gd name="T5" fmla="*/ 6 h 12"/>
                <a:gd name="T6" fmla="*/ 6 w 24"/>
                <a:gd name="T7" fmla="*/ 12 h 12"/>
                <a:gd name="T8" fmla="*/ 18 w 24"/>
                <a:gd name="T9" fmla="*/ 12 h 12"/>
                <a:gd name="T10" fmla="*/ 24 w 24"/>
                <a:gd name="T11" fmla="*/ 6 h 12"/>
                <a:gd name="T12" fmla="*/ 18 w 2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24" h="12">
                  <a:moveTo>
                    <a:pt x="18" y="0"/>
                  </a:moveTo>
                  <a:cubicBezTo>
                    <a:pt x="6" y="0"/>
                    <a:pt x="6" y="0"/>
                    <a:pt x="6" y="0"/>
                  </a:cubicBezTo>
                  <a:cubicBezTo>
                    <a:pt x="2" y="0"/>
                    <a:pt x="0" y="2"/>
                    <a:pt x="0" y="6"/>
                  </a:cubicBezTo>
                  <a:cubicBezTo>
                    <a:pt x="0" y="9"/>
                    <a:pt x="2" y="12"/>
                    <a:pt x="6" y="12"/>
                  </a:cubicBezTo>
                  <a:cubicBezTo>
                    <a:pt x="18" y="12"/>
                    <a:pt x="18" y="12"/>
                    <a:pt x="18" y="12"/>
                  </a:cubicBezTo>
                  <a:cubicBezTo>
                    <a:pt x="21" y="12"/>
                    <a:pt x="24" y="9"/>
                    <a:pt x="24" y="6"/>
                  </a:cubicBezTo>
                  <a:cubicBezTo>
                    <a:pt x="24" y="2"/>
                    <a:pt x="21" y="0"/>
                    <a:pt x="18"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65" name="Freeform 86">
              <a:extLst>
                <a:ext uri="{FF2B5EF4-FFF2-40B4-BE49-F238E27FC236}">
                  <a16:creationId xmlns:a16="http://schemas.microsoft.com/office/drawing/2014/main" id="{01032911-E44E-6A44-B3AE-2C20E895BDF1}"/>
                </a:ext>
              </a:extLst>
            </p:cNvPr>
            <p:cNvSpPr>
              <a:spLocks/>
            </p:cNvSpPr>
            <p:nvPr/>
          </p:nvSpPr>
          <p:spPr bwMode="auto">
            <a:xfrm>
              <a:off x="1737" y="2252"/>
              <a:ext cx="74" cy="18"/>
            </a:xfrm>
            <a:custGeom>
              <a:avLst/>
              <a:gdLst>
                <a:gd name="T0" fmla="*/ 42 w 48"/>
                <a:gd name="T1" fmla="*/ 0 h 12"/>
                <a:gd name="T2" fmla="*/ 6 w 48"/>
                <a:gd name="T3" fmla="*/ 0 h 12"/>
                <a:gd name="T4" fmla="*/ 0 w 48"/>
                <a:gd name="T5" fmla="*/ 6 h 12"/>
                <a:gd name="T6" fmla="*/ 6 w 48"/>
                <a:gd name="T7" fmla="*/ 12 h 12"/>
                <a:gd name="T8" fmla="*/ 42 w 48"/>
                <a:gd name="T9" fmla="*/ 12 h 12"/>
                <a:gd name="T10" fmla="*/ 48 w 48"/>
                <a:gd name="T11" fmla="*/ 6 h 12"/>
                <a:gd name="T12" fmla="*/ 42 w 48"/>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0"/>
                  </a:moveTo>
                  <a:cubicBezTo>
                    <a:pt x="6" y="0"/>
                    <a:pt x="6" y="0"/>
                    <a:pt x="6" y="0"/>
                  </a:cubicBezTo>
                  <a:cubicBezTo>
                    <a:pt x="2" y="0"/>
                    <a:pt x="0" y="2"/>
                    <a:pt x="0" y="6"/>
                  </a:cubicBezTo>
                  <a:cubicBezTo>
                    <a:pt x="0" y="9"/>
                    <a:pt x="2" y="12"/>
                    <a:pt x="6" y="12"/>
                  </a:cubicBezTo>
                  <a:cubicBezTo>
                    <a:pt x="42" y="12"/>
                    <a:pt x="42" y="12"/>
                    <a:pt x="42" y="12"/>
                  </a:cubicBezTo>
                  <a:cubicBezTo>
                    <a:pt x="45" y="12"/>
                    <a:pt x="48" y="9"/>
                    <a:pt x="48" y="6"/>
                  </a:cubicBezTo>
                  <a:cubicBezTo>
                    <a:pt x="48" y="2"/>
                    <a:pt x="45" y="0"/>
                    <a:pt x="42"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66" name="Freeform 87">
              <a:extLst>
                <a:ext uri="{FF2B5EF4-FFF2-40B4-BE49-F238E27FC236}">
                  <a16:creationId xmlns:a16="http://schemas.microsoft.com/office/drawing/2014/main" id="{329745C6-8CE0-9B43-A51F-DC7EC13E0A91}"/>
                </a:ext>
              </a:extLst>
            </p:cNvPr>
            <p:cNvSpPr>
              <a:spLocks/>
            </p:cNvSpPr>
            <p:nvPr/>
          </p:nvSpPr>
          <p:spPr bwMode="auto">
            <a:xfrm>
              <a:off x="1765" y="1910"/>
              <a:ext cx="18" cy="54"/>
            </a:xfrm>
            <a:custGeom>
              <a:avLst/>
              <a:gdLst>
                <a:gd name="T0" fmla="*/ 6 w 12"/>
                <a:gd name="T1" fmla="*/ 36 h 36"/>
                <a:gd name="T2" fmla="*/ 12 w 12"/>
                <a:gd name="T3" fmla="*/ 30 h 36"/>
                <a:gd name="T4" fmla="*/ 12 w 12"/>
                <a:gd name="T5" fmla="*/ 6 h 36"/>
                <a:gd name="T6" fmla="*/ 6 w 12"/>
                <a:gd name="T7" fmla="*/ 0 h 36"/>
                <a:gd name="T8" fmla="*/ 0 w 12"/>
                <a:gd name="T9" fmla="*/ 6 h 36"/>
                <a:gd name="T10" fmla="*/ 0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9" y="36"/>
                    <a:pt x="12" y="34"/>
                    <a:pt x="12" y="30"/>
                  </a:cubicBezTo>
                  <a:cubicBezTo>
                    <a:pt x="12" y="6"/>
                    <a:pt x="12" y="6"/>
                    <a:pt x="12" y="6"/>
                  </a:cubicBezTo>
                  <a:cubicBezTo>
                    <a:pt x="12" y="3"/>
                    <a:pt x="9" y="0"/>
                    <a:pt x="6" y="0"/>
                  </a:cubicBezTo>
                  <a:cubicBezTo>
                    <a:pt x="2" y="0"/>
                    <a:pt x="0" y="3"/>
                    <a:pt x="0" y="6"/>
                  </a:cubicBezTo>
                  <a:cubicBezTo>
                    <a:pt x="0" y="30"/>
                    <a:pt x="0" y="30"/>
                    <a:pt x="0" y="30"/>
                  </a:cubicBezTo>
                  <a:cubicBezTo>
                    <a:pt x="0" y="34"/>
                    <a:pt x="2" y="36"/>
                    <a:pt x="6" y="3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67" name="Freeform 88">
              <a:extLst>
                <a:ext uri="{FF2B5EF4-FFF2-40B4-BE49-F238E27FC236}">
                  <a16:creationId xmlns:a16="http://schemas.microsoft.com/office/drawing/2014/main" id="{8FA27E58-1649-0041-A7D0-1488B173F455}"/>
                </a:ext>
              </a:extLst>
            </p:cNvPr>
            <p:cNvSpPr>
              <a:spLocks/>
            </p:cNvSpPr>
            <p:nvPr/>
          </p:nvSpPr>
          <p:spPr bwMode="auto">
            <a:xfrm>
              <a:off x="1912" y="2089"/>
              <a:ext cx="55" cy="18"/>
            </a:xfrm>
            <a:custGeom>
              <a:avLst/>
              <a:gdLst>
                <a:gd name="T0" fmla="*/ 30 w 36"/>
                <a:gd name="T1" fmla="*/ 0 h 12"/>
                <a:gd name="T2" fmla="*/ 6 w 36"/>
                <a:gd name="T3" fmla="*/ 0 h 12"/>
                <a:gd name="T4" fmla="*/ 0 w 36"/>
                <a:gd name="T5" fmla="*/ 6 h 12"/>
                <a:gd name="T6" fmla="*/ 6 w 36"/>
                <a:gd name="T7" fmla="*/ 12 h 12"/>
                <a:gd name="T8" fmla="*/ 30 w 36"/>
                <a:gd name="T9" fmla="*/ 12 h 12"/>
                <a:gd name="T10" fmla="*/ 36 w 36"/>
                <a:gd name="T11" fmla="*/ 6 h 12"/>
                <a:gd name="T12" fmla="*/ 30 w 3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0"/>
                  </a:moveTo>
                  <a:cubicBezTo>
                    <a:pt x="6" y="0"/>
                    <a:pt x="6" y="0"/>
                    <a:pt x="6" y="0"/>
                  </a:cubicBezTo>
                  <a:cubicBezTo>
                    <a:pt x="2" y="0"/>
                    <a:pt x="0" y="3"/>
                    <a:pt x="0" y="6"/>
                  </a:cubicBezTo>
                  <a:cubicBezTo>
                    <a:pt x="0" y="10"/>
                    <a:pt x="2" y="12"/>
                    <a:pt x="6" y="12"/>
                  </a:cubicBezTo>
                  <a:cubicBezTo>
                    <a:pt x="30" y="12"/>
                    <a:pt x="30" y="12"/>
                    <a:pt x="30" y="12"/>
                  </a:cubicBezTo>
                  <a:cubicBezTo>
                    <a:pt x="33" y="12"/>
                    <a:pt x="36" y="10"/>
                    <a:pt x="36" y="6"/>
                  </a:cubicBezTo>
                  <a:cubicBezTo>
                    <a:pt x="36" y="3"/>
                    <a:pt x="33" y="0"/>
                    <a:pt x="3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68" name="Freeform 89">
              <a:extLst>
                <a:ext uri="{FF2B5EF4-FFF2-40B4-BE49-F238E27FC236}">
                  <a16:creationId xmlns:a16="http://schemas.microsoft.com/office/drawing/2014/main" id="{09F7C906-F808-E349-BEC7-3B3085AFF7F7}"/>
                </a:ext>
              </a:extLst>
            </p:cNvPr>
            <p:cNvSpPr>
              <a:spLocks/>
            </p:cNvSpPr>
            <p:nvPr/>
          </p:nvSpPr>
          <p:spPr bwMode="auto">
            <a:xfrm>
              <a:off x="1580" y="2089"/>
              <a:ext cx="55" cy="18"/>
            </a:xfrm>
            <a:custGeom>
              <a:avLst/>
              <a:gdLst>
                <a:gd name="T0" fmla="*/ 30 w 36"/>
                <a:gd name="T1" fmla="*/ 0 h 12"/>
                <a:gd name="T2" fmla="*/ 6 w 36"/>
                <a:gd name="T3" fmla="*/ 0 h 12"/>
                <a:gd name="T4" fmla="*/ 0 w 36"/>
                <a:gd name="T5" fmla="*/ 6 h 12"/>
                <a:gd name="T6" fmla="*/ 6 w 36"/>
                <a:gd name="T7" fmla="*/ 12 h 12"/>
                <a:gd name="T8" fmla="*/ 30 w 36"/>
                <a:gd name="T9" fmla="*/ 12 h 12"/>
                <a:gd name="T10" fmla="*/ 36 w 36"/>
                <a:gd name="T11" fmla="*/ 6 h 12"/>
                <a:gd name="T12" fmla="*/ 30 w 3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0"/>
                  </a:moveTo>
                  <a:cubicBezTo>
                    <a:pt x="6" y="0"/>
                    <a:pt x="6" y="0"/>
                    <a:pt x="6" y="0"/>
                  </a:cubicBezTo>
                  <a:cubicBezTo>
                    <a:pt x="3" y="0"/>
                    <a:pt x="0" y="3"/>
                    <a:pt x="0" y="6"/>
                  </a:cubicBezTo>
                  <a:cubicBezTo>
                    <a:pt x="0" y="10"/>
                    <a:pt x="3" y="12"/>
                    <a:pt x="6" y="12"/>
                  </a:cubicBezTo>
                  <a:cubicBezTo>
                    <a:pt x="30" y="12"/>
                    <a:pt x="30" y="12"/>
                    <a:pt x="30" y="12"/>
                  </a:cubicBezTo>
                  <a:cubicBezTo>
                    <a:pt x="34" y="12"/>
                    <a:pt x="36" y="10"/>
                    <a:pt x="36" y="6"/>
                  </a:cubicBezTo>
                  <a:cubicBezTo>
                    <a:pt x="36" y="3"/>
                    <a:pt x="34" y="0"/>
                    <a:pt x="3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69" name="Freeform 90">
              <a:extLst>
                <a:ext uri="{FF2B5EF4-FFF2-40B4-BE49-F238E27FC236}">
                  <a16:creationId xmlns:a16="http://schemas.microsoft.com/office/drawing/2014/main" id="{7A702297-D13A-8649-B1E4-169139C5B88C}"/>
                </a:ext>
              </a:extLst>
            </p:cNvPr>
            <p:cNvSpPr>
              <a:spLocks/>
            </p:cNvSpPr>
            <p:nvPr/>
          </p:nvSpPr>
          <p:spPr bwMode="auto">
            <a:xfrm>
              <a:off x="1621" y="1949"/>
              <a:ext cx="58" cy="57"/>
            </a:xfrm>
            <a:custGeom>
              <a:avLst/>
              <a:gdLst>
                <a:gd name="T0" fmla="*/ 27 w 38"/>
                <a:gd name="T1" fmla="*/ 37 h 38"/>
                <a:gd name="T2" fmla="*/ 32 w 38"/>
                <a:gd name="T3" fmla="*/ 38 h 38"/>
                <a:gd name="T4" fmla="*/ 36 w 38"/>
                <a:gd name="T5" fmla="*/ 37 h 38"/>
                <a:gd name="T6" fmla="*/ 36 w 38"/>
                <a:gd name="T7" fmla="*/ 28 h 38"/>
                <a:gd name="T8" fmla="*/ 10 w 38"/>
                <a:gd name="T9" fmla="*/ 3 h 38"/>
                <a:gd name="T10" fmla="*/ 2 w 38"/>
                <a:gd name="T11" fmla="*/ 3 h 38"/>
                <a:gd name="T12" fmla="*/ 2 w 38"/>
                <a:gd name="T13" fmla="*/ 11 h 38"/>
                <a:gd name="T14" fmla="*/ 27 w 38"/>
                <a:gd name="T15" fmla="*/ 37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38">
                  <a:moveTo>
                    <a:pt x="27" y="37"/>
                  </a:moveTo>
                  <a:cubicBezTo>
                    <a:pt x="29" y="38"/>
                    <a:pt x="30" y="38"/>
                    <a:pt x="32" y="38"/>
                  </a:cubicBezTo>
                  <a:cubicBezTo>
                    <a:pt x="33" y="38"/>
                    <a:pt x="35" y="38"/>
                    <a:pt x="36" y="37"/>
                  </a:cubicBezTo>
                  <a:cubicBezTo>
                    <a:pt x="38" y="34"/>
                    <a:pt x="38" y="31"/>
                    <a:pt x="36" y="28"/>
                  </a:cubicBezTo>
                  <a:cubicBezTo>
                    <a:pt x="10" y="3"/>
                    <a:pt x="10" y="3"/>
                    <a:pt x="10" y="3"/>
                  </a:cubicBezTo>
                  <a:cubicBezTo>
                    <a:pt x="8" y="0"/>
                    <a:pt x="4" y="0"/>
                    <a:pt x="2" y="3"/>
                  </a:cubicBezTo>
                  <a:cubicBezTo>
                    <a:pt x="0" y="5"/>
                    <a:pt x="0" y="9"/>
                    <a:pt x="2" y="11"/>
                  </a:cubicBezTo>
                  <a:lnTo>
                    <a:pt x="27" y="3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70" name="Freeform 91">
              <a:extLst>
                <a:ext uri="{FF2B5EF4-FFF2-40B4-BE49-F238E27FC236}">
                  <a16:creationId xmlns:a16="http://schemas.microsoft.com/office/drawing/2014/main" id="{B529D1D4-ACB6-4044-80CA-AB16AF0C4585}"/>
                </a:ext>
              </a:extLst>
            </p:cNvPr>
            <p:cNvSpPr>
              <a:spLocks/>
            </p:cNvSpPr>
            <p:nvPr/>
          </p:nvSpPr>
          <p:spPr bwMode="auto">
            <a:xfrm>
              <a:off x="1867" y="1949"/>
              <a:ext cx="60" cy="57"/>
            </a:xfrm>
            <a:custGeom>
              <a:avLst/>
              <a:gdLst>
                <a:gd name="T0" fmla="*/ 7 w 39"/>
                <a:gd name="T1" fmla="*/ 38 h 38"/>
                <a:gd name="T2" fmla="*/ 11 w 39"/>
                <a:gd name="T3" fmla="*/ 37 h 38"/>
                <a:gd name="T4" fmla="*/ 36 w 39"/>
                <a:gd name="T5" fmla="*/ 11 h 38"/>
                <a:gd name="T6" fmla="*/ 36 w 39"/>
                <a:gd name="T7" fmla="*/ 3 h 38"/>
                <a:gd name="T8" fmla="*/ 28 w 39"/>
                <a:gd name="T9" fmla="*/ 3 h 38"/>
                <a:gd name="T10" fmla="*/ 2 w 39"/>
                <a:gd name="T11" fmla="*/ 28 h 38"/>
                <a:gd name="T12" fmla="*/ 2 w 39"/>
                <a:gd name="T13" fmla="*/ 37 h 38"/>
                <a:gd name="T14" fmla="*/ 7 w 39"/>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7" y="38"/>
                  </a:moveTo>
                  <a:cubicBezTo>
                    <a:pt x="8" y="38"/>
                    <a:pt x="10" y="38"/>
                    <a:pt x="11" y="37"/>
                  </a:cubicBezTo>
                  <a:cubicBezTo>
                    <a:pt x="36" y="11"/>
                    <a:pt x="36" y="11"/>
                    <a:pt x="36" y="11"/>
                  </a:cubicBezTo>
                  <a:cubicBezTo>
                    <a:pt x="39" y="9"/>
                    <a:pt x="39" y="5"/>
                    <a:pt x="36" y="3"/>
                  </a:cubicBezTo>
                  <a:cubicBezTo>
                    <a:pt x="34" y="0"/>
                    <a:pt x="30" y="0"/>
                    <a:pt x="28" y="3"/>
                  </a:cubicBezTo>
                  <a:cubicBezTo>
                    <a:pt x="2" y="28"/>
                    <a:pt x="2" y="28"/>
                    <a:pt x="2" y="28"/>
                  </a:cubicBezTo>
                  <a:cubicBezTo>
                    <a:pt x="0" y="31"/>
                    <a:pt x="0" y="34"/>
                    <a:pt x="2" y="37"/>
                  </a:cubicBezTo>
                  <a:cubicBezTo>
                    <a:pt x="4" y="38"/>
                    <a:pt x="5" y="38"/>
                    <a:pt x="7" y="3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grpSp>
      <p:grpSp>
        <p:nvGrpSpPr>
          <p:cNvPr id="371" name="Group 56">
            <a:extLst>
              <a:ext uri="{FF2B5EF4-FFF2-40B4-BE49-F238E27FC236}">
                <a16:creationId xmlns:a16="http://schemas.microsoft.com/office/drawing/2014/main" id="{754010E9-6578-4145-B63E-FE551FCF0B38}"/>
              </a:ext>
            </a:extLst>
          </p:cNvPr>
          <p:cNvGrpSpPr>
            <a:grpSpLocks noChangeAspect="1"/>
          </p:cNvGrpSpPr>
          <p:nvPr userDrawn="1"/>
        </p:nvGrpSpPr>
        <p:grpSpPr bwMode="auto">
          <a:xfrm>
            <a:off x="8400111" y="1923077"/>
            <a:ext cx="513762" cy="513760"/>
            <a:chOff x="6721" y="600"/>
            <a:chExt cx="426" cy="426"/>
          </a:xfrm>
          <a:solidFill>
            <a:schemeClr val="accent4"/>
          </a:solidFill>
        </p:grpSpPr>
        <p:sp>
          <p:nvSpPr>
            <p:cNvPr id="372" name="Freeform 57">
              <a:extLst>
                <a:ext uri="{FF2B5EF4-FFF2-40B4-BE49-F238E27FC236}">
                  <a16:creationId xmlns:a16="http://schemas.microsoft.com/office/drawing/2014/main" id="{E54CC8A3-2BE8-4348-8408-7A6C774ED71C}"/>
                </a:ext>
              </a:extLst>
            </p:cNvPr>
            <p:cNvSpPr>
              <a:spLocks/>
            </p:cNvSpPr>
            <p:nvPr/>
          </p:nvSpPr>
          <p:spPr bwMode="auto">
            <a:xfrm>
              <a:off x="6721" y="600"/>
              <a:ext cx="426"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90 w 288"/>
                <a:gd name="T19" fmla="*/ 268 h 288"/>
                <a:gd name="T20" fmla="*/ 198 w 288"/>
                <a:gd name="T21" fmla="*/ 272 h 288"/>
                <a:gd name="T22" fmla="*/ 194 w 288"/>
                <a:gd name="T23" fmla="*/ 280 h 288"/>
                <a:gd name="T24" fmla="*/ 144 w 288"/>
                <a:gd name="T25"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8" h="288">
                  <a:moveTo>
                    <a:pt x="144" y="288"/>
                  </a:moveTo>
                  <a:cubicBezTo>
                    <a:pt x="65" y="288"/>
                    <a:pt x="0" y="224"/>
                    <a:pt x="0" y="144"/>
                  </a:cubicBezTo>
                  <a:cubicBezTo>
                    <a:pt x="0" y="65"/>
                    <a:pt x="65" y="0"/>
                    <a:pt x="144" y="0"/>
                  </a:cubicBezTo>
                  <a:cubicBezTo>
                    <a:pt x="224" y="0"/>
                    <a:pt x="288" y="65"/>
                    <a:pt x="288" y="144"/>
                  </a:cubicBezTo>
                  <a:cubicBezTo>
                    <a:pt x="288" y="148"/>
                    <a:pt x="286" y="150"/>
                    <a:pt x="282" y="150"/>
                  </a:cubicBezTo>
                  <a:cubicBezTo>
                    <a:pt x="279" y="150"/>
                    <a:pt x="276" y="148"/>
                    <a:pt x="276" y="144"/>
                  </a:cubicBezTo>
                  <a:cubicBezTo>
                    <a:pt x="276" y="71"/>
                    <a:pt x="217" y="12"/>
                    <a:pt x="144" y="12"/>
                  </a:cubicBezTo>
                  <a:cubicBezTo>
                    <a:pt x="72" y="12"/>
                    <a:pt x="12" y="71"/>
                    <a:pt x="12" y="144"/>
                  </a:cubicBezTo>
                  <a:cubicBezTo>
                    <a:pt x="12" y="217"/>
                    <a:pt x="72" y="276"/>
                    <a:pt x="144" y="276"/>
                  </a:cubicBezTo>
                  <a:cubicBezTo>
                    <a:pt x="160" y="276"/>
                    <a:pt x="175" y="274"/>
                    <a:pt x="190" y="268"/>
                  </a:cubicBezTo>
                  <a:cubicBezTo>
                    <a:pt x="193" y="267"/>
                    <a:pt x="196" y="269"/>
                    <a:pt x="198" y="272"/>
                  </a:cubicBezTo>
                  <a:cubicBezTo>
                    <a:pt x="199" y="275"/>
                    <a:pt x="197" y="278"/>
                    <a:pt x="194" y="280"/>
                  </a:cubicBezTo>
                  <a:cubicBezTo>
                    <a:pt x="178" y="285"/>
                    <a:pt x="161" y="288"/>
                    <a:pt x="144" y="28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73" name="Freeform 58">
              <a:extLst>
                <a:ext uri="{FF2B5EF4-FFF2-40B4-BE49-F238E27FC236}">
                  <a16:creationId xmlns:a16="http://schemas.microsoft.com/office/drawing/2014/main" id="{468ADAAF-C6DA-A647-AC52-16E1AB8E8D5B}"/>
                </a:ext>
              </a:extLst>
            </p:cNvPr>
            <p:cNvSpPr>
              <a:spLocks noEditPoints="1"/>
            </p:cNvSpPr>
            <p:nvPr/>
          </p:nvSpPr>
          <p:spPr bwMode="auto">
            <a:xfrm>
              <a:off x="6987" y="813"/>
              <a:ext cx="160" cy="213"/>
            </a:xfrm>
            <a:custGeom>
              <a:avLst/>
              <a:gdLst>
                <a:gd name="T0" fmla="*/ 54 w 108"/>
                <a:gd name="T1" fmla="*/ 144 h 144"/>
                <a:gd name="T2" fmla="*/ 50 w 108"/>
                <a:gd name="T3" fmla="*/ 142 h 144"/>
                <a:gd name="T4" fmla="*/ 0 w 108"/>
                <a:gd name="T5" fmla="*/ 54 h 144"/>
                <a:gd name="T6" fmla="*/ 54 w 108"/>
                <a:gd name="T7" fmla="*/ 0 h 144"/>
                <a:gd name="T8" fmla="*/ 108 w 108"/>
                <a:gd name="T9" fmla="*/ 54 h 144"/>
                <a:gd name="T10" fmla="*/ 59 w 108"/>
                <a:gd name="T11" fmla="*/ 142 h 144"/>
                <a:gd name="T12" fmla="*/ 54 w 108"/>
                <a:gd name="T13" fmla="*/ 144 h 144"/>
                <a:gd name="T14" fmla="*/ 54 w 108"/>
                <a:gd name="T15" fmla="*/ 12 h 144"/>
                <a:gd name="T16" fmla="*/ 12 w 108"/>
                <a:gd name="T17" fmla="*/ 54 h 144"/>
                <a:gd name="T18" fmla="*/ 54 w 108"/>
                <a:gd name="T19" fmla="*/ 129 h 144"/>
                <a:gd name="T20" fmla="*/ 96 w 108"/>
                <a:gd name="T21" fmla="*/ 54 h 144"/>
                <a:gd name="T22" fmla="*/ 54 w 108"/>
                <a:gd name="T23" fmla="*/ 1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 h="144">
                  <a:moveTo>
                    <a:pt x="54" y="144"/>
                  </a:moveTo>
                  <a:cubicBezTo>
                    <a:pt x="53" y="144"/>
                    <a:pt x="51" y="143"/>
                    <a:pt x="50" y="142"/>
                  </a:cubicBezTo>
                  <a:cubicBezTo>
                    <a:pt x="45" y="136"/>
                    <a:pt x="0" y="82"/>
                    <a:pt x="0" y="54"/>
                  </a:cubicBezTo>
                  <a:cubicBezTo>
                    <a:pt x="0" y="24"/>
                    <a:pt x="25" y="0"/>
                    <a:pt x="54" y="0"/>
                  </a:cubicBezTo>
                  <a:cubicBezTo>
                    <a:pt x="84" y="0"/>
                    <a:pt x="108" y="24"/>
                    <a:pt x="108" y="54"/>
                  </a:cubicBezTo>
                  <a:cubicBezTo>
                    <a:pt x="108" y="82"/>
                    <a:pt x="64" y="136"/>
                    <a:pt x="59" y="142"/>
                  </a:cubicBezTo>
                  <a:cubicBezTo>
                    <a:pt x="58" y="143"/>
                    <a:pt x="56" y="144"/>
                    <a:pt x="54" y="144"/>
                  </a:cubicBezTo>
                  <a:close/>
                  <a:moveTo>
                    <a:pt x="54" y="12"/>
                  </a:moveTo>
                  <a:cubicBezTo>
                    <a:pt x="31" y="12"/>
                    <a:pt x="12" y="31"/>
                    <a:pt x="12" y="54"/>
                  </a:cubicBezTo>
                  <a:cubicBezTo>
                    <a:pt x="12" y="72"/>
                    <a:pt x="40" y="110"/>
                    <a:pt x="54" y="129"/>
                  </a:cubicBezTo>
                  <a:cubicBezTo>
                    <a:pt x="69" y="110"/>
                    <a:pt x="96" y="72"/>
                    <a:pt x="96" y="54"/>
                  </a:cubicBezTo>
                  <a:cubicBezTo>
                    <a:pt x="96" y="31"/>
                    <a:pt x="78" y="12"/>
                    <a:pt x="54" y="1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74" name="Freeform 59">
              <a:extLst>
                <a:ext uri="{FF2B5EF4-FFF2-40B4-BE49-F238E27FC236}">
                  <a16:creationId xmlns:a16="http://schemas.microsoft.com/office/drawing/2014/main" id="{1D2D45F1-2BA4-144E-BFD4-CF2AE4D806EF}"/>
                </a:ext>
              </a:extLst>
            </p:cNvPr>
            <p:cNvSpPr>
              <a:spLocks noEditPoints="1"/>
            </p:cNvSpPr>
            <p:nvPr/>
          </p:nvSpPr>
          <p:spPr bwMode="auto">
            <a:xfrm>
              <a:off x="7032" y="857"/>
              <a:ext cx="71"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8" y="0"/>
                    <a:pt x="48" y="11"/>
                    <a:pt x="48" y="24"/>
                  </a:cubicBezTo>
                  <a:cubicBezTo>
                    <a:pt x="48" y="37"/>
                    <a:pt x="38" y="48"/>
                    <a:pt x="24" y="48"/>
                  </a:cubicBezTo>
                  <a:close/>
                  <a:moveTo>
                    <a:pt x="24" y="12"/>
                  </a:moveTo>
                  <a:cubicBezTo>
                    <a:pt x="18" y="12"/>
                    <a:pt x="12" y="18"/>
                    <a:pt x="12" y="24"/>
                  </a:cubicBezTo>
                  <a:cubicBezTo>
                    <a:pt x="12" y="31"/>
                    <a:pt x="18" y="36"/>
                    <a:pt x="24" y="36"/>
                  </a:cubicBezTo>
                  <a:cubicBezTo>
                    <a:pt x="31" y="36"/>
                    <a:pt x="36" y="31"/>
                    <a:pt x="36" y="24"/>
                  </a:cubicBezTo>
                  <a:cubicBezTo>
                    <a:pt x="36" y="18"/>
                    <a:pt x="31" y="12"/>
                    <a:pt x="24" y="1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75" name="Freeform 60">
              <a:extLst>
                <a:ext uri="{FF2B5EF4-FFF2-40B4-BE49-F238E27FC236}">
                  <a16:creationId xmlns:a16="http://schemas.microsoft.com/office/drawing/2014/main" id="{B9008D23-F674-6448-903D-C3B5D32E5D05}"/>
                </a:ext>
              </a:extLst>
            </p:cNvPr>
            <p:cNvSpPr>
              <a:spLocks/>
            </p:cNvSpPr>
            <p:nvPr/>
          </p:nvSpPr>
          <p:spPr bwMode="auto">
            <a:xfrm>
              <a:off x="6792" y="607"/>
              <a:ext cx="213" cy="313"/>
            </a:xfrm>
            <a:custGeom>
              <a:avLst/>
              <a:gdLst>
                <a:gd name="T0" fmla="*/ 66 w 144"/>
                <a:gd name="T1" fmla="*/ 211 h 211"/>
                <a:gd name="T2" fmla="*/ 60 w 144"/>
                <a:gd name="T3" fmla="*/ 205 h 211"/>
                <a:gd name="T4" fmla="*/ 60 w 144"/>
                <a:gd name="T5" fmla="*/ 178 h 211"/>
                <a:gd name="T6" fmla="*/ 3 w 144"/>
                <a:gd name="T7" fmla="*/ 132 h 211"/>
                <a:gd name="T8" fmla="*/ 1 w 144"/>
                <a:gd name="T9" fmla="*/ 124 h 211"/>
                <a:gd name="T10" fmla="*/ 28 w 144"/>
                <a:gd name="T11" fmla="*/ 82 h 211"/>
                <a:gd name="T12" fmla="*/ 33 w 144"/>
                <a:gd name="T13" fmla="*/ 79 h 211"/>
                <a:gd name="T14" fmla="*/ 96 w 144"/>
                <a:gd name="T15" fmla="*/ 79 h 211"/>
                <a:gd name="T16" fmla="*/ 96 w 144"/>
                <a:gd name="T17" fmla="*/ 52 h 211"/>
                <a:gd name="T18" fmla="*/ 81 w 144"/>
                <a:gd name="T19" fmla="*/ 42 h 211"/>
                <a:gd name="T20" fmla="*/ 78 w 144"/>
                <a:gd name="T21" fmla="*/ 37 h 211"/>
                <a:gd name="T22" fmla="*/ 81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8 w 144"/>
                <a:gd name="T35" fmla="*/ 49 h 211"/>
                <a:gd name="T36" fmla="*/ 108 w 144"/>
                <a:gd name="T37" fmla="*/ 85 h 211"/>
                <a:gd name="T38" fmla="*/ 102 w 144"/>
                <a:gd name="T39" fmla="*/ 91 h 211"/>
                <a:gd name="T40" fmla="*/ 37 w 144"/>
                <a:gd name="T41" fmla="*/ 91 h 211"/>
                <a:gd name="T42" fmla="*/ 14 w 144"/>
                <a:gd name="T43" fmla="*/ 126 h 211"/>
                <a:gd name="T44" fmla="*/ 70 w 144"/>
                <a:gd name="T45" fmla="*/ 171 h 211"/>
                <a:gd name="T46" fmla="*/ 72 w 144"/>
                <a:gd name="T47" fmla="*/ 175 h 211"/>
                <a:gd name="T48" fmla="*/ 72 w 144"/>
                <a:gd name="T49" fmla="*/ 205 h 211"/>
                <a:gd name="T50" fmla="*/ 66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6" y="211"/>
                  </a:moveTo>
                  <a:cubicBezTo>
                    <a:pt x="63" y="211"/>
                    <a:pt x="60" y="209"/>
                    <a:pt x="60" y="205"/>
                  </a:cubicBezTo>
                  <a:cubicBezTo>
                    <a:pt x="60" y="178"/>
                    <a:pt x="60" y="178"/>
                    <a:pt x="60" y="178"/>
                  </a:cubicBezTo>
                  <a:cubicBezTo>
                    <a:pt x="3" y="132"/>
                    <a:pt x="3" y="132"/>
                    <a:pt x="3" y="132"/>
                  </a:cubicBezTo>
                  <a:cubicBezTo>
                    <a:pt x="0" y="130"/>
                    <a:pt x="0" y="127"/>
                    <a:pt x="1" y="124"/>
                  </a:cubicBezTo>
                  <a:cubicBezTo>
                    <a:pt x="28" y="82"/>
                    <a:pt x="28" y="82"/>
                    <a:pt x="28" y="82"/>
                  </a:cubicBezTo>
                  <a:cubicBezTo>
                    <a:pt x="30" y="80"/>
                    <a:pt x="31" y="79"/>
                    <a:pt x="33" y="79"/>
                  </a:cubicBezTo>
                  <a:cubicBezTo>
                    <a:pt x="96" y="79"/>
                    <a:pt x="96" y="79"/>
                    <a:pt x="96" y="79"/>
                  </a:cubicBezTo>
                  <a:cubicBezTo>
                    <a:pt x="96" y="52"/>
                    <a:pt x="96" y="52"/>
                    <a:pt x="96" y="52"/>
                  </a:cubicBezTo>
                  <a:cubicBezTo>
                    <a:pt x="81" y="42"/>
                    <a:pt x="81" y="42"/>
                    <a:pt x="81" y="42"/>
                  </a:cubicBezTo>
                  <a:cubicBezTo>
                    <a:pt x="79" y="41"/>
                    <a:pt x="78" y="39"/>
                    <a:pt x="78" y="37"/>
                  </a:cubicBezTo>
                  <a:cubicBezTo>
                    <a:pt x="79" y="35"/>
                    <a:pt x="80" y="33"/>
                    <a:pt x="81" y="32"/>
                  </a:cubicBezTo>
                  <a:cubicBezTo>
                    <a:pt x="134" y="2"/>
                    <a:pt x="134" y="2"/>
                    <a:pt x="134" y="2"/>
                  </a:cubicBezTo>
                  <a:cubicBezTo>
                    <a:pt x="137" y="0"/>
                    <a:pt x="140" y="1"/>
                    <a:pt x="142" y="4"/>
                  </a:cubicBezTo>
                  <a:cubicBezTo>
                    <a:pt x="144" y="7"/>
                    <a:pt x="143" y="11"/>
                    <a:pt x="140" y="12"/>
                  </a:cubicBezTo>
                  <a:cubicBezTo>
                    <a:pt x="96" y="38"/>
                    <a:pt x="96" y="38"/>
                    <a:pt x="96" y="38"/>
                  </a:cubicBezTo>
                  <a:cubicBezTo>
                    <a:pt x="106" y="44"/>
                    <a:pt x="106" y="44"/>
                    <a:pt x="106" y="44"/>
                  </a:cubicBezTo>
                  <a:cubicBezTo>
                    <a:pt x="107" y="45"/>
                    <a:pt x="108" y="47"/>
                    <a:pt x="108" y="49"/>
                  </a:cubicBezTo>
                  <a:cubicBezTo>
                    <a:pt x="108" y="85"/>
                    <a:pt x="108" y="85"/>
                    <a:pt x="108" y="85"/>
                  </a:cubicBezTo>
                  <a:cubicBezTo>
                    <a:pt x="108" y="89"/>
                    <a:pt x="106" y="91"/>
                    <a:pt x="102" y="91"/>
                  </a:cubicBezTo>
                  <a:cubicBezTo>
                    <a:pt x="37" y="91"/>
                    <a:pt x="37" y="91"/>
                    <a:pt x="37" y="91"/>
                  </a:cubicBezTo>
                  <a:cubicBezTo>
                    <a:pt x="14" y="126"/>
                    <a:pt x="14" y="126"/>
                    <a:pt x="14" y="126"/>
                  </a:cubicBezTo>
                  <a:cubicBezTo>
                    <a:pt x="70" y="171"/>
                    <a:pt x="70" y="171"/>
                    <a:pt x="70" y="171"/>
                  </a:cubicBezTo>
                  <a:cubicBezTo>
                    <a:pt x="72" y="172"/>
                    <a:pt x="72" y="173"/>
                    <a:pt x="72" y="175"/>
                  </a:cubicBezTo>
                  <a:cubicBezTo>
                    <a:pt x="72" y="205"/>
                    <a:pt x="72" y="205"/>
                    <a:pt x="72" y="205"/>
                  </a:cubicBezTo>
                  <a:cubicBezTo>
                    <a:pt x="72" y="209"/>
                    <a:pt x="70" y="211"/>
                    <a:pt x="66" y="21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76" name="Freeform 61">
              <a:extLst>
                <a:ext uri="{FF2B5EF4-FFF2-40B4-BE49-F238E27FC236}">
                  <a16:creationId xmlns:a16="http://schemas.microsoft.com/office/drawing/2014/main" id="{81B4FE17-16E8-1D46-A84D-C61DF767FCAD}"/>
                </a:ext>
              </a:extLst>
            </p:cNvPr>
            <p:cNvSpPr>
              <a:spLocks/>
            </p:cNvSpPr>
            <p:nvPr/>
          </p:nvSpPr>
          <p:spPr bwMode="auto">
            <a:xfrm>
              <a:off x="6983" y="665"/>
              <a:ext cx="112" cy="108"/>
            </a:xfrm>
            <a:custGeom>
              <a:avLst/>
              <a:gdLst>
                <a:gd name="T0" fmla="*/ 6 w 76"/>
                <a:gd name="T1" fmla="*/ 73 h 73"/>
                <a:gd name="T2" fmla="*/ 2 w 76"/>
                <a:gd name="T3" fmla="*/ 71 h 73"/>
                <a:gd name="T4" fmla="*/ 2 w 76"/>
                <a:gd name="T5" fmla="*/ 63 h 73"/>
                <a:gd name="T6" fmla="*/ 23 w 76"/>
                <a:gd name="T7" fmla="*/ 42 h 73"/>
                <a:gd name="T8" fmla="*/ 27 w 76"/>
                <a:gd name="T9" fmla="*/ 40 h 73"/>
                <a:gd name="T10" fmla="*/ 45 w 76"/>
                <a:gd name="T11" fmla="*/ 40 h 73"/>
                <a:gd name="T12" fmla="*/ 64 w 76"/>
                <a:gd name="T13" fmla="*/ 4 h 73"/>
                <a:gd name="T14" fmla="*/ 72 w 76"/>
                <a:gd name="T15" fmla="*/ 2 h 73"/>
                <a:gd name="T16" fmla="*/ 75 w 76"/>
                <a:gd name="T17" fmla="*/ 10 h 73"/>
                <a:gd name="T18" fmla="*/ 54 w 76"/>
                <a:gd name="T19" fmla="*/ 49 h 73"/>
                <a:gd name="T20" fmla="*/ 48 w 76"/>
                <a:gd name="T21" fmla="*/ 52 h 73"/>
                <a:gd name="T22" fmla="*/ 30 w 76"/>
                <a:gd name="T23" fmla="*/ 52 h 73"/>
                <a:gd name="T24" fmla="*/ 11 w 76"/>
                <a:gd name="T25" fmla="*/ 71 h 73"/>
                <a:gd name="T26" fmla="*/ 6 w 76"/>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73">
                  <a:moveTo>
                    <a:pt x="6" y="73"/>
                  </a:moveTo>
                  <a:cubicBezTo>
                    <a:pt x="5" y="73"/>
                    <a:pt x="3" y="73"/>
                    <a:pt x="2" y="71"/>
                  </a:cubicBezTo>
                  <a:cubicBezTo>
                    <a:pt x="0" y="69"/>
                    <a:pt x="0" y="65"/>
                    <a:pt x="2" y="63"/>
                  </a:cubicBezTo>
                  <a:cubicBezTo>
                    <a:pt x="23" y="42"/>
                    <a:pt x="23" y="42"/>
                    <a:pt x="23" y="42"/>
                  </a:cubicBezTo>
                  <a:cubicBezTo>
                    <a:pt x="24" y="41"/>
                    <a:pt x="26" y="40"/>
                    <a:pt x="27" y="40"/>
                  </a:cubicBezTo>
                  <a:cubicBezTo>
                    <a:pt x="45" y="40"/>
                    <a:pt x="45" y="40"/>
                    <a:pt x="45" y="40"/>
                  </a:cubicBezTo>
                  <a:cubicBezTo>
                    <a:pt x="64" y="4"/>
                    <a:pt x="64" y="4"/>
                    <a:pt x="64" y="4"/>
                  </a:cubicBezTo>
                  <a:cubicBezTo>
                    <a:pt x="66" y="2"/>
                    <a:pt x="69" y="0"/>
                    <a:pt x="72" y="2"/>
                  </a:cubicBezTo>
                  <a:cubicBezTo>
                    <a:pt x="75" y="4"/>
                    <a:pt x="76" y="7"/>
                    <a:pt x="75" y="10"/>
                  </a:cubicBezTo>
                  <a:cubicBezTo>
                    <a:pt x="54" y="49"/>
                    <a:pt x="54" y="49"/>
                    <a:pt x="54" y="49"/>
                  </a:cubicBezTo>
                  <a:cubicBezTo>
                    <a:pt x="53" y="51"/>
                    <a:pt x="51" y="52"/>
                    <a:pt x="48" y="52"/>
                  </a:cubicBezTo>
                  <a:cubicBezTo>
                    <a:pt x="30" y="52"/>
                    <a:pt x="30" y="52"/>
                    <a:pt x="30" y="52"/>
                  </a:cubicBezTo>
                  <a:cubicBezTo>
                    <a:pt x="11" y="71"/>
                    <a:pt x="11" y="71"/>
                    <a:pt x="11" y="71"/>
                  </a:cubicBezTo>
                  <a:cubicBezTo>
                    <a:pt x="10" y="73"/>
                    <a:pt x="8" y="73"/>
                    <a:pt x="6" y="7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grpSp>
      <p:sp>
        <p:nvSpPr>
          <p:cNvPr id="5" name="TextBox 4">
            <a:extLst>
              <a:ext uri="{FF2B5EF4-FFF2-40B4-BE49-F238E27FC236}">
                <a16:creationId xmlns:a16="http://schemas.microsoft.com/office/drawing/2014/main" id="{F6439B37-7E18-2D43-9C03-BCA23C9C27E0}"/>
              </a:ext>
            </a:extLst>
          </p:cNvPr>
          <p:cNvSpPr txBox="1"/>
          <p:nvPr userDrawn="1"/>
        </p:nvSpPr>
        <p:spPr>
          <a:xfrm>
            <a:off x="4732020" y="2080260"/>
            <a:ext cx="0" cy="0"/>
          </a:xfrm>
          <a:prstGeom prst="rect">
            <a:avLst/>
          </a:prstGeom>
          <a:noFill/>
        </p:spPr>
        <p:txBody>
          <a:bodyPr wrap="none" lIns="0" tIns="0" rIns="0" bIns="0" rtlCol="0">
            <a:noAutofit/>
          </a:bodyPr>
          <a:lstStyle/>
          <a:p>
            <a:pPr algn="l" defTabSz="228600" rtl="0">
              <a:spcAft>
                <a:spcPts val="1200"/>
              </a:spcAft>
            </a:pPr>
            <a:endParaRPr lang="en-US" noProof="0" dirty="0"/>
          </a:p>
        </p:txBody>
      </p:sp>
    </p:spTree>
    <p:extLst>
      <p:ext uri="{BB962C8B-B14F-4D97-AF65-F5344CB8AC3E}">
        <p14:creationId xmlns:p14="http://schemas.microsoft.com/office/powerpoint/2010/main" val="2713415022"/>
      </p:ext>
    </p:extLst>
  </p:cSld>
  <p:clrMapOvr>
    <a:masterClrMapping/>
  </p:clrMapOvr>
  <p:extLst>
    <p:ext uri="{DCECCB84-F9BA-43D5-87BE-67443E8EF086}">
      <p15:sldGuideLst xmlns:p15="http://schemas.microsoft.com/office/powerpoint/2012/main"/>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1_Greetings + Greater Than L">
    <p:bg>
      <p:bgPr>
        <a:solidFill>
          <a:schemeClr val="accent2"/>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24EDDE8-6EFA-C9B1-FF53-2B45AA0A35D7}"/>
              </a:ext>
            </a:extLst>
          </p:cNvPr>
          <p:cNvGraphicFramePr>
            <a:graphicFrameLocks noChangeAspect="1"/>
          </p:cNvGraphicFramePr>
          <p:nvPr userDrawn="1">
            <p:custDataLst>
              <p:tags r:id="rId1"/>
            </p:custDataLst>
            <p:extLst>
              <p:ext uri="{D42A27DB-BD31-4B8C-83A1-F6EECF244321}">
                <p14:modId xmlns:p14="http://schemas.microsoft.com/office/powerpoint/2010/main" val="38576971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E24EDDE8-6EFA-C9B1-FF53-2B45AA0A35D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FC7882D0-879F-974F-B35F-EE91948B7FED}"/>
              </a:ext>
            </a:extLst>
          </p:cNvPr>
          <p:cNvPicPr>
            <a:picLocks noChangeAspect="1"/>
          </p:cNvPicPr>
          <p:nvPr userDrawn="1"/>
        </p:nvPicPr>
        <p:blipFill>
          <a:blip r:embed="rId5">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vert="horz" anchor="ctr"/>
          <a:lstStyle>
            <a:lvl1pPr algn="l" rtl="0">
              <a:defRPr sz="7200">
                <a:solidFill>
                  <a:schemeClr val="tx1"/>
                </a:solidFill>
              </a:defRPr>
            </a:lvl1pPr>
          </a:lstStyle>
          <a:p>
            <a:r>
              <a:rPr lang="en-US"/>
              <a:t>Thank you</a:t>
            </a:r>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rtl="0">
              <a:spcAft>
                <a:spcPts val="1200"/>
              </a:spcAft>
            </a:pPr>
            <a:endParaRPr lang="en-US" noProof="0"/>
          </a:p>
        </p:txBody>
      </p:sp>
    </p:spTree>
    <p:extLst>
      <p:ext uri="{BB962C8B-B14F-4D97-AF65-F5344CB8AC3E}">
        <p14:creationId xmlns:p14="http://schemas.microsoft.com/office/powerpoint/2010/main" val="1062328879"/>
      </p:ext>
    </p:extLst>
  </p:cSld>
  <p:clrMapOvr>
    <a:overrideClrMapping bg1="dk1" tx1="lt1" bg2="dk2" tx2="lt2" accent1="accent1" accent2="accent2" accent3="accent3" accent4="accent4" accent5="accent5" accent6="accent6" hlink="hlink" folHlink="folHlink"/>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Blank with Title Only opt 1">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196C4D2-3CFB-E824-7472-33BE82471E39}"/>
              </a:ext>
            </a:extLst>
          </p:cNvPr>
          <p:cNvGraphicFramePr>
            <a:graphicFrameLocks noChangeAspect="1"/>
          </p:cNvGraphicFramePr>
          <p:nvPr userDrawn="1">
            <p:custDataLst>
              <p:tags r:id="rId1"/>
            </p:custDataLst>
            <p:extLst>
              <p:ext uri="{D42A27DB-BD31-4B8C-83A1-F6EECF244321}">
                <p14:modId xmlns:p14="http://schemas.microsoft.com/office/powerpoint/2010/main" val="23095561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think-cell data - do not delete" hidden="1">
                        <a:extLst>
                          <a:ext uri="{FF2B5EF4-FFF2-40B4-BE49-F238E27FC236}">
                            <a16:creationId xmlns:a16="http://schemas.microsoft.com/office/drawing/2014/main" id="{E196C4D2-3CFB-E824-7472-33BE82471E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1">
            <a:extLst>
              <a:ext uri="{FF2B5EF4-FFF2-40B4-BE49-F238E27FC236}">
                <a16:creationId xmlns:a16="http://schemas.microsoft.com/office/drawing/2014/main" id="{F6ADD3D0-1D2B-4AC5-BA58-F6A09445C406}"/>
              </a:ext>
            </a:extLst>
          </p:cNvPr>
          <p:cNvSpPr>
            <a:spLocks noGrp="1"/>
          </p:cNvSpPr>
          <p:nvPr>
            <p:ph type="title" hasCustomPrompt="1"/>
          </p:nvPr>
        </p:nvSpPr>
        <p:spPr>
          <a:xfrm>
            <a:off x="381000" y="381001"/>
            <a:ext cx="11430000" cy="726439"/>
          </a:xfrm>
          <a:prstGeom prst="rect">
            <a:avLst/>
          </a:prstGeom>
        </p:spPr>
        <p:txBody>
          <a:bodyPr vert="horz"/>
          <a:lstStyle>
            <a:lvl1pPr rtl="0">
              <a:lnSpc>
                <a:spcPct val="80000"/>
              </a:lnSpc>
              <a:defRPr/>
            </a:lvl1pPr>
          </a:lstStyle>
          <a:p>
            <a:r>
              <a:rPr lang="en-US" dirty="0"/>
              <a:t>Insert Main Title at 36pt min 30pt</a:t>
            </a:r>
          </a:p>
        </p:txBody>
      </p:sp>
      <p:sp>
        <p:nvSpPr>
          <p:cNvPr id="6" name="Footer Placeholder 6">
            <a:extLst>
              <a:ext uri="{FF2B5EF4-FFF2-40B4-BE49-F238E27FC236}">
                <a16:creationId xmlns:a16="http://schemas.microsoft.com/office/drawing/2014/main" id="{7E9FBB69-527E-4AE9-88C4-14D5F4EEA86A}"/>
              </a:ext>
            </a:extLst>
          </p:cNvPr>
          <p:cNvSpPr>
            <a:spLocks noGrp="1"/>
          </p:cNvSpPr>
          <p:nvPr>
            <p:ph type="ftr" sz="quarter" idx="16"/>
          </p:nvPr>
        </p:nvSpPr>
        <p:spPr>
          <a:xfrm>
            <a:off x="381002" y="6519009"/>
            <a:ext cx="5714999" cy="206375"/>
          </a:xfrm>
          <a:prstGeom prst="rect">
            <a:avLst/>
          </a:prstGeom>
        </p:spPr>
        <p:txBody>
          <a:bodyPr lIns="0"/>
          <a:lstStyle>
            <a:lvl1pPr rtl="0">
              <a:defRPr sz="800">
                <a:solidFill>
                  <a:schemeClr val="tx1">
                    <a:alpha val="40000"/>
                  </a:schemeClr>
                </a:solidFill>
              </a:defRPr>
            </a:lvl1pPr>
          </a:lstStyle>
          <a:p>
            <a:r>
              <a:rPr lang="en-US"/>
              <a:t>Copyright © 2020 Accenture. All rights reserved.</a:t>
            </a:r>
            <a:endParaRPr lang="en-US" dirty="0"/>
          </a:p>
        </p:txBody>
      </p:sp>
      <p:sp>
        <p:nvSpPr>
          <p:cNvPr id="9" name="Slide Number Placeholder 9">
            <a:extLst>
              <a:ext uri="{FF2B5EF4-FFF2-40B4-BE49-F238E27FC236}">
                <a16:creationId xmlns:a16="http://schemas.microsoft.com/office/drawing/2014/main" id="{97474492-5E22-4BB4-9673-FCDFCF02A267}"/>
              </a:ext>
            </a:extLst>
          </p:cNvPr>
          <p:cNvSpPr>
            <a:spLocks noGrp="1"/>
          </p:cNvSpPr>
          <p:nvPr>
            <p:ph type="sldNum" sz="quarter" idx="17"/>
          </p:nvPr>
        </p:nvSpPr>
        <p:spPr>
          <a:xfrm>
            <a:off x="11425287" y="6498226"/>
            <a:ext cx="385711" cy="206375"/>
          </a:xfrm>
          <a:prstGeom prst="rect">
            <a:avLst/>
          </a:prstGeom>
        </p:spPr>
        <p:txBody>
          <a:bodyPr/>
          <a:lstStyle>
            <a:lvl1pPr algn="r" rtl="0">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333261473"/>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Cover Image - Left-aligned, GTS">
    <p:bg>
      <p:bgPr>
        <a:solidFill>
          <a:schemeClr val="accent3"/>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44646671-BECB-F589-B6E6-C64A26D21511}"/>
              </a:ext>
            </a:extLst>
          </p:cNvPr>
          <p:cNvGraphicFramePr>
            <a:graphicFrameLocks noChangeAspect="1"/>
          </p:cNvGraphicFramePr>
          <p:nvPr userDrawn="1">
            <p:custDataLst>
              <p:tags r:id="rId1"/>
            </p:custDataLst>
            <p:extLst>
              <p:ext uri="{D42A27DB-BD31-4B8C-83A1-F6EECF244321}">
                <p14:modId xmlns:p14="http://schemas.microsoft.com/office/powerpoint/2010/main" val="34266765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9" name="think-cell data - do not delete" hidden="1">
                        <a:extLst>
                          <a:ext uri="{FF2B5EF4-FFF2-40B4-BE49-F238E27FC236}">
                            <a16:creationId xmlns:a16="http://schemas.microsoft.com/office/drawing/2014/main" id="{44646671-BECB-F589-B6E6-C64A26D2151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8" name="Picture 7">
            <a:extLst>
              <a:ext uri="{FF2B5EF4-FFF2-40B4-BE49-F238E27FC236}">
                <a16:creationId xmlns:a16="http://schemas.microsoft.com/office/drawing/2014/main" id="{D59C8654-2CC9-F541-A924-257D0187B575}"/>
              </a:ext>
            </a:extLst>
          </p:cNvPr>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18089" y="0"/>
            <a:ext cx="12210089" cy="6858000"/>
          </a:xfrm>
          <a:prstGeom prst="rect">
            <a:avLst/>
          </a:prstGeom>
        </p:spPr>
      </p:pic>
      <p:sp>
        <p:nvSpPr>
          <p:cNvPr id="5" name="Rectangle 4">
            <a:extLst>
              <a:ext uri="{FF2B5EF4-FFF2-40B4-BE49-F238E27FC236}">
                <a16:creationId xmlns:a16="http://schemas.microsoft.com/office/drawing/2014/main" id="{E9EB74AD-1B7B-4DBD-AD4A-8DA48458B447}"/>
              </a:ext>
            </a:extLst>
          </p:cNvPr>
          <p:cNvSpPr/>
          <p:nvPr userDrawn="1"/>
        </p:nvSpPr>
        <p:spPr>
          <a:xfrm>
            <a:off x="0" y="0"/>
            <a:ext cx="12192000" cy="6858000"/>
          </a:xfrm>
          <a:prstGeom prst="rect">
            <a:avLst/>
          </a:prstGeom>
          <a:gradFill flip="none" rotWithShape="1">
            <a:gsLst>
              <a:gs pos="0">
                <a:schemeClr val="bg1">
                  <a:alpha val="35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381001" y="3097823"/>
            <a:ext cx="4301168"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084C2CB2-4FB2-4965-A2E7-4A3640116F06}" type="datetime2">
              <a:rPr lang="en-US" smtClean="0"/>
              <a:pPr/>
              <a:t>Thursday, August 27, 2026</a:t>
            </a:fld>
            <a:endParaRPr lang="en-US" dirty="0"/>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4" name="TextBox 3">
            <a:extLst>
              <a:ext uri="{FF2B5EF4-FFF2-40B4-BE49-F238E27FC236}">
                <a16:creationId xmlns:a16="http://schemas.microsoft.com/office/drawing/2014/main" id="{8506A9A1-BB92-4DC6-893F-3C43599C724E}"/>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chemeClr val="bg2"/>
                </a:solidFill>
                <a:effectLst/>
                <a:uLnTx/>
                <a:uFillTx/>
              </a:rPr>
              <a:t>Format Background… &gt; Picture or texture fill &gt; Set to one of the provided selections in the image library</a:t>
            </a:r>
            <a:endParaRPr kumimoji="0" lang="en-US" sz="800" b="0" i="0" u="none" strike="noStrike" kern="0" cap="none" spc="0" normalizeH="0" baseline="0" noProof="0" dirty="0">
              <a:ln>
                <a:noFill/>
              </a:ln>
              <a:solidFill>
                <a:schemeClr val="bg2"/>
              </a:solidFill>
              <a:effectLst/>
              <a:uLnTx/>
              <a:uFillTx/>
            </a:endParaRPr>
          </a:p>
        </p:txBody>
      </p:sp>
      <p:pic>
        <p:nvPicPr>
          <p:cNvPr id="12" name="Picture 11" descr="A picture containing card, drawing, crosswalk, table&#10;&#10;Description automatically generated">
            <a:extLst>
              <a:ext uri="{FF2B5EF4-FFF2-40B4-BE49-F238E27FC236}">
                <a16:creationId xmlns:a16="http://schemas.microsoft.com/office/drawing/2014/main" id="{15DA8F74-8D2F-E745-B600-2FEBC256CBB4}"/>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10817" y="406666"/>
            <a:ext cx="670786" cy="710244"/>
          </a:xfrm>
          <a:prstGeom prst="rect">
            <a:avLst/>
          </a:prstGeom>
        </p:spPr>
      </p:pic>
      <p:pic>
        <p:nvPicPr>
          <p:cNvPr id="6" name="Picture 5">
            <a:extLst>
              <a:ext uri="{FF2B5EF4-FFF2-40B4-BE49-F238E27FC236}">
                <a16:creationId xmlns:a16="http://schemas.microsoft.com/office/drawing/2014/main" id="{4DC00D36-8672-4CC5-BCC9-94800B083ED3}"/>
              </a:ext>
            </a:extLst>
          </p:cNvPr>
          <p:cNvPicPr>
            <a:picLocks noChangeAspect="1"/>
          </p:cNvPicPr>
          <p:nvPr userDrawn="1"/>
        </p:nvPicPr>
        <p:blipFill>
          <a:blip r:embed="rId7">
            <a:extLst>
              <a:ext uri="{28A0092B-C50C-407E-A947-70E740481C1C}">
                <a14:useLocalDpi xmlns:a14="http://schemas.microsoft.com/office/drawing/2010/main"/>
              </a:ext>
            </a:extLst>
          </a:blip>
          <a:stretch>
            <a:fillRect/>
          </a:stretch>
        </p:blipFill>
        <p:spPr>
          <a:xfrm>
            <a:off x="410817" y="6173039"/>
            <a:ext cx="4395557" cy="278295"/>
          </a:xfrm>
          <a:prstGeom prst="rect">
            <a:avLst/>
          </a:prstGeom>
        </p:spPr>
      </p:pic>
    </p:spTree>
    <p:extLst>
      <p:ext uri="{BB962C8B-B14F-4D97-AF65-F5344CB8AC3E}">
        <p14:creationId xmlns:p14="http://schemas.microsoft.com/office/powerpoint/2010/main" val="175028850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Cover Image - Left-aligned, Logo">
    <p:bg>
      <p:bgPr>
        <a:solidFill>
          <a:schemeClr val="accent3"/>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71F5D22-0A52-D42D-FDF4-5FBFF12CE10E}"/>
              </a:ext>
            </a:extLst>
          </p:cNvPr>
          <p:cNvGraphicFramePr>
            <a:graphicFrameLocks noChangeAspect="1"/>
          </p:cNvGraphicFramePr>
          <p:nvPr userDrawn="1">
            <p:custDataLst>
              <p:tags r:id="rId1"/>
            </p:custDataLst>
            <p:extLst>
              <p:ext uri="{D42A27DB-BD31-4B8C-83A1-F6EECF244321}">
                <p14:modId xmlns:p14="http://schemas.microsoft.com/office/powerpoint/2010/main" val="34877428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B71F5D22-0A52-D42D-FDF4-5FBFF12CE10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7" name="Picture 16">
            <a:extLst>
              <a:ext uri="{FF2B5EF4-FFF2-40B4-BE49-F238E27FC236}">
                <a16:creationId xmlns:a16="http://schemas.microsoft.com/office/drawing/2014/main" id="{662C8E55-8CAE-FC4A-BA3A-F66815D73440}"/>
              </a:ext>
            </a:extLst>
          </p:cNvPr>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1" y="0"/>
            <a:ext cx="12210089" cy="6858000"/>
          </a:xfrm>
          <a:prstGeom prst="rect">
            <a:avLst/>
          </a:prstGeom>
        </p:spPr>
      </p:pic>
      <p:sp>
        <p:nvSpPr>
          <p:cNvPr id="18" name="Rectangle 17">
            <a:extLst>
              <a:ext uri="{FF2B5EF4-FFF2-40B4-BE49-F238E27FC236}">
                <a16:creationId xmlns:a16="http://schemas.microsoft.com/office/drawing/2014/main" id="{AD922CB3-850F-0445-AC8B-17707616DE47}"/>
              </a:ext>
            </a:extLst>
          </p:cNvPr>
          <p:cNvSpPr/>
          <p:nvPr userDrawn="1"/>
        </p:nvSpPr>
        <p:spPr>
          <a:xfrm>
            <a:off x="0" y="0"/>
            <a:ext cx="12192000" cy="6858000"/>
          </a:xfrm>
          <a:prstGeom prst="rect">
            <a:avLst/>
          </a:prstGeom>
          <a:gradFill flip="none" rotWithShape="1">
            <a:gsLst>
              <a:gs pos="0">
                <a:schemeClr val="bg1">
                  <a:alpha val="35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4" name="TextBox 3">
            <a:extLst>
              <a:ext uri="{FF2B5EF4-FFF2-40B4-BE49-F238E27FC236}">
                <a16:creationId xmlns:a16="http://schemas.microsoft.com/office/drawing/2014/main" id="{8506A9A1-BB92-4DC6-893F-3C43599C724E}"/>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chemeClr val="bg2"/>
                </a:solidFill>
                <a:effectLst/>
                <a:uLnTx/>
                <a:uFillTx/>
              </a:rPr>
              <a:t>Format Background… &gt; Picture or texture fill &gt; Set to one of the provided selections in the image library</a:t>
            </a:r>
            <a:endParaRPr kumimoji="0" lang="en-US" sz="800" b="0" i="0" u="none" strike="noStrike" kern="0" cap="none" spc="0" normalizeH="0" baseline="0" noProof="0" dirty="0">
              <a:ln>
                <a:noFill/>
              </a:ln>
              <a:solidFill>
                <a:schemeClr val="bg2"/>
              </a:solidFill>
              <a:effectLst/>
              <a:uLnTx/>
              <a:uFillTx/>
            </a:endParaRPr>
          </a:p>
        </p:txBody>
      </p:sp>
      <p:sp>
        <p:nvSpPr>
          <p:cNvPr id="8" name="Subtitle 2">
            <a:extLst>
              <a:ext uri="{FF2B5EF4-FFF2-40B4-BE49-F238E27FC236}">
                <a16:creationId xmlns:a16="http://schemas.microsoft.com/office/drawing/2014/main" id="{9279EB0A-2DCA-4410-A834-F9A425FF964B}"/>
              </a:ext>
            </a:extLst>
          </p:cNvPr>
          <p:cNvSpPr>
            <a:spLocks noGrp="1"/>
          </p:cNvSpPr>
          <p:nvPr>
            <p:ph type="subTitle" idx="1" hasCustomPrompt="1"/>
          </p:nvPr>
        </p:nvSpPr>
        <p:spPr>
          <a:xfrm>
            <a:off x="381001" y="3097823"/>
            <a:ext cx="4301168"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pic>
        <p:nvPicPr>
          <p:cNvPr id="12" name="Picture 11" descr="A picture containing card, drawing, crosswalk, table&#10;&#10;Description automatically generated">
            <a:extLst>
              <a:ext uri="{FF2B5EF4-FFF2-40B4-BE49-F238E27FC236}">
                <a16:creationId xmlns:a16="http://schemas.microsoft.com/office/drawing/2014/main" id="{7496C749-B3E7-664A-94B5-490B1D462E17}"/>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10817" y="406666"/>
            <a:ext cx="670786" cy="710244"/>
          </a:xfrm>
          <a:prstGeom prst="rect">
            <a:avLst/>
          </a:prstGeom>
        </p:spPr>
      </p:pic>
      <p:pic>
        <p:nvPicPr>
          <p:cNvPr id="5" name="Picture 4">
            <a:extLst>
              <a:ext uri="{FF2B5EF4-FFF2-40B4-BE49-F238E27FC236}">
                <a16:creationId xmlns:a16="http://schemas.microsoft.com/office/drawing/2014/main" id="{E208B9F0-97C2-4E32-B747-303D00DEEACC}"/>
              </a:ext>
            </a:extLst>
          </p:cNvPr>
          <p:cNvPicPr>
            <a:picLocks noChangeAspect="1"/>
          </p:cNvPicPr>
          <p:nvPr userDrawn="1"/>
        </p:nvPicPr>
        <p:blipFill>
          <a:blip r:embed="rId7">
            <a:extLst>
              <a:ext uri="{28A0092B-C50C-407E-A947-70E740481C1C}">
                <a14:useLocalDpi xmlns:a14="http://schemas.microsoft.com/office/drawing/2010/main"/>
              </a:ext>
            </a:extLst>
          </a:blip>
          <a:stretch>
            <a:fillRect/>
          </a:stretch>
        </p:blipFill>
        <p:spPr>
          <a:xfrm>
            <a:off x="410817" y="6173039"/>
            <a:ext cx="4395557" cy="278295"/>
          </a:xfrm>
          <a:prstGeom prst="rect">
            <a:avLst/>
          </a:prstGeom>
        </p:spPr>
      </p:pic>
    </p:spTree>
    <p:extLst>
      <p:ext uri="{BB962C8B-B14F-4D97-AF65-F5344CB8AC3E}">
        <p14:creationId xmlns:p14="http://schemas.microsoft.com/office/powerpoint/2010/main" val="66190600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1_Cover Image - Left-aligned, Logo">
    <p:bg>
      <p:bgPr>
        <a:solidFill>
          <a:schemeClr val="accent3"/>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4BA74DA-6470-6229-7271-96DBD2D0BD5F}"/>
              </a:ext>
            </a:extLst>
          </p:cNvPr>
          <p:cNvGraphicFramePr>
            <a:graphicFrameLocks noChangeAspect="1"/>
          </p:cNvGraphicFramePr>
          <p:nvPr userDrawn="1">
            <p:custDataLst>
              <p:tags r:id="rId1"/>
            </p:custDataLst>
            <p:extLst>
              <p:ext uri="{D42A27DB-BD31-4B8C-83A1-F6EECF244321}">
                <p14:modId xmlns:p14="http://schemas.microsoft.com/office/powerpoint/2010/main" val="34214156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54BA74DA-6470-6229-7271-96DBD2D0BD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8" name="Subtitle 2">
            <a:extLst>
              <a:ext uri="{FF2B5EF4-FFF2-40B4-BE49-F238E27FC236}">
                <a16:creationId xmlns:a16="http://schemas.microsoft.com/office/drawing/2014/main" id="{9279EB0A-2DCA-4410-A834-F9A425FF964B}"/>
              </a:ext>
            </a:extLst>
          </p:cNvPr>
          <p:cNvSpPr>
            <a:spLocks noGrp="1"/>
          </p:cNvSpPr>
          <p:nvPr>
            <p:ph type="subTitle" idx="1" hasCustomPrompt="1"/>
          </p:nvPr>
        </p:nvSpPr>
        <p:spPr>
          <a:xfrm>
            <a:off x="381001" y="3097823"/>
            <a:ext cx="4301168"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pic>
        <p:nvPicPr>
          <p:cNvPr id="12" name="Picture 11" descr="A picture containing card, drawing, crosswalk, table&#10;&#10;Description automatically generated">
            <a:extLst>
              <a:ext uri="{FF2B5EF4-FFF2-40B4-BE49-F238E27FC236}">
                <a16:creationId xmlns:a16="http://schemas.microsoft.com/office/drawing/2014/main" id="{7496C749-B3E7-664A-94B5-490B1D462E17}"/>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410817" y="406666"/>
            <a:ext cx="670786" cy="710244"/>
          </a:xfrm>
          <a:prstGeom prst="rect">
            <a:avLst/>
          </a:prstGeom>
        </p:spPr>
      </p:pic>
      <p:pic>
        <p:nvPicPr>
          <p:cNvPr id="5" name="Picture 4">
            <a:extLst>
              <a:ext uri="{FF2B5EF4-FFF2-40B4-BE49-F238E27FC236}">
                <a16:creationId xmlns:a16="http://schemas.microsoft.com/office/drawing/2014/main" id="{E208B9F0-97C2-4E32-B747-303D00DEEACC}"/>
              </a:ext>
            </a:extLst>
          </p:cNvPr>
          <p:cNvPicPr>
            <a:picLocks noChangeAspect="1"/>
          </p:cNvPicPr>
          <p:nvPr userDrawn="1"/>
        </p:nvPicPr>
        <p:blipFill>
          <a:blip r:embed="rId6">
            <a:extLst>
              <a:ext uri="{28A0092B-C50C-407E-A947-70E740481C1C}">
                <a14:useLocalDpi xmlns:a14="http://schemas.microsoft.com/office/drawing/2010/main"/>
              </a:ext>
            </a:extLst>
          </a:blip>
          <a:stretch>
            <a:fillRect/>
          </a:stretch>
        </p:blipFill>
        <p:spPr>
          <a:xfrm>
            <a:off x="410817" y="6173039"/>
            <a:ext cx="4395557" cy="278295"/>
          </a:xfrm>
          <a:prstGeom prst="rect">
            <a:avLst/>
          </a:prstGeom>
        </p:spPr>
      </p:pic>
    </p:spTree>
    <p:extLst>
      <p:ext uri="{BB962C8B-B14F-4D97-AF65-F5344CB8AC3E}">
        <p14:creationId xmlns:p14="http://schemas.microsoft.com/office/powerpoint/2010/main" val="28049619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cSld name="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8A29A5C-7D56-67A4-F66A-8C1FFE51B1A9}"/>
              </a:ext>
            </a:extLst>
          </p:cNvPr>
          <p:cNvGraphicFramePr>
            <a:graphicFrameLocks noChangeAspect="1"/>
          </p:cNvGraphicFramePr>
          <p:nvPr userDrawn="1">
            <p:custDataLst>
              <p:tags r:id="rId1"/>
            </p:custDataLst>
            <p:extLst>
              <p:ext uri="{D42A27DB-BD31-4B8C-83A1-F6EECF244321}">
                <p14:modId xmlns:p14="http://schemas.microsoft.com/office/powerpoint/2010/main" val="19418328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think-cell data - do not delete" hidden="1">
                        <a:extLst>
                          <a:ext uri="{FF2B5EF4-FFF2-40B4-BE49-F238E27FC236}">
                            <a16:creationId xmlns:a16="http://schemas.microsoft.com/office/drawing/2014/main" id="{38A29A5C-7D56-67A4-F66A-8C1FFE51B1A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3FA9A1B0-B402-413A-BC45-36AC335622DC}"/>
              </a:ext>
            </a:extLst>
          </p:cNvPr>
          <p:cNvSpPr>
            <a:spLocks noGrp="1"/>
          </p:cNvSpPr>
          <p:nvPr>
            <p:ph type="title"/>
          </p:nvPr>
        </p:nvSpPr>
        <p:spPr/>
        <p:txBody>
          <a:bodyPr vert="horz"/>
          <a:lstStyle>
            <a:lvl1pPr rtl="0">
              <a:defRPr/>
            </a:lvl1pPr>
          </a:lstStyle>
          <a:p>
            <a:r>
              <a:rPr lang="en-US" dirty="0"/>
              <a:t>Click to edit Master title style</a:t>
            </a:r>
          </a:p>
        </p:txBody>
      </p:sp>
    </p:spTree>
    <p:extLst>
      <p:ext uri="{BB962C8B-B14F-4D97-AF65-F5344CB8AC3E}">
        <p14:creationId xmlns:p14="http://schemas.microsoft.com/office/powerpoint/2010/main" val="13717361"/>
      </p:ext>
    </p:extLst>
  </p:cSld>
  <p:clrMapOvr>
    <a:masterClrMapping/>
  </p:clrMapOvr>
  <p:extLst>
    <p:ext uri="{DCECCB84-F9BA-43D5-87BE-67443E8EF086}">
      <p15:sldGuideLst xmlns:p15="http://schemas.microsoft.com/office/powerpoint/2012/main"/>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77E58556-E6C5-4A51-A561-0811ED0DE88A}"/>
              </a:ext>
            </a:extLst>
          </p:cNvPr>
          <p:cNvGraphicFramePr>
            <a:graphicFrameLocks noChangeAspect="1"/>
          </p:cNvGraphicFramePr>
          <p:nvPr userDrawn="1">
            <p:custDataLst>
              <p:tags r:id="rId1"/>
            </p:custDataLst>
            <p:extLst>
              <p:ext uri="{D42A27DB-BD31-4B8C-83A1-F6EECF244321}">
                <p14:modId xmlns:p14="http://schemas.microsoft.com/office/powerpoint/2010/main" val="29979646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2" name="Object 1" hidden="1">
                        <a:extLst>
                          <a:ext uri="{FF2B5EF4-FFF2-40B4-BE49-F238E27FC236}">
                            <a16:creationId xmlns:a16="http://schemas.microsoft.com/office/drawing/2014/main" id="{77E58556-E6C5-4A51-A561-0811ED0DE88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6DDC6252-9CE1-471D-A66D-A48B78A83F22}"/>
              </a:ext>
            </a:extLst>
          </p:cNvPr>
          <p:cNvPicPr>
            <a:picLocks noChangeAspect="1"/>
          </p:cNvPicPr>
          <p:nvPr userDrawn="1"/>
        </p:nvPicPr>
        <p:blipFill rotWithShape="1">
          <a:blip r:embed="rId5" cstate="email">
            <a:duotone>
              <a:prstClr val="black"/>
              <a:schemeClr val="accent1">
                <a:tint val="45000"/>
                <a:satMod val="400000"/>
              </a:schemeClr>
            </a:duotone>
            <a:extLst>
              <a:ext uri="{28A0092B-C50C-407E-A947-70E740481C1C}">
                <a14:useLocalDpi xmlns:a14="http://schemas.microsoft.com/office/drawing/2010/main"/>
              </a:ext>
            </a:extLst>
          </a:blip>
          <a:srcRect t="-46100"/>
          <a:stretch/>
        </p:blipFill>
        <p:spPr>
          <a:xfrm rot="10800000" flipH="1">
            <a:off x="-4949" y="0"/>
            <a:ext cx="12192001" cy="4311580"/>
          </a:xfrm>
          <a:prstGeom prst="rect">
            <a:avLst/>
          </a:prstGeom>
        </p:spPr>
      </p:pic>
      <p:sp>
        <p:nvSpPr>
          <p:cNvPr id="4" name="Title 1">
            <a:extLst>
              <a:ext uri="{FF2B5EF4-FFF2-40B4-BE49-F238E27FC236}">
                <a16:creationId xmlns:a16="http://schemas.microsoft.com/office/drawing/2014/main" id="{C3E97667-1C7D-4FC6-97FC-1224063BED60}"/>
              </a:ext>
            </a:extLst>
          </p:cNvPr>
          <p:cNvSpPr>
            <a:spLocks noGrp="1"/>
          </p:cNvSpPr>
          <p:nvPr>
            <p:ph type="title" hasCustomPrompt="1"/>
          </p:nvPr>
        </p:nvSpPr>
        <p:spPr>
          <a:xfrm>
            <a:off x="381000" y="381000"/>
            <a:ext cx="11430000" cy="990600"/>
          </a:xfrm>
        </p:spPr>
        <p:txBody>
          <a:bodyPr vert="horz"/>
          <a:lstStyle>
            <a:lvl1pPr rtl="0">
              <a:defRPr sz="3600"/>
            </a:lvl1pPr>
          </a:lstStyle>
          <a:p>
            <a:r>
              <a:rPr lang="en-US" dirty="0"/>
              <a:t>Place headline here (36pt, min 30pt)</a:t>
            </a:r>
          </a:p>
        </p:txBody>
      </p:sp>
      <p:sp>
        <p:nvSpPr>
          <p:cNvPr id="5" name="Text Placeholder 3">
            <a:extLst>
              <a:ext uri="{FF2B5EF4-FFF2-40B4-BE49-F238E27FC236}">
                <a16:creationId xmlns:a16="http://schemas.microsoft.com/office/drawing/2014/main" id="{1DA78725-2B2F-4B39-B9BD-99566A4D4974}"/>
              </a:ext>
            </a:extLst>
          </p:cNvPr>
          <p:cNvSpPr>
            <a:spLocks noGrp="1"/>
          </p:cNvSpPr>
          <p:nvPr>
            <p:ph type="body" sz="quarter" idx="10" hasCustomPrompt="1"/>
          </p:nvPr>
        </p:nvSpPr>
        <p:spPr>
          <a:xfrm>
            <a:off x="381000" y="1371600"/>
            <a:ext cx="11430000" cy="345233"/>
          </a:xfrm>
        </p:spPr>
        <p:txBody>
          <a:bodyPr/>
          <a:lstStyle>
            <a:lvl1pPr rtl="0">
              <a:defRPr>
                <a:solidFill>
                  <a:schemeClr val="accent1"/>
                </a:solidFill>
                <a:latin typeface="GT Sectra Fine"/>
              </a:defRPr>
            </a:lvl1pPr>
            <a:lvl2pPr marL="0" indent="0">
              <a:buNone/>
              <a:defRPr/>
            </a:lvl2pPr>
          </a:lstStyle>
          <a:p>
            <a:pPr lvl="0"/>
            <a:r>
              <a:rPr lang="en-US" dirty="0"/>
              <a:t>Place subtitle here</a:t>
            </a:r>
          </a:p>
        </p:txBody>
      </p:sp>
    </p:spTree>
    <p:extLst>
      <p:ext uri="{BB962C8B-B14F-4D97-AF65-F5344CB8AC3E}">
        <p14:creationId xmlns:p14="http://schemas.microsoft.com/office/powerpoint/2010/main" val="215148587"/>
      </p:ext>
    </p:extLst>
  </p:cSld>
  <p:clrMapOvr>
    <a:masterClrMapping/>
  </p:clrMapOvr>
  <p:extLst>
    <p:ext uri="{DCECCB84-F9BA-43D5-87BE-67443E8EF086}">
      <p15:sldGuideLst xmlns:p15="http://schemas.microsoft.com/office/powerpoint/2012/main"/>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1_6.j Title and Subtitle">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A58DE66-3B18-B8E1-504F-326878B538B2}"/>
              </a:ext>
            </a:extLst>
          </p:cNvPr>
          <p:cNvGraphicFramePr>
            <a:graphicFrameLocks noChangeAspect="1"/>
          </p:cNvGraphicFramePr>
          <p:nvPr userDrawn="1">
            <p:custDataLst>
              <p:tags r:id="rId1"/>
            </p:custDataLst>
            <p:extLst>
              <p:ext uri="{D42A27DB-BD31-4B8C-83A1-F6EECF244321}">
                <p14:modId xmlns:p14="http://schemas.microsoft.com/office/powerpoint/2010/main" val="9970158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Object 4" hidden="1">
                        <a:extLst>
                          <a:ext uri="{FF2B5EF4-FFF2-40B4-BE49-F238E27FC236}">
                            <a16:creationId xmlns:a16="http://schemas.microsoft.com/office/drawing/2014/main" id="{6A58DE66-3B18-B8E1-504F-326878B538B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1">
            <a:extLst>
              <a:ext uri="{FF2B5EF4-FFF2-40B4-BE49-F238E27FC236}">
                <a16:creationId xmlns:a16="http://schemas.microsoft.com/office/drawing/2014/main" id="{9EAD9AED-9987-4CE9-B39D-B256B46200E0}"/>
              </a:ext>
            </a:extLst>
          </p:cNvPr>
          <p:cNvSpPr>
            <a:spLocks noGrp="1"/>
          </p:cNvSpPr>
          <p:nvPr>
            <p:ph type="title" hasCustomPrompt="1"/>
          </p:nvPr>
        </p:nvSpPr>
        <p:spPr>
          <a:xfrm>
            <a:off x="381000" y="381000"/>
            <a:ext cx="11430000" cy="990600"/>
          </a:xfrm>
        </p:spPr>
        <p:txBody>
          <a:bodyPr vert="horz"/>
          <a:lstStyle>
            <a:lvl1pPr rtl="0">
              <a:defRPr sz="3600"/>
            </a:lvl1pPr>
          </a:lstStyle>
          <a:p>
            <a:r>
              <a:rPr lang="en-US"/>
              <a:t>Place headline here (36pt, min 30pt)</a:t>
            </a:r>
            <a:endParaRPr lang="en-US" dirty="0"/>
          </a:p>
        </p:txBody>
      </p:sp>
      <p:sp>
        <p:nvSpPr>
          <p:cNvPr id="4" name="Text Placeholder 3">
            <a:extLst>
              <a:ext uri="{FF2B5EF4-FFF2-40B4-BE49-F238E27FC236}">
                <a16:creationId xmlns:a16="http://schemas.microsoft.com/office/drawing/2014/main" id="{10B59D74-4DC0-40E2-B20A-FB7DC1FBBC8F}"/>
              </a:ext>
            </a:extLst>
          </p:cNvPr>
          <p:cNvSpPr>
            <a:spLocks noGrp="1"/>
          </p:cNvSpPr>
          <p:nvPr>
            <p:ph type="body" sz="quarter" idx="10" hasCustomPrompt="1"/>
          </p:nvPr>
        </p:nvSpPr>
        <p:spPr>
          <a:xfrm>
            <a:off x="381000" y="1371600"/>
            <a:ext cx="11430000" cy="345233"/>
          </a:xfrm>
        </p:spPr>
        <p:txBody>
          <a:bodyPr/>
          <a:lstStyle>
            <a:lvl1pPr rtl="0">
              <a:defRPr>
                <a:solidFill>
                  <a:schemeClr val="accent1"/>
                </a:solidFill>
                <a:latin typeface="GT Sectra Fine"/>
              </a:defRPr>
            </a:lvl1pPr>
            <a:lvl2pPr marL="0" indent="0">
              <a:buNone/>
              <a:defRPr/>
            </a:lvl2pPr>
          </a:lstStyle>
          <a:p>
            <a:pPr lvl="0"/>
            <a:r>
              <a:rPr lang="en-US"/>
              <a:t>Place subtitle here</a:t>
            </a:r>
            <a:endParaRPr lang="en-US" dirty="0"/>
          </a:p>
        </p:txBody>
      </p:sp>
    </p:spTree>
    <p:extLst>
      <p:ext uri="{BB962C8B-B14F-4D97-AF65-F5344CB8AC3E}">
        <p14:creationId xmlns:p14="http://schemas.microsoft.com/office/powerpoint/2010/main" val="830278842"/>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1_3.a Cover Image - Left-aligned, Logo, image">
    <p:bg>
      <p:bgPr>
        <a:solidFill>
          <a:schemeClr val="accent3"/>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99AB538-EE26-FDB8-FF44-CE63D0175E4A}"/>
              </a:ext>
            </a:extLst>
          </p:cNvPr>
          <p:cNvGraphicFramePr>
            <a:graphicFrameLocks noChangeAspect="1"/>
          </p:cNvGraphicFramePr>
          <p:nvPr userDrawn="1">
            <p:custDataLst>
              <p:tags r:id="rId1"/>
            </p:custDataLst>
            <p:extLst>
              <p:ext uri="{D42A27DB-BD31-4B8C-83A1-F6EECF244321}">
                <p14:modId xmlns:p14="http://schemas.microsoft.com/office/powerpoint/2010/main" val="22292633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think-cell data - do not delete" hidden="1">
                        <a:extLst>
                          <a:ext uri="{FF2B5EF4-FFF2-40B4-BE49-F238E27FC236}">
                            <a16:creationId xmlns:a16="http://schemas.microsoft.com/office/drawing/2014/main" id="{C99AB538-EE26-FDB8-FF44-CE63D0175E4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3" name="Picture 12" descr="A person smelling a flower&#10;&#10;Description automatically generated">
            <a:extLst>
              <a:ext uri="{FF2B5EF4-FFF2-40B4-BE49-F238E27FC236}">
                <a16:creationId xmlns:a16="http://schemas.microsoft.com/office/drawing/2014/main" id="{0CBFC399-4E34-4C69-8E9D-E735FCAE89A1}"/>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flipH="1">
            <a:off x="0" y="4320"/>
            <a:ext cx="12192000" cy="6858000"/>
          </a:xfrm>
          <a:prstGeom prst="rect">
            <a:avLst/>
          </a:prstGeom>
        </p:spPr>
      </p:pic>
      <p:sp>
        <p:nvSpPr>
          <p:cNvPr id="14" name="Rectangle 13">
            <a:extLst>
              <a:ext uri="{FF2B5EF4-FFF2-40B4-BE49-F238E27FC236}">
                <a16:creationId xmlns:a16="http://schemas.microsoft.com/office/drawing/2014/main" id="{A19527F9-733E-41FC-B222-D2614B1DFA63}"/>
              </a:ext>
            </a:extLst>
          </p:cNvPr>
          <p:cNvSpPr/>
          <p:nvPr userDrawn="1"/>
        </p:nvSpPr>
        <p:spPr>
          <a:xfrm>
            <a:off x="0" y="0"/>
            <a:ext cx="8144540" cy="6858000"/>
          </a:xfrm>
          <a:prstGeom prst="rect">
            <a:avLst/>
          </a:prstGeom>
          <a:gradFill flip="none" rotWithShape="1">
            <a:gsLst>
              <a:gs pos="0">
                <a:schemeClr val="bg1">
                  <a:alpha val="80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0" name="Title 1">
            <a:extLst>
              <a:ext uri="{FF2B5EF4-FFF2-40B4-BE49-F238E27FC236}">
                <a16:creationId xmlns:a16="http://schemas.microsoft.com/office/drawing/2014/main" id="{A42152A1-14C1-4148-997A-5E1AFC97B6FA}"/>
              </a:ext>
            </a:extLst>
          </p:cNvPr>
          <p:cNvSpPr>
            <a:spLocks noGrp="1"/>
          </p:cNvSpPr>
          <p:nvPr>
            <p:ph type="ctrTitle" hasCustomPrompt="1"/>
          </p:nvPr>
        </p:nvSpPr>
        <p:spPr>
          <a:xfrm>
            <a:off x="381001" y="1139544"/>
            <a:ext cx="5796512"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12" name="Date Placeholder 10">
            <a:extLst>
              <a:ext uri="{FF2B5EF4-FFF2-40B4-BE49-F238E27FC236}">
                <a16:creationId xmlns:a16="http://schemas.microsoft.com/office/drawing/2014/main" id="{0EE3D888-7260-4448-89CB-0DD9DA94D80C}"/>
              </a:ext>
            </a:extLst>
          </p:cNvPr>
          <p:cNvSpPr>
            <a:spLocks noGrp="1"/>
          </p:cNvSpPr>
          <p:nvPr>
            <p:ph type="dt" sz="half" idx="2"/>
          </p:nvPr>
        </p:nvSpPr>
        <p:spPr>
          <a:xfrm>
            <a:off x="381001" y="4949211"/>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15" name="Text Placeholder 16">
            <a:extLst>
              <a:ext uri="{FF2B5EF4-FFF2-40B4-BE49-F238E27FC236}">
                <a16:creationId xmlns:a16="http://schemas.microsoft.com/office/drawing/2014/main" id="{5940F489-2069-4D1A-8A73-1CF50F04F639}"/>
              </a:ext>
            </a:extLst>
          </p:cNvPr>
          <p:cNvSpPr>
            <a:spLocks noGrp="1"/>
          </p:cNvSpPr>
          <p:nvPr>
            <p:ph type="body" sz="quarter" idx="12" hasCustomPrompt="1"/>
          </p:nvPr>
        </p:nvSpPr>
        <p:spPr>
          <a:xfrm>
            <a:off x="381001" y="5194488"/>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17" name="Subtitle 2">
            <a:extLst>
              <a:ext uri="{FF2B5EF4-FFF2-40B4-BE49-F238E27FC236}">
                <a16:creationId xmlns:a16="http://schemas.microsoft.com/office/drawing/2014/main" id="{F07F062E-EB0A-4BF3-AD8A-861249E75C63}"/>
              </a:ext>
            </a:extLst>
          </p:cNvPr>
          <p:cNvSpPr>
            <a:spLocks noGrp="1"/>
          </p:cNvSpPr>
          <p:nvPr>
            <p:ph type="subTitle" idx="1" hasCustomPrompt="1"/>
          </p:nvPr>
        </p:nvSpPr>
        <p:spPr>
          <a:xfrm>
            <a:off x="381001" y="3856366"/>
            <a:ext cx="4229099"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grpSp>
        <p:nvGrpSpPr>
          <p:cNvPr id="16" name="Group 15">
            <a:extLst>
              <a:ext uri="{FF2B5EF4-FFF2-40B4-BE49-F238E27FC236}">
                <a16:creationId xmlns:a16="http://schemas.microsoft.com/office/drawing/2014/main" id="{CCF32982-E421-493C-8505-E355E60399FE}"/>
              </a:ext>
            </a:extLst>
          </p:cNvPr>
          <p:cNvGrpSpPr/>
          <p:nvPr userDrawn="1"/>
        </p:nvGrpSpPr>
        <p:grpSpPr>
          <a:xfrm>
            <a:off x="381002" y="481263"/>
            <a:ext cx="2910258" cy="465221"/>
            <a:chOff x="381002" y="481263"/>
            <a:chExt cx="2910258" cy="465221"/>
          </a:xfrm>
        </p:grpSpPr>
        <p:pic>
          <p:nvPicPr>
            <p:cNvPr id="18" name="Graphic 5">
              <a:extLst>
                <a:ext uri="{FF2B5EF4-FFF2-40B4-BE49-F238E27FC236}">
                  <a16:creationId xmlns:a16="http://schemas.microsoft.com/office/drawing/2014/main" id="{DD977F31-AF8B-4B1B-8CF7-9FD5A1421035}"/>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19" name="Picture 18" descr="A picture containing text, clipart&#10;&#10;Description automatically generated">
              <a:extLst>
                <a:ext uri="{FF2B5EF4-FFF2-40B4-BE49-F238E27FC236}">
                  <a16:creationId xmlns:a16="http://schemas.microsoft.com/office/drawing/2014/main" id="{7F22E43D-D51A-4E40-A135-44384914C562}"/>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2078685" y="695131"/>
              <a:ext cx="1212575" cy="232914"/>
            </a:xfrm>
            <a:prstGeom prst="rect">
              <a:avLst/>
            </a:prstGeom>
          </p:spPr>
        </p:pic>
        <p:cxnSp>
          <p:nvCxnSpPr>
            <p:cNvPr id="20" name="Straight Connector 19">
              <a:extLst>
                <a:ext uri="{FF2B5EF4-FFF2-40B4-BE49-F238E27FC236}">
                  <a16:creationId xmlns:a16="http://schemas.microsoft.com/office/drawing/2014/main" id="{01E49097-647A-4B59-8756-86C6E9F4376B}"/>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Text Placeholder 7">
            <a:extLst>
              <a:ext uri="{FF2B5EF4-FFF2-40B4-BE49-F238E27FC236}">
                <a16:creationId xmlns:a16="http://schemas.microsoft.com/office/drawing/2014/main" id="{E9620B0D-D8F4-42F3-BF37-9F2E1FEE087D}"/>
              </a:ext>
            </a:extLst>
          </p:cNvPr>
          <p:cNvSpPr txBox="1">
            <a:spLocks/>
          </p:cNvSpPr>
          <p:nvPr userDrawn="1"/>
        </p:nvSpPr>
        <p:spPr>
          <a:xfrm>
            <a:off x="9282223" y="6315616"/>
            <a:ext cx="2454341" cy="276999"/>
          </a:xfrm>
          <a:prstGeom prst="rect">
            <a:avLst/>
          </a:prstGeom>
        </p:spPr>
        <p:txBody>
          <a:bodyPr vert="horz" wrap="square" lIns="0" tIns="0" rIns="0" bIns="0" rtlCol="0" anchor="t">
            <a:spAutoFit/>
          </a:bodyPr>
          <a:lstStyle>
            <a:lvl1pPr marL="0" indent="0" algn="r" defTabSz="609493" rtl="0" eaLnBrk="1" latinLnBrk="0" hangingPunct="1">
              <a:spcBef>
                <a:spcPct val="20000"/>
              </a:spcBef>
              <a:buFont typeface="Arial"/>
              <a:buNone/>
              <a:defRPr sz="1800" b="1" i="0" kern="1200">
                <a:solidFill>
                  <a:srgbClr val="FFFFFF"/>
                </a:solidFill>
                <a:effectLst>
                  <a:outerShdw blurRad="88900" sx="103000" sy="103000" algn="ctr" rotWithShape="0">
                    <a:prstClr val="black">
                      <a:alpha val="50000"/>
                    </a:prstClr>
                  </a:outerShdw>
                </a:effectLst>
                <a:latin typeface="Graphik-Semibold" panose="020B0503030202060203" pitchFamily="34" charset="77"/>
                <a:ea typeface="+mn-ea"/>
                <a:cs typeface="+mn-cs"/>
              </a:defRPr>
            </a:lvl1pPr>
            <a:lvl2pPr marL="990427" indent="-380933" algn="l" defTabSz="609493" rtl="0" eaLnBrk="1" latinLnBrk="0" hangingPunct="1">
              <a:spcBef>
                <a:spcPct val="20000"/>
              </a:spcBef>
              <a:buFont typeface="Arial"/>
              <a:buChar char="–"/>
              <a:defRPr sz="1600" b="0" i="0" kern="1200">
                <a:solidFill>
                  <a:srgbClr val="7F7F7F"/>
                </a:solidFill>
                <a:latin typeface="Graphik-Light" panose="020B0403030202060203" pitchFamily="34" charset="77"/>
                <a:ea typeface="+mn-ea"/>
                <a:cs typeface="+mn-cs"/>
              </a:defRPr>
            </a:lvl2pPr>
            <a:lvl3pPr marL="1523733" indent="-304747" algn="l" defTabSz="609493" rtl="0" eaLnBrk="1" latinLnBrk="0" hangingPunct="1">
              <a:spcBef>
                <a:spcPct val="20000"/>
              </a:spcBef>
              <a:buFont typeface="Arial"/>
              <a:buChar char="•"/>
              <a:defRPr sz="1600" b="0" i="0" kern="1200">
                <a:solidFill>
                  <a:srgbClr val="7F7F7F"/>
                </a:solidFill>
                <a:latin typeface="Graphik-Light" panose="020B0403030202060203" pitchFamily="34" charset="77"/>
                <a:ea typeface="+mn-ea"/>
                <a:cs typeface="+mn-cs"/>
              </a:defRPr>
            </a:lvl3pPr>
            <a:lvl4pPr marL="2133227" indent="-304747" algn="l" defTabSz="609493" rtl="0" eaLnBrk="1" latinLnBrk="0" hangingPunct="1">
              <a:spcBef>
                <a:spcPct val="20000"/>
              </a:spcBef>
              <a:buFont typeface="Arial"/>
              <a:buChar char="–"/>
              <a:defRPr sz="1600" b="0" i="0" kern="1200">
                <a:solidFill>
                  <a:srgbClr val="7F7F7F"/>
                </a:solidFill>
                <a:latin typeface="Graphik-Light" panose="020B0403030202060203" pitchFamily="34" charset="77"/>
                <a:ea typeface="+mn-ea"/>
                <a:cs typeface="+mn-cs"/>
              </a:defRPr>
            </a:lvl4pPr>
            <a:lvl5pPr marL="2742720" indent="-304747" algn="l" defTabSz="609493" rtl="0" eaLnBrk="1" latinLnBrk="0" hangingPunct="1">
              <a:spcBef>
                <a:spcPct val="20000"/>
              </a:spcBef>
              <a:buFont typeface="Arial"/>
              <a:buChar char="»"/>
              <a:defRPr sz="1600" b="0" i="0" kern="1200">
                <a:solidFill>
                  <a:srgbClr val="7F7F7F"/>
                </a:solidFill>
                <a:latin typeface="Graphik-Light" panose="020B0403030202060203" pitchFamily="34" charset="77"/>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pPr rtl="0"/>
            <a:r>
              <a:rPr lang="en-US" dirty="0">
                <a:effectLst>
                  <a:outerShdw blurRad="127000" algn="ctr" rotWithShape="0">
                    <a:prstClr val="black">
                      <a:alpha val="70000"/>
                    </a:prstClr>
                  </a:outerShdw>
                </a:effectLst>
                <a:latin typeface="Graphik Bold" panose="020B0803030202060203" pitchFamily="34" charset="0"/>
              </a:rPr>
              <a:t>Let there be change</a:t>
            </a:r>
          </a:p>
        </p:txBody>
      </p:sp>
    </p:spTree>
    <p:extLst>
      <p:ext uri="{BB962C8B-B14F-4D97-AF65-F5344CB8AC3E}">
        <p14:creationId xmlns:p14="http://schemas.microsoft.com/office/powerpoint/2010/main" val="178268898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1_3.b Cover Image - Left-aligned, Logo, image">
    <p:bg>
      <p:bgPr>
        <a:solidFill>
          <a:schemeClr val="accent3"/>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497196F-3073-AD96-9212-099AFFF07241}"/>
              </a:ext>
            </a:extLst>
          </p:cNvPr>
          <p:cNvGraphicFramePr>
            <a:graphicFrameLocks noChangeAspect="1"/>
          </p:cNvGraphicFramePr>
          <p:nvPr userDrawn="1">
            <p:custDataLst>
              <p:tags r:id="rId1"/>
            </p:custDataLst>
            <p:extLst>
              <p:ext uri="{D42A27DB-BD31-4B8C-83A1-F6EECF244321}">
                <p14:modId xmlns:p14="http://schemas.microsoft.com/office/powerpoint/2010/main" val="4818856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think-cell data - do not delete" hidden="1">
                        <a:extLst>
                          <a:ext uri="{FF2B5EF4-FFF2-40B4-BE49-F238E27FC236}">
                            <a16:creationId xmlns:a16="http://schemas.microsoft.com/office/drawing/2014/main" id="{B497196F-3073-AD96-9212-099AFFF0724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1" name="Picture 20">
            <a:extLst>
              <a:ext uri="{FF2B5EF4-FFF2-40B4-BE49-F238E27FC236}">
                <a16:creationId xmlns:a16="http://schemas.microsoft.com/office/drawing/2014/main" id="{D3F60908-1D40-4E00-B8A6-5531AABF0E05}"/>
              </a:ext>
            </a:extLst>
          </p:cNvPr>
          <p:cNvPicPr>
            <a:picLocks noChangeAspect="1"/>
          </p:cNvPicPr>
          <p:nvPr userDrawn="1"/>
        </p:nvPicPr>
        <p:blipFill>
          <a:blip r:embed="rId5">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4" name="Rectangle 13">
            <a:extLst>
              <a:ext uri="{FF2B5EF4-FFF2-40B4-BE49-F238E27FC236}">
                <a16:creationId xmlns:a16="http://schemas.microsoft.com/office/drawing/2014/main" id="{A19527F9-733E-41FC-B222-D2614B1DFA63}"/>
              </a:ext>
            </a:extLst>
          </p:cNvPr>
          <p:cNvSpPr/>
          <p:nvPr userDrawn="1"/>
        </p:nvSpPr>
        <p:spPr>
          <a:xfrm>
            <a:off x="0" y="0"/>
            <a:ext cx="8144540" cy="6858000"/>
          </a:xfrm>
          <a:prstGeom prst="rect">
            <a:avLst/>
          </a:prstGeom>
          <a:gradFill flip="none" rotWithShape="1">
            <a:gsLst>
              <a:gs pos="0">
                <a:schemeClr val="bg1">
                  <a:alpha val="80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0" name="Title 1">
            <a:extLst>
              <a:ext uri="{FF2B5EF4-FFF2-40B4-BE49-F238E27FC236}">
                <a16:creationId xmlns:a16="http://schemas.microsoft.com/office/drawing/2014/main" id="{A42152A1-14C1-4148-997A-5E1AFC97B6FA}"/>
              </a:ext>
            </a:extLst>
          </p:cNvPr>
          <p:cNvSpPr>
            <a:spLocks noGrp="1"/>
          </p:cNvSpPr>
          <p:nvPr>
            <p:ph type="ctrTitle" hasCustomPrompt="1"/>
          </p:nvPr>
        </p:nvSpPr>
        <p:spPr>
          <a:xfrm>
            <a:off x="381001" y="1139544"/>
            <a:ext cx="5796512"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12" name="Date Placeholder 10">
            <a:extLst>
              <a:ext uri="{FF2B5EF4-FFF2-40B4-BE49-F238E27FC236}">
                <a16:creationId xmlns:a16="http://schemas.microsoft.com/office/drawing/2014/main" id="{0EE3D888-7260-4448-89CB-0DD9DA94D80C}"/>
              </a:ext>
            </a:extLst>
          </p:cNvPr>
          <p:cNvSpPr>
            <a:spLocks noGrp="1"/>
          </p:cNvSpPr>
          <p:nvPr>
            <p:ph type="dt" sz="half" idx="2"/>
          </p:nvPr>
        </p:nvSpPr>
        <p:spPr>
          <a:xfrm>
            <a:off x="381001" y="4949211"/>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15" name="Text Placeholder 16">
            <a:extLst>
              <a:ext uri="{FF2B5EF4-FFF2-40B4-BE49-F238E27FC236}">
                <a16:creationId xmlns:a16="http://schemas.microsoft.com/office/drawing/2014/main" id="{5940F489-2069-4D1A-8A73-1CF50F04F639}"/>
              </a:ext>
            </a:extLst>
          </p:cNvPr>
          <p:cNvSpPr>
            <a:spLocks noGrp="1"/>
          </p:cNvSpPr>
          <p:nvPr>
            <p:ph type="body" sz="quarter" idx="12" hasCustomPrompt="1"/>
          </p:nvPr>
        </p:nvSpPr>
        <p:spPr>
          <a:xfrm>
            <a:off x="381001" y="5194488"/>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17" name="Subtitle 2">
            <a:extLst>
              <a:ext uri="{FF2B5EF4-FFF2-40B4-BE49-F238E27FC236}">
                <a16:creationId xmlns:a16="http://schemas.microsoft.com/office/drawing/2014/main" id="{F07F062E-EB0A-4BF3-AD8A-861249E75C63}"/>
              </a:ext>
            </a:extLst>
          </p:cNvPr>
          <p:cNvSpPr>
            <a:spLocks noGrp="1"/>
          </p:cNvSpPr>
          <p:nvPr>
            <p:ph type="subTitle" idx="1" hasCustomPrompt="1"/>
          </p:nvPr>
        </p:nvSpPr>
        <p:spPr>
          <a:xfrm>
            <a:off x="381001" y="3856366"/>
            <a:ext cx="4229099"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grpSp>
        <p:nvGrpSpPr>
          <p:cNvPr id="16" name="Group 15">
            <a:extLst>
              <a:ext uri="{FF2B5EF4-FFF2-40B4-BE49-F238E27FC236}">
                <a16:creationId xmlns:a16="http://schemas.microsoft.com/office/drawing/2014/main" id="{CCF32982-E421-493C-8505-E355E60399FE}"/>
              </a:ext>
            </a:extLst>
          </p:cNvPr>
          <p:cNvGrpSpPr/>
          <p:nvPr userDrawn="1"/>
        </p:nvGrpSpPr>
        <p:grpSpPr>
          <a:xfrm>
            <a:off x="381002" y="481263"/>
            <a:ext cx="2910258" cy="465221"/>
            <a:chOff x="381002" y="481263"/>
            <a:chExt cx="2910258" cy="465221"/>
          </a:xfrm>
        </p:grpSpPr>
        <p:pic>
          <p:nvPicPr>
            <p:cNvPr id="18" name="Graphic 5">
              <a:extLst>
                <a:ext uri="{FF2B5EF4-FFF2-40B4-BE49-F238E27FC236}">
                  <a16:creationId xmlns:a16="http://schemas.microsoft.com/office/drawing/2014/main" id="{DD977F31-AF8B-4B1B-8CF7-9FD5A1421035}"/>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19" name="Picture 18" descr="A picture containing text, clipart&#10;&#10;Description automatically generated">
              <a:extLst>
                <a:ext uri="{FF2B5EF4-FFF2-40B4-BE49-F238E27FC236}">
                  <a16:creationId xmlns:a16="http://schemas.microsoft.com/office/drawing/2014/main" id="{7F22E43D-D51A-4E40-A135-44384914C562}"/>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2078685" y="695131"/>
              <a:ext cx="1212575" cy="232914"/>
            </a:xfrm>
            <a:prstGeom prst="rect">
              <a:avLst/>
            </a:prstGeom>
          </p:spPr>
        </p:pic>
        <p:cxnSp>
          <p:nvCxnSpPr>
            <p:cNvPr id="20" name="Straight Connector 19">
              <a:extLst>
                <a:ext uri="{FF2B5EF4-FFF2-40B4-BE49-F238E27FC236}">
                  <a16:creationId xmlns:a16="http://schemas.microsoft.com/office/drawing/2014/main" id="{01E49097-647A-4B59-8756-86C6E9F4376B}"/>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Text Placeholder 7">
            <a:extLst>
              <a:ext uri="{FF2B5EF4-FFF2-40B4-BE49-F238E27FC236}">
                <a16:creationId xmlns:a16="http://schemas.microsoft.com/office/drawing/2014/main" id="{4681E8F6-1D0A-4D04-8C51-301B019C0999}"/>
              </a:ext>
            </a:extLst>
          </p:cNvPr>
          <p:cNvSpPr txBox="1">
            <a:spLocks/>
          </p:cNvSpPr>
          <p:nvPr userDrawn="1"/>
        </p:nvSpPr>
        <p:spPr>
          <a:xfrm>
            <a:off x="9282223" y="6315616"/>
            <a:ext cx="2454341" cy="276999"/>
          </a:xfrm>
          <a:prstGeom prst="rect">
            <a:avLst/>
          </a:prstGeom>
        </p:spPr>
        <p:txBody>
          <a:bodyPr vert="horz" wrap="square" lIns="0" tIns="0" rIns="0" bIns="0" rtlCol="0" anchor="t">
            <a:spAutoFit/>
          </a:bodyPr>
          <a:lstStyle>
            <a:lvl1pPr marL="0" indent="0" algn="r" defTabSz="609493" rtl="0" eaLnBrk="1" latinLnBrk="0" hangingPunct="1">
              <a:spcBef>
                <a:spcPct val="20000"/>
              </a:spcBef>
              <a:buFont typeface="Arial"/>
              <a:buNone/>
              <a:defRPr sz="1800" b="1" i="0" kern="1200">
                <a:solidFill>
                  <a:srgbClr val="FFFFFF"/>
                </a:solidFill>
                <a:effectLst>
                  <a:outerShdw blurRad="88900" sx="103000" sy="103000" algn="ctr" rotWithShape="0">
                    <a:prstClr val="black">
                      <a:alpha val="50000"/>
                    </a:prstClr>
                  </a:outerShdw>
                </a:effectLst>
                <a:latin typeface="Graphik-Semibold" panose="020B0503030202060203" pitchFamily="34" charset="77"/>
                <a:ea typeface="+mn-ea"/>
                <a:cs typeface="+mn-cs"/>
              </a:defRPr>
            </a:lvl1pPr>
            <a:lvl2pPr marL="990427" indent="-380933" algn="l" defTabSz="609493" rtl="0" eaLnBrk="1" latinLnBrk="0" hangingPunct="1">
              <a:spcBef>
                <a:spcPct val="20000"/>
              </a:spcBef>
              <a:buFont typeface="Arial"/>
              <a:buChar char="–"/>
              <a:defRPr sz="1600" b="0" i="0" kern="1200">
                <a:solidFill>
                  <a:srgbClr val="7F7F7F"/>
                </a:solidFill>
                <a:latin typeface="Graphik-Light" panose="020B0403030202060203" pitchFamily="34" charset="77"/>
                <a:ea typeface="+mn-ea"/>
                <a:cs typeface="+mn-cs"/>
              </a:defRPr>
            </a:lvl2pPr>
            <a:lvl3pPr marL="1523733" indent="-304747" algn="l" defTabSz="609493" rtl="0" eaLnBrk="1" latinLnBrk="0" hangingPunct="1">
              <a:spcBef>
                <a:spcPct val="20000"/>
              </a:spcBef>
              <a:buFont typeface="Arial"/>
              <a:buChar char="•"/>
              <a:defRPr sz="1600" b="0" i="0" kern="1200">
                <a:solidFill>
                  <a:srgbClr val="7F7F7F"/>
                </a:solidFill>
                <a:latin typeface="Graphik-Light" panose="020B0403030202060203" pitchFamily="34" charset="77"/>
                <a:ea typeface="+mn-ea"/>
                <a:cs typeface="+mn-cs"/>
              </a:defRPr>
            </a:lvl3pPr>
            <a:lvl4pPr marL="2133227" indent="-304747" algn="l" defTabSz="609493" rtl="0" eaLnBrk="1" latinLnBrk="0" hangingPunct="1">
              <a:spcBef>
                <a:spcPct val="20000"/>
              </a:spcBef>
              <a:buFont typeface="Arial"/>
              <a:buChar char="–"/>
              <a:defRPr sz="1600" b="0" i="0" kern="1200">
                <a:solidFill>
                  <a:srgbClr val="7F7F7F"/>
                </a:solidFill>
                <a:latin typeface="Graphik-Light" panose="020B0403030202060203" pitchFamily="34" charset="77"/>
                <a:ea typeface="+mn-ea"/>
                <a:cs typeface="+mn-cs"/>
              </a:defRPr>
            </a:lvl4pPr>
            <a:lvl5pPr marL="2742720" indent="-304747" algn="l" defTabSz="609493" rtl="0" eaLnBrk="1" latinLnBrk="0" hangingPunct="1">
              <a:spcBef>
                <a:spcPct val="20000"/>
              </a:spcBef>
              <a:buFont typeface="Arial"/>
              <a:buChar char="»"/>
              <a:defRPr sz="1600" b="0" i="0" kern="1200">
                <a:solidFill>
                  <a:srgbClr val="7F7F7F"/>
                </a:solidFill>
                <a:latin typeface="Graphik-Light" panose="020B0403030202060203" pitchFamily="34" charset="77"/>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pPr rtl="0"/>
            <a:r>
              <a:rPr lang="en-US" dirty="0">
                <a:effectLst>
                  <a:outerShdw blurRad="127000" algn="ctr" rotWithShape="0">
                    <a:prstClr val="black">
                      <a:alpha val="70000"/>
                    </a:prstClr>
                  </a:outerShdw>
                </a:effectLst>
                <a:latin typeface="Graphik Bold" panose="020B0803030202060203" pitchFamily="34" charset="0"/>
              </a:rPr>
              <a:t>Let there be change</a:t>
            </a:r>
          </a:p>
        </p:txBody>
      </p:sp>
    </p:spTree>
    <p:extLst>
      <p:ext uri="{BB962C8B-B14F-4D97-AF65-F5344CB8AC3E}">
        <p14:creationId xmlns:p14="http://schemas.microsoft.com/office/powerpoint/2010/main" val="27609639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1_3.c Cover Image - Left-aligned, Logo, image">
    <p:bg>
      <p:bgPr>
        <a:solidFill>
          <a:schemeClr val="accent3"/>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A54CABC-280E-95E0-0DD2-E3878CE6617B}"/>
              </a:ext>
            </a:extLst>
          </p:cNvPr>
          <p:cNvGraphicFramePr>
            <a:graphicFrameLocks noChangeAspect="1"/>
          </p:cNvGraphicFramePr>
          <p:nvPr userDrawn="1">
            <p:custDataLst>
              <p:tags r:id="rId1"/>
            </p:custDataLst>
            <p:extLst>
              <p:ext uri="{D42A27DB-BD31-4B8C-83A1-F6EECF244321}">
                <p14:modId xmlns:p14="http://schemas.microsoft.com/office/powerpoint/2010/main" val="2975504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think-cell data - do not delete" hidden="1">
                        <a:extLst>
                          <a:ext uri="{FF2B5EF4-FFF2-40B4-BE49-F238E27FC236}">
                            <a16:creationId xmlns:a16="http://schemas.microsoft.com/office/drawing/2014/main" id="{8A54CABC-280E-95E0-0DD2-E3878CE661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8" name="Picture 17">
            <a:extLst>
              <a:ext uri="{FF2B5EF4-FFF2-40B4-BE49-F238E27FC236}">
                <a16:creationId xmlns:a16="http://schemas.microsoft.com/office/drawing/2014/main" id="{814BE647-2784-4CBA-BF72-9BFDA593BD37}"/>
              </a:ext>
            </a:extLst>
          </p:cNvPr>
          <p:cNvPicPr>
            <a:picLocks noChangeAspect="1"/>
          </p:cNvPicPr>
          <p:nvPr userDrawn="1"/>
        </p:nvPicPr>
        <p:blipFill>
          <a:blip r:embed="rId5">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7" name="Rectangle 16">
            <a:extLst>
              <a:ext uri="{FF2B5EF4-FFF2-40B4-BE49-F238E27FC236}">
                <a16:creationId xmlns:a16="http://schemas.microsoft.com/office/drawing/2014/main" id="{91D0E233-963B-447F-8D70-E6A66B1718B2}"/>
              </a:ext>
            </a:extLst>
          </p:cNvPr>
          <p:cNvSpPr/>
          <p:nvPr userDrawn="1"/>
        </p:nvSpPr>
        <p:spPr>
          <a:xfrm>
            <a:off x="0" y="0"/>
            <a:ext cx="8144540" cy="6858000"/>
          </a:xfrm>
          <a:prstGeom prst="rect">
            <a:avLst/>
          </a:prstGeom>
          <a:gradFill flip="none" rotWithShape="1">
            <a:gsLst>
              <a:gs pos="0">
                <a:schemeClr val="bg1">
                  <a:alpha val="80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4" name="Title 1">
            <a:extLst>
              <a:ext uri="{FF2B5EF4-FFF2-40B4-BE49-F238E27FC236}">
                <a16:creationId xmlns:a16="http://schemas.microsoft.com/office/drawing/2014/main" id="{79D73A37-2447-48FC-BBCB-6DB83E3BC297}"/>
              </a:ext>
            </a:extLst>
          </p:cNvPr>
          <p:cNvSpPr>
            <a:spLocks noGrp="1"/>
          </p:cNvSpPr>
          <p:nvPr>
            <p:ph type="ctrTitle" hasCustomPrompt="1"/>
          </p:nvPr>
        </p:nvSpPr>
        <p:spPr>
          <a:xfrm>
            <a:off x="381001" y="1139544"/>
            <a:ext cx="5902837"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5" name="Date Placeholder 10">
            <a:extLst>
              <a:ext uri="{FF2B5EF4-FFF2-40B4-BE49-F238E27FC236}">
                <a16:creationId xmlns:a16="http://schemas.microsoft.com/office/drawing/2014/main" id="{FDE10068-3F87-4328-AB89-00975411A3CD}"/>
              </a:ext>
            </a:extLst>
          </p:cNvPr>
          <p:cNvSpPr>
            <a:spLocks noGrp="1"/>
          </p:cNvSpPr>
          <p:nvPr>
            <p:ph type="dt" sz="half" idx="2"/>
          </p:nvPr>
        </p:nvSpPr>
        <p:spPr>
          <a:xfrm>
            <a:off x="381001" y="4949211"/>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7" name="Text Placeholder 16">
            <a:extLst>
              <a:ext uri="{FF2B5EF4-FFF2-40B4-BE49-F238E27FC236}">
                <a16:creationId xmlns:a16="http://schemas.microsoft.com/office/drawing/2014/main" id="{23182474-9930-41F0-9874-B53729985771}"/>
              </a:ext>
            </a:extLst>
          </p:cNvPr>
          <p:cNvSpPr>
            <a:spLocks noGrp="1"/>
          </p:cNvSpPr>
          <p:nvPr>
            <p:ph type="body" sz="quarter" idx="12" hasCustomPrompt="1"/>
          </p:nvPr>
        </p:nvSpPr>
        <p:spPr>
          <a:xfrm>
            <a:off x="381001" y="5194488"/>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9" name="Subtitle 2">
            <a:extLst>
              <a:ext uri="{FF2B5EF4-FFF2-40B4-BE49-F238E27FC236}">
                <a16:creationId xmlns:a16="http://schemas.microsoft.com/office/drawing/2014/main" id="{03227C61-3ED5-4E9B-B208-F8C9142D8E84}"/>
              </a:ext>
            </a:extLst>
          </p:cNvPr>
          <p:cNvSpPr>
            <a:spLocks noGrp="1"/>
          </p:cNvSpPr>
          <p:nvPr>
            <p:ph type="subTitle" idx="1" hasCustomPrompt="1"/>
          </p:nvPr>
        </p:nvSpPr>
        <p:spPr>
          <a:xfrm>
            <a:off x="381001" y="3856366"/>
            <a:ext cx="4229099"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grpSp>
        <p:nvGrpSpPr>
          <p:cNvPr id="11" name="Group 10">
            <a:extLst>
              <a:ext uri="{FF2B5EF4-FFF2-40B4-BE49-F238E27FC236}">
                <a16:creationId xmlns:a16="http://schemas.microsoft.com/office/drawing/2014/main" id="{7CBDD4BF-582D-406C-B114-EFE968409F2B}"/>
              </a:ext>
            </a:extLst>
          </p:cNvPr>
          <p:cNvGrpSpPr/>
          <p:nvPr userDrawn="1"/>
        </p:nvGrpSpPr>
        <p:grpSpPr>
          <a:xfrm>
            <a:off x="381002" y="481263"/>
            <a:ext cx="2910258" cy="465221"/>
            <a:chOff x="381002" y="481263"/>
            <a:chExt cx="2910258" cy="465221"/>
          </a:xfrm>
        </p:grpSpPr>
        <p:pic>
          <p:nvPicPr>
            <p:cNvPr id="14" name="Graphic 5">
              <a:extLst>
                <a:ext uri="{FF2B5EF4-FFF2-40B4-BE49-F238E27FC236}">
                  <a16:creationId xmlns:a16="http://schemas.microsoft.com/office/drawing/2014/main" id="{849358FD-37B6-4B82-B485-8A2D2639C26F}"/>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15" name="Picture 14" descr="A picture containing text, clipart&#10;&#10;Description automatically generated">
              <a:extLst>
                <a:ext uri="{FF2B5EF4-FFF2-40B4-BE49-F238E27FC236}">
                  <a16:creationId xmlns:a16="http://schemas.microsoft.com/office/drawing/2014/main" id="{151DCF59-C4C6-4347-83E7-1C81EE62BB75}"/>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2078685" y="695131"/>
              <a:ext cx="1212575" cy="232914"/>
            </a:xfrm>
            <a:prstGeom prst="rect">
              <a:avLst/>
            </a:prstGeom>
          </p:spPr>
        </p:pic>
        <p:cxnSp>
          <p:nvCxnSpPr>
            <p:cNvPr id="16" name="Straight Connector 15">
              <a:extLst>
                <a:ext uri="{FF2B5EF4-FFF2-40B4-BE49-F238E27FC236}">
                  <a16:creationId xmlns:a16="http://schemas.microsoft.com/office/drawing/2014/main" id="{1BE2ED88-8986-4926-A4CA-8BF4900E4449}"/>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Text Placeholder 7">
            <a:extLst>
              <a:ext uri="{FF2B5EF4-FFF2-40B4-BE49-F238E27FC236}">
                <a16:creationId xmlns:a16="http://schemas.microsoft.com/office/drawing/2014/main" id="{130AC002-F6EF-4B39-AD98-B0528CD53578}"/>
              </a:ext>
            </a:extLst>
          </p:cNvPr>
          <p:cNvSpPr txBox="1">
            <a:spLocks/>
          </p:cNvSpPr>
          <p:nvPr userDrawn="1"/>
        </p:nvSpPr>
        <p:spPr>
          <a:xfrm>
            <a:off x="9282223" y="6315616"/>
            <a:ext cx="2454341" cy="276999"/>
          </a:xfrm>
          <a:prstGeom prst="rect">
            <a:avLst/>
          </a:prstGeom>
        </p:spPr>
        <p:txBody>
          <a:bodyPr vert="horz" wrap="square" lIns="0" tIns="0" rIns="0" bIns="0" rtlCol="0" anchor="t">
            <a:spAutoFit/>
          </a:bodyPr>
          <a:lstStyle>
            <a:lvl1pPr marL="0" indent="0" algn="r" defTabSz="609493" rtl="0" eaLnBrk="1" latinLnBrk="0" hangingPunct="1">
              <a:spcBef>
                <a:spcPct val="20000"/>
              </a:spcBef>
              <a:buFont typeface="Arial"/>
              <a:buNone/>
              <a:defRPr sz="1800" b="1" i="0" kern="1200">
                <a:solidFill>
                  <a:srgbClr val="FFFFFF"/>
                </a:solidFill>
                <a:effectLst>
                  <a:outerShdw blurRad="88900" sx="103000" sy="103000" algn="ctr" rotWithShape="0">
                    <a:prstClr val="black">
                      <a:alpha val="50000"/>
                    </a:prstClr>
                  </a:outerShdw>
                </a:effectLst>
                <a:latin typeface="Graphik-Semibold" panose="020B0503030202060203" pitchFamily="34" charset="77"/>
                <a:ea typeface="+mn-ea"/>
                <a:cs typeface="+mn-cs"/>
              </a:defRPr>
            </a:lvl1pPr>
            <a:lvl2pPr marL="990427" indent="-380933" algn="l" defTabSz="609493" rtl="0" eaLnBrk="1" latinLnBrk="0" hangingPunct="1">
              <a:spcBef>
                <a:spcPct val="20000"/>
              </a:spcBef>
              <a:buFont typeface="Arial"/>
              <a:buChar char="–"/>
              <a:defRPr sz="1600" b="0" i="0" kern="1200">
                <a:solidFill>
                  <a:srgbClr val="7F7F7F"/>
                </a:solidFill>
                <a:latin typeface="Graphik-Light" panose="020B0403030202060203" pitchFamily="34" charset="77"/>
                <a:ea typeface="+mn-ea"/>
                <a:cs typeface="+mn-cs"/>
              </a:defRPr>
            </a:lvl2pPr>
            <a:lvl3pPr marL="1523733" indent="-304747" algn="l" defTabSz="609493" rtl="0" eaLnBrk="1" latinLnBrk="0" hangingPunct="1">
              <a:spcBef>
                <a:spcPct val="20000"/>
              </a:spcBef>
              <a:buFont typeface="Arial"/>
              <a:buChar char="•"/>
              <a:defRPr sz="1600" b="0" i="0" kern="1200">
                <a:solidFill>
                  <a:srgbClr val="7F7F7F"/>
                </a:solidFill>
                <a:latin typeface="Graphik-Light" panose="020B0403030202060203" pitchFamily="34" charset="77"/>
                <a:ea typeface="+mn-ea"/>
                <a:cs typeface="+mn-cs"/>
              </a:defRPr>
            </a:lvl3pPr>
            <a:lvl4pPr marL="2133227" indent="-304747" algn="l" defTabSz="609493" rtl="0" eaLnBrk="1" latinLnBrk="0" hangingPunct="1">
              <a:spcBef>
                <a:spcPct val="20000"/>
              </a:spcBef>
              <a:buFont typeface="Arial"/>
              <a:buChar char="–"/>
              <a:defRPr sz="1600" b="0" i="0" kern="1200">
                <a:solidFill>
                  <a:srgbClr val="7F7F7F"/>
                </a:solidFill>
                <a:latin typeface="Graphik-Light" panose="020B0403030202060203" pitchFamily="34" charset="77"/>
                <a:ea typeface="+mn-ea"/>
                <a:cs typeface="+mn-cs"/>
              </a:defRPr>
            </a:lvl4pPr>
            <a:lvl5pPr marL="2742720" indent="-304747" algn="l" defTabSz="609493" rtl="0" eaLnBrk="1" latinLnBrk="0" hangingPunct="1">
              <a:spcBef>
                <a:spcPct val="20000"/>
              </a:spcBef>
              <a:buFont typeface="Arial"/>
              <a:buChar char="»"/>
              <a:defRPr sz="1600" b="0" i="0" kern="1200">
                <a:solidFill>
                  <a:srgbClr val="7F7F7F"/>
                </a:solidFill>
                <a:latin typeface="Graphik-Light" panose="020B0403030202060203" pitchFamily="34" charset="77"/>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pPr rtl="0"/>
            <a:r>
              <a:rPr lang="en-US" dirty="0">
                <a:effectLst>
                  <a:outerShdw blurRad="127000" algn="ctr" rotWithShape="0">
                    <a:prstClr val="black">
                      <a:alpha val="70000"/>
                    </a:prstClr>
                  </a:outerShdw>
                </a:effectLst>
                <a:latin typeface="Graphik Bold" panose="020B0803030202060203" pitchFamily="34" charset="0"/>
              </a:rPr>
              <a:t>Let there be change</a:t>
            </a:r>
          </a:p>
        </p:txBody>
      </p:sp>
    </p:spTree>
    <p:extLst>
      <p:ext uri="{BB962C8B-B14F-4D97-AF65-F5344CB8AC3E}">
        <p14:creationId xmlns:p14="http://schemas.microsoft.com/office/powerpoint/2010/main" val="25309930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1_3.d Cover Image - Left-aligned, Logo, image">
    <p:bg>
      <p:bgPr>
        <a:solidFill>
          <a:schemeClr val="accent3"/>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BF46D97-EFF9-D682-0633-8F67D049424F}"/>
              </a:ext>
            </a:extLst>
          </p:cNvPr>
          <p:cNvGraphicFramePr>
            <a:graphicFrameLocks noChangeAspect="1"/>
          </p:cNvGraphicFramePr>
          <p:nvPr userDrawn="1">
            <p:custDataLst>
              <p:tags r:id="rId1"/>
            </p:custDataLst>
            <p:extLst>
              <p:ext uri="{D42A27DB-BD31-4B8C-83A1-F6EECF244321}">
                <p14:modId xmlns:p14="http://schemas.microsoft.com/office/powerpoint/2010/main" val="42261886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think-cell data - do not delete" hidden="1">
                        <a:extLst>
                          <a:ext uri="{FF2B5EF4-FFF2-40B4-BE49-F238E27FC236}">
                            <a16:creationId xmlns:a16="http://schemas.microsoft.com/office/drawing/2014/main" id="{BBF46D97-EFF9-D682-0633-8F67D049424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1" name="Picture 20">
            <a:extLst>
              <a:ext uri="{FF2B5EF4-FFF2-40B4-BE49-F238E27FC236}">
                <a16:creationId xmlns:a16="http://schemas.microsoft.com/office/drawing/2014/main" id="{8CE91638-EEBB-4563-AD4E-630D76A6487B}"/>
              </a:ext>
            </a:extLst>
          </p:cNvPr>
          <p:cNvPicPr>
            <a:picLocks noChangeAspect="1"/>
          </p:cNvPicPr>
          <p:nvPr userDrawn="1"/>
        </p:nvPicPr>
        <p:blipFill>
          <a:blip r:embed="rId5">
            <a:extLst>
              <a:ext uri="{28A0092B-C50C-407E-A947-70E740481C1C}">
                <a14:useLocalDpi xmlns:a14="http://schemas.microsoft.com/office/drawing/2010/main"/>
              </a:ext>
            </a:extLst>
          </a:blip>
          <a:srcRect/>
          <a:stretch/>
        </p:blipFill>
        <p:spPr>
          <a:xfrm>
            <a:off x="-9525" y="892"/>
            <a:ext cx="12201525" cy="6856215"/>
          </a:xfrm>
          <a:prstGeom prst="rect">
            <a:avLst/>
          </a:prstGeom>
        </p:spPr>
      </p:pic>
      <p:sp>
        <p:nvSpPr>
          <p:cNvPr id="14" name="Rectangle 13">
            <a:extLst>
              <a:ext uri="{FF2B5EF4-FFF2-40B4-BE49-F238E27FC236}">
                <a16:creationId xmlns:a16="http://schemas.microsoft.com/office/drawing/2014/main" id="{A19527F9-733E-41FC-B222-D2614B1DFA63}"/>
              </a:ext>
            </a:extLst>
          </p:cNvPr>
          <p:cNvSpPr/>
          <p:nvPr userDrawn="1"/>
        </p:nvSpPr>
        <p:spPr>
          <a:xfrm>
            <a:off x="0" y="0"/>
            <a:ext cx="6411433" cy="6858000"/>
          </a:xfrm>
          <a:prstGeom prst="rect">
            <a:avLst/>
          </a:prstGeom>
          <a:gradFill flip="none" rotWithShape="1">
            <a:gsLst>
              <a:gs pos="0">
                <a:schemeClr val="bg1">
                  <a:alpha val="80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0" name="Title 1">
            <a:extLst>
              <a:ext uri="{FF2B5EF4-FFF2-40B4-BE49-F238E27FC236}">
                <a16:creationId xmlns:a16="http://schemas.microsoft.com/office/drawing/2014/main" id="{6B0C8CC8-908C-4E2C-B145-B54276DEE845}"/>
              </a:ext>
            </a:extLst>
          </p:cNvPr>
          <p:cNvSpPr>
            <a:spLocks noGrp="1"/>
          </p:cNvSpPr>
          <p:nvPr>
            <p:ph type="ctrTitle" hasCustomPrompt="1"/>
          </p:nvPr>
        </p:nvSpPr>
        <p:spPr>
          <a:xfrm>
            <a:off x="381001" y="1139544"/>
            <a:ext cx="5796515"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12" name="Date Placeholder 10">
            <a:extLst>
              <a:ext uri="{FF2B5EF4-FFF2-40B4-BE49-F238E27FC236}">
                <a16:creationId xmlns:a16="http://schemas.microsoft.com/office/drawing/2014/main" id="{65F36AA1-229F-47EC-AD88-C7658DA1067A}"/>
              </a:ext>
            </a:extLst>
          </p:cNvPr>
          <p:cNvSpPr>
            <a:spLocks noGrp="1"/>
          </p:cNvSpPr>
          <p:nvPr>
            <p:ph type="dt" sz="half" idx="2"/>
          </p:nvPr>
        </p:nvSpPr>
        <p:spPr>
          <a:xfrm>
            <a:off x="381001" y="4949211"/>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15" name="Text Placeholder 16">
            <a:extLst>
              <a:ext uri="{FF2B5EF4-FFF2-40B4-BE49-F238E27FC236}">
                <a16:creationId xmlns:a16="http://schemas.microsoft.com/office/drawing/2014/main" id="{03F4E76B-AD53-44E1-9714-DBFCB20E33E8}"/>
              </a:ext>
            </a:extLst>
          </p:cNvPr>
          <p:cNvSpPr>
            <a:spLocks noGrp="1"/>
          </p:cNvSpPr>
          <p:nvPr>
            <p:ph type="body" sz="quarter" idx="12" hasCustomPrompt="1"/>
          </p:nvPr>
        </p:nvSpPr>
        <p:spPr>
          <a:xfrm>
            <a:off x="381001" y="5194488"/>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17" name="Subtitle 2">
            <a:extLst>
              <a:ext uri="{FF2B5EF4-FFF2-40B4-BE49-F238E27FC236}">
                <a16:creationId xmlns:a16="http://schemas.microsoft.com/office/drawing/2014/main" id="{7381C2EC-39D3-40AA-AB1A-8E4E5974C283}"/>
              </a:ext>
            </a:extLst>
          </p:cNvPr>
          <p:cNvSpPr>
            <a:spLocks noGrp="1"/>
          </p:cNvSpPr>
          <p:nvPr>
            <p:ph type="subTitle" idx="1" hasCustomPrompt="1"/>
          </p:nvPr>
        </p:nvSpPr>
        <p:spPr>
          <a:xfrm>
            <a:off x="381001" y="3856366"/>
            <a:ext cx="4229099"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grpSp>
        <p:nvGrpSpPr>
          <p:cNvPr id="16" name="Group 15">
            <a:extLst>
              <a:ext uri="{FF2B5EF4-FFF2-40B4-BE49-F238E27FC236}">
                <a16:creationId xmlns:a16="http://schemas.microsoft.com/office/drawing/2014/main" id="{FD375D6E-189F-41AC-B146-3A4F1AAB1F93}"/>
              </a:ext>
            </a:extLst>
          </p:cNvPr>
          <p:cNvGrpSpPr/>
          <p:nvPr userDrawn="1"/>
        </p:nvGrpSpPr>
        <p:grpSpPr>
          <a:xfrm>
            <a:off x="381002" y="481263"/>
            <a:ext cx="2910258" cy="465221"/>
            <a:chOff x="381002" y="481263"/>
            <a:chExt cx="2910258" cy="465221"/>
          </a:xfrm>
        </p:grpSpPr>
        <p:pic>
          <p:nvPicPr>
            <p:cNvPr id="18" name="Graphic 5">
              <a:extLst>
                <a:ext uri="{FF2B5EF4-FFF2-40B4-BE49-F238E27FC236}">
                  <a16:creationId xmlns:a16="http://schemas.microsoft.com/office/drawing/2014/main" id="{7973187A-CFE3-45A0-8A5B-5F1D7AF3FDB1}"/>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19" name="Picture 18" descr="A picture containing text, clipart&#10;&#10;Description automatically generated">
              <a:extLst>
                <a:ext uri="{FF2B5EF4-FFF2-40B4-BE49-F238E27FC236}">
                  <a16:creationId xmlns:a16="http://schemas.microsoft.com/office/drawing/2014/main" id="{6FF39949-8D32-4271-B480-E05683381AE4}"/>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2078685" y="695131"/>
              <a:ext cx="1212575" cy="232914"/>
            </a:xfrm>
            <a:prstGeom prst="rect">
              <a:avLst/>
            </a:prstGeom>
          </p:spPr>
        </p:pic>
        <p:cxnSp>
          <p:nvCxnSpPr>
            <p:cNvPr id="20" name="Straight Connector 19">
              <a:extLst>
                <a:ext uri="{FF2B5EF4-FFF2-40B4-BE49-F238E27FC236}">
                  <a16:creationId xmlns:a16="http://schemas.microsoft.com/office/drawing/2014/main" id="{A368C6C8-87A8-45D7-B366-72B2AA0952CD}"/>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Text Placeholder 7">
            <a:extLst>
              <a:ext uri="{FF2B5EF4-FFF2-40B4-BE49-F238E27FC236}">
                <a16:creationId xmlns:a16="http://schemas.microsoft.com/office/drawing/2014/main" id="{27253011-EC24-4FAF-A71A-DE87784BE51E}"/>
              </a:ext>
            </a:extLst>
          </p:cNvPr>
          <p:cNvSpPr txBox="1">
            <a:spLocks/>
          </p:cNvSpPr>
          <p:nvPr userDrawn="1"/>
        </p:nvSpPr>
        <p:spPr>
          <a:xfrm>
            <a:off x="9282223" y="6315616"/>
            <a:ext cx="2454341" cy="276999"/>
          </a:xfrm>
          <a:prstGeom prst="rect">
            <a:avLst/>
          </a:prstGeom>
        </p:spPr>
        <p:txBody>
          <a:bodyPr vert="horz" wrap="square" lIns="0" tIns="0" rIns="0" bIns="0" rtlCol="0" anchor="t">
            <a:spAutoFit/>
          </a:bodyPr>
          <a:lstStyle>
            <a:lvl1pPr marL="0" indent="0" algn="r" defTabSz="609493" rtl="0" eaLnBrk="1" latinLnBrk="0" hangingPunct="1">
              <a:spcBef>
                <a:spcPct val="20000"/>
              </a:spcBef>
              <a:buFont typeface="Arial"/>
              <a:buNone/>
              <a:defRPr sz="1800" b="1" i="0" kern="1200">
                <a:solidFill>
                  <a:srgbClr val="FFFFFF"/>
                </a:solidFill>
                <a:effectLst>
                  <a:outerShdw blurRad="88900" sx="103000" sy="103000" algn="ctr" rotWithShape="0">
                    <a:prstClr val="black">
                      <a:alpha val="50000"/>
                    </a:prstClr>
                  </a:outerShdw>
                </a:effectLst>
                <a:latin typeface="Graphik-Semibold" panose="020B0503030202060203" pitchFamily="34" charset="77"/>
                <a:ea typeface="+mn-ea"/>
                <a:cs typeface="+mn-cs"/>
              </a:defRPr>
            </a:lvl1pPr>
            <a:lvl2pPr marL="990427" indent="-380933" algn="l" defTabSz="609493" rtl="0" eaLnBrk="1" latinLnBrk="0" hangingPunct="1">
              <a:spcBef>
                <a:spcPct val="20000"/>
              </a:spcBef>
              <a:buFont typeface="Arial"/>
              <a:buChar char="–"/>
              <a:defRPr sz="1600" b="0" i="0" kern="1200">
                <a:solidFill>
                  <a:srgbClr val="7F7F7F"/>
                </a:solidFill>
                <a:latin typeface="Graphik-Light" panose="020B0403030202060203" pitchFamily="34" charset="77"/>
                <a:ea typeface="+mn-ea"/>
                <a:cs typeface="+mn-cs"/>
              </a:defRPr>
            </a:lvl2pPr>
            <a:lvl3pPr marL="1523733" indent="-304747" algn="l" defTabSz="609493" rtl="0" eaLnBrk="1" latinLnBrk="0" hangingPunct="1">
              <a:spcBef>
                <a:spcPct val="20000"/>
              </a:spcBef>
              <a:buFont typeface="Arial"/>
              <a:buChar char="•"/>
              <a:defRPr sz="1600" b="0" i="0" kern="1200">
                <a:solidFill>
                  <a:srgbClr val="7F7F7F"/>
                </a:solidFill>
                <a:latin typeface="Graphik-Light" panose="020B0403030202060203" pitchFamily="34" charset="77"/>
                <a:ea typeface="+mn-ea"/>
                <a:cs typeface="+mn-cs"/>
              </a:defRPr>
            </a:lvl3pPr>
            <a:lvl4pPr marL="2133227" indent="-304747" algn="l" defTabSz="609493" rtl="0" eaLnBrk="1" latinLnBrk="0" hangingPunct="1">
              <a:spcBef>
                <a:spcPct val="20000"/>
              </a:spcBef>
              <a:buFont typeface="Arial"/>
              <a:buChar char="–"/>
              <a:defRPr sz="1600" b="0" i="0" kern="1200">
                <a:solidFill>
                  <a:srgbClr val="7F7F7F"/>
                </a:solidFill>
                <a:latin typeface="Graphik-Light" panose="020B0403030202060203" pitchFamily="34" charset="77"/>
                <a:ea typeface="+mn-ea"/>
                <a:cs typeface="+mn-cs"/>
              </a:defRPr>
            </a:lvl4pPr>
            <a:lvl5pPr marL="2742720" indent="-304747" algn="l" defTabSz="609493" rtl="0" eaLnBrk="1" latinLnBrk="0" hangingPunct="1">
              <a:spcBef>
                <a:spcPct val="20000"/>
              </a:spcBef>
              <a:buFont typeface="Arial"/>
              <a:buChar char="»"/>
              <a:defRPr sz="1600" b="0" i="0" kern="1200">
                <a:solidFill>
                  <a:srgbClr val="7F7F7F"/>
                </a:solidFill>
                <a:latin typeface="Graphik-Light" panose="020B0403030202060203" pitchFamily="34" charset="77"/>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pPr rtl="0"/>
            <a:r>
              <a:rPr lang="en-US" dirty="0">
                <a:effectLst>
                  <a:outerShdw blurRad="127000" algn="ctr" rotWithShape="0">
                    <a:prstClr val="black">
                      <a:alpha val="70000"/>
                    </a:prstClr>
                  </a:outerShdw>
                </a:effectLst>
                <a:latin typeface="Graphik Bold" panose="020B0803030202060203" pitchFamily="34" charset="0"/>
              </a:rPr>
              <a:t>Let there be change</a:t>
            </a:r>
          </a:p>
        </p:txBody>
      </p:sp>
    </p:spTree>
    <p:extLst>
      <p:ext uri="{BB962C8B-B14F-4D97-AF65-F5344CB8AC3E}">
        <p14:creationId xmlns:p14="http://schemas.microsoft.com/office/powerpoint/2010/main" val="145269790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1_3.f Cover Image - Left-aligned, Logo, image">
    <p:bg>
      <p:bgPr>
        <a:solidFill>
          <a:schemeClr val="accent3"/>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2490482-AD2C-0745-7407-42BEE8F84D17}"/>
              </a:ext>
            </a:extLst>
          </p:cNvPr>
          <p:cNvGraphicFramePr>
            <a:graphicFrameLocks noChangeAspect="1"/>
          </p:cNvGraphicFramePr>
          <p:nvPr userDrawn="1">
            <p:custDataLst>
              <p:tags r:id="rId1"/>
            </p:custDataLst>
            <p:extLst>
              <p:ext uri="{D42A27DB-BD31-4B8C-83A1-F6EECF244321}">
                <p14:modId xmlns:p14="http://schemas.microsoft.com/office/powerpoint/2010/main" val="32595174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think-cell data - do not delete" hidden="1">
                        <a:extLst>
                          <a:ext uri="{FF2B5EF4-FFF2-40B4-BE49-F238E27FC236}">
                            <a16:creationId xmlns:a16="http://schemas.microsoft.com/office/drawing/2014/main" id="{B2490482-AD2C-0745-7407-42BEE8F84D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9" name="Picture 8">
            <a:extLst>
              <a:ext uri="{FF2B5EF4-FFF2-40B4-BE49-F238E27FC236}">
                <a16:creationId xmlns:a16="http://schemas.microsoft.com/office/drawing/2014/main" id="{B9CB459A-EB8D-4675-9C6B-F6E7DE8FD2F0}"/>
              </a:ext>
            </a:extLst>
          </p:cNvPr>
          <p:cNvPicPr>
            <a:picLocks noChangeAspect="1"/>
          </p:cNvPicPr>
          <p:nvPr userDrawn="1"/>
        </p:nvPicPr>
        <p:blipFill>
          <a:blip r:embed="rId5">
            <a:extLst>
              <a:ext uri="{28A0092B-C50C-407E-A947-70E740481C1C}">
                <a14:useLocalDpi xmlns:a14="http://schemas.microsoft.com/office/drawing/2010/main"/>
              </a:ext>
            </a:extLst>
          </a:blip>
          <a:srcRect/>
          <a:stretch/>
        </p:blipFill>
        <p:spPr>
          <a:xfrm>
            <a:off x="7877" y="0"/>
            <a:ext cx="12177445" cy="6849813"/>
          </a:xfrm>
          <a:prstGeom prst="rect">
            <a:avLst/>
          </a:prstGeom>
        </p:spPr>
      </p:pic>
      <p:sp>
        <p:nvSpPr>
          <p:cNvPr id="12" name="Rectangle 11">
            <a:extLst>
              <a:ext uri="{FF2B5EF4-FFF2-40B4-BE49-F238E27FC236}">
                <a16:creationId xmlns:a16="http://schemas.microsoft.com/office/drawing/2014/main" id="{4AE66FEC-E91D-4D63-BC1A-F3505B9FCEC2}"/>
              </a:ext>
            </a:extLst>
          </p:cNvPr>
          <p:cNvSpPr/>
          <p:nvPr userDrawn="1"/>
        </p:nvSpPr>
        <p:spPr>
          <a:xfrm>
            <a:off x="-1" y="-8187"/>
            <a:ext cx="6096001" cy="6858000"/>
          </a:xfrm>
          <a:prstGeom prst="rect">
            <a:avLst/>
          </a:prstGeom>
          <a:gradFill flip="none" rotWithShape="1">
            <a:gsLst>
              <a:gs pos="0">
                <a:schemeClr val="bg1">
                  <a:alpha val="80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Title 1">
            <a:extLst>
              <a:ext uri="{FF2B5EF4-FFF2-40B4-BE49-F238E27FC236}">
                <a16:creationId xmlns:a16="http://schemas.microsoft.com/office/drawing/2014/main" id="{DAFCBE6E-0EF7-49C4-BCB6-6BBFE4B221B0}"/>
              </a:ext>
            </a:extLst>
          </p:cNvPr>
          <p:cNvSpPr>
            <a:spLocks noGrp="1"/>
          </p:cNvSpPr>
          <p:nvPr>
            <p:ph type="ctrTitle" hasCustomPrompt="1"/>
          </p:nvPr>
        </p:nvSpPr>
        <p:spPr>
          <a:xfrm>
            <a:off x="381001" y="1139544"/>
            <a:ext cx="6030429"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16" name="Date Placeholder 10">
            <a:extLst>
              <a:ext uri="{FF2B5EF4-FFF2-40B4-BE49-F238E27FC236}">
                <a16:creationId xmlns:a16="http://schemas.microsoft.com/office/drawing/2014/main" id="{5AAD5176-E723-472D-B3C9-64D586FAF323}"/>
              </a:ext>
            </a:extLst>
          </p:cNvPr>
          <p:cNvSpPr>
            <a:spLocks noGrp="1"/>
          </p:cNvSpPr>
          <p:nvPr>
            <p:ph type="dt" sz="half" idx="2"/>
          </p:nvPr>
        </p:nvSpPr>
        <p:spPr>
          <a:xfrm>
            <a:off x="381001" y="4949211"/>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17" name="Text Placeholder 16">
            <a:extLst>
              <a:ext uri="{FF2B5EF4-FFF2-40B4-BE49-F238E27FC236}">
                <a16:creationId xmlns:a16="http://schemas.microsoft.com/office/drawing/2014/main" id="{5F72FFA1-6AB9-40F9-9E93-EB7D369D04CC}"/>
              </a:ext>
            </a:extLst>
          </p:cNvPr>
          <p:cNvSpPr>
            <a:spLocks noGrp="1"/>
          </p:cNvSpPr>
          <p:nvPr>
            <p:ph type="body" sz="quarter" idx="12" hasCustomPrompt="1"/>
          </p:nvPr>
        </p:nvSpPr>
        <p:spPr>
          <a:xfrm>
            <a:off x="381001" y="5194488"/>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19" name="Subtitle 2">
            <a:extLst>
              <a:ext uri="{FF2B5EF4-FFF2-40B4-BE49-F238E27FC236}">
                <a16:creationId xmlns:a16="http://schemas.microsoft.com/office/drawing/2014/main" id="{954CB195-0974-473C-A404-3969678A5C3C}"/>
              </a:ext>
            </a:extLst>
          </p:cNvPr>
          <p:cNvSpPr>
            <a:spLocks noGrp="1"/>
          </p:cNvSpPr>
          <p:nvPr>
            <p:ph type="subTitle" idx="1" hasCustomPrompt="1"/>
          </p:nvPr>
        </p:nvSpPr>
        <p:spPr>
          <a:xfrm>
            <a:off x="381001" y="3856366"/>
            <a:ext cx="4229099"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grpSp>
        <p:nvGrpSpPr>
          <p:cNvPr id="13" name="Group 12">
            <a:extLst>
              <a:ext uri="{FF2B5EF4-FFF2-40B4-BE49-F238E27FC236}">
                <a16:creationId xmlns:a16="http://schemas.microsoft.com/office/drawing/2014/main" id="{35F3442D-2A8E-4512-98F4-FA69D96F5A5F}"/>
              </a:ext>
            </a:extLst>
          </p:cNvPr>
          <p:cNvGrpSpPr/>
          <p:nvPr userDrawn="1"/>
        </p:nvGrpSpPr>
        <p:grpSpPr>
          <a:xfrm>
            <a:off x="381002" y="481263"/>
            <a:ext cx="2910258" cy="465221"/>
            <a:chOff x="381002" y="481263"/>
            <a:chExt cx="2910258" cy="465221"/>
          </a:xfrm>
        </p:grpSpPr>
        <p:pic>
          <p:nvPicPr>
            <p:cNvPr id="14" name="Graphic 5">
              <a:extLst>
                <a:ext uri="{FF2B5EF4-FFF2-40B4-BE49-F238E27FC236}">
                  <a16:creationId xmlns:a16="http://schemas.microsoft.com/office/drawing/2014/main" id="{9804908C-7C78-4614-A35E-1788A89401CD}"/>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18" name="Picture 17" descr="A picture containing text, clipart&#10;&#10;Description automatically generated">
              <a:extLst>
                <a:ext uri="{FF2B5EF4-FFF2-40B4-BE49-F238E27FC236}">
                  <a16:creationId xmlns:a16="http://schemas.microsoft.com/office/drawing/2014/main" id="{9036A783-217E-4B17-B7E0-A4733773AD0F}"/>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2078685" y="695131"/>
              <a:ext cx="1212575" cy="232914"/>
            </a:xfrm>
            <a:prstGeom prst="rect">
              <a:avLst/>
            </a:prstGeom>
          </p:spPr>
        </p:pic>
        <p:cxnSp>
          <p:nvCxnSpPr>
            <p:cNvPr id="20" name="Straight Connector 19">
              <a:extLst>
                <a:ext uri="{FF2B5EF4-FFF2-40B4-BE49-F238E27FC236}">
                  <a16:creationId xmlns:a16="http://schemas.microsoft.com/office/drawing/2014/main" id="{156C2E17-6477-4B27-8C05-3B228FAA1B5C}"/>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Text Placeholder 7">
            <a:extLst>
              <a:ext uri="{FF2B5EF4-FFF2-40B4-BE49-F238E27FC236}">
                <a16:creationId xmlns:a16="http://schemas.microsoft.com/office/drawing/2014/main" id="{832DA0DD-018E-4E9C-804D-45110EE601B3}"/>
              </a:ext>
            </a:extLst>
          </p:cNvPr>
          <p:cNvSpPr txBox="1">
            <a:spLocks/>
          </p:cNvSpPr>
          <p:nvPr userDrawn="1"/>
        </p:nvSpPr>
        <p:spPr>
          <a:xfrm>
            <a:off x="9282223" y="6315616"/>
            <a:ext cx="2454341" cy="276999"/>
          </a:xfrm>
          <a:prstGeom prst="rect">
            <a:avLst/>
          </a:prstGeom>
        </p:spPr>
        <p:txBody>
          <a:bodyPr vert="horz" wrap="square" lIns="0" tIns="0" rIns="0" bIns="0" rtlCol="0" anchor="t">
            <a:spAutoFit/>
          </a:bodyPr>
          <a:lstStyle>
            <a:lvl1pPr marL="0" indent="0" algn="r" defTabSz="609493" rtl="0" eaLnBrk="1" latinLnBrk="0" hangingPunct="1">
              <a:spcBef>
                <a:spcPct val="20000"/>
              </a:spcBef>
              <a:buFont typeface="Arial"/>
              <a:buNone/>
              <a:defRPr sz="1800" b="1" i="0" kern="1200">
                <a:solidFill>
                  <a:srgbClr val="FFFFFF"/>
                </a:solidFill>
                <a:effectLst>
                  <a:outerShdw blurRad="88900" sx="103000" sy="103000" algn="ctr" rotWithShape="0">
                    <a:prstClr val="black">
                      <a:alpha val="50000"/>
                    </a:prstClr>
                  </a:outerShdw>
                </a:effectLst>
                <a:latin typeface="Graphik-Semibold" panose="020B0503030202060203" pitchFamily="34" charset="77"/>
                <a:ea typeface="+mn-ea"/>
                <a:cs typeface="+mn-cs"/>
              </a:defRPr>
            </a:lvl1pPr>
            <a:lvl2pPr marL="990427" indent="-380933" algn="l" defTabSz="609493" rtl="0" eaLnBrk="1" latinLnBrk="0" hangingPunct="1">
              <a:spcBef>
                <a:spcPct val="20000"/>
              </a:spcBef>
              <a:buFont typeface="Arial"/>
              <a:buChar char="–"/>
              <a:defRPr sz="1600" b="0" i="0" kern="1200">
                <a:solidFill>
                  <a:srgbClr val="7F7F7F"/>
                </a:solidFill>
                <a:latin typeface="Graphik-Light" panose="020B0403030202060203" pitchFamily="34" charset="77"/>
                <a:ea typeface="+mn-ea"/>
                <a:cs typeface="+mn-cs"/>
              </a:defRPr>
            </a:lvl2pPr>
            <a:lvl3pPr marL="1523733" indent="-304747" algn="l" defTabSz="609493" rtl="0" eaLnBrk="1" latinLnBrk="0" hangingPunct="1">
              <a:spcBef>
                <a:spcPct val="20000"/>
              </a:spcBef>
              <a:buFont typeface="Arial"/>
              <a:buChar char="•"/>
              <a:defRPr sz="1600" b="0" i="0" kern="1200">
                <a:solidFill>
                  <a:srgbClr val="7F7F7F"/>
                </a:solidFill>
                <a:latin typeface="Graphik-Light" panose="020B0403030202060203" pitchFamily="34" charset="77"/>
                <a:ea typeface="+mn-ea"/>
                <a:cs typeface="+mn-cs"/>
              </a:defRPr>
            </a:lvl3pPr>
            <a:lvl4pPr marL="2133227" indent="-304747" algn="l" defTabSz="609493" rtl="0" eaLnBrk="1" latinLnBrk="0" hangingPunct="1">
              <a:spcBef>
                <a:spcPct val="20000"/>
              </a:spcBef>
              <a:buFont typeface="Arial"/>
              <a:buChar char="–"/>
              <a:defRPr sz="1600" b="0" i="0" kern="1200">
                <a:solidFill>
                  <a:srgbClr val="7F7F7F"/>
                </a:solidFill>
                <a:latin typeface="Graphik-Light" panose="020B0403030202060203" pitchFamily="34" charset="77"/>
                <a:ea typeface="+mn-ea"/>
                <a:cs typeface="+mn-cs"/>
              </a:defRPr>
            </a:lvl4pPr>
            <a:lvl5pPr marL="2742720" indent="-304747" algn="l" defTabSz="609493" rtl="0" eaLnBrk="1" latinLnBrk="0" hangingPunct="1">
              <a:spcBef>
                <a:spcPct val="20000"/>
              </a:spcBef>
              <a:buFont typeface="Arial"/>
              <a:buChar char="»"/>
              <a:defRPr sz="1600" b="0" i="0" kern="1200">
                <a:solidFill>
                  <a:srgbClr val="7F7F7F"/>
                </a:solidFill>
                <a:latin typeface="Graphik-Light" panose="020B0403030202060203" pitchFamily="34" charset="77"/>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pPr rtl="0"/>
            <a:r>
              <a:rPr lang="en-US" dirty="0">
                <a:effectLst>
                  <a:outerShdw blurRad="127000" algn="ctr" rotWithShape="0">
                    <a:prstClr val="black">
                      <a:alpha val="70000"/>
                    </a:prstClr>
                  </a:outerShdw>
                </a:effectLst>
                <a:latin typeface="Graphik Bold" panose="020B0803030202060203" pitchFamily="34" charset="0"/>
              </a:rPr>
              <a:t>Let there be change</a:t>
            </a:r>
          </a:p>
        </p:txBody>
      </p:sp>
    </p:spTree>
    <p:extLst>
      <p:ext uri="{BB962C8B-B14F-4D97-AF65-F5344CB8AC3E}">
        <p14:creationId xmlns:p14="http://schemas.microsoft.com/office/powerpoint/2010/main" val="8777789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1_3.g Cover Image - Left-aligned, Logo, image">
    <p:bg>
      <p:bgPr>
        <a:solidFill>
          <a:schemeClr val="accent3"/>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B14894B-D055-50FD-FF64-F4B9A034D7AD}"/>
              </a:ext>
            </a:extLst>
          </p:cNvPr>
          <p:cNvGraphicFramePr>
            <a:graphicFrameLocks noChangeAspect="1"/>
          </p:cNvGraphicFramePr>
          <p:nvPr userDrawn="1">
            <p:custDataLst>
              <p:tags r:id="rId1"/>
            </p:custDataLst>
            <p:extLst>
              <p:ext uri="{D42A27DB-BD31-4B8C-83A1-F6EECF244321}">
                <p14:modId xmlns:p14="http://schemas.microsoft.com/office/powerpoint/2010/main" val="41178450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think-cell data - do not delete" hidden="1">
                        <a:extLst>
                          <a:ext uri="{FF2B5EF4-FFF2-40B4-BE49-F238E27FC236}">
                            <a16:creationId xmlns:a16="http://schemas.microsoft.com/office/drawing/2014/main" id="{BB14894B-D055-50FD-FF64-F4B9A034D7A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8" name="Picture 7">
            <a:extLst>
              <a:ext uri="{FF2B5EF4-FFF2-40B4-BE49-F238E27FC236}">
                <a16:creationId xmlns:a16="http://schemas.microsoft.com/office/drawing/2014/main" id="{D1C07E7B-6477-4B98-8E9D-D89151E7102F}"/>
              </a:ext>
            </a:extLst>
          </p:cNvPr>
          <p:cNvPicPr>
            <a:picLocks noChangeAspect="1"/>
          </p:cNvPicPr>
          <p:nvPr userDrawn="1"/>
        </p:nvPicPr>
        <p:blipFill>
          <a:blip r:embed="rId5">
            <a:extLst>
              <a:ext uri="{28A0092B-C50C-407E-A947-70E740481C1C}">
                <a14:useLocalDpi xmlns:a14="http://schemas.microsoft.com/office/drawing/2010/main"/>
              </a:ext>
            </a:extLst>
          </a:blip>
          <a:srcRect/>
          <a:stretch/>
        </p:blipFill>
        <p:spPr>
          <a:xfrm>
            <a:off x="0" y="-1"/>
            <a:ext cx="12192001" cy="6858000"/>
          </a:xfrm>
          <a:prstGeom prst="rect">
            <a:avLst/>
          </a:prstGeom>
        </p:spPr>
      </p:pic>
      <p:sp>
        <p:nvSpPr>
          <p:cNvPr id="14" name="Rectangle 13">
            <a:extLst>
              <a:ext uri="{FF2B5EF4-FFF2-40B4-BE49-F238E27FC236}">
                <a16:creationId xmlns:a16="http://schemas.microsoft.com/office/drawing/2014/main" id="{A19527F9-733E-41FC-B222-D2614B1DFA63}"/>
              </a:ext>
            </a:extLst>
          </p:cNvPr>
          <p:cNvSpPr/>
          <p:nvPr userDrawn="1"/>
        </p:nvSpPr>
        <p:spPr>
          <a:xfrm>
            <a:off x="0" y="0"/>
            <a:ext cx="6411433" cy="6858000"/>
          </a:xfrm>
          <a:prstGeom prst="rect">
            <a:avLst/>
          </a:prstGeom>
          <a:gradFill flip="none" rotWithShape="1">
            <a:gsLst>
              <a:gs pos="0">
                <a:schemeClr val="bg1">
                  <a:alpha val="80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0" name="Title 1">
            <a:extLst>
              <a:ext uri="{FF2B5EF4-FFF2-40B4-BE49-F238E27FC236}">
                <a16:creationId xmlns:a16="http://schemas.microsoft.com/office/drawing/2014/main" id="{6B0C8CC8-908C-4E2C-B145-B54276DEE845}"/>
              </a:ext>
            </a:extLst>
          </p:cNvPr>
          <p:cNvSpPr>
            <a:spLocks noGrp="1"/>
          </p:cNvSpPr>
          <p:nvPr>
            <p:ph type="ctrTitle" hasCustomPrompt="1"/>
          </p:nvPr>
        </p:nvSpPr>
        <p:spPr>
          <a:xfrm>
            <a:off x="381001" y="1139544"/>
            <a:ext cx="6030432"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12" name="Date Placeholder 10">
            <a:extLst>
              <a:ext uri="{FF2B5EF4-FFF2-40B4-BE49-F238E27FC236}">
                <a16:creationId xmlns:a16="http://schemas.microsoft.com/office/drawing/2014/main" id="{65F36AA1-229F-47EC-AD88-C7658DA1067A}"/>
              </a:ext>
            </a:extLst>
          </p:cNvPr>
          <p:cNvSpPr>
            <a:spLocks noGrp="1"/>
          </p:cNvSpPr>
          <p:nvPr>
            <p:ph type="dt" sz="half" idx="2"/>
          </p:nvPr>
        </p:nvSpPr>
        <p:spPr>
          <a:xfrm>
            <a:off x="381001" y="4949211"/>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15" name="Text Placeholder 16">
            <a:extLst>
              <a:ext uri="{FF2B5EF4-FFF2-40B4-BE49-F238E27FC236}">
                <a16:creationId xmlns:a16="http://schemas.microsoft.com/office/drawing/2014/main" id="{03F4E76B-AD53-44E1-9714-DBFCB20E33E8}"/>
              </a:ext>
            </a:extLst>
          </p:cNvPr>
          <p:cNvSpPr>
            <a:spLocks noGrp="1"/>
          </p:cNvSpPr>
          <p:nvPr>
            <p:ph type="body" sz="quarter" idx="12" hasCustomPrompt="1"/>
          </p:nvPr>
        </p:nvSpPr>
        <p:spPr>
          <a:xfrm>
            <a:off x="381001" y="5194488"/>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17" name="Subtitle 2">
            <a:extLst>
              <a:ext uri="{FF2B5EF4-FFF2-40B4-BE49-F238E27FC236}">
                <a16:creationId xmlns:a16="http://schemas.microsoft.com/office/drawing/2014/main" id="{7381C2EC-39D3-40AA-AB1A-8E4E5974C283}"/>
              </a:ext>
            </a:extLst>
          </p:cNvPr>
          <p:cNvSpPr>
            <a:spLocks noGrp="1"/>
          </p:cNvSpPr>
          <p:nvPr>
            <p:ph type="subTitle" idx="1" hasCustomPrompt="1"/>
          </p:nvPr>
        </p:nvSpPr>
        <p:spPr>
          <a:xfrm>
            <a:off x="381001" y="3856366"/>
            <a:ext cx="4229099"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grpSp>
        <p:nvGrpSpPr>
          <p:cNvPr id="11" name="Group 10">
            <a:extLst>
              <a:ext uri="{FF2B5EF4-FFF2-40B4-BE49-F238E27FC236}">
                <a16:creationId xmlns:a16="http://schemas.microsoft.com/office/drawing/2014/main" id="{6314D211-F721-4054-A2EA-0AE5F65CDE35}"/>
              </a:ext>
            </a:extLst>
          </p:cNvPr>
          <p:cNvGrpSpPr/>
          <p:nvPr userDrawn="1"/>
        </p:nvGrpSpPr>
        <p:grpSpPr>
          <a:xfrm>
            <a:off x="381002" y="481263"/>
            <a:ext cx="2910258" cy="465221"/>
            <a:chOff x="381002" y="481263"/>
            <a:chExt cx="2910258" cy="465221"/>
          </a:xfrm>
        </p:grpSpPr>
        <p:pic>
          <p:nvPicPr>
            <p:cNvPr id="13" name="Graphic 5">
              <a:extLst>
                <a:ext uri="{FF2B5EF4-FFF2-40B4-BE49-F238E27FC236}">
                  <a16:creationId xmlns:a16="http://schemas.microsoft.com/office/drawing/2014/main" id="{D5B9441C-D1FB-42EA-BAC5-328594A3202F}"/>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16" name="Picture 15" descr="A picture containing text, clipart&#10;&#10;Description automatically generated">
              <a:extLst>
                <a:ext uri="{FF2B5EF4-FFF2-40B4-BE49-F238E27FC236}">
                  <a16:creationId xmlns:a16="http://schemas.microsoft.com/office/drawing/2014/main" id="{E450CE99-337B-4D57-B6EC-D758E78011F6}"/>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2078685" y="695131"/>
              <a:ext cx="1212575" cy="232914"/>
            </a:xfrm>
            <a:prstGeom prst="rect">
              <a:avLst/>
            </a:prstGeom>
          </p:spPr>
        </p:pic>
        <p:cxnSp>
          <p:nvCxnSpPr>
            <p:cNvPr id="18" name="Straight Connector 17">
              <a:extLst>
                <a:ext uri="{FF2B5EF4-FFF2-40B4-BE49-F238E27FC236}">
                  <a16:creationId xmlns:a16="http://schemas.microsoft.com/office/drawing/2014/main" id="{950E651C-9D57-4771-A01F-80DD0D626018}"/>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Text Placeholder 7">
            <a:extLst>
              <a:ext uri="{FF2B5EF4-FFF2-40B4-BE49-F238E27FC236}">
                <a16:creationId xmlns:a16="http://schemas.microsoft.com/office/drawing/2014/main" id="{B59881B4-5A59-4DB2-9BB3-913D59472A44}"/>
              </a:ext>
            </a:extLst>
          </p:cNvPr>
          <p:cNvSpPr txBox="1">
            <a:spLocks/>
          </p:cNvSpPr>
          <p:nvPr userDrawn="1"/>
        </p:nvSpPr>
        <p:spPr>
          <a:xfrm>
            <a:off x="9282223" y="6315616"/>
            <a:ext cx="2454341" cy="276999"/>
          </a:xfrm>
          <a:prstGeom prst="rect">
            <a:avLst/>
          </a:prstGeom>
        </p:spPr>
        <p:txBody>
          <a:bodyPr vert="horz" wrap="square" lIns="0" tIns="0" rIns="0" bIns="0" rtlCol="0" anchor="t">
            <a:spAutoFit/>
          </a:bodyPr>
          <a:lstStyle>
            <a:lvl1pPr marL="0" indent="0" algn="r" defTabSz="609493" rtl="0" eaLnBrk="1" latinLnBrk="0" hangingPunct="1">
              <a:spcBef>
                <a:spcPct val="20000"/>
              </a:spcBef>
              <a:buFont typeface="Arial"/>
              <a:buNone/>
              <a:defRPr sz="1800" b="1" i="0" kern="1200">
                <a:solidFill>
                  <a:srgbClr val="FFFFFF"/>
                </a:solidFill>
                <a:effectLst>
                  <a:outerShdw blurRad="88900" sx="103000" sy="103000" algn="ctr" rotWithShape="0">
                    <a:prstClr val="black">
                      <a:alpha val="50000"/>
                    </a:prstClr>
                  </a:outerShdw>
                </a:effectLst>
                <a:latin typeface="Graphik-Semibold" panose="020B0503030202060203" pitchFamily="34" charset="77"/>
                <a:ea typeface="+mn-ea"/>
                <a:cs typeface="+mn-cs"/>
              </a:defRPr>
            </a:lvl1pPr>
            <a:lvl2pPr marL="990427" indent="-380933" algn="l" defTabSz="609493" rtl="0" eaLnBrk="1" latinLnBrk="0" hangingPunct="1">
              <a:spcBef>
                <a:spcPct val="20000"/>
              </a:spcBef>
              <a:buFont typeface="Arial"/>
              <a:buChar char="–"/>
              <a:defRPr sz="1600" b="0" i="0" kern="1200">
                <a:solidFill>
                  <a:srgbClr val="7F7F7F"/>
                </a:solidFill>
                <a:latin typeface="Graphik-Light" panose="020B0403030202060203" pitchFamily="34" charset="77"/>
                <a:ea typeface="+mn-ea"/>
                <a:cs typeface="+mn-cs"/>
              </a:defRPr>
            </a:lvl2pPr>
            <a:lvl3pPr marL="1523733" indent="-304747" algn="l" defTabSz="609493" rtl="0" eaLnBrk="1" latinLnBrk="0" hangingPunct="1">
              <a:spcBef>
                <a:spcPct val="20000"/>
              </a:spcBef>
              <a:buFont typeface="Arial"/>
              <a:buChar char="•"/>
              <a:defRPr sz="1600" b="0" i="0" kern="1200">
                <a:solidFill>
                  <a:srgbClr val="7F7F7F"/>
                </a:solidFill>
                <a:latin typeface="Graphik-Light" panose="020B0403030202060203" pitchFamily="34" charset="77"/>
                <a:ea typeface="+mn-ea"/>
                <a:cs typeface="+mn-cs"/>
              </a:defRPr>
            </a:lvl3pPr>
            <a:lvl4pPr marL="2133227" indent="-304747" algn="l" defTabSz="609493" rtl="0" eaLnBrk="1" latinLnBrk="0" hangingPunct="1">
              <a:spcBef>
                <a:spcPct val="20000"/>
              </a:spcBef>
              <a:buFont typeface="Arial"/>
              <a:buChar char="–"/>
              <a:defRPr sz="1600" b="0" i="0" kern="1200">
                <a:solidFill>
                  <a:srgbClr val="7F7F7F"/>
                </a:solidFill>
                <a:latin typeface="Graphik-Light" panose="020B0403030202060203" pitchFamily="34" charset="77"/>
                <a:ea typeface="+mn-ea"/>
                <a:cs typeface="+mn-cs"/>
              </a:defRPr>
            </a:lvl4pPr>
            <a:lvl5pPr marL="2742720" indent="-304747" algn="l" defTabSz="609493" rtl="0" eaLnBrk="1" latinLnBrk="0" hangingPunct="1">
              <a:spcBef>
                <a:spcPct val="20000"/>
              </a:spcBef>
              <a:buFont typeface="Arial"/>
              <a:buChar char="»"/>
              <a:defRPr sz="1600" b="0" i="0" kern="1200">
                <a:solidFill>
                  <a:srgbClr val="7F7F7F"/>
                </a:solidFill>
                <a:latin typeface="Graphik-Light" panose="020B0403030202060203" pitchFamily="34" charset="77"/>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pPr rtl="0"/>
            <a:r>
              <a:rPr lang="en-US" dirty="0">
                <a:effectLst>
                  <a:outerShdw blurRad="127000" algn="ctr" rotWithShape="0">
                    <a:prstClr val="black">
                      <a:alpha val="70000"/>
                    </a:prstClr>
                  </a:outerShdw>
                </a:effectLst>
                <a:latin typeface="Graphik Bold" panose="020B0803030202060203" pitchFamily="34" charset="0"/>
              </a:rPr>
              <a:t>Let there be change</a:t>
            </a:r>
          </a:p>
        </p:txBody>
      </p:sp>
    </p:spTree>
    <p:extLst>
      <p:ext uri="{BB962C8B-B14F-4D97-AF65-F5344CB8AC3E}">
        <p14:creationId xmlns:p14="http://schemas.microsoft.com/office/powerpoint/2010/main" val="188823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2_6.j Title and Subtitle">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98DB08A3-F1EA-4950-6052-2AE689B28E9E}"/>
              </a:ext>
            </a:extLst>
          </p:cNvPr>
          <p:cNvGraphicFramePr>
            <a:graphicFrameLocks noChangeAspect="1"/>
          </p:cNvGraphicFramePr>
          <p:nvPr userDrawn="1">
            <p:custDataLst>
              <p:tags r:id="rId1"/>
            </p:custDataLst>
            <p:extLst>
              <p:ext uri="{D42A27DB-BD31-4B8C-83A1-F6EECF244321}">
                <p14:modId xmlns:p14="http://schemas.microsoft.com/office/powerpoint/2010/main" val="32835486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98DB08A3-F1EA-4950-6052-2AE689B28E9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1">
            <a:extLst>
              <a:ext uri="{FF2B5EF4-FFF2-40B4-BE49-F238E27FC236}">
                <a16:creationId xmlns:a16="http://schemas.microsoft.com/office/drawing/2014/main" id="{9EAD9AED-9987-4CE9-B39D-B256B46200E0}"/>
              </a:ext>
            </a:extLst>
          </p:cNvPr>
          <p:cNvSpPr>
            <a:spLocks noGrp="1"/>
          </p:cNvSpPr>
          <p:nvPr>
            <p:ph type="title" hasCustomPrompt="1"/>
          </p:nvPr>
        </p:nvSpPr>
        <p:spPr>
          <a:xfrm>
            <a:off x="381000" y="381000"/>
            <a:ext cx="11430000" cy="990600"/>
          </a:xfrm>
        </p:spPr>
        <p:txBody>
          <a:bodyPr vert="horz"/>
          <a:lstStyle>
            <a:lvl1pPr rtl="0">
              <a:defRPr sz="3600"/>
            </a:lvl1pPr>
          </a:lstStyle>
          <a:p>
            <a:r>
              <a:rPr lang="en-US" dirty="0"/>
              <a:t>Place headline here (36pt, min 30pt)</a:t>
            </a:r>
          </a:p>
        </p:txBody>
      </p:sp>
      <p:sp>
        <p:nvSpPr>
          <p:cNvPr id="4" name="Text Placeholder 3">
            <a:extLst>
              <a:ext uri="{FF2B5EF4-FFF2-40B4-BE49-F238E27FC236}">
                <a16:creationId xmlns:a16="http://schemas.microsoft.com/office/drawing/2014/main" id="{10B59D74-4DC0-40E2-B20A-FB7DC1FBBC8F}"/>
              </a:ext>
            </a:extLst>
          </p:cNvPr>
          <p:cNvSpPr>
            <a:spLocks noGrp="1"/>
          </p:cNvSpPr>
          <p:nvPr>
            <p:ph type="body" sz="quarter" idx="10" hasCustomPrompt="1"/>
          </p:nvPr>
        </p:nvSpPr>
        <p:spPr>
          <a:xfrm>
            <a:off x="381000" y="1371600"/>
            <a:ext cx="11430000" cy="345233"/>
          </a:xfrm>
        </p:spPr>
        <p:txBody>
          <a:bodyPr/>
          <a:lstStyle>
            <a:lvl1pPr rtl="0">
              <a:defRPr>
                <a:solidFill>
                  <a:schemeClr val="accent1"/>
                </a:solidFill>
                <a:latin typeface="GT Sectra Fine"/>
              </a:defRPr>
            </a:lvl1pPr>
            <a:lvl2pPr marL="0" indent="0">
              <a:buNone/>
              <a:defRPr/>
            </a:lvl2pPr>
          </a:lstStyle>
          <a:p>
            <a:pPr lvl="0"/>
            <a:r>
              <a:rPr lang="en-US" dirty="0"/>
              <a:t>Place subtitle here</a:t>
            </a:r>
          </a:p>
        </p:txBody>
      </p:sp>
    </p:spTree>
    <p:extLst>
      <p:ext uri="{BB962C8B-B14F-4D97-AF65-F5344CB8AC3E}">
        <p14:creationId xmlns:p14="http://schemas.microsoft.com/office/powerpoint/2010/main" val="1146166722"/>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3_6.j Title and Subtitle">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98DB08A3-F1EA-4950-6052-2AE689B28E9E}"/>
              </a:ext>
            </a:extLst>
          </p:cNvPr>
          <p:cNvGraphicFramePr>
            <a:graphicFrameLocks noChangeAspect="1"/>
          </p:cNvGraphicFramePr>
          <p:nvPr userDrawn="1">
            <p:custDataLst>
              <p:tags r:id="rId1"/>
            </p:custDataLst>
            <p:extLst>
              <p:ext uri="{D42A27DB-BD31-4B8C-83A1-F6EECF244321}">
                <p14:modId xmlns:p14="http://schemas.microsoft.com/office/powerpoint/2010/main" val="32835486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98DB08A3-F1EA-4950-6052-2AE689B28E9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1">
            <a:extLst>
              <a:ext uri="{FF2B5EF4-FFF2-40B4-BE49-F238E27FC236}">
                <a16:creationId xmlns:a16="http://schemas.microsoft.com/office/drawing/2014/main" id="{9EAD9AED-9987-4CE9-B39D-B256B46200E0}"/>
              </a:ext>
            </a:extLst>
          </p:cNvPr>
          <p:cNvSpPr>
            <a:spLocks noGrp="1"/>
          </p:cNvSpPr>
          <p:nvPr>
            <p:ph type="title" hasCustomPrompt="1"/>
          </p:nvPr>
        </p:nvSpPr>
        <p:spPr>
          <a:xfrm>
            <a:off x="381000" y="381000"/>
            <a:ext cx="11430000" cy="990600"/>
          </a:xfrm>
        </p:spPr>
        <p:txBody>
          <a:bodyPr vert="horz"/>
          <a:lstStyle>
            <a:lvl1pPr rtl="0">
              <a:defRPr sz="3600"/>
            </a:lvl1pPr>
          </a:lstStyle>
          <a:p>
            <a:r>
              <a:rPr lang="en-US" dirty="0"/>
              <a:t>Place headline here (36pt, min 30pt)</a:t>
            </a:r>
          </a:p>
        </p:txBody>
      </p:sp>
      <p:sp>
        <p:nvSpPr>
          <p:cNvPr id="4" name="Text Placeholder 3">
            <a:extLst>
              <a:ext uri="{FF2B5EF4-FFF2-40B4-BE49-F238E27FC236}">
                <a16:creationId xmlns:a16="http://schemas.microsoft.com/office/drawing/2014/main" id="{10B59D74-4DC0-40E2-B20A-FB7DC1FBBC8F}"/>
              </a:ext>
            </a:extLst>
          </p:cNvPr>
          <p:cNvSpPr>
            <a:spLocks noGrp="1"/>
          </p:cNvSpPr>
          <p:nvPr>
            <p:ph type="body" sz="quarter" idx="10" hasCustomPrompt="1"/>
          </p:nvPr>
        </p:nvSpPr>
        <p:spPr>
          <a:xfrm>
            <a:off x="381000" y="1371600"/>
            <a:ext cx="11430000" cy="345233"/>
          </a:xfrm>
        </p:spPr>
        <p:txBody>
          <a:bodyPr/>
          <a:lstStyle>
            <a:lvl1pPr rtl="0">
              <a:defRPr>
                <a:solidFill>
                  <a:schemeClr val="accent1"/>
                </a:solidFill>
                <a:latin typeface="GT Sectra Fine"/>
              </a:defRPr>
            </a:lvl1pPr>
            <a:lvl2pPr marL="0" indent="0">
              <a:buNone/>
              <a:defRPr/>
            </a:lvl2pPr>
          </a:lstStyle>
          <a:p>
            <a:pPr lvl="0"/>
            <a:r>
              <a:rPr lang="en-US" dirty="0"/>
              <a:t>Place subtitle here</a:t>
            </a:r>
          </a:p>
        </p:txBody>
      </p:sp>
    </p:spTree>
    <p:extLst>
      <p:ext uri="{BB962C8B-B14F-4D97-AF65-F5344CB8AC3E}">
        <p14:creationId xmlns:p14="http://schemas.microsoft.com/office/powerpoint/2010/main" val="3915475117"/>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1_10.b Stat 2">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1282A7A-D81A-0501-2938-BD984F8795A4}"/>
              </a:ext>
            </a:extLst>
          </p:cNvPr>
          <p:cNvGraphicFramePr>
            <a:graphicFrameLocks noChangeAspect="1"/>
          </p:cNvGraphicFramePr>
          <p:nvPr userDrawn="1">
            <p:custDataLst>
              <p:tags r:id="rId1"/>
            </p:custDataLst>
            <p:extLst>
              <p:ext uri="{D42A27DB-BD31-4B8C-83A1-F6EECF244321}">
                <p14:modId xmlns:p14="http://schemas.microsoft.com/office/powerpoint/2010/main" val="38602763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2" name="think-cell data - do not delete" hidden="1">
                        <a:extLst>
                          <a:ext uri="{FF2B5EF4-FFF2-40B4-BE49-F238E27FC236}">
                            <a16:creationId xmlns:a16="http://schemas.microsoft.com/office/drawing/2014/main" id="{B1282A7A-D81A-0501-2938-BD984F8795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Rectangle 9">
            <a:extLst>
              <a:ext uri="{FF2B5EF4-FFF2-40B4-BE49-F238E27FC236}">
                <a16:creationId xmlns:a16="http://schemas.microsoft.com/office/drawing/2014/main" id="{7F8DBAF1-DC97-4CAB-B174-0AAA55CCB2E8}"/>
              </a:ext>
            </a:extLst>
          </p:cNvPr>
          <p:cNvSpPr/>
          <p:nvPr userDrawn="1"/>
        </p:nvSpPr>
        <p:spPr>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9" name="Rectangle 28">
            <a:extLst>
              <a:ext uri="{FF2B5EF4-FFF2-40B4-BE49-F238E27FC236}">
                <a16:creationId xmlns:a16="http://schemas.microsoft.com/office/drawing/2014/main" id="{F2E53630-789F-425F-8AB1-96EFF4EA1E46}"/>
              </a:ext>
            </a:extLst>
          </p:cNvPr>
          <p:cNvSpPr/>
          <p:nvPr userDrawn="1"/>
        </p:nvSpPr>
        <p:spPr>
          <a:xfrm>
            <a:off x="9144056" y="3155948"/>
            <a:ext cx="3047944" cy="315595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8" name="Rectangle 7">
            <a:extLst>
              <a:ext uri="{FF2B5EF4-FFF2-40B4-BE49-F238E27FC236}">
                <a16:creationId xmlns:a16="http://schemas.microsoft.com/office/drawing/2014/main" id="{3D16F949-3472-4EBC-9DC1-05EC807C9FC0}"/>
              </a:ext>
            </a:extLst>
          </p:cNvPr>
          <p:cNvSpPr/>
          <p:nvPr userDrawn="1"/>
        </p:nvSpPr>
        <p:spPr>
          <a:xfrm>
            <a:off x="3048000" y="3155948"/>
            <a:ext cx="3047968" cy="3155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6095976" y="-1"/>
            <a:ext cx="3048024" cy="3151189"/>
          </a:xfrm>
          <a:solidFill>
            <a:schemeClr val="bg2"/>
          </a:solidFill>
        </p:spPr>
        <p:txBody>
          <a:bodyPr anchor="ctr"/>
          <a:lstStyle>
            <a:lvl1pPr marL="0" indent="0" algn="ctr" rtl="0">
              <a:buNone/>
              <a:defRPr sz="1400" b="0">
                <a:solidFill>
                  <a:schemeClr val="tx1"/>
                </a:solidFill>
              </a:defRPr>
            </a:lvl1pPr>
          </a:lstStyle>
          <a:p>
            <a:r>
              <a:rPr lang="en-US" dirty="0"/>
              <a:t>Add image here</a:t>
            </a:r>
          </a:p>
        </p:txBody>
      </p: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7" y="380999"/>
            <a:ext cx="2285996" cy="912223"/>
          </a:xfrm>
        </p:spPr>
        <p:txBody>
          <a:bodyPr anchor="ctr"/>
          <a:lstStyle>
            <a:lvl1pPr marL="0" indent="0" rtl="0">
              <a:buNone/>
              <a:defRPr lang="en-US" sz="4800" b="0" i="0" kern="1200" dirty="0">
                <a:solidFill>
                  <a:schemeClr val="accent1"/>
                </a:solidFill>
                <a:latin typeface="Graphik-Light" panose="020B0403030202060203" pitchFamily="34" charset="77"/>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dirty="0"/>
              <a:t>00x</a:t>
            </a:r>
          </a:p>
        </p:txBody>
      </p:sp>
      <p:sp>
        <p:nvSpPr>
          <p:cNvPr id="47" name="Text Placeholder 32">
            <a:extLst>
              <a:ext uri="{FF2B5EF4-FFF2-40B4-BE49-F238E27FC236}">
                <a16:creationId xmlns:a16="http://schemas.microsoft.com/office/drawing/2014/main" id="{705CC01D-6D66-4B27-8D0E-E2205E002C2F}"/>
              </a:ext>
            </a:extLst>
          </p:cNvPr>
          <p:cNvSpPr>
            <a:spLocks noGrp="1"/>
          </p:cNvSpPr>
          <p:nvPr>
            <p:ph type="body" sz="quarter" idx="18" hasCustomPrompt="1"/>
          </p:nvPr>
        </p:nvSpPr>
        <p:spPr>
          <a:xfrm>
            <a:off x="9525005" y="1490072"/>
            <a:ext cx="2285995" cy="1284879"/>
          </a:xfrm>
        </p:spPr>
        <p:txBody>
          <a:bodyPr/>
          <a:lstStyle>
            <a:lvl1pPr marL="0" indent="0" rtl="0">
              <a:spcAft>
                <a:spcPts val="600"/>
              </a:spcAft>
              <a:buNone/>
              <a:defRPr lang="en-US" sz="1800" b="1" kern="1200" dirty="0" smtClean="0">
                <a:solidFill>
                  <a:schemeClr val="tx1"/>
                </a:solidFill>
                <a:latin typeface="+mn-lt"/>
                <a:ea typeface="+mn-ea"/>
                <a:cs typeface="+mn-cs"/>
              </a:defRPr>
            </a:lvl1pPr>
            <a:lvl2pPr marL="0" indent="0" rtl="0">
              <a:spcAft>
                <a:spcPts val="600"/>
              </a:spcAft>
              <a:buNone/>
              <a:defRPr lang="en-US" sz="1400" kern="1200" dirty="0">
                <a:solidFill>
                  <a:schemeClr val="tx1"/>
                </a:solidFill>
                <a:latin typeface="+mn-lt"/>
                <a:ea typeface="+mn-ea"/>
                <a:cs typeface="+mn-cs"/>
              </a:defRPr>
            </a:lvl2pPr>
            <a:lvl3pPr marL="285750" indent="-285750" rtl="0">
              <a:spcAft>
                <a:spcPts val="600"/>
              </a:spcAft>
              <a:defRPr lang="en-US" sz="14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8" y="3538763"/>
            <a:ext cx="2285996" cy="912223"/>
          </a:xfrm>
        </p:spPr>
        <p:txBody>
          <a:bodyPr anchor="ctr"/>
          <a:lstStyle>
            <a:lvl1pPr marL="0" indent="0" rtl="0">
              <a:buNone/>
              <a:defRPr lang="en-US" sz="4800" b="0" i="0" kern="1200" dirty="0">
                <a:solidFill>
                  <a:schemeClr val="bg1"/>
                </a:solidFill>
                <a:latin typeface="Graphik-Light" panose="020B0403030202060203" pitchFamily="34" charset="77"/>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dirty="0"/>
              <a:t>00x</a:t>
            </a:r>
          </a:p>
        </p:txBody>
      </p:sp>
      <p:sp>
        <p:nvSpPr>
          <p:cNvPr id="49" name="Text Placeholder 32">
            <a:extLst>
              <a:ext uri="{FF2B5EF4-FFF2-40B4-BE49-F238E27FC236}">
                <a16:creationId xmlns:a16="http://schemas.microsoft.com/office/drawing/2014/main" id="{D36C84D9-D180-4ECA-9C39-AB74A8A3E6B1}"/>
              </a:ext>
            </a:extLst>
          </p:cNvPr>
          <p:cNvSpPr>
            <a:spLocks noGrp="1"/>
          </p:cNvSpPr>
          <p:nvPr>
            <p:ph type="body" sz="quarter" idx="20" hasCustomPrompt="1"/>
          </p:nvPr>
        </p:nvSpPr>
        <p:spPr>
          <a:xfrm>
            <a:off x="3428986" y="4647836"/>
            <a:ext cx="2285995" cy="1284879"/>
          </a:xfrm>
        </p:spPr>
        <p:txBody>
          <a:bodyPr/>
          <a:lstStyle>
            <a:lvl1pPr marL="0" indent="0" rtl="0">
              <a:spcAft>
                <a:spcPts val="600"/>
              </a:spcAft>
              <a:buNone/>
              <a:defRPr lang="en-US" sz="1800" b="1" kern="1200" dirty="0" smtClean="0">
                <a:solidFill>
                  <a:schemeClr val="bg1"/>
                </a:solidFill>
                <a:latin typeface="+mn-lt"/>
                <a:ea typeface="+mn-ea"/>
                <a:cs typeface="+mn-cs"/>
              </a:defRPr>
            </a:lvl1pPr>
            <a:lvl2pPr marL="0" indent="0" rtl="0">
              <a:spcAft>
                <a:spcPts val="600"/>
              </a:spcAft>
              <a:buNone/>
              <a:defRPr lang="en-US" sz="1400" kern="1200" dirty="0">
                <a:solidFill>
                  <a:schemeClr val="bg1"/>
                </a:solidFill>
                <a:latin typeface="+mn-lt"/>
                <a:ea typeface="+mn-ea"/>
                <a:cs typeface="+mn-cs"/>
              </a:defRPr>
            </a:lvl2pPr>
            <a:lvl3pPr marL="285750" indent="-285750" rtl="0">
              <a:spcAft>
                <a:spcPts val="600"/>
              </a:spcAft>
              <a:defRPr lang="en-US" sz="1400" kern="1200" dirty="0">
                <a:solidFill>
                  <a:schemeClr val="bg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6" y="3538763"/>
            <a:ext cx="2285996" cy="912223"/>
          </a:xfrm>
        </p:spPr>
        <p:txBody>
          <a:bodyPr anchor="ctr"/>
          <a:lstStyle>
            <a:lvl1pPr marL="0" indent="0" rtl="0">
              <a:buNone/>
              <a:defRPr lang="en-US" sz="4800" b="0" i="0" kern="1200" dirty="0">
                <a:solidFill>
                  <a:schemeClr val="accent1"/>
                </a:solidFill>
                <a:latin typeface="Graphik-Light" panose="020B0403030202060203" pitchFamily="34" charset="77"/>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dirty="0"/>
              <a:t>00x</a:t>
            </a:r>
          </a:p>
        </p:txBody>
      </p:sp>
      <p:sp>
        <p:nvSpPr>
          <p:cNvPr id="51" name="Text Placeholder 32">
            <a:extLst>
              <a:ext uri="{FF2B5EF4-FFF2-40B4-BE49-F238E27FC236}">
                <a16:creationId xmlns:a16="http://schemas.microsoft.com/office/drawing/2014/main" id="{2ACA6616-E51D-4660-96C1-738E6693FAD3}"/>
              </a:ext>
            </a:extLst>
          </p:cNvPr>
          <p:cNvSpPr>
            <a:spLocks noGrp="1"/>
          </p:cNvSpPr>
          <p:nvPr>
            <p:ph type="body" sz="quarter" idx="22" hasCustomPrompt="1"/>
          </p:nvPr>
        </p:nvSpPr>
        <p:spPr>
          <a:xfrm>
            <a:off x="6476994" y="4647836"/>
            <a:ext cx="2285995" cy="1284879"/>
          </a:xfrm>
        </p:spPr>
        <p:txBody>
          <a:bodyPr/>
          <a:lstStyle>
            <a:lvl1pPr marL="0" indent="0" rtl="0">
              <a:spcAft>
                <a:spcPts val="600"/>
              </a:spcAft>
              <a:buNone/>
              <a:defRPr lang="en-US" sz="1800" b="1" kern="1200" dirty="0" smtClean="0">
                <a:solidFill>
                  <a:schemeClr val="tx1"/>
                </a:solidFill>
                <a:latin typeface="+mn-lt"/>
                <a:ea typeface="+mn-ea"/>
                <a:cs typeface="+mn-cs"/>
              </a:defRPr>
            </a:lvl1pPr>
            <a:lvl2pPr marL="0" indent="0" rtl="0">
              <a:spcAft>
                <a:spcPts val="600"/>
              </a:spcAft>
              <a:buNone/>
              <a:defRPr lang="en-US" sz="1400" kern="1200" dirty="0">
                <a:solidFill>
                  <a:schemeClr val="tx1"/>
                </a:solidFill>
                <a:latin typeface="+mn-lt"/>
                <a:ea typeface="+mn-ea"/>
                <a:cs typeface="+mn-cs"/>
              </a:defRPr>
            </a:lvl2pPr>
            <a:lvl3pPr marL="285750" indent="-285750" rtl="0">
              <a:spcAft>
                <a:spcPts val="600"/>
              </a:spcAft>
              <a:defRPr lang="en-US" sz="14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21" name="Picture Placeholder 35">
            <a:extLst>
              <a:ext uri="{FF2B5EF4-FFF2-40B4-BE49-F238E27FC236}">
                <a16:creationId xmlns:a16="http://schemas.microsoft.com/office/drawing/2014/main" id="{4CA191CE-F49B-4889-A102-DDD1279F3FB2}"/>
              </a:ext>
            </a:extLst>
          </p:cNvPr>
          <p:cNvSpPr>
            <a:spLocks noGrp="1"/>
          </p:cNvSpPr>
          <p:nvPr>
            <p:ph type="pic" sz="quarter" idx="23" hasCustomPrompt="1"/>
          </p:nvPr>
        </p:nvSpPr>
        <p:spPr>
          <a:xfrm>
            <a:off x="0" y="3155942"/>
            <a:ext cx="3048000" cy="3155958"/>
          </a:xfrm>
          <a:solidFill>
            <a:schemeClr val="bg2"/>
          </a:solidFill>
        </p:spPr>
        <p:txBody>
          <a:bodyPr vert="horz" lIns="0" tIns="0" rIns="0" bIns="0" rtlCol="0" anchor="ctr">
            <a:noAutofit/>
          </a:bodyPr>
          <a:lstStyle>
            <a:lvl1pPr marL="0" indent="0" algn="ctr" rtl="0">
              <a:buNone/>
              <a:defRPr lang="en-US" sz="1400" dirty="0"/>
            </a:lvl1pPr>
          </a:lstStyle>
          <a:p>
            <a:pPr marL="228600" lvl="0" indent="-228600" algn="ctr"/>
            <a:r>
              <a:rPr lang="en-US" dirty="0"/>
              <a:t>Add image here</a:t>
            </a:r>
          </a:p>
        </p:txBody>
      </p:sp>
      <p:sp>
        <p:nvSpPr>
          <p:cNvPr id="24" name="Text Placeholder 26">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1" y="3538763"/>
            <a:ext cx="2285996" cy="912223"/>
          </a:xfrm>
        </p:spPr>
        <p:txBody>
          <a:bodyPr anchor="ctr"/>
          <a:lstStyle>
            <a:lvl1pPr marL="0" indent="0" rtl="0">
              <a:buNone/>
              <a:defRPr lang="en-US" sz="4800" b="0" i="0" kern="1200" dirty="0">
                <a:solidFill>
                  <a:schemeClr val="accent1"/>
                </a:solidFill>
                <a:latin typeface="Graphik-Light" panose="020B0403030202060203" pitchFamily="34" charset="77"/>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dirty="0"/>
              <a:t>00x</a:t>
            </a:r>
          </a:p>
        </p:txBody>
      </p:sp>
      <p:sp>
        <p:nvSpPr>
          <p:cNvPr id="25" name="Text Placeholder 32">
            <a:extLst>
              <a:ext uri="{FF2B5EF4-FFF2-40B4-BE49-F238E27FC236}">
                <a16:creationId xmlns:a16="http://schemas.microsoft.com/office/drawing/2014/main" id="{07ADCD97-A8C0-487C-9E6C-6CD77C3BE053}"/>
              </a:ext>
            </a:extLst>
          </p:cNvPr>
          <p:cNvSpPr>
            <a:spLocks noGrp="1"/>
          </p:cNvSpPr>
          <p:nvPr>
            <p:ph type="body" sz="quarter" idx="25" hasCustomPrompt="1"/>
          </p:nvPr>
        </p:nvSpPr>
        <p:spPr>
          <a:xfrm>
            <a:off x="9524999" y="4647836"/>
            <a:ext cx="2285995" cy="1284879"/>
          </a:xfrm>
        </p:spPr>
        <p:txBody>
          <a:bodyPr/>
          <a:lstStyle>
            <a:lvl1pPr marL="0" indent="0" rtl="0">
              <a:spcAft>
                <a:spcPts val="600"/>
              </a:spcAft>
              <a:buNone/>
              <a:defRPr lang="en-US" sz="1800" b="1" kern="1200" dirty="0" smtClean="0">
                <a:solidFill>
                  <a:schemeClr val="tx1"/>
                </a:solidFill>
                <a:latin typeface="+mn-lt"/>
                <a:ea typeface="+mn-ea"/>
                <a:cs typeface="+mn-cs"/>
              </a:defRPr>
            </a:lvl1pPr>
            <a:lvl2pPr marL="0" indent="0" rtl="0">
              <a:spcAft>
                <a:spcPts val="600"/>
              </a:spcAft>
              <a:buNone/>
              <a:defRPr lang="en-US" sz="1400" kern="1200" dirty="0">
                <a:solidFill>
                  <a:schemeClr val="tx1"/>
                </a:solidFill>
                <a:latin typeface="+mn-lt"/>
                <a:ea typeface="+mn-ea"/>
                <a:cs typeface="+mn-cs"/>
              </a:defRPr>
            </a:lvl2pPr>
            <a:lvl3pPr marL="285750" indent="-285750" rtl="0">
              <a:spcAft>
                <a:spcPts val="600"/>
              </a:spcAft>
              <a:defRPr lang="en-US" sz="14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11" name="Graphic 4">
            <a:extLst>
              <a:ext uri="{FF2B5EF4-FFF2-40B4-BE49-F238E27FC236}">
                <a16:creationId xmlns:a16="http://schemas.microsoft.com/office/drawing/2014/main" id="{2823ABF6-DA1C-4C36-B01C-57A2B31166E8}"/>
              </a:ext>
            </a:extLst>
          </p:cNvPr>
          <p:cNvSpPr>
            <a:spLocks noChangeAspect="1"/>
          </p:cNvSpPr>
          <p:nvPr userDrawn="1"/>
        </p:nvSpPr>
        <p:spPr>
          <a:xfrm>
            <a:off x="-430530" y="6483349"/>
            <a:ext cx="192024" cy="203202"/>
          </a:xfrm>
          <a:custGeom>
            <a:avLst/>
            <a:gdLst>
              <a:gd name="connsiteX0" fmla="*/ 0 w 556260"/>
              <a:gd name="connsiteY0" fmla="*/ 415290 h 588644"/>
              <a:gd name="connsiteX1" fmla="*/ 324803 w 556260"/>
              <a:gd name="connsiteY1" fmla="*/ 295275 h 588644"/>
              <a:gd name="connsiteX2" fmla="*/ 0 w 556260"/>
              <a:gd name="connsiteY2" fmla="*/ 167640 h 588644"/>
              <a:gd name="connsiteX3" fmla="*/ 0 w 556260"/>
              <a:gd name="connsiteY3" fmla="*/ 0 h 588644"/>
              <a:gd name="connsiteX4" fmla="*/ 556260 w 556260"/>
              <a:gd name="connsiteY4" fmla="*/ 223838 h 588644"/>
              <a:gd name="connsiteX5" fmla="*/ 556260 w 556260"/>
              <a:gd name="connsiteY5" fmla="*/ 363855 h 588644"/>
              <a:gd name="connsiteX6" fmla="*/ 0 w 556260"/>
              <a:gd name="connsiteY6" fmla="*/ 588645 h 58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260" h="588644">
                <a:moveTo>
                  <a:pt x="0" y="415290"/>
                </a:moveTo>
                <a:lnTo>
                  <a:pt x="324803" y="295275"/>
                </a:lnTo>
                <a:lnTo>
                  <a:pt x="0" y="167640"/>
                </a:lnTo>
                <a:lnTo>
                  <a:pt x="0" y="0"/>
                </a:lnTo>
                <a:lnTo>
                  <a:pt x="556260" y="223838"/>
                </a:lnTo>
                <a:lnTo>
                  <a:pt x="556260" y="363855"/>
                </a:lnTo>
                <a:lnTo>
                  <a:pt x="0" y="588645"/>
                </a:lnTo>
                <a:close/>
              </a:path>
            </a:pathLst>
          </a:custGeom>
          <a:solidFill>
            <a:schemeClr val="bg1"/>
          </a:solidFill>
          <a:ln w="9525" cap="flat">
            <a:noFill/>
            <a:prstDash val="solid"/>
            <a:miter/>
          </a:ln>
        </p:spPr>
        <p:txBody>
          <a:bodyPr rtlCol="0" anchor="ctr"/>
          <a:lstStyle/>
          <a:p>
            <a:pPr rtl="0"/>
            <a:endParaRPr lang="en-US" dirty="0"/>
          </a:p>
        </p:txBody>
      </p:sp>
      <p:sp>
        <p:nvSpPr>
          <p:cNvPr id="3" name="TextBox 2">
            <a:extLst>
              <a:ext uri="{FF2B5EF4-FFF2-40B4-BE49-F238E27FC236}">
                <a16:creationId xmlns:a16="http://schemas.microsoft.com/office/drawing/2014/main" id="{9CC17CEB-6634-4DFE-841E-12DDA90C7C5D}"/>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US" sz="800" smtClean="0">
                <a:solidFill>
                  <a:schemeClr val="bg1">
                    <a:alpha val="75000"/>
                  </a:schemeClr>
                </a:solidFill>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lang="en-US" noProof="0" dirty="0">
              <a:solidFill>
                <a:schemeClr val="bg1">
                  <a:alpha val="75000"/>
                </a:schemeClr>
              </a:solidFill>
            </a:endParaRPr>
          </a:p>
        </p:txBody>
      </p:sp>
      <p:sp>
        <p:nvSpPr>
          <p:cNvPr id="19" name="TextBox 18">
            <a:extLst>
              <a:ext uri="{FF2B5EF4-FFF2-40B4-BE49-F238E27FC236}">
                <a16:creationId xmlns:a16="http://schemas.microsoft.com/office/drawing/2014/main" id="{C20CF244-B80F-5E4A-B150-A7C2F043EEAF}"/>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dirty="0">
                <a:solidFill>
                  <a:schemeClr val="bg1">
                    <a:alpha val="75000"/>
                  </a:schemeClr>
                </a:solidFill>
              </a:rPr>
              <a:t>Copyright © 2021 Accenture. All rights reserved. Confidential – H&amp;M Group and Accenture.</a:t>
            </a:r>
            <a:endParaRPr lang="en-US" noProof="0" dirty="0">
              <a:solidFill>
                <a:schemeClr val="bg1">
                  <a:alpha val="75000"/>
                </a:schemeClr>
              </a:solidFill>
            </a:endParaRPr>
          </a:p>
        </p:txBody>
      </p:sp>
      <p:sp>
        <p:nvSpPr>
          <p:cNvPr id="5" name="Text Placeholder 4">
            <a:extLst>
              <a:ext uri="{FF2B5EF4-FFF2-40B4-BE49-F238E27FC236}">
                <a16:creationId xmlns:a16="http://schemas.microsoft.com/office/drawing/2014/main" id="{7D44B1EE-F16B-6241-941B-2786A4D18400}"/>
              </a:ext>
            </a:extLst>
          </p:cNvPr>
          <p:cNvSpPr>
            <a:spLocks noGrp="1"/>
          </p:cNvSpPr>
          <p:nvPr>
            <p:ph type="body" sz="quarter" idx="26" hasCustomPrompt="1"/>
          </p:nvPr>
        </p:nvSpPr>
        <p:spPr>
          <a:xfrm>
            <a:off x="381000" y="381000"/>
            <a:ext cx="5527675" cy="2590800"/>
          </a:xfrm>
        </p:spPr>
        <p:txBody>
          <a:bodyPr anchor="ctr"/>
          <a:lstStyle>
            <a:lvl1pPr rtl="0">
              <a:defRPr sz="3200" b="1" i="0">
                <a:latin typeface="Graphik-Semibold" panose="020B0503030202060203" pitchFamily="34" charset="77"/>
              </a:defRPr>
            </a:lvl1pPr>
          </a:lstStyle>
          <a:p>
            <a:pPr lvl="0"/>
            <a:r>
              <a:rPr lang="en-US" dirty="0"/>
              <a:t>Place headline here</a:t>
            </a:r>
          </a:p>
        </p:txBody>
      </p:sp>
      <p:pic>
        <p:nvPicPr>
          <p:cNvPr id="20" name="Picture 19">
            <a:extLst>
              <a:ext uri="{FF2B5EF4-FFF2-40B4-BE49-F238E27FC236}">
                <a16:creationId xmlns:a16="http://schemas.microsoft.com/office/drawing/2014/main" id="{2A8C8B67-8931-468C-9E7F-7C9C53E24D36}"/>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32243106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85">
          <p15:clr>
            <a:srgbClr val="5ACBF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1_1.d_Greetings + Greater Than L">
    <p:bg>
      <p:bgPr>
        <a:solidFill>
          <a:schemeClr val="accent2"/>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C276C92-89EC-141F-E813-0008E221366C}"/>
              </a:ext>
            </a:extLst>
          </p:cNvPr>
          <p:cNvGraphicFramePr>
            <a:graphicFrameLocks noChangeAspect="1"/>
          </p:cNvGraphicFramePr>
          <p:nvPr userDrawn="1">
            <p:custDataLst>
              <p:tags r:id="rId1"/>
            </p:custDataLst>
            <p:extLst>
              <p:ext uri="{D42A27DB-BD31-4B8C-83A1-F6EECF244321}">
                <p14:modId xmlns:p14="http://schemas.microsoft.com/office/powerpoint/2010/main" val="24557541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0C276C92-89EC-141F-E813-0008E221366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6CEACBCD-EEA7-9E4C-AB9C-A5B7B9C4F53E}"/>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rot="16200000">
            <a:off x="2664226" y="-2664226"/>
            <a:ext cx="6863549" cy="12192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229233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11430001" cy="2221454"/>
          </a:xfrm>
        </p:spPr>
        <p:txBody>
          <a:bodyPr vert="horz" anchor="ctr"/>
          <a:lstStyle>
            <a:lvl1pPr algn="ctr" rtl="0">
              <a:defRPr sz="6600" b="1" i="0">
                <a:solidFill>
                  <a:schemeClr val="tx1"/>
                </a:solidFill>
                <a:latin typeface="Graphik-Semibold" panose="020B0503030202060203" pitchFamily="34" charset="77"/>
              </a:defRPr>
            </a:lvl1pPr>
          </a:lstStyle>
          <a:p>
            <a:r>
              <a:rPr lang="en-US"/>
              <a:t>Thank you</a:t>
            </a:r>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rtl="0">
              <a:spcAft>
                <a:spcPts val="1200"/>
              </a:spcAft>
            </a:pPr>
            <a:endParaRPr lang="en-US" noProof="0"/>
          </a:p>
        </p:txBody>
      </p:sp>
      <p:grpSp>
        <p:nvGrpSpPr>
          <p:cNvPr id="7" name="Group 6">
            <a:extLst>
              <a:ext uri="{FF2B5EF4-FFF2-40B4-BE49-F238E27FC236}">
                <a16:creationId xmlns:a16="http://schemas.microsoft.com/office/drawing/2014/main" id="{84F3D707-172B-2048-BCAC-983A8A1C8B45}"/>
              </a:ext>
            </a:extLst>
          </p:cNvPr>
          <p:cNvGrpSpPr/>
          <p:nvPr userDrawn="1"/>
        </p:nvGrpSpPr>
        <p:grpSpPr>
          <a:xfrm>
            <a:off x="4652300" y="4733223"/>
            <a:ext cx="2910258" cy="465221"/>
            <a:chOff x="381002" y="481263"/>
            <a:chExt cx="2910258" cy="465221"/>
          </a:xfrm>
        </p:grpSpPr>
        <p:pic>
          <p:nvPicPr>
            <p:cNvPr id="8" name="Graphic 5">
              <a:extLst>
                <a:ext uri="{FF2B5EF4-FFF2-40B4-BE49-F238E27FC236}">
                  <a16:creationId xmlns:a16="http://schemas.microsoft.com/office/drawing/2014/main" id="{8A434902-2B67-1A41-BC66-D714D1382D0A}"/>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9" name="Picture 8" descr="A picture containing text, clipart&#10;&#10;Description automatically generated">
              <a:extLst>
                <a:ext uri="{FF2B5EF4-FFF2-40B4-BE49-F238E27FC236}">
                  <a16:creationId xmlns:a16="http://schemas.microsoft.com/office/drawing/2014/main" id="{B7F6773F-69B0-0640-A3E2-3D3503AB271F}"/>
                </a:ext>
              </a:extLst>
            </p:cNvPr>
            <p:cNvPicPr>
              <a:picLocks noChangeAspect="1"/>
            </p:cNvPicPr>
            <p:nvPr userDrawn="1"/>
          </p:nvPicPr>
          <p:blipFill>
            <a:blip r:embed="rId8" cstate="screen">
              <a:extLst>
                <a:ext uri="{28A0092B-C50C-407E-A947-70E740481C1C}">
                  <a14:useLocalDpi xmlns:a14="http://schemas.microsoft.com/office/drawing/2010/main"/>
                </a:ext>
              </a:extLst>
            </a:blip>
            <a:stretch>
              <a:fillRect/>
            </a:stretch>
          </p:blipFill>
          <p:spPr>
            <a:xfrm>
              <a:off x="2078685" y="695131"/>
              <a:ext cx="1212575" cy="232914"/>
            </a:xfrm>
            <a:prstGeom prst="rect">
              <a:avLst/>
            </a:prstGeom>
          </p:spPr>
        </p:pic>
        <p:cxnSp>
          <p:nvCxnSpPr>
            <p:cNvPr id="10" name="Straight Connector 9">
              <a:extLst>
                <a:ext uri="{FF2B5EF4-FFF2-40B4-BE49-F238E27FC236}">
                  <a16:creationId xmlns:a16="http://schemas.microsoft.com/office/drawing/2014/main" id="{6D965630-6209-E647-BBFD-8ED7FAFB362D}"/>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2" name="Picture 11">
            <a:extLst>
              <a:ext uri="{FF2B5EF4-FFF2-40B4-BE49-F238E27FC236}">
                <a16:creationId xmlns:a16="http://schemas.microsoft.com/office/drawing/2014/main" id="{A7E5774E-B2C1-4792-91D6-2C68659BB2E0}"/>
              </a:ext>
            </a:extLst>
          </p:cNvPr>
          <p:cNvPicPr>
            <a:picLocks noChangeAspect="1"/>
          </p:cNvPicPr>
          <p:nvPr userDrawn="1"/>
        </p:nvPicPr>
        <p:blipFill>
          <a:blip r:embed="rId9"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3572374534"/>
      </p:ext>
    </p:extLst>
  </p:cSld>
  <p:clrMapOvr>
    <a:overrideClrMapping bg1="dk1" tx1="lt1" bg2="dk2" tx2="lt2" accent1="accent1" accent2="accent2" accent3="accent3" accent4="accent4" accent5="accent5" accent6="accent6" hlink="hlink" folHlink="folHlink"/>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6_Picture with Cap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3556A70-83B1-45C7-8F34-F5DD59367DDE}"/>
              </a:ext>
            </a:extLst>
          </p:cNvPr>
          <p:cNvGraphicFramePr>
            <a:graphicFrameLocks noChangeAspect="1"/>
          </p:cNvGraphicFramePr>
          <p:nvPr userDrawn="1">
            <p:custDataLst>
              <p:tags r:id="rId1"/>
            </p:custDataLst>
            <p:extLst>
              <p:ext uri="{D42A27DB-BD31-4B8C-83A1-F6EECF244321}">
                <p14:modId xmlns:p14="http://schemas.microsoft.com/office/powerpoint/2010/main" val="1459094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3" name="Object 2" hidden="1">
                        <a:extLst>
                          <a:ext uri="{FF2B5EF4-FFF2-40B4-BE49-F238E27FC236}">
                            <a16:creationId xmlns:a16="http://schemas.microsoft.com/office/drawing/2014/main" id="{83556A70-83B1-45C7-8F34-F5DD59367DD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19">
            <a:extLst>
              <a:ext uri="{FF2B5EF4-FFF2-40B4-BE49-F238E27FC236}">
                <a16:creationId xmlns:a16="http://schemas.microsoft.com/office/drawing/2014/main" id="{775B54B2-21BA-4859-A75B-05162B9F26B0}"/>
              </a:ext>
            </a:extLst>
          </p:cNvPr>
          <p:cNvSpPr>
            <a:spLocks noGrp="1"/>
          </p:cNvSpPr>
          <p:nvPr>
            <p:ph type="pic" sz="quarter" idx="10"/>
          </p:nvPr>
        </p:nvSpPr>
        <p:spPr>
          <a:xfrm>
            <a:off x="0" y="0"/>
            <a:ext cx="12192000" cy="6858000"/>
          </a:xfrm>
          <a:prstGeom prst="rect">
            <a:avLst/>
          </a:prstGeom>
        </p:spPr>
        <p:txBody>
          <a:bodyPr/>
          <a:lstStyle/>
          <a:p>
            <a:endParaRPr lang="en-GB"/>
          </a:p>
        </p:txBody>
      </p:sp>
      <p:sp>
        <p:nvSpPr>
          <p:cNvPr id="10" name="Oval 9">
            <a:extLst>
              <a:ext uri="{FF2B5EF4-FFF2-40B4-BE49-F238E27FC236}">
                <a16:creationId xmlns:a16="http://schemas.microsoft.com/office/drawing/2014/main" id="{8D0BA62E-9241-497B-9327-8E3DAF9B2980}"/>
              </a:ext>
            </a:extLst>
          </p:cNvPr>
          <p:cNvSpPr/>
          <p:nvPr userDrawn="1"/>
        </p:nvSpPr>
        <p:spPr>
          <a:xfrm>
            <a:off x="-403408" y="-561780"/>
            <a:ext cx="7200000" cy="7200000"/>
          </a:xfrm>
          <a:prstGeom prst="ellipse">
            <a:avLst/>
          </a:prstGeom>
          <a:solidFill>
            <a:srgbClr val="BC19FF">
              <a:alpha val="69804"/>
            </a:srgbClr>
          </a:solidFill>
          <a:ln>
            <a:solidFill>
              <a:srgbClr val="BC1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1" name="Title Placeholder 1">
            <a:extLst>
              <a:ext uri="{FF2B5EF4-FFF2-40B4-BE49-F238E27FC236}">
                <a16:creationId xmlns:a16="http://schemas.microsoft.com/office/drawing/2014/main" id="{D33C33FC-AEC6-45A8-B4CA-D85628431EBD}"/>
              </a:ext>
            </a:extLst>
          </p:cNvPr>
          <p:cNvSpPr>
            <a:spLocks noGrp="1"/>
          </p:cNvSpPr>
          <p:nvPr>
            <p:ph type="title" hasCustomPrompt="1"/>
          </p:nvPr>
        </p:nvSpPr>
        <p:spPr>
          <a:xfrm>
            <a:off x="1177853" y="1204909"/>
            <a:ext cx="5344886" cy="981244"/>
          </a:xfrm>
          <a:prstGeom prst="rect">
            <a:avLst/>
          </a:prstGeom>
        </p:spPr>
        <p:txBody>
          <a:bodyPr vert="horz" lIns="91440" tIns="45720" rIns="91440" bIns="45720" rtlCol="0" anchor="ctr">
            <a:normAutofit/>
          </a:bodyPr>
          <a:lstStyle>
            <a:lvl1pPr rtl="0">
              <a:defRPr>
                <a:solidFill>
                  <a:schemeClr val="bg1">
                    <a:lumMod val="95000"/>
                  </a:schemeClr>
                </a:solidFill>
              </a:defRPr>
            </a:lvl1pPr>
          </a:lstStyle>
          <a:p>
            <a:r>
              <a:rPr lang="en-US" dirty="0"/>
              <a:t>03.</a:t>
            </a:r>
            <a:br>
              <a:rPr lang="en-US" dirty="0"/>
            </a:br>
            <a:r>
              <a:rPr lang="en-US" dirty="0"/>
              <a:t>HOW WE DO IT</a:t>
            </a:r>
          </a:p>
        </p:txBody>
      </p:sp>
      <p:sp>
        <p:nvSpPr>
          <p:cNvPr id="7" name="Rectangle 6">
            <a:extLst>
              <a:ext uri="{FF2B5EF4-FFF2-40B4-BE49-F238E27FC236}">
                <a16:creationId xmlns:a16="http://schemas.microsoft.com/office/drawing/2014/main" id="{30D97910-1CC7-4CC0-A338-276D672C5068}"/>
              </a:ext>
            </a:extLst>
          </p:cNvPr>
          <p:cNvSpPr/>
          <p:nvPr userDrawn="1"/>
        </p:nvSpPr>
        <p:spPr>
          <a:xfrm>
            <a:off x="94593" y="78828"/>
            <a:ext cx="12097407" cy="6779172"/>
          </a:xfrm>
          <a:prstGeom prst="rect">
            <a:avLst/>
          </a:prstGeom>
          <a:noFill/>
          <a:ln w="190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0"/>
            <a:endParaRPr lang="en-US" dirty="0"/>
          </a:p>
        </p:txBody>
      </p:sp>
      <p:sp>
        <p:nvSpPr>
          <p:cNvPr id="12" name="Text Placeholder 3">
            <a:extLst>
              <a:ext uri="{FF2B5EF4-FFF2-40B4-BE49-F238E27FC236}">
                <a16:creationId xmlns:a16="http://schemas.microsoft.com/office/drawing/2014/main" id="{9510E1CD-C6F3-429B-B5BD-AAC1BD90672C}"/>
              </a:ext>
            </a:extLst>
          </p:cNvPr>
          <p:cNvSpPr>
            <a:spLocks noGrp="1"/>
          </p:cNvSpPr>
          <p:nvPr>
            <p:ph type="body" sz="quarter" idx="11" hasCustomPrompt="1"/>
          </p:nvPr>
        </p:nvSpPr>
        <p:spPr>
          <a:xfrm>
            <a:off x="1177853" y="2133603"/>
            <a:ext cx="8922516" cy="1692548"/>
          </a:xfrm>
          <a:prstGeom prst="rect">
            <a:avLst/>
          </a:prstGeom>
        </p:spPr>
        <p:txBody>
          <a:bodyPr/>
          <a:lstStyle>
            <a:lvl1pPr marL="0" indent="0" rtl="0">
              <a:buNone/>
              <a:defRPr sz="6000" b="1">
                <a:solidFill>
                  <a:schemeClr val="bg1">
                    <a:lumMod val="95000"/>
                  </a:schemeClr>
                </a:solidFill>
                <a:latin typeface="Graphik" panose="020B0503030202060203" pitchFamily="34" charset="0"/>
              </a:defRPr>
            </a:lvl1pPr>
          </a:lstStyle>
          <a:p>
            <a:pPr lvl="0"/>
            <a:r>
              <a:rPr lang="en-US" dirty="0"/>
              <a:t>CLICK TO EDIT MASTER TITLE STYLES</a:t>
            </a:r>
          </a:p>
        </p:txBody>
      </p:sp>
      <p:sp>
        <p:nvSpPr>
          <p:cNvPr id="14" name="Slide Number Placeholder 5">
            <a:extLst>
              <a:ext uri="{FF2B5EF4-FFF2-40B4-BE49-F238E27FC236}">
                <a16:creationId xmlns:a16="http://schemas.microsoft.com/office/drawing/2014/main" id="{5B58A1A7-CD5C-4989-BC0E-C548BAFCF6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rtl="0">
              <a:defRPr sz="800">
                <a:solidFill>
                  <a:schemeClr val="tx1">
                    <a:tint val="75000"/>
                  </a:schemeClr>
                </a:solidFill>
              </a:defRPr>
            </a:lvl1pPr>
          </a:lstStyle>
          <a:p>
            <a:fld id="{0BA4EB78-88BE-45AC-A53A-7FF884E94A85}" type="slidenum">
              <a:rPr lang="en-US" smtClean="0"/>
              <a:pPr/>
              <a:t>‹#›</a:t>
            </a:fld>
            <a:endParaRPr lang="en-US" dirty="0"/>
          </a:p>
        </p:txBody>
      </p:sp>
    </p:spTree>
    <p:extLst>
      <p:ext uri="{BB962C8B-B14F-4D97-AF65-F5344CB8AC3E}">
        <p14:creationId xmlns:p14="http://schemas.microsoft.com/office/powerpoint/2010/main" val="797842776"/>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1_Greetings Slide - GTS">
    <p:bg>
      <p:bgPr>
        <a:solidFill>
          <a:schemeClr val="accent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944C1C7D-8BCF-B3AF-0E7B-F2E5542DC76D}"/>
              </a:ext>
            </a:extLst>
          </p:cNvPr>
          <p:cNvGraphicFramePr>
            <a:graphicFrameLocks noChangeAspect="1"/>
          </p:cNvGraphicFramePr>
          <p:nvPr userDrawn="1">
            <p:custDataLst>
              <p:tags r:id="rId1"/>
            </p:custDataLst>
            <p:extLst>
              <p:ext uri="{D42A27DB-BD31-4B8C-83A1-F6EECF244321}">
                <p14:modId xmlns:p14="http://schemas.microsoft.com/office/powerpoint/2010/main" val="503655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944C1C7D-8BCF-B3AF-0E7B-F2E5542DC7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vert="horz" anchor="ctr"/>
          <a:lstStyle>
            <a:lvl1pPr algn="ctr" rtl="0">
              <a:defRPr sz="8800">
                <a:solidFill>
                  <a:schemeClr val="tx1"/>
                </a:solidFill>
              </a:defRPr>
            </a:lvl1pPr>
          </a:lstStyle>
          <a:p>
            <a:r>
              <a:rPr lang="en-US"/>
              <a:t>Welcome</a:t>
            </a:r>
            <a:endParaRPr lang="en-US" dirty="0"/>
          </a:p>
        </p:txBody>
      </p:sp>
      <p:sp>
        <p:nvSpPr>
          <p:cNvPr id="7" name="TextBox 6">
            <a:extLst>
              <a:ext uri="{FF2B5EF4-FFF2-40B4-BE49-F238E27FC236}">
                <a16:creationId xmlns:a16="http://schemas.microsoft.com/office/drawing/2014/main" id="{35F21F7E-CEFA-4A8F-862E-8631C40CEA2C}"/>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rtl="0"/>
            <a:r>
              <a:rPr lang="en-US" noProof="0"/>
              <a:t>Format Background… &gt; Picture or texture fill &gt; Set to one of the dark or mid gradient options</a:t>
            </a:r>
            <a:endParaRPr lang="en-US" noProof="0" dirty="0"/>
          </a:p>
        </p:txBody>
      </p:sp>
      <p:pic>
        <p:nvPicPr>
          <p:cNvPr id="3" name="Picture 2">
            <a:extLst>
              <a:ext uri="{FF2B5EF4-FFF2-40B4-BE49-F238E27FC236}">
                <a16:creationId xmlns:a16="http://schemas.microsoft.com/office/drawing/2014/main" id="{C02984D0-732D-42D6-9902-5076C03E911C}"/>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898221" y="5881492"/>
            <a:ext cx="4395557" cy="278295"/>
          </a:xfrm>
          <a:prstGeom prst="rect">
            <a:avLst/>
          </a:prstGeom>
        </p:spPr>
      </p:pic>
      <p:pic>
        <p:nvPicPr>
          <p:cNvPr id="4" name="Picture 3" descr="A picture containing card, drawing, crosswalk, table&#10;&#10;Description automatically generated">
            <a:extLst>
              <a:ext uri="{FF2B5EF4-FFF2-40B4-BE49-F238E27FC236}">
                <a16:creationId xmlns:a16="http://schemas.microsoft.com/office/drawing/2014/main" id="{10C49762-38E4-48E9-8096-41008426FCC7}"/>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5760607" y="698213"/>
            <a:ext cx="670786" cy="710244"/>
          </a:xfrm>
          <a:prstGeom prst="rect">
            <a:avLst/>
          </a:prstGeom>
        </p:spPr>
      </p:pic>
    </p:spTree>
    <p:extLst>
      <p:ext uri="{BB962C8B-B14F-4D97-AF65-F5344CB8AC3E}">
        <p14:creationId xmlns:p14="http://schemas.microsoft.com/office/powerpoint/2010/main" val="3709955233"/>
      </p:ext>
    </p:extLst>
  </p:cSld>
  <p:clrMapOvr>
    <a:overrideClrMapping bg1="dk1" tx1="lt1" bg2="dk2" tx2="lt2" accent1="accent1" accent2="accent2" accent3="accent3" accent4="accent4" accent5="accent5" accent6="accent6" hlink="hlink" folHlink="folHlink"/>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1_Greetings Slide - Logo">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F35F6C7-0DB1-8232-4242-CEA68B34E51C}"/>
              </a:ext>
            </a:extLst>
          </p:cNvPr>
          <p:cNvGraphicFramePr>
            <a:graphicFrameLocks noChangeAspect="1"/>
          </p:cNvGraphicFramePr>
          <p:nvPr userDrawn="1">
            <p:custDataLst>
              <p:tags r:id="rId1"/>
            </p:custDataLst>
            <p:extLst>
              <p:ext uri="{D42A27DB-BD31-4B8C-83A1-F6EECF244321}">
                <p14:modId xmlns:p14="http://schemas.microsoft.com/office/powerpoint/2010/main" val="21063664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3F35F6C7-0DB1-8232-4242-CEA68B34E51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vert="horz" anchor="ctr"/>
          <a:lstStyle>
            <a:lvl1pPr algn="ctr" rtl="0">
              <a:defRPr sz="8800">
                <a:solidFill>
                  <a:schemeClr val="tx1"/>
                </a:solidFill>
              </a:defRPr>
            </a:lvl1pPr>
          </a:lstStyle>
          <a:p>
            <a:r>
              <a:rPr lang="en-US"/>
              <a:t>Welcome</a:t>
            </a:r>
            <a:endParaRPr lang="en-US" dirty="0"/>
          </a:p>
        </p:txBody>
      </p:sp>
      <p:pic>
        <p:nvPicPr>
          <p:cNvPr id="3" name="Graphic 5">
            <a:extLst>
              <a:ext uri="{FF2B5EF4-FFF2-40B4-BE49-F238E27FC236}">
                <a16:creationId xmlns:a16="http://schemas.microsoft.com/office/drawing/2014/main" id="{6B12DB67-2F55-4F91-ABD8-4E1201FECE7E}"/>
              </a:ext>
            </a:extLst>
          </p:cNvPr>
          <p:cNvPicPr>
            <a:picLocks noChangeAspect="1"/>
          </p:cNvPicPr>
          <p:nvPr userDrawn="1"/>
        </p:nvPicPr>
        <p:blipFill>
          <a:blip r:embed="rId5" cstate="print">
            <a:extLst>
              <a:ext uri="{28A0092B-C50C-407E-A947-70E740481C1C}">
                <a14:useLocalDpi xmlns:a14="http://schemas.microsoft.com/office/drawing/2010/main"/>
              </a:ext>
            </a:extLst>
          </a:blip>
          <a:srcRect/>
          <a:stretch/>
        </p:blipFill>
        <p:spPr>
          <a:xfrm>
            <a:off x="5153882" y="698213"/>
            <a:ext cx="1884233" cy="498015"/>
          </a:xfrm>
          <a:prstGeom prst="rect">
            <a:avLst/>
          </a:prstGeom>
        </p:spPr>
      </p:pic>
      <p:sp>
        <p:nvSpPr>
          <p:cNvPr id="11" name="TextBox 10">
            <a:extLst>
              <a:ext uri="{FF2B5EF4-FFF2-40B4-BE49-F238E27FC236}">
                <a16:creationId xmlns:a16="http://schemas.microsoft.com/office/drawing/2014/main" id="{0B104FBB-E799-42A8-A4FA-483DC489523D}"/>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rtl="0"/>
            <a:r>
              <a:rPr lang="en-US" noProof="0"/>
              <a:t>Format Background… &gt; Picture or texture fill &gt; Set to one of the dark or mid gradient options</a:t>
            </a:r>
            <a:endParaRPr lang="en-US" noProof="0" dirty="0"/>
          </a:p>
        </p:txBody>
      </p:sp>
      <p:pic>
        <p:nvPicPr>
          <p:cNvPr id="6" name="Picture 5">
            <a:extLst>
              <a:ext uri="{FF2B5EF4-FFF2-40B4-BE49-F238E27FC236}">
                <a16:creationId xmlns:a16="http://schemas.microsoft.com/office/drawing/2014/main" id="{B63E249B-71DD-844A-A419-DCE08CBE4D84}"/>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898221" y="5881492"/>
            <a:ext cx="4395557" cy="278295"/>
          </a:xfrm>
          <a:prstGeom prst="rect">
            <a:avLst/>
          </a:prstGeom>
        </p:spPr>
      </p:pic>
    </p:spTree>
    <p:extLst>
      <p:ext uri="{BB962C8B-B14F-4D97-AF65-F5344CB8AC3E}">
        <p14:creationId xmlns:p14="http://schemas.microsoft.com/office/powerpoint/2010/main" val="2023249718"/>
      </p:ext>
    </p:extLst>
  </p:cSld>
  <p:clrMapOvr>
    <a:overrideClrMapping bg1="dk1" tx1="lt1" bg2="dk2" tx2="lt2" accent1="accent1" accent2="accent2" accent3="accent3" accent4="accent4" accent5="accent5" accent6="accent6" hlink="hlink" folHlink="folHlink"/>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2_Greetings + Greater Than L">
    <p:bg>
      <p:bgPr>
        <a:solidFill>
          <a:schemeClr val="accent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C3D8A35-F0A2-B417-8549-7D49A49B0BC8}"/>
              </a:ext>
            </a:extLst>
          </p:cNvPr>
          <p:cNvGraphicFramePr>
            <a:graphicFrameLocks noChangeAspect="1"/>
          </p:cNvGraphicFramePr>
          <p:nvPr userDrawn="1">
            <p:custDataLst>
              <p:tags r:id="rId1"/>
            </p:custDataLst>
            <p:extLst>
              <p:ext uri="{D42A27DB-BD31-4B8C-83A1-F6EECF244321}">
                <p14:modId xmlns:p14="http://schemas.microsoft.com/office/powerpoint/2010/main" val="41480520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3C3D8A35-F0A2-B417-8549-7D49A49B0BC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FC7882D0-879F-974F-B35F-EE91948B7FED}"/>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vert="horz" anchor="ctr"/>
          <a:lstStyle>
            <a:lvl1pPr algn="l" rtl="0">
              <a:defRPr sz="7200">
                <a:solidFill>
                  <a:schemeClr val="tx1"/>
                </a:solidFill>
              </a:defRPr>
            </a:lvl1pPr>
          </a:lstStyle>
          <a:p>
            <a:r>
              <a:rPr lang="en-US"/>
              <a:t>Welcome</a:t>
            </a:r>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rtl="0">
              <a:spcAft>
                <a:spcPts val="1200"/>
              </a:spcAft>
            </a:pPr>
            <a:endParaRPr lang="en-US" noProof="0"/>
          </a:p>
        </p:txBody>
      </p:sp>
    </p:spTree>
    <p:extLst>
      <p:ext uri="{BB962C8B-B14F-4D97-AF65-F5344CB8AC3E}">
        <p14:creationId xmlns:p14="http://schemas.microsoft.com/office/powerpoint/2010/main" val="690622001"/>
      </p:ext>
    </p:extLst>
  </p:cSld>
  <p:clrMapOvr>
    <a:overrideClrMapping bg1="dk1" tx1="lt1" bg2="dk2" tx2="lt2" accent1="accent1" accent2="accent2" accent3="accent3" accent4="accent4" accent5="accent5" accent6="accent6" hlink="hlink" folHlink="folHlink"/>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1_Greetings + Greater Than S">
    <p:bg>
      <p:bgPr>
        <a:solidFill>
          <a:schemeClr val="accent2"/>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8BD6FEF-0D8E-8C55-6391-2BB6713E836A}"/>
              </a:ext>
            </a:extLst>
          </p:cNvPr>
          <p:cNvGraphicFramePr>
            <a:graphicFrameLocks noChangeAspect="1"/>
          </p:cNvGraphicFramePr>
          <p:nvPr userDrawn="1">
            <p:custDataLst>
              <p:tags r:id="rId1"/>
            </p:custDataLst>
            <p:extLst>
              <p:ext uri="{D42A27DB-BD31-4B8C-83A1-F6EECF244321}">
                <p14:modId xmlns:p14="http://schemas.microsoft.com/office/powerpoint/2010/main" val="24649265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7" name="think-cell data - do not delete" hidden="1">
                        <a:extLst>
                          <a:ext uri="{FF2B5EF4-FFF2-40B4-BE49-F238E27FC236}">
                            <a16:creationId xmlns:a16="http://schemas.microsoft.com/office/drawing/2014/main" id="{98BD6FEF-0D8E-8C55-6391-2BB6713E836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8" name="Picture 7">
            <a:extLst>
              <a:ext uri="{FF2B5EF4-FFF2-40B4-BE49-F238E27FC236}">
                <a16:creationId xmlns:a16="http://schemas.microsoft.com/office/drawing/2014/main" id="{E4FFA725-883D-D243-B475-CEF8C282EDAB}"/>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 y="0"/>
            <a:ext cx="12210089"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vert="horz" anchor="ctr"/>
          <a:lstStyle>
            <a:lvl1pPr algn="l" rtl="0">
              <a:defRPr sz="7200">
                <a:solidFill>
                  <a:schemeClr val="tx1"/>
                </a:solidFill>
              </a:defRPr>
            </a:lvl1pPr>
          </a:lstStyle>
          <a:p>
            <a:r>
              <a:rPr lang="en-US"/>
              <a:t>Welcome</a:t>
            </a:r>
            <a:endParaRPr lang="en-US" dirty="0"/>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rtl="0">
              <a:spcAft>
                <a:spcPts val="1200"/>
              </a:spcAft>
            </a:pPr>
            <a:endParaRPr lang="en-US" noProof="0" dirty="0"/>
          </a:p>
        </p:txBody>
      </p:sp>
      <p:sp>
        <p:nvSpPr>
          <p:cNvPr id="6" name="TextBox 5">
            <a:extLst>
              <a:ext uri="{FF2B5EF4-FFF2-40B4-BE49-F238E27FC236}">
                <a16:creationId xmlns:a16="http://schemas.microsoft.com/office/drawing/2014/main" id="{6FA1302B-6794-45FA-A428-AB50D28EF9A2}"/>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rtl="0"/>
            <a:r>
              <a:rPr lang="en-US" noProof="0"/>
              <a:t>Format Background… &gt; Picture or texture fill &gt; Set to one of the dark or mid gradient options</a:t>
            </a:r>
            <a:endParaRPr lang="en-US" noProof="0" dirty="0"/>
          </a:p>
        </p:txBody>
      </p:sp>
      <p:pic>
        <p:nvPicPr>
          <p:cNvPr id="5" name="Picture 4" descr="A picture containing card, drawing, crosswalk, table&#10;&#10;Description automatically generated">
            <a:extLst>
              <a:ext uri="{FF2B5EF4-FFF2-40B4-BE49-F238E27FC236}">
                <a16:creationId xmlns:a16="http://schemas.microsoft.com/office/drawing/2014/main" id="{E5FCD86B-B6A8-4016-9F0D-3FDC4C784D3F}"/>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380999" y="698213"/>
            <a:ext cx="670786" cy="710244"/>
          </a:xfrm>
          <a:prstGeom prst="rect">
            <a:avLst/>
          </a:prstGeom>
        </p:spPr>
      </p:pic>
      <p:pic>
        <p:nvPicPr>
          <p:cNvPr id="4" name="Picture 3">
            <a:extLst>
              <a:ext uri="{FF2B5EF4-FFF2-40B4-BE49-F238E27FC236}">
                <a16:creationId xmlns:a16="http://schemas.microsoft.com/office/drawing/2014/main" id="{9EDA13B6-DED0-467D-BE25-BD8B9FEEF2F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80999" y="5881492"/>
            <a:ext cx="4332773" cy="274320"/>
          </a:xfrm>
          <a:prstGeom prst="rect">
            <a:avLst/>
          </a:prstGeom>
        </p:spPr>
      </p:pic>
    </p:spTree>
    <p:extLst>
      <p:ext uri="{BB962C8B-B14F-4D97-AF65-F5344CB8AC3E}">
        <p14:creationId xmlns:p14="http://schemas.microsoft.com/office/powerpoint/2010/main" val="512228754"/>
      </p:ext>
    </p:extLst>
  </p:cSld>
  <p:clrMapOvr>
    <a:overrideClrMapping bg1="dk1" tx1="lt1" bg2="dk2" tx2="lt2" accent1="accent1" accent2="accent2" accent3="accent3" accent4="accent4" accent5="accent5" accent6="accent6" hlink="hlink" folHlink="folHlink"/>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3_Cover Image - Left-aligned, Logo">
    <p:bg>
      <p:bgPr>
        <a:solidFill>
          <a:schemeClr val="tx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E5EF158-1652-8F5E-A56B-7263DA5A1242}"/>
              </a:ext>
            </a:extLst>
          </p:cNvPr>
          <p:cNvGraphicFramePr>
            <a:graphicFrameLocks noChangeAspect="1"/>
          </p:cNvGraphicFramePr>
          <p:nvPr userDrawn="1">
            <p:custDataLst>
              <p:tags r:id="rId1"/>
            </p:custDataLst>
            <p:extLst>
              <p:ext uri="{D42A27DB-BD31-4B8C-83A1-F6EECF244321}">
                <p14:modId xmlns:p14="http://schemas.microsoft.com/office/powerpoint/2010/main" val="7877488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CE5EF158-1652-8F5E-A56B-7263DA5A124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p:spPr>
        <p:txBody>
          <a:bodyPr vert="horz" anchor="b"/>
          <a:lstStyle>
            <a:lvl1pPr algn="l" rtl="0">
              <a:lnSpc>
                <a:spcPct val="90000"/>
              </a:lnSpc>
              <a:defRPr sz="4800">
                <a:solidFill>
                  <a:schemeClr val="bg1"/>
                </a:solidFill>
              </a:defRPr>
            </a:lvl1pPr>
          </a:lstStyle>
          <a:p>
            <a:r>
              <a:rPr lang="en-US" dirty="0"/>
              <a:t>Place presentation title here 48pt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bg1"/>
                </a:solidFill>
                <a:latin typeface="+mn-lt"/>
                <a:ea typeface="+mn-ea"/>
                <a:cs typeface="+mn-cs"/>
              </a:defRPr>
            </a:lvl1pPr>
          </a:lstStyle>
          <a:p>
            <a:fld id="{395525D8-8C3D-4FEA-A4F3-A7048ED97C11}" type="datetime2">
              <a:rPr lang="en-US" smtClean="0"/>
              <a:pPr/>
              <a:t>Thursday, August 27, 2026</a:t>
            </a:fld>
            <a:endParaRPr lang="en-US" dirty="0"/>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bg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8" name="Subtitle 2">
            <a:extLst>
              <a:ext uri="{FF2B5EF4-FFF2-40B4-BE49-F238E27FC236}">
                <a16:creationId xmlns:a16="http://schemas.microsoft.com/office/drawing/2014/main" id="{9279EB0A-2DCA-4410-A834-F9A425FF964B}"/>
              </a:ext>
            </a:extLst>
          </p:cNvPr>
          <p:cNvSpPr>
            <a:spLocks noGrp="1"/>
          </p:cNvSpPr>
          <p:nvPr>
            <p:ph type="subTitle" idx="1" hasCustomPrompt="1"/>
          </p:nvPr>
        </p:nvSpPr>
        <p:spPr>
          <a:xfrm>
            <a:off x="381001" y="3097823"/>
            <a:ext cx="4301168" cy="1092845"/>
          </a:xfrm>
        </p:spPr>
        <p:txBody>
          <a:bodyPr/>
          <a:lstStyle>
            <a:lvl1pPr marL="0" indent="0" algn="l" rtl="0">
              <a:lnSpc>
                <a:spcPct val="90000"/>
              </a:lnSpc>
              <a:spcAft>
                <a:spcPts val="0"/>
              </a:spcAft>
              <a:buNone/>
              <a:defRPr sz="2400" b="0" i="0" spc="0">
                <a:solidFill>
                  <a:schemeClr val="bg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pic>
        <p:nvPicPr>
          <p:cNvPr id="5" name="Picture 4">
            <a:extLst>
              <a:ext uri="{FF2B5EF4-FFF2-40B4-BE49-F238E27FC236}">
                <a16:creationId xmlns:a16="http://schemas.microsoft.com/office/drawing/2014/main" id="{E208B9F0-97C2-4E32-B747-303D00DEEACC}"/>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10817" y="6173039"/>
            <a:ext cx="4395557" cy="278295"/>
          </a:xfrm>
          <a:prstGeom prst="rect">
            <a:avLst/>
          </a:prstGeom>
        </p:spPr>
      </p:pic>
      <p:pic>
        <p:nvPicPr>
          <p:cNvPr id="6" name="Picture 5">
            <a:extLst>
              <a:ext uri="{FF2B5EF4-FFF2-40B4-BE49-F238E27FC236}">
                <a16:creationId xmlns:a16="http://schemas.microsoft.com/office/drawing/2014/main" id="{FC2A8E9C-042F-B642-A530-4D7EA90923ED}"/>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a:stretch/>
        </p:blipFill>
        <p:spPr>
          <a:xfrm>
            <a:off x="381001" y="381000"/>
            <a:ext cx="670786" cy="732823"/>
          </a:xfrm>
          <a:prstGeom prst="rect">
            <a:avLst/>
          </a:prstGeom>
        </p:spPr>
      </p:pic>
      <p:pic>
        <p:nvPicPr>
          <p:cNvPr id="15" name="Picture 14">
            <a:extLst>
              <a:ext uri="{FF2B5EF4-FFF2-40B4-BE49-F238E27FC236}">
                <a16:creationId xmlns:a16="http://schemas.microsoft.com/office/drawing/2014/main" id="{FA167907-8907-9E46-A65A-15989AEB0BB7}"/>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81001" y="6198895"/>
            <a:ext cx="4395558" cy="278104"/>
          </a:xfrm>
          <a:prstGeom prst="rect">
            <a:avLst/>
          </a:prstGeom>
        </p:spPr>
      </p:pic>
    </p:spTree>
    <p:extLst>
      <p:ext uri="{BB962C8B-B14F-4D97-AF65-F5344CB8AC3E}">
        <p14:creationId xmlns:p14="http://schemas.microsoft.com/office/powerpoint/2010/main" val="19208671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1_Section Divider with Image - Gradient Dark">
    <p:bg>
      <p:bgPr>
        <a:solidFill>
          <a:schemeClr val="accent3"/>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7AD6017-2230-1841-A9A6-6885131D939C}"/>
              </a:ext>
            </a:extLst>
          </p:cNvPr>
          <p:cNvGraphicFramePr>
            <a:graphicFrameLocks noChangeAspect="1"/>
          </p:cNvGraphicFramePr>
          <p:nvPr userDrawn="1">
            <p:custDataLst>
              <p:tags r:id="rId1"/>
            </p:custDataLst>
            <p:extLst>
              <p:ext uri="{D42A27DB-BD31-4B8C-83A1-F6EECF244321}">
                <p14:modId xmlns:p14="http://schemas.microsoft.com/office/powerpoint/2010/main" val="10309264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17AD6017-2230-1841-A9A6-6885131D939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4" name="Picture 13">
            <a:extLst>
              <a:ext uri="{FF2B5EF4-FFF2-40B4-BE49-F238E27FC236}">
                <a16:creationId xmlns:a16="http://schemas.microsoft.com/office/drawing/2014/main" id="{86F62995-A1F7-47A0-AD35-CBADA9723982}"/>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t="-18"/>
          <a:stretch/>
        </p:blipFill>
        <p:spPr>
          <a:xfrm>
            <a:off x="1185" y="0"/>
            <a:ext cx="12189630" cy="6858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rtl="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US"/>
              <a:t>Place subtitle here in GT Sectra Fine 24pt</a:t>
            </a:r>
            <a:endParaRPr lang="en-US" dirty="0"/>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rtl="0">
              <a:buNone/>
              <a:defRPr sz="1400" b="0">
                <a:solidFill>
                  <a:schemeClr val="tx1"/>
                </a:solidFill>
              </a:defRPr>
            </a:lvl1pPr>
          </a:lstStyle>
          <a:p>
            <a:r>
              <a:rPr lang="en-US"/>
              <a:t>Add image, then ‘Send to Back’</a:t>
            </a:r>
            <a:endParaRPr lang="en-US" dirty="0"/>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vert="horz" anchor="b"/>
          <a:lstStyle>
            <a:lvl1pPr rtl="0">
              <a:defRPr sz="5400">
                <a:solidFill>
                  <a:schemeClr val="tx1"/>
                </a:solidFill>
              </a:defRPr>
            </a:lvl1pPr>
          </a:lstStyle>
          <a:p>
            <a:r>
              <a:rPr lang="en-US" dirty="0"/>
              <a:t>Section title 54pt</a:t>
            </a:r>
          </a:p>
        </p:txBody>
      </p:sp>
      <p:pic>
        <p:nvPicPr>
          <p:cNvPr id="4" name="Picture 3">
            <a:extLst>
              <a:ext uri="{FF2B5EF4-FFF2-40B4-BE49-F238E27FC236}">
                <a16:creationId xmlns:a16="http://schemas.microsoft.com/office/drawing/2014/main" id="{8EC07FC4-5CE3-4377-9FF4-FE915E8F0A0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576D3AD0-C81D-4B6F-AF8C-3B3FD9443CEC}"/>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US" sz="800" b="0" i="0" u="none" strike="noStrike" kern="0" cap="none" spc="0" normalizeH="0" baseline="0" noProof="0">
                <a:ln>
                  <a:noFill/>
                </a:ln>
                <a:solidFill>
                  <a:srgbClr val="FFFFFF">
                    <a:alpha val="75000"/>
                  </a:srgbClr>
                </a:solidFill>
                <a:effectLst/>
                <a:uLnTx/>
                <a:uFillTx/>
              </a:rPr>
              <a:t>Copyright © 2020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7" name="TextBox 6">
            <a:extLst>
              <a:ext uri="{FF2B5EF4-FFF2-40B4-BE49-F238E27FC236}">
                <a16:creationId xmlns:a16="http://schemas.microsoft.com/office/drawing/2014/main" id="{65BB85E4-FADD-4019-B75F-48AAA1B24BF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Tree>
    <p:extLst>
      <p:ext uri="{BB962C8B-B14F-4D97-AF65-F5344CB8AC3E}">
        <p14:creationId xmlns:p14="http://schemas.microsoft.com/office/powerpoint/2010/main" val="25209560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1_Section Divider with Image - Gradient Core">
    <p:bg>
      <p:bgPr>
        <a:solidFill>
          <a:schemeClr val="accent3"/>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4E9BEE1F-20B5-9853-4914-832B3DCD8E6B}"/>
              </a:ext>
            </a:extLst>
          </p:cNvPr>
          <p:cNvGraphicFramePr>
            <a:graphicFrameLocks noChangeAspect="1"/>
          </p:cNvGraphicFramePr>
          <p:nvPr userDrawn="1">
            <p:custDataLst>
              <p:tags r:id="rId1"/>
            </p:custDataLst>
            <p:extLst>
              <p:ext uri="{D42A27DB-BD31-4B8C-83A1-F6EECF244321}">
                <p14:modId xmlns:p14="http://schemas.microsoft.com/office/powerpoint/2010/main" val="19755005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8" name="think-cell data - do not delete" hidden="1">
                        <a:extLst>
                          <a:ext uri="{FF2B5EF4-FFF2-40B4-BE49-F238E27FC236}">
                            <a16:creationId xmlns:a16="http://schemas.microsoft.com/office/drawing/2014/main" id="{4E9BEE1F-20B5-9853-4914-832B3DCD8E6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D34847E9-71CB-4177-8BB3-C4EDB8A3E264}"/>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rtl="0">
              <a:buNone/>
              <a:defRPr sz="1400" b="0">
                <a:solidFill>
                  <a:schemeClr val="tx1"/>
                </a:solidFill>
              </a:defRPr>
            </a:lvl1pPr>
          </a:lstStyle>
          <a:p>
            <a:r>
              <a:rPr lang="en-US"/>
              <a:t>Add image, then ‘Send to Back’</a:t>
            </a:r>
            <a:endParaRPr lang="en-US" dirty="0"/>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vert="horz" anchor="b"/>
          <a:lstStyle>
            <a:lvl1pPr rtl="0">
              <a:defRPr sz="5400">
                <a:solidFill>
                  <a:schemeClr val="tx1"/>
                </a:solidFill>
              </a:defRPr>
            </a:lvl1pPr>
          </a:lstStyle>
          <a:p>
            <a:r>
              <a:rPr lang="en-US" dirty="0"/>
              <a:t>Section title 54pt</a:t>
            </a:r>
          </a:p>
        </p:txBody>
      </p:sp>
      <p:pic>
        <p:nvPicPr>
          <p:cNvPr id="4" name="Picture 3">
            <a:extLst>
              <a:ext uri="{FF2B5EF4-FFF2-40B4-BE49-F238E27FC236}">
                <a16:creationId xmlns:a16="http://schemas.microsoft.com/office/drawing/2014/main" id="{8EC07FC4-5CE3-4377-9FF4-FE915E8F0A0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576D3AD0-C81D-4B6F-AF8C-3B3FD9443CEC}"/>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US" sz="800" b="0" i="0" u="none" strike="noStrike" kern="0" cap="none" spc="0" normalizeH="0" baseline="0" noProof="0">
                <a:ln>
                  <a:noFill/>
                </a:ln>
                <a:solidFill>
                  <a:srgbClr val="FFFFFF">
                    <a:alpha val="75000"/>
                  </a:srgbClr>
                </a:solidFill>
                <a:effectLst/>
                <a:uLnTx/>
                <a:uFillTx/>
              </a:rPr>
              <a:t>Copyright © 2020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7" name="TextBox 6">
            <a:extLst>
              <a:ext uri="{FF2B5EF4-FFF2-40B4-BE49-F238E27FC236}">
                <a16:creationId xmlns:a16="http://schemas.microsoft.com/office/drawing/2014/main" id="{65BB85E4-FADD-4019-B75F-48AAA1B24BF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9" name="Text Placeholder 8">
            <a:extLst>
              <a:ext uri="{FF2B5EF4-FFF2-40B4-BE49-F238E27FC236}">
                <a16:creationId xmlns:a16="http://schemas.microsoft.com/office/drawing/2014/main" id="{C8D88312-3597-964E-9B24-8371E2C85670}"/>
              </a:ext>
            </a:extLst>
          </p:cNvPr>
          <p:cNvSpPr>
            <a:spLocks noGrp="1"/>
          </p:cNvSpPr>
          <p:nvPr>
            <p:ph type="body" sz="quarter" idx="16" hasCustomPrompt="1"/>
          </p:nvPr>
        </p:nvSpPr>
        <p:spPr>
          <a:xfrm>
            <a:off x="1143000" y="4610099"/>
            <a:ext cx="4953000" cy="1474215"/>
          </a:xfrm>
        </p:spPr>
        <p:txBody>
          <a:bodyPr/>
          <a:lstStyle>
            <a:lvl1pPr marL="0" indent="0" rtl="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US"/>
              <a:t>Place subtitle here in GT Sectra Fine 24pt</a:t>
            </a:r>
            <a:endParaRPr lang="en-US" dirty="0"/>
          </a:p>
        </p:txBody>
      </p:sp>
    </p:spTree>
    <p:extLst>
      <p:ext uri="{BB962C8B-B14F-4D97-AF65-F5344CB8AC3E}">
        <p14:creationId xmlns:p14="http://schemas.microsoft.com/office/powerpoint/2010/main" val="20001189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Section Divider - Numbered, Gradient Mid Purple">
    <p:bg>
      <p:bgPr>
        <a:solidFill>
          <a:schemeClr val="accent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126EBEFB-514F-68A6-4826-EA619FD5D850}"/>
              </a:ext>
            </a:extLst>
          </p:cNvPr>
          <p:cNvGraphicFramePr>
            <a:graphicFrameLocks noChangeAspect="1"/>
          </p:cNvGraphicFramePr>
          <p:nvPr userDrawn="1">
            <p:custDataLst>
              <p:tags r:id="rId1"/>
            </p:custDataLst>
            <p:extLst>
              <p:ext uri="{D42A27DB-BD31-4B8C-83A1-F6EECF244321}">
                <p14:modId xmlns:p14="http://schemas.microsoft.com/office/powerpoint/2010/main" val="7068182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8" name="think-cell data - do not delete" hidden="1">
                        <a:extLst>
                          <a:ext uri="{FF2B5EF4-FFF2-40B4-BE49-F238E27FC236}">
                            <a16:creationId xmlns:a16="http://schemas.microsoft.com/office/drawing/2014/main" id="{126EBEFB-514F-68A6-4826-EA619FD5D85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3" name="Picture 12">
            <a:extLst>
              <a:ext uri="{FF2B5EF4-FFF2-40B4-BE49-F238E27FC236}">
                <a16:creationId xmlns:a16="http://schemas.microsoft.com/office/drawing/2014/main" id="{CB16898D-3DD4-439C-B43F-558C1FDD3648}"/>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a:stretch/>
        </p:blipFill>
        <p:spPr>
          <a:xfrm>
            <a:off x="0" y="0"/>
            <a:ext cx="12192000" cy="3428999"/>
          </a:xfrm>
          <a:prstGeom prst="rect">
            <a:avLst/>
          </a:prstGeom>
        </p:spPr>
      </p:pic>
      <p:sp>
        <p:nvSpPr>
          <p:cNvPr id="7" name="Rectangle 6">
            <a:extLst>
              <a:ext uri="{FF2B5EF4-FFF2-40B4-BE49-F238E27FC236}">
                <a16:creationId xmlns:a16="http://schemas.microsoft.com/office/drawing/2014/main" id="{64015D5F-F315-4E58-856E-56BC8490AECE}"/>
              </a:ext>
            </a:extLst>
          </p:cNvPr>
          <p:cNvSpPr/>
          <p:nvPr userDrawn="1"/>
        </p:nvSpPr>
        <p:spPr>
          <a:xfrm>
            <a:off x="0" y="3428999"/>
            <a:ext cx="12192000" cy="3429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3889828"/>
            <a:ext cx="6186713" cy="2194485"/>
          </a:xfrm>
        </p:spPr>
        <p:txBody>
          <a:bodyPr vert="horz" anchor="t"/>
          <a:lstStyle>
            <a:lvl1pPr rtl="0">
              <a:defRPr sz="5400">
                <a:solidFill>
                  <a:schemeClr val="tx1"/>
                </a:solidFill>
              </a:defRPr>
            </a:lvl1pPr>
          </a:lstStyle>
          <a:p>
            <a:r>
              <a:rPr lang="en-US" dirty="0"/>
              <a:t>Section title 54pt</a:t>
            </a:r>
          </a:p>
        </p:txBody>
      </p:sp>
      <p:sp>
        <p:nvSpPr>
          <p:cNvPr id="11" name="Text Placeholder 2">
            <a:extLst>
              <a:ext uri="{FF2B5EF4-FFF2-40B4-BE49-F238E27FC236}">
                <a16:creationId xmlns:a16="http://schemas.microsoft.com/office/drawing/2014/main" id="{63E56B88-63DE-42F5-AE08-5F9069ED6835}"/>
              </a:ext>
            </a:extLst>
          </p:cNvPr>
          <p:cNvSpPr>
            <a:spLocks noGrp="1"/>
          </p:cNvSpPr>
          <p:nvPr>
            <p:ph type="body" idx="10" hasCustomPrompt="1"/>
          </p:nvPr>
        </p:nvSpPr>
        <p:spPr>
          <a:xfrm>
            <a:off x="1143001" y="835805"/>
            <a:ext cx="6186712" cy="2194487"/>
          </a:xfrm>
        </p:spPr>
        <p:txBody>
          <a:bodyPr anchor="ctr"/>
          <a:lstStyle>
            <a:lvl1pPr marL="0" indent="0" algn="l" defTabSz="914400" rtl="0" eaLnBrk="1" latinLnBrk="0" hangingPunct="1">
              <a:lnSpc>
                <a:spcPct val="80000"/>
              </a:lnSpc>
              <a:spcBef>
                <a:spcPct val="0"/>
              </a:spcBef>
              <a:spcAft>
                <a:spcPts val="0"/>
              </a:spcAft>
              <a:buNone/>
              <a:defRPr lang="en-US" sz="16600" b="1" kern="1200" dirty="0">
                <a:ln w="38100">
                  <a:solidFill>
                    <a:schemeClr val="tx1"/>
                  </a:solidFill>
                </a:ln>
                <a:no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a:t>
            </a:r>
          </a:p>
        </p:txBody>
      </p:sp>
      <p:pic>
        <p:nvPicPr>
          <p:cNvPr id="4" name="Picture 3">
            <a:extLst>
              <a:ext uri="{FF2B5EF4-FFF2-40B4-BE49-F238E27FC236}">
                <a16:creationId xmlns:a16="http://schemas.microsoft.com/office/drawing/2014/main" id="{A3B317ED-600C-4D7F-990D-38990FC868E0}"/>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86BA14C7-1430-48FF-8901-F3A033110900}"/>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US" sz="800" b="0" i="0" u="none" strike="noStrike" kern="0" cap="none" spc="0" normalizeH="0" baseline="0" noProof="0">
                <a:ln>
                  <a:noFill/>
                </a:ln>
                <a:solidFill>
                  <a:srgbClr val="FFFFFF">
                    <a:alpha val="75000"/>
                  </a:srgbClr>
                </a:solidFill>
                <a:effectLst/>
                <a:uLnTx/>
                <a:uFillTx/>
              </a:rPr>
              <a:t>Copyright © 2020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6" name="TextBox 5">
            <a:extLst>
              <a:ext uri="{FF2B5EF4-FFF2-40B4-BE49-F238E27FC236}">
                <a16:creationId xmlns:a16="http://schemas.microsoft.com/office/drawing/2014/main" id="{B68F01F3-5CA0-48F9-8E93-BE5B61747A9B}"/>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4" name="Text Placeholder 8">
            <a:extLst>
              <a:ext uri="{FF2B5EF4-FFF2-40B4-BE49-F238E27FC236}">
                <a16:creationId xmlns:a16="http://schemas.microsoft.com/office/drawing/2014/main" id="{4CC28DDD-91C9-FB49-B057-796687C8B07D}"/>
              </a:ext>
            </a:extLst>
          </p:cNvPr>
          <p:cNvSpPr>
            <a:spLocks noGrp="1"/>
          </p:cNvSpPr>
          <p:nvPr>
            <p:ph type="body" sz="quarter" idx="15" hasCustomPrompt="1"/>
          </p:nvPr>
        </p:nvSpPr>
        <p:spPr>
          <a:xfrm>
            <a:off x="8055427" y="3889828"/>
            <a:ext cx="2993573" cy="2194486"/>
          </a:xfrm>
        </p:spPr>
        <p:txBody>
          <a:bodyPr/>
          <a:lstStyle>
            <a:lvl1pPr marL="0" indent="0" rtl="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US"/>
              <a:t>Place subtitle here in GT Sectra Fine 24pt</a:t>
            </a:r>
            <a:endParaRPr lang="en-US" dirty="0"/>
          </a:p>
        </p:txBody>
      </p:sp>
    </p:spTree>
    <p:extLst>
      <p:ext uri="{BB962C8B-B14F-4D97-AF65-F5344CB8AC3E}">
        <p14:creationId xmlns:p14="http://schemas.microsoft.com/office/powerpoint/2010/main" val="14836601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1_Key Message Gradient Dark 1">
    <p:bg>
      <p:bgPr>
        <a:solidFill>
          <a:schemeClr val="accent3"/>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7AC7585-D82B-7DFF-647F-4BFF1E9F0422}"/>
              </a:ext>
            </a:extLst>
          </p:cNvPr>
          <p:cNvGraphicFramePr>
            <a:graphicFrameLocks noChangeAspect="1"/>
          </p:cNvGraphicFramePr>
          <p:nvPr userDrawn="1">
            <p:custDataLst>
              <p:tags r:id="rId1"/>
            </p:custDataLst>
            <p:extLst>
              <p:ext uri="{D42A27DB-BD31-4B8C-83A1-F6EECF244321}">
                <p14:modId xmlns:p14="http://schemas.microsoft.com/office/powerpoint/2010/main" val="31448870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F7AC7585-D82B-7DFF-647F-4BFF1E9F042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AB47B586-CFEE-4C32-8227-001B5A89C37D}"/>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vert="horz" anchor="ctr"/>
          <a:lstStyle>
            <a:lvl1pPr algn="ctr" rtl="0">
              <a:defRPr sz="5400">
                <a:solidFill>
                  <a:schemeClr val="tx1"/>
                </a:solidFill>
              </a:defRPr>
            </a:lvl1pPr>
          </a:lstStyle>
          <a:p>
            <a:r>
              <a:rPr lang="en-US" dirty="0"/>
              <a:t>Place key message here</a:t>
            </a:r>
          </a:p>
        </p:txBody>
      </p:sp>
      <p:pic>
        <p:nvPicPr>
          <p:cNvPr id="3" name="Picture 2">
            <a:extLst>
              <a:ext uri="{FF2B5EF4-FFF2-40B4-BE49-F238E27FC236}">
                <a16:creationId xmlns:a16="http://schemas.microsoft.com/office/drawing/2014/main" id="{0141FE43-9ADC-4313-8D22-F47ABC16F445}"/>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EA97BC18-949B-4A9A-B05F-CA4F3F80FEC9}"/>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US" sz="800" b="0" i="0" u="none" strike="noStrike" kern="0" cap="none" spc="0" normalizeH="0" baseline="0" noProof="0">
                <a:ln>
                  <a:noFill/>
                </a:ln>
                <a:solidFill>
                  <a:srgbClr val="FFFFFF">
                    <a:alpha val="75000"/>
                  </a:srgbClr>
                </a:solidFill>
                <a:effectLst/>
                <a:uLnTx/>
                <a:uFillTx/>
              </a:rPr>
              <a:t>Copyright © 2020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5" name="TextBox 14">
            <a:extLst>
              <a:ext uri="{FF2B5EF4-FFF2-40B4-BE49-F238E27FC236}">
                <a16:creationId xmlns:a16="http://schemas.microsoft.com/office/drawing/2014/main" id="{CF34DCA4-9B3F-424E-8478-0FB3BCA6E006}"/>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Tree>
    <p:extLst>
      <p:ext uri="{BB962C8B-B14F-4D97-AF65-F5344CB8AC3E}">
        <p14:creationId xmlns:p14="http://schemas.microsoft.com/office/powerpoint/2010/main" val="2549814381"/>
      </p:ext>
    </p:extLst>
  </p:cSld>
  <p:clrMapOvr>
    <a:overrideClrMapping bg1="dk1" tx1="lt1" bg2="dk2" tx2="lt2" accent1="accent1" accent2="accent2" accent3="accent3" accent4="accent4" accent5="accent5" accent6="accent6" hlink="hlink" folHlink="folHlink"/>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3_Greetings + Greater Than L">
    <p:bg>
      <p:bgPr>
        <a:solidFill>
          <a:schemeClr val="accent2"/>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ACFA346-6D74-3B14-8ED1-F3773F0EC8B4}"/>
              </a:ext>
            </a:extLst>
          </p:cNvPr>
          <p:cNvGraphicFramePr>
            <a:graphicFrameLocks noChangeAspect="1"/>
          </p:cNvGraphicFramePr>
          <p:nvPr userDrawn="1">
            <p:custDataLst>
              <p:tags r:id="rId1"/>
            </p:custDataLst>
            <p:extLst>
              <p:ext uri="{D42A27DB-BD31-4B8C-83A1-F6EECF244321}">
                <p14:modId xmlns:p14="http://schemas.microsoft.com/office/powerpoint/2010/main" val="27275133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2ACFA346-6D74-3B14-8ED1-F3773F0EC8B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FC7882D0-879F-974F-B35F-EE91948B7FED}"/>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vert="horz" anchor="ctr"/>
          <a:lstStyle>
            <a:lvl1pPr algn="l" rtl="0">
              <a:defRPr sz="7200">
                <a:solidFill>
                  <a:schemeClr val="tx1"/>
                </a:solidFill>
              </a:defRPr>
            </a:lvl1pPr>
          </a:lstStyle>
          <a:p>
            <a:r>
              <a:rPr lang="en-US"/>
              <a:t>Thank you</a:t>
            </a:r>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rtl="0">
              <a:spcAft>
                <a:spcPts val="1200"/>
              </a:spcAft>
            </a:pPr>
            <a:endParaRPr lang="en-US" noProof="0"/>
          </a:p>
        </p:txBody>
      </p:sp>
    </p:spTree>
    <p:extLst>
      <p:ext uri="{BB962C8B-B14F-4D97-AF65-F5344CB8AC3E}">
        <p14:creationId xmlns:p14="http://schemas.microsoft.com/office/powerpoint/2010/main" val="1940052874"/>
      </p:ext>
    </p:extLst>
  </p:cSld>
  <p:clrMapOvr>
    <a:overrideClrMapping bg1="dk1" tx1="lt1" bg2="dk2" tx2="lt2" accent1="accent1" accent2="accent2" accent3="accent3" accent4="accent4" accent5="accent5" accent6="accent6" hlink="hlink" folHlink="folHlink"/>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1_Cover Image - Left-aligned, GTS">
    <p:bg>
      <p:bgPr>
        <a:solidFill>
          <a:schemeClr val="accent3"/>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5265C075-040E-1F58-8CA2-BE05136DE3DC}"/>
              </a:ext>
            </a:extLst>
          </p:cNvPr>
          <p:cNvGraphicFramePr>
            <a:graphicFrameLocks noChangeAspect="1"/>
          </p:cNvGraphicFramePr>
          <p:nvPr userDrawn="1">
            <p:custDataLst>
              <p:tags r:id="rId1"/>
            </p:custDataLst>
            <p:extLst>
              <p:ext uri="{D42A27DB-BD31-4B8C-83A1-F6EECF244321}">
                <p14:modId xmlns:p14="http://schemas.microsoft.com/office/powerpoint/2010/main" val="1919743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9" name="think-cell data - do not delete" hidden="1">
                        <a:extLst>
                          <a:ext uri="{FF2B5EF4-FFF2-40B4-BE49-F238E27FC236}">
                            <a16:creationId xmlns:a16="http://schemas.microsoft.com/office/drawing/2014/main" id="{5265C075-040E-1F58-8CA2-BE05136DE3D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8" name="Picture 7">
            <a:extLst>
              <a:ext uri="{FF2B5EF4-FFF2-40B4-BE49-F238E27FC236}">
                <a16:creationId xmlns:a16="http://schemas.microsoft.com/office/drawing/2014/main" id="{D59C8654-2CC9-F541-A924-257D0187B57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8089" y="0"/>
            <a:ext cx="12210089" cy="6858000"/>
          </a:xfrm>
          <a:prstGeom prst="rect">
            <a:avLst/>
          </a:prstGeom>
        </p:spPr>
      </p:pic>
      <p:sp>
        <p:nvSpPr>
          <p:cNvPr id="5" name="Rectangle 4">
            <a:extLst>
              <a:ext uri="{FF2B5EF4-FFF2-40B4-BE49-F238E27FC236}">
                <a16:creationId xmlns:a16="http://schemas.microsoft.com/office/drawing/2014/main" id="{E9EB74AD-1B7B-4DBD-AD4A-8DA48458B447}"/>
              </a:ext>
            </a:extLst>
          </p:cNvPr>
          <p:cNvSpPr/>
          <p:nvPr userDrawn="1"/>
        </p:nvSpPr>
        <p:spPr>
          <a:xfrm>
            <a:off x="0" y="0"/>
            <a:ext cx="12192000" cy="6858000"/>
          </a:xfrm>
          <a:prstGeom prst="rect">
            <a:avLst/>
          </a:prstGeom>
          <a:gradFill flip="none" rotWithShape="1">
            <a:gsLst>
              <a:gs pos="0">
                <a:schemeClr val="bg1">
                  <a:alpha val="35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381001" y="3097823"/>
            <a:ext cx="4301168"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084C2CB2-4FB2-4965-A2E7-4A3640116F06}" type="datetime2">
              <a:rPr lang="en-US" smtClean="0"/>
              <a:pPr/>
              <a:t>Thursday, August 27, 2026</a:t>
            </a:fld>
            <a:endParaRPr lang="en-US" dirty="0"/>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4" name="TextBox 3">
            <a:extLst>
              <a:ext uri="{FF2B5EF4-FFF2-40B4-BE49-F238E27FC236}">
                <a16:creationId xmlns:a16="http://schemas.microsoft.com/office/drawing/2014/main" id="{8506A9A1-BB92-4DC6-893F-3C43599C724E}"/>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chemeClr val="bg2"/>
                </a:solidFill>
                <a:effectLst/>
                <a:uLnTx/>
                <a:uFillTx/>
              </a:rPr>
              <a:t>Format Background… &gt; Picture or texture fill &gt; Set to one of the provided selections in the image library</a:t>
            </a:r>
            <a:endParaRPr kumimoji="0" lang="en-US" sz="800" b="0" i="0" u="none" strike="noStrike" kern="0" cap="none" spc="0" normalizeH="0" baseline="0" noProof="0" dirty="0">
              <a:ln>
                <a:noFill/>
              </a:ln>
              <a:solidFill>
                <a:schemeClr val="bg2"/>
              </a:solidFill>
              <a:effectLst/>
              <a:uLnTx/>
              <a:uFillTx/>
            </a:endParaRPr>
          </a:p>
        </p:txBody>
      </p:sp>
      <p:pic>
        <p:nvPicPr>
          <p:cNvPr id="12" name="Picture 11" descr="A picture containing card, drawing, crosswalk, table&#10;&#10;Description automatically generated">
            <a:extLst>
              <a:ext uri="{FF2B5EF4-FFF2-40B4-BE49-F238E27FC236}">
                <a16:creationId xmlns:a16="http://schemas.microsoft.com/office/drawing/2014/main" id="{15DA8F74-8D2F-E745-B600-2FEBC256CBB4}"/>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10817" y="406666"/>
            <a:ext cx="670786" cy="710244"/>
          </a:xfrm>
          <a:prstGeom prst="rect">
            <a:avLst/>
          </a:prstGeom>
        </p:spPr>
      </p:pic>
      <p:pic>
        <p:nvPicPr>
          <p:cNvPr id="6" name="Picture 5">
            <a:extLst>
              <a:ext uri="{FF2B5EF4-FFF2-40B4-BE49-F238E27FC236}">
                <a16:creationId xmlns:a16="http://schemas.microsoft.com/office/drawing/2014/main" id="{4DC00D36-8672-4CC5-BCC9-94800B083ED3}"/>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10817" y="6173039"/>
            <a:ext cx="4395557" cy="278295"/>
          </a:xfrm>
          <a:prstGeom prst="rect">
            <a:avLst/>
          </a:prstGeom>
        </p:spPr>
      </p:pic>
    </p:spTree>
    <p:extLst>
      <p:ext uri="{BB962C8B-B14F-4D97-AF65-F5344CB8AC3E}">
        <p14:creationId xmlns:p14="http://schemas.microsoft.com/office/powerpoint/2010/main" val="13654717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4_Cover Image - Left-aligned, Logo">
    <p:bg>
      <p:bgPr>
        <a:solidFill>
          <a:schemeClr val="accent3"/>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B216E5A-6B8C-D927-939C-D894F66E65E8}"/>
              </a:ext>
            </a:extLst>
          </p:cNvPr>
          <p:cNvGraphicFramePr>
            <a:graphicFrameLocks noChangeAspect="1"/>
          </p:cNvGraphicFramePr>
          <p:nvPr userDrawn="1">
            <p:custDataLst>
              <p:tags r:id="rId1"/>
            </p:custDataLst>
            <p:extLst>
              <p:ext uri="{D42A27DB-BD31-4B8C-83A1-F6EECF244321}">
                <p14:modId xmlns:p14="http://schemas.microsoft.com/office/powerpoint/2010/main" val="28538952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DB216E5A-6B8C-D927-939C-D894F66E65E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7" name="Picture 16">
            <a:extLst>
              <a:ext uri="{FF2B5EF4-FFF2-40B4-BE49-F238E27FC236}">
                <a16:creationId xmlns:a16="http://schemas.microsoft.com/office/drawing/2014/main" id="{662C8E55-8CAE-FC4A-BA3A-F66815D7344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 y="0"/>
            <a:ext cx="12210089" cy="6858000"/>
          </a:xfrm>
          <a:prstGeom prst="rect">
            <a:avLst/>
          </a:prstGeom>
        </p:spPr>
      </p:pic>
      <p:sp>
        <p:nvSpPr>
          <p:cNvPr id="18" name="Rectangle 17">
            <a:extLst>
              <a:ext uri="{FF2B5EF4-FFF2-40B4-BE49-F238E27FC236}">
                <a16:creationId xmlns:a16="http://schemas.microsoft.com/office/drawing/2014/main" id="{AD922CB3-850F-0445-AC8B-17707616DE47}"/>
              </a:ext>
            </a:extLst>
          </p:cNvPr>
          <p:cNvSpPr/>
          <p:nvPr userDrawn="1"/>
        </p:nvSpPr>
        <p:spPr>
          <a:xfrm>
            <a:off x="0" y="0"/>
            <a:ext cx="12192000" cy="6858000"/>
          </a:xfrm>
          <a:prstGeom prst="rect">
            <a:avLst/>
          </a:prstGeom>
          <a:gradFill flip="none" rotWithShape="1">
            <a:gsLst>
              <a:gs pos="0">
                <a:schemeClr val="bg1">
                  <a:alpha val="35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4" name="TextBox 3">
            <a:extLst>
              <a:ext uri="{FF2B5EF4-FFF2-40B4-BE49-F238E27FC236}">
                <a16:creationId xmlns:a16="http://schemas.microsoft.com/office/drawing/2014/main" id="{8506A9A1-BB92-4DC6-893F-3C43599C724E}"/>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chemeClr val="bg2"/>
                </a:solidFill>
                <a:effectLst/>
                <a:uLnTx/>
                <a:uFillTx/>
              </a:rPr>
              <a:t>Format Background… &gt; Picture or texture fill &gt; Set to one of the provided selections in the image library</a:t>
            </a:r>
            <a:endParaRPr kumimoji="0" lang="en-US" sz="800" b="0" i="0" u="none" strike="noStrike" kern="0" cap="none" spc="0" normalizeH="0" baseline="0" noProof="0" dirty="0">
              <a:ln>
                <a:noFill/>
              </a:ln>
              <a:solidFill>
                <a:schemeClr val="bg2"/>
              </a:solidFill>
              <a:effectLst/>
              <a:uLnTx/>
              <a:uFillTx/>
            </a:endParaRPr>
          </a:p>
        </p:txBody>
      </p:sp>
      <p:sp>
        <p:nvSpPr>
          <p:cNvPr id="8" name="Subtitle 2">
            <a:extLst>
              <a:ext uri="{FF2B5EF4-FFF2-40B4-BE49-F238E27FC236}">
                <a16:creationId xmlns:a16="http://schemas.microsoft.com/office/drawing/2014/main" id="{9279EB0A-2DCA-4410-A834-F9A425FF964B}"/>
              </a:ext>
            </a:extLst>
          </p:cNvPr>
          <p:cNvSpPr>
            <a:spLocks noGrp="1"/>
          </p:cNvSpPr>
          <p:nvPr>
            <p:ph type="subTitle" idx="1" hasCustomPrompt="1"/>
          </p:nvPr>
        </p:nvSpPr>
        <p:spPr>
          <a:xfrm>
            <a:off x="381001" y="3097823"/>
            <a:ext cx="4301168"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pic>
        <p:nvPicPr>
          <p:cNvPr id="12" name="Picture 11" descr="A picture containing card, drawing, crosswalk, table&#10;&#10;Description automatically generated">
            <a:extLst>
              <a:ext uri="{FF2B5EF4-FFF2-40B4-BE49-F238E27FC236}">
                <a16:creationId xmlns:a16="http://schemas.microsoft.com/office/drawing/2014/main" id="{7496C749-B3E7-664A-94B5-490B1D462E17}"/>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10817" y="406666"/>
            <a:ext cx="670786" cy="710244"/>
          </a:xfrm>
          <a:prstGeom prst="rect">
            <a:avLst/>
          </a:prstGeom>
        </p:spPr>
      </p:pic>
      <p:pic>
        <p:nvPicPr>
          <p:cNvPr id="5" name="Picture 4">
            <a:extLst>
              <a:ext uri="{FF2B5EF4-FFF2-40B4-BE49-F238E27FC236}">
                <a16:creationId xmlns:a16="http://schemas.microsoft.com/office/drawing/2014/main" id="{E208B9F0-97C2-4E32-B747-303D00DEEACC}"/>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10817" y="6173039"/>
            <a:ext cx="4395557" cy="278295"/>
          </a:xfrm>
          <a:prstGeom prst="rect">
            <a:avLst/>
          </a:prstGeom>
        </p:spPr>
      </p:pic>
    </p:spTree>
    <p:extLst>
      <p:ext uri="{BB962C8B-B14F-4D97-AF65-F5344CB8AC3E}">
        <p14:creationId xmlns:p14="http://schemas.microsoft.com/office/powerpoint/2010/main" val="16741712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5_Cover Image - Left-aligned, Logo">
    <p:bg>
      <p:bgPr>
        <a:solidFill>
          <a:schemeClr val="accent3"/>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6F621E5-E8F9-6060-6EF9-5200E0632E52}"/>
              </a:ext>
            </a:extLst>
          </p:cNvPr>
          <p:cNvGraphicFramePr>
            <a:graphicFrameLocks noChangeAspect="1"/>
          </p:cNvGraphicFramePr>
          <p:nvPr userDrawn="1">
            <p:custDataLst>
              <p:tags r:id="rId1"/>
            </p:custDataLst>
            <p:extLst>
              <p:ext uri="{D42A27DB-BD31-4B8C-83A1-F6EECF244321}">
                <p14:modId xmlns:p14="http://schemas.microsoft.com/office/powerpoint/2010/main" val="9137093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F6F621E5-E8F9-6060-6EF9-5200E0632E5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8" name="Subtitle 2">
            <a:extLst>
              <a:ext uri="{FF2B5EF4-FFF2-40B4-BE49-F238E27FC236}">
                <a16:creationId xmlns:a16="http://schemas.microsoft.com/office/drawing/2014/main" id="{9279EB0A-2DCA-4410-A834-F9A425FF964B}"/>
              </a:ext>
            </a:extLst>
          </p:cNvPr>
          <p:cNvSpPr>
            <a:spLocks noGrp="1"/>
          </p:cNvSpPr>
          <p:nvPr>
            <p:ph type="subTitle" idx="1" hasCustomPrompt="1"/>
          </p:nvPr>
        </p:nvSpPr>
        <p:spPr>
          <a:xfrm>
            <a:off x="381001" y="3097823"/>
            <a:ext cx="4301168"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pic>
        <p:nvPicPr>
          <p:cNvPr id="12" name="Picture 11" descr="A picture containing card, drawing, crosswalk, table&#10;&#10;Description automatically generated">
            <a:extLst>
              <a:ext uri="{FF2B5EF4-FFF2-40B4-BE49-F238E27FC236}">
                <a16:creationId xmlns:a16="http://schemas.microsoft.com/office/drawing/2014/main" id="{7496C749-B3E7-664A-94B5-490B1D462E17}"/>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410817" y="406666"/>
            <a:ext cx="670786" cy="710244"/>
          </a:xfrm>
          <a:prstGeom prst="rect">
            <a:avLst/>
          </a:prstGeom>
        </p:spPr>
      </p:pic>
      <p:pic>
        <p:nvPicPr>
          <p:cNvPr id="5" name="Picture 4">
            <a:extLst>
              <a:ext uri="{FF2B5EF4-FFF2-40B4-BE49-F238E27FC236}">
                <a16:creationId xmlns:a16="http://schemas.microsoft.com/office/drawing/2014/main" id="{E208B9F0-97C2-4E32-B747-303D00DEEACC}"/>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10817" y="6173039"/>
            <a:ext cx="4395557" cy="278295"/>
          </a:xfrm>
          <a:prstGeom prst="rect">
            <a:avLst/>
          </a:prstGeom>
        </p:spPr>
      </p:pic>
    </p:spTree>
    <p:extLst>
      <p:ext uri="{BB962C8B-B14F-4D97-AF65-F5344CB8AC3E}">
        <p14:creationId xmlns:p14="http://schemas.microsoft.com/office/powerpoint/2010/main" val="346609595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77E58556-E6C5-4A51-A561-0811ED0DE88A}"/>
              </a:ext>
            </a:extLst>
          </p:cNvPr>
          <p:cNvGraphicFramePr>
            <a:graphicFrameLocks noChangeAspect="1"/>
          </p:cNvGraphicFramePr>
          <p:nvPr userDrawn="1">
            <p:custDataLst>
              <p:tags r:id="rId1"/>
            </p:custDataLst>
            <p:extLst>
              <p:ext uri="{D42A27DB-BD31-4B8C-83A1-F6EECF244321}">
                <p14:modId xmlns:p14="http://schemas.microsoft.com/office/powerpoint/2010/main" val="22022395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2" name="Object 1" hidden="1">
                        <a:extLst>
                          <a:ext uri="{FF2B5EF4-FFF2-40B4-BE49-F238E27FC236}">
                            <a16:creationId xmlns:a16="http://schemas.microsoft.com/office/drawing/2014/main" id="{77E58556-E6C5-4A51-A561-0811ED0DE88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6DDC6252-9CE1-471D-A66D-A48B78A83F22}"/>
              </a:ext>
            </a:extLst>
          </p:cNvPr>
          <p:cNvPicPr>
            <a:picLocks noChangeAspect="1"/>
          </p:cNvPicPr>
          <p:nvPr userDrawn="1"/>
        </p:nvPicPr>
        <p:blipFill rotWithShape="1">
          <a:blip r:embed="rId5" cstate="email">
            <a:duotone>
              <a:prstClr val="black"/>
              <a:schemeClr val="accent1">
                <a:tint val="45000"/>
                <a:satMod val="400000"/>
              </a:schemeClr>
            </a:duotone>
            <a:extLst>
              <a:ext uri="{28A0092B-C50C-407E-A947-70E740481C1C}">
                <a14:useLocalDpi xmlns:a14="http://schemas.microsoft.com/office/drawing/2010/main"/>
              </a:ext>
            </a:extLst>
          </a:blip>
          <a:srcRect t="-46100"/>
          <a:stretch/>
        </p:blipFill>
        <p:spPr>
          <a:xfrm rot="10800000" flipH="1">
            <a:off x="-4949" y="0"/>
            <a:ext cx="12192001" cy="4311580"/>
          </a:xfrm>
          <a:prstGeom prst="rect">
            <a:avLst/>
          </a:prstGeom>
        </p:spPr>
      </p:pic>
      <p:sp>
        <p:nvSpPr>
          <p:cNvPr id="4" name="Title 1">
            <a:extLst>
              <a:ext uri="{FF2B5EF4-FFF2-40B4-BE49-F238E27FC236}">
                <a16:creationId xmlns:a16="http://schemas.microsoft.com/office/drawing/2014/main" id="{C3E97667-1C7D-4FC6-97FC-1224063BED60}"/>
              </a:ext>
            </a:extLst>
          </p:cNvPr>
          <p:cNvSpPr>
            <a:spLocks noGrp="1"/>
          </p:cNvSpPr>
          <p:nvPr>
            <p:ph type="title" hasCustomPrompt="1"/>
          </p:nvPr>
        </p:nvSpPr>
        <p:spPr>
          <a:xfrm>
            <a:off x="381000" y="381000"/>
            <a:ext cx="11430000" cy="990600"/>
          </a:xfrm>
        </p:spPr>
        <p:txBody>
          <a:bodyPr vert="horz"/>
          <a:lstStyle>
            <a:lvl1pPr rtl="0">
              <a:defRPr sz="3600"/>
            </a:lvl1pPr>
          </a:lstStyle>
          <a:p>
            <a:r>
              <a:rPr lang="en-US" dirty="0"/>
              <a:t>Place headline here (36pt, min 30pt)</a:t>
            </a:r>
          </a:p>
        </p:txBody>
      </p:sp>
      <p:sp>
        <p:nvSpPr>
          <p:cNvPr id="5" name="Text Placeholder 3">
            <a:extLst>
              <a:ext uri="{FF2B5EF4-FFF2-40B4-BE49-F238E27FC236}">
                <a16:creationId xmlns:a16="http://schemas.microsoft.com/office/drawing/2014/main" id="{1DA78725-2B2F-4B39-B9BD-99566A4D4974}"/>
              </a:ext>
            </a:extLst>
          </p:cNvPr>
          <p:cNvSpPr>
            <a:spLocks noGrp="1"/>
          </p:cNvSpPr>
          <p:nvPr>
            <p:ph type="body" sz="quarter" idx="10" hasCustomPrompt="1"/>
          </p:nvPr>
        </p:nvSpPr>
        <p:spPr>
          <a:xfrm>
            <a:off x="381000" y="1371600"/>
            <a:ext cx="11430000" cy="345233"/>
          </a:xfrm>
        </p:spPr>
        <p:txBody>
          <a:bodyPr/>
          <a:lstStyle>
            <a:lvl1pPr rtl="0">
              <a:defRPr>
                <a:solidFill>
                  <a:schemeClr val="accent1"/>
                </a:solidFill>
                <a:latin typeface="GT Sectra Fine"/>
              </a:defRPr>
            </a:lvl1pPr>
            <a:lvl2pPr marL="0" indent="0">
              <a:buNone/>
              <a:defRPr/>
            </a:lvl2pPr>
          </a:lstStyle>
          <a:p>
            <a:pPr lvl="0"/>
            <a:r>
              <a:rPr lang="en-US" dirty="0"/>
              <a:t>Place subtitle here</a:t>
            </a:r>
          </a:p>
        </p:txBody>
      </p:sp>
    </p:spTree>
    <p:extLst>
      <p:ext uri="{BB962C8B-B14F-4D97-AF65-F5344CB8AC3E}">
        <p14:creationId xmlns:p14="http://schemas.microsoft.com/office/powerpoint/2010/main" val="3213311069"/>
      </p:ext>
    </p:extLst>
  </p:cSld>
  <p:clrMapOvr>
    <a:masterClrMapping/>
  </p:clrMapOvr>
  <p:extLst>
    <p:ext uri="{DCECCB84-F9BA-43D5-87BE-67443E8EF086}">
      <p15:sldGuideLst xmlns:p15="http://schemas.microsoft.com/office/powerpoint/2012/main"/>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3_Title">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77E58556-E6C5-4A51-A561-0811ED0DE88A}"/>
              </a:ext>
            </a:extLst>
          </p:cNvPr>
          <p:cNvGraphicFramePr>
            <a:graphicFrameLocks noChangeAspect="1"/>
          </p:cNvGraphicFramePr>
          <p:nvPr userDrawn="1">
            <p:custDataLst>
              <p:tags r:id="rId1"/>
            </p:custDataLst>
            <p:extLst>
              <p:ext uri="{D42A27DB-BD31-4B8C-83A1-F6EECF244321}">
                <p14:modId xmlns:p14="http://schemas.microsoft.com/office/powerpoint/2010/main" val="22601645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2" name="Object 1" hidden="1">
                        <a:extLst>
                          <a:ext uri="{FF2B5EF4-FFF2-40B4-BE49-F238E27FC236}">
                            <a16:creationId xmlns:a16="http://schemas.microsoft.com/office/drawing/2014/main" id="{77E58556-E6C5-4A51-A561-0811ED0DE88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6DDC6252-9CE1-471D-A66D-A48B78A83F22}"/>
              </a:ext>
            </a:extLst>
          </p:cNvPr>
          <p:cNvPicPr>
            <a:picLocks noChangeAspect="1"/>
          </p:cNvPicPr>
          <p:nvPr userDrawn="1"/>
        </p:nvPicPr>
        <p:blipFill rotWithShape="1">
          <a:blip r:embed="rId5" cstate="email">
            <a:duotone>
              <a:prstClr val="black"/>
              <a:schemeClr val="accent1">
                <a:tint val="45000"/>
                <a:satMod val="400000"/>
              </a:schemeClr>
            </a:duotone>
            <a:extLst>
              <a:ext uri="{28A0092B-C50C-407E-A947-70E740481C1C}">
                <a14:useLocalDpi xmlns:a14="http://schemas.microsoft.com/office/drawing/2010/main"/>
              </a:ext>
            </a:extLst>
          </a:blip>
          <a:srcRect t="-46100"/>
          <a:stretch/>
        </p:blipFill>
        <p:spPr>
          <a:xfrm rot="10800000" flipH="1">
            <a:off x="-4949" y="0"/>
            <a:ext cx="12192001" cy="4311580"/>
          </a:xfrm>
          <a:prstGeom prst="rect">
            <a:avLst/>
          </a:prstGeom>
        </p:spPr>
      </p:pic>
    </p:spTree>
    <p:extLst>
      <p:ext uri="{BB962C8B-B14F-4D97-AF65-F5344CB8AC3E}">
        <p14:creationId xmlns:p14="http://schemas.microsoft.com/office/powerpoint/2010/main" val="1498978888"/>
      </p:ext>
    </p:extLst>
  </p:cSld>
  <p:clrMapOvr>
    <a:masterClrMapping/>
  </p:clrMapOvr>
  <p:extLst>
    <p:ext uri="{DCECCB84-F9BA-43D5-87BE-67443E8EF086}">
      <p15:sldGuideLst xmlns:p15="http://schemas.microsoft.com/office/powerpoint/2012/main"/>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3 column_small title">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B9D5A70-806D-77E2-9083-447B2E0CD534}"/>
              </a:ext>
            </a:extLst>
          </p:cNvPr>
          <p:cNvGraphicFramePr>
            <a:graphicFrameLocks noChangeAspect="1"/>
          </p:cNvGraphicFramePr>
          <p:nvPr userDrawn="1">
            <p:custDataLst>
              <p:tags r:id="rId1"/>
            </p:custDataLst>
            <p:extLst>
              <p:ext uri="{D42A27DB-BD31-4B8C-83A1-F6EECF244321}">
                <p14:modId xmlns:p14="http://schemas.microsoft.com/office/powerpoint/2010/main" val="20378441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0B9D5A70-806D-77E2-9083-447B2E0CD53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Slide Number Placeholder 4">
            <a:extLst>
              <a:ext uri="{FF2B5EF4-FFF2-40B4-BE49-F238E27FC236}">
                <a16:creationId xmlns:a16="http://schemas.microsoft.com/office/drawing/2014/main" id="{32E1C646-3052-4580-A531-7C3E8091165D}"/>
              </a:ext>
            </a:extLst>
          </p:cNvPr>
          <p:cNvSpPr>
            <a:spLocks noGrp="1"/>
          </p:cNvSpPr>
          <p:nvPr>
            <p:ph type="sldNum" sz="quarter" idx="4"/>
          </p:nvPr>
        </p:nvSpPr>
        <p:spPr>
          <a:xfrm>
            <a:off x="11533088" y="6449911"/>
            <a:ext cx="216000" cy="140400"/>
          </a:xfrm>
          <a:prstGeom prst="rect">
            <a:avLst/>
          </a:prstGeom>
        </p:spPr>
        <p:txBody>
          <a:bodyPr vert="horz" lIns="0" tIns="0" rIns="0" bIns="0" rtlCol="0" anchor="ctr"/>
          <a:lstStyle>
            <a:lvl1pPr algn="r" rtl="0">
              <a:defRPr sz="900">
                <a:solidFill>
                  <a:schemeClr val="tx1">
                    <a:alpha val="70000"/>
                  </a:schemeClr>
                </a:solidFill>
                <a:latin typeface="Graphik" panose="020B0503030202060203" pitchFamily="34" charset="0"/>
              </a:defRPr>
            </a:lvl1pPr>
          </a:lstStyle>
          <a:p>
            <a:fld id="{EF2F7A32-C1EA-4F7E-B0A2-7FCB5BFE90DE}" type="slidenum">
              <a:rPr lang="en-US" smtClean="0"/>
              <a:pPr/>
              <a:t>‹#›</a:t>
            </a:fld>
            <a:endParaRPr lang="en-US" dirty="0"/>
          </a:p>
        </p:txBody>
      </p:sp>
      <p:sp>
        <p:nvSpPr>
          <p:cNvPr id="9" name="Footer Placeholder 36">
            <a:extLst>
              <a:ext uri="{FF2B5EF4-FFF2-40B4-BE49-F238E27FC236}">
                <a16:creationId xmlns:a16="http://schemas.microsoft.com/office/drawing/2014/main" id="{6FC07F22-BEE0-49DD-AE08-722BCCF3F14D}"/>
              </a:ext>
            </a:extLst>
          </p:cNvPr>
          <p:cNvSpPr>
            <a:spLocks noGrp="1"/>
          </p:cNvSpPr>
          <p:nvPr>
            <p:ph type="ftr" sz="quarter" idx="3"/>
          </p:nvPr>
        </p:nvSpPr>
        <p:spPr>
          <a:xfrm>
            <a:off x="8888413" y="6449909"/>
            <a:ext cx="2497139" cy="139899"/>
          </a:xfrm>
          <a:prstGeom prst="rect">
            <a:avLst/>
          </a:prstGeom>
        </p:spPr>
        <p:txBody>
          <a:bodyPr vert="horz" wrap="square" lIns="0" tIns="0" rIns="0" bIns="0" rtlCol="0" anchor="ctr">
            <a:noAutofit/>
          </a:bodyPr>
          <a:lstStyle>
            <a:lvl1pPr algn="l" rtl="0">
              <a:defRPr sz="900">
                <a:solidFill>
                  <a:schemeClr val="tx1">
                    <a:alpha val="70000"/>
                  </a:schemeClr>
                </a:solidFill>
                <a:latin typeface="Graphik" panose="020B0503030202060203" pitchFamily="34" charset="0"/>
              </a:defRPr>
            </a:lvl1pPr>
          </a:lstStyle>
          <a:p>
            <a:endParaRPr lang="en-US" dirty="0"/>
          </a:p>
        </p:txBody>
      </p:sp>
      <p:sp>
        <p:nvSpPr>
          <p:cNvPr id="10" name="Text Placeholder 41">
            <a:extLst>
              <a:ext uri="{FF2B5EF4-FFF2-40B4-BE49-F238E27FC236}">
                <a16:creationId xmlns:a16="http://schemas.microsoft.com/office/drawing/2014/main" id="{38AE239E-EEC7-4ED0-8DD9-421FD4248761}"/>
              </a:ext>
            </a:extLst>
          </p:cNvPr>
          <p:cNvSpPr>
            <a:spLocks noGrp="1"/>
          </p:cNvSpPr>
          <p:nvPr>
            <p:ph type="body" sz="quarter" idx="19"/>
          </p:nvPr>
        </p:nvSpPr>
        <p:spPr>
          <a:xfrm>
            <a:off x="442914" y="3424043"/>
            <a:ext cx="2727007" cy="2630683"/>
          </a:xfrm>
        </p:spPr>
        <p:txBody>
          <a:bodyPr wrap="square">
            <a:noAutofit/>
          </a:bodyPr>
          <a:lstStyle>
            <a:lvl1pPr rtl="0">
              <a:lnSpc>
                <a:spcPct val="110000"/>
              </a:lnSpc>
              <a:spcBef>
                <a:spcPts val="0"/>
              </a:spcBef>
              <a:spcAft>
                <a:spcPts val="1500"/>
              </a:spcAft>
              <a:defRPr sz="1300">
                <a:solidFill>
                  <a:schemeClr val="tx1"/>
                </a:solidFill>
              </a:defRPr>
            </a:lvl1pPr>
            <a:lvl2pPr rtl="0">
              <a:lnSpc>
                <a:spcPct val="110000"/>
              </a:lnSpc>
              <a:spcAft>
                <a:spcPts val="1200"/>
              </a:spcAft>
              <a:defRPr sz="1100">
                <a:solidFill>
                  <a:schemeClr val="tx1"/>
                </a:solidFill>
              </a:defRPr>
            </a:lvl2pPr>
          </a:lstStyle>
          <a:p>
            <a:pPr lvl="0"/>
            <a:r>
              <a:rPr lang="en-US"/>
              <a:t>Click to edit Master text styles</a:t>
            </a:r>
          </a:p>
          <a:p>
            <a:pPr lvl="1"/>
            <a:r>
              <a:rPr lang="en-US"/>
              <a:t>Second level</a:t>
            </a:r>
            <a:endParaRPr lang="en-US" dirty="0"/>
          </a:p>
        </p:txBody>
      </p:sp>
      <p:sp>
        <p:nvSpPr>
          <p:cNvPr id="14" name="Text Placeholder 41">
            <a:extLst>
              <a:ext uri="{FF2B5EF4-FFF2-40B4-BE49-F238E27FC236}">
                <a16:creationId xmlns:a16="http://schemas.microsoft.com/office/drawing/2014/main" id="{4E1FE584-942D-49B5-9A35-F43552C20C4F}"/>
              </a:ext>
            </a:extLst>
          </p:cNvPr>
          <p:cNvSpPr>
            <a:spLocks noGrp="1"/>
          </p:cNvSpPr>
          <p:nvPr>
            <p:ph type="body" sz="quarter" idx="20"/>
          </p:nvPr>
        </p:nvSpPr>
        <p:spPr>
          <a:xfrm>
            <a:off x="3742374" y="3424043"/>
            <a:ext cx="2727007" cy="2630683"/>
          </a:xfrm>
        </p:spPr>
        <p:txBody>
          <a:bodyPr wrap="square">
            <a:noAutofit/>
          </a:bodyPr>
          <a:lstStyle>
            <a:lvl1pPr rtl="0">
              <a:lnSpc>
                <a:spcPct val="110000"/>
              </a:lnSpc>
              <a:spcBef>
                <a:spcPts val="0"/>
              </a:spcBef>
              <a:spcAft>
                <a:spcPts val="1500"/>
              </a:spcAft>
              <a:defRPr sz="1300">
                <a:solidFill>
                  <a:schemeClr val="tx1"/>
                </a:solidFill>
              </a:defRPr>
            </a:lvl1pPr>
            <a:lvl2pPr rtl="0">
              <a:lnSpc>
                <a:spcPct val="110000"/>
              </a:lnSpc>
              <a:spcAft>
                <a:spcPts val="1200"/>
              </a:spcAft>
              <a:defRPr sz="1100">
                <a:solidFill>
                  <a:schemeClr val="tx1"/>
                </a:solidFill>
              </a:defRPr>
            </a:lvl2pPr>
          </a:lstStyle>
          <a:p>
            <a:pPr lvl="0"/>
            <a:r>
              <a:rPr lang="en-US"/>
              <a:t>Click to edit Master text styles</a:t>
            </a:r>
          </a:p>
          <a:p>
            <a:pPr lvl="1"/>
            <a:r>
              <a:rPr lang="en-US"/>
              <a:t>Second level</a:t>
            </a:r>
            <a:endParaRPr lang="en-US" dirty="0"/>
          </a:p>
        </p:txBody>
      </p:sp>
      <p:sp>
        <p:nvSpPr>
          <p:cNvPr id="15" name="Text Placeholder 41">
            <a:extLst>
              <a:ext uri="{FF2B5EF4-FFF2-40B4-BE49-F238E27FC236}">
                <a16:creationId xmlns:a16="http://schemas.microsoft.com/office/drawing/2014/main" id="{AAECA307-84D3-460C-A7D0-D22C9E241424}"/>
              </a:ext>
            </a:extLst>
          </p:cNvPr>
          <p:cNvSpPr>
            <a:spLocks noGrp="1"/>
          </p:cNvSpPr>
          <p:nvPr>
            <p:ph type="body" sz="quarter" idx="21"/>
          </p:nvPr>
        </p:nvSpPr>
        <p:spPr>
          <a:xfrm>
            <a:off x="7041834" y="3424043"/>
            <a:ext cx="2727007" cy="2630683"/>
          </a:xfrm>
        </p:spPr>
        <p:txBody>
          <a:bodyPr wrap="square">
            <a:noAutofit/>
          </a:bodyPr>
          <a:lstStyle>
            <a:lvl1pPr rtl="0">
              <a:lnSpc>
                <a:spcPct val="110000"/>
              </a:lnSpc>
              <a:spcBef>
                <a:spcPts val="0"/>
              </a:spcBef>
              <a:spcAft>
                <a:spcPts val="1500"/>
              </a:spcAft>
              <a:defRPr sz="1300">
                <a:solidFill>
                  <a:schemeClr val="tx1"/>
                </a:solidFill>
              </a:defRPr>
            </a:lvl1pPr>
            <a:lvl2pPr rtl="0">
              <a:lnSpc>
                <a:spcPct val="110000"/>
              </a:lnSpc>
              <a:spcAft>
                <a:spcPts val="1200"/>
              </a:spcAft>
              <a:defRPr sz="1100">
                <a:solidFill>
                  <a:schemeClr val="tx1"/>
                </a:solidFill>
              </a:defRPr>
            </a:lvl2pPr>
          </a:lstStyle>
          <a:p>
            <a:pPr lvl="0"/>
            <a:r>
              <a:rPr lang="en-US"/>
              <a:t>Click to edit Master text styles</a:t>
            </a:r>
          </a:p>
          <a:p>
            <a:pPr lvl="1"/>
            <a:r>
              <a:rPr lang="en-US"/>
              <a:t>Second level</a:t>
            </a:r>
            <a:endParaRPr lang="en-US" dirty="0"/>
          </a:p>
        </p:txBody>
      </p:sp>
      <p:sp>
        <p:nvSpPr>
          <p:cNvPr id="3" name="Title 2">
            <a:extLst>
              <a:ext uri="{FF2B5EF4-FFF2-40B4-BE49-F238E27FC236}">
                <a16:creationId xmlns:a16="http://schemas.microsoft.com/office/drawing/2014/main" id="{C8813E06-E514-4743-99C6-EA8A7F74EB87}"/>
              </a:ext>
            </a:extLst>
          </p:cNvPr>
          <p:cNvSpPr>
            <a:spLocks noGrp="1"/>
          </p:cNvSpPr>
          <p:nvPr>
            <p:ph type="title"/>
          </p:nvPr>
        </p:nvSpPr>
        <p:spPr/>
        <p:txBody>
          <a:bodyPr vert="horz"/>
          <a:lstStyle>
            <a:lvl1pPr rtl="0">
              <a:defRPr/>
            </a:lvl1pPr>
          </a:lstStyle>
          <a:p>
            <a:r>
              <a:rPr lang="en-US"/>
              <a:t>Click to edit Master title style</a:t>
            </a:r>
            <a:endParaRPr lang="en-US" dirty="0"/>
          </a:p>
        </p:txBody>
      </p:sp>
    </p:spTree>
    <p:extLst>
      <p:ext uri="{BB962C8B-B14F-4D97-AF65-F5344CB8AC3E}">
        <p14:creationId xmlns:p14="http://schemas.microsoft.com/office/powerpoint/2010/main" val="1909571044"/>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2_1.a Greetings Slide - Logo">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29105EF-D3C1-72A1-A8EE-AA65E557B262}"/>
              </a:ext>
            </a:extLst>
          </p:cNvPr>
          <p:cNvGraphicFramePr>
            <a:graphicFrameLocks noChangeAspect="1"/>
          </p:cNvGraphicFramePr>
          <p:nvPr userDrawn="1">
            <p:custDataLst>
              <p:tags r:id="rId1"/>
            </p:custDataLst>
            <p:extLst>
              <p:ext uri="{D42A27DB-BD31-4B8C-83A1-F6EECF244321}">
                <p14:modId xmlns:p14="http://schemas.microsoft.com/office/powerpoint/2010/main" val="17430148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529105EF-D3C1-72A1-A8EE-AA65E557B2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vert="horz" anchor="ctr"/>
          <a:lstStyle>
            <a:lvl1pPr algn="ctr" rtl="0">
              <a:defRPr sz="8800">
                <a:solidFill>
                  <a:schemeClr val="tx1"/>
                </a:solidFill>
              </a:defRPr>
            </a:lvl1pPr>
          </a:lstStyle>
          <a:p>
            <a:r>
              <a:rPr lang="en-US"/>
              <a:t>Welcome</a:t>
            </a:r>
            <a:endParaRPr lang="en-US" dirty="0"/>
          </a:p>
        </p:txBody>
      </p:sp>
      <p:pic>
        <p:nvPicPr>
          <p:cNvPr id="3" name="Graphic 5">
            <a:extLst>
              <a:ext uri="{FF2B5EF4-FFF2-40B4-BE49-F238E27FC236}">
                <a16:creationId xmlns:a16="http://schemas.microsoft.com/office/drawing/2014/main" id="{6B12DB67-2F55-4F91-ABD8-4E1201FECE7E}"/>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5153884" y="5376231"/>
            <a:ext cx="1884233" cy="498015"/>
          </a:xfrm>
          <a:prstGeom prst="rect">
            <a:avLst/>
          </a:prstGeom>
        </p:spPr>
      </p:pic>
    </p:spTree>
    <p:extLst>
      <p:ext uri="{BB962C8B-B14F-4D97-AF65-F5344CB8AC3E}">
        <p14:creationId xmlns:p14="http://schemas.microsoft.com/office/powerpoint/2010/main" val="2071284634"/>
      </p:ext>
    </p:extLst>
  </p:cSld>
  <p:clrMapOvr>
    <a:overrideClrMapping bg1="dk1" tx1="lt1" bg2="dk2" tx2="lt2" accent1="accent1" accent2="accent2" accent3="accent3" accent4="accent4" accent5="accent5" accent6="accent6" hlink="hlink" folHlink="folHlink"/>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2_1.b Greetings + Greater Than L">
    <p:bg>
      <p:bgPr>
        <a:solidFill>
          <a:schemeClr val="accent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95D3E47-DBFF-681B-F4D7-FE50C8311B0A}"/>
              </a:ext>
            </a:extLst>
          </p:cNvPr>
          <p:cNvGraphicFramePr>
            <a:graphicFrameLocks noChangeAspect="1"/>
          </p:cNvGraphicFramePr>
          <p:nvPr userDrawn="1">
            <p:custDataLst>
              <p:tags r:id="rId1"/>
            </p:custDataLst>
            <p:extLst>
              <p:ext uri="{D42A27DB-BD31-4B8C-83A1-F6EECF244321}">
                <p14:modId xmlns:p14="http://schemas.microsoft.com/office/powerpoint/2010/main" val="26179905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D95D3E47-DBFF-681B-F4D7-FE50C8311B0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FC7882D0-879F-974F-B35F-EE91948B7FED}"/>
              </a:ext>
            </a:extLst>
          </p:cNvPr>
          <p:cNvPicPr>
            <a:picLocks noChangeAspect="1"/>
          </p:cNvPicPr>
          <p:nvPr userDrawn="1"/>
        </p:nvPicPr>
        <p:blipFill>
          <a:blip r:embed="rId5">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vert="horz" anchor="ctr"/>
          <a:lstStyle>
            <a:lvl1pPr algn="l" rtl="0">
              <a:defRPr sz="7200">
                <a:solidFill>
                  <a:schemeClr val="tx1"/>
                </a:solidFill>
              </a:defRPr>
            </a:lvl1pPr>
          </a:lstStyle>
          <a:p>
            <a:r>
              <a:rPr lang="en-US"/>
              <a:t>Welcome</a:t>
            </a:r>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rtl="0">
              <a:spcAft>
                <a:spcPts val="1200"/>
              </a:spcAft>
            </a:pPr>
            <a:endParaRPr lang="en-US" noProof="0"/>
          </a:p>
        </p:txBody>
      </p:sp>
    </p:spTree>
    <p:extLst>
      <p:ext uri="{BB962C8B-B14F-4D97-AF65-F5344CB8AC3E}">
        <p14:creationId xmlns:p14="http://schemas.microsoft.com/office/powerpoint/2010/main" val="2930927995"/>
      </p:ext>
    </p:extLst>
  </p:cSld>
  <p:clrMapOvr>
    <a:overrideClrMapping bg1="dk1" tx1="lt1" bg2="dk2" tx2="lt2" accent1="accent1" accent2="accent2" accent3="accent3" accent4="accent4" accent5="accent5" accent6="accent6" hlink="hlink" folHlink="folHlink"/>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3_1.a Greetings Slide - Logo">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29105EF-D3C1-72A1-A8EE-AA65E557B262}"/>
              </a:ext>
            </a:extLst>
          </p:cNvPr>
          <p:cNvGraphicFramePr>
            <a:graphicFrameLocks noChangeAspect="1"/>
          </p:cNvGraphicFramePr>
          <p:nvPr userDrawn="1">
            <p:custDataLst>
              <p:tags r:id="rId1"/>
            </p:custDataLst>
            <p:extLst>
              <p:ext uri="{D42A27DB-BD31-4B8C-83A1-F6EECF244321}">
                <p14:modId xmlns:p14="http://schemas.microsoft.com/office/powerpoint/2010/main" val="17430148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529105EF-D3C1-72A1-A8EE-AA65E557B2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vert="horz" anchor="ctr"/>
          <a:lstStyle>
            <a:lvl1pPr algn="ctr" rtl="0">
              <a:defRPr sz="8800">
                <a:solidFill>
                  <a:schemeClr val="tx1"/>
                </a:solidFill>
              </a:defRPr>
            </a:lvl1pPr>
          </a:lstStyle>
          <a:p>
            <a:r>
              <a:rPr lang="en-US"/>
              <a:t>Welcome</a:t>
            </a:r>
            <a:endParaRPr lang="en-US" dirty="0"/>
          </a:p>
        </p:txBody>
      </p:sp>
      <p:pic>
        <p:nvPicPr>
          <p:cNvPr id="3" name="Graphic 5">
            <a:extLst>
              <a:ext uri="{FF2B5EF4-FFF2-40B4-BE49-F238E27FC236}">
                <a16:creationId xmlns:a16="http://schemas.microsoft.com/office/drawing/2014/main" id="{6B12DB67-2F55-4F91-ABD8-4E1201FECE7E}"/>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5153884" y="5376231"/>
            <a:ext cx="1884233" cy="498015"/>
          </a:xfrm>
          <a:prstGeom prst="rect">
            <a:avLst/>
          </a:prstGeom>
        </p:spPr>
      </p:pic>
    </p:spTree>
    <p:extLst>
      <p:ext uri="{BB962C8B-B14F-4D97-AF65-F5344CB8AC3E}">
        <p14:creationId xmlns:p14="http://schemas.microsoft.com/office/powerpoint/2010/main" val="2936592487"/>
      </p:ext>
    </p:extLst>
  </p:cSld>
  <p:clrMapOvr>
    <a:overrideClrMapping bg1="dk1" tx1="lt1" bg2="dk2" tx2="lt2" accent1="accent1" accent2="accent2" accent3="accent3" accent4="accent4" accent5="accent5" accent6="accent6" hlink="hlink" folHlink="folHlink"/>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3_1.b Greetings + Greater Than L">
    <p:bg>
      <p:bgPr>
        <a:solidFill>
          <a:schemeClr val="accent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95D3E47-DBFF-681B-F4D7-FE50C8311B0A}"/>
              </a:ext>
            </a:extLst>
          </p:cNvPr>
          <p:cNvGraphicFramePr>
            <a:graphicFrameLocks noChangeAspect="1"/>
          </p:cNvGraphicFramePr>
          <p:nvPr userDrawn="1">
            <p:custDataLst>
              <p:tags r:id="rId1"/>
            </p:custDataLst>
            <p:extLst>
              <p:ext uri="{D42A27DB-BD31-4B8C-83A1-F6EECF244321}">
                <p14:modId xmlns:p14="http://schemas.microsoft.com/office/powerpoint/2010/main" val="26179905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D95D3E47-DBFF-681B-F4D7-FE50C8311B0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FC7882D0-879F-974F-B35F-EE91948B7FED}"/>
              </a:ext>
            </a:extLst>
          </p:cNvPr>
          <p:cNvPicPr>
            <a:picLocks noChangeAspect="1"/>
          </p:cNvPicPr>
          <p:nvPr userDrawn="1"/>
        </p:nvPicPr>
        <p:blipFill>
          <a:blip r:embed="rId5">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vert="horz" anchor="ctr"/>
          <a:lstStyle>
            <a:lvl1pPr algn="l" rtl="0">
              <a:defRPr sz="7200">
                <a:solidFill>
                  <a:schemeClr val="tx1"/>
                </a:solidFill>
              </a:defRPr>
            </a:lvl1pPr>
          </a:lstStyle>
          <a:p>
            <a:r>
              <a:rPr lang="en-US"/>
              <a:t>Welcome</a:t>
            </a:r>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rtl="0">
              <a:spcAft>
                <a:spcPts val="1200"/>
              </a:spcAft>
            </a:pPr>
            <a:endParaRPr lang="en-US" noProof="0"/>
          </a:p>
        </p:txBody>
      </p:sp>
    </p:spTree>
    <p:extLst>
      <p:ext uri="{BB962C8B-B14F-4D97-AF65-F5344CB8AC3E}">
        <p14:creationId xmlns:p14="http://schemas.microsoft.com/office/powerpoint/2010/main" val="529988911"/>
      </p:ext>
    </p:extLst>
  </p:cSld>
  <p:clrMapOvr>
    <a:overrideClrMapping bg1="dk1" tx1="lt1" bg2="dk2" tx2="lt2" accent1="accent1" accent2="accent2" accent3="accent3" accent4="accent4" accent5="accent5" accent6="accent6" hlink="hlink" folHlink="folHlink"/>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2_1.c Greetings + Greater Than S">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29B69AD-ED42-3649-360D-67B726EFA2E4}"/>
              </a:ext>
            </a:extLst>
          </p:cNvPr>
          <p:cNvGraphicFramePr>
            <a:graphicFrameLocks noChangeAspect="1"/>
          </p:cNvGraphicFramePr>
          <p:nvPr userDrawn="1">
            <p:custDataLst>
              <p:tags r:id="rId1"/>
            </p:custDataLst>
            <p:extLst>
              <p:ext uri="{D42A27DB-BD31-4B8C-83A1-F6EECF244321}">
                <p14:modId xmlns:p14="http://schemas.microsoft.com/office/powerpoint/2010/main" val="2295881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D29B69AD-ED42-3649-360D-67B726EFA2E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9" name="Picture 8" descr="A person smelling a flower&#10;&#10;Description automatically generated">
            <a:extLst>
              <a:ext uri="{FF2B5EF4-FFF2-40B4-BE49-F238E27FC236}">
                <a16:creationId xmlns:a16="http://schemas.microsoft.com/office/drawing/2014/main" id="{541EC849-B501-6C44-9E8A-B6330ECCB577}"/>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t="11406" b="4219"/>
          <a:stretch/>
        </p:blipFill>
        <p:spPr>
          <a:xfrm flipH="1">
            <a:off x="0" y="0"/>
            <a:ext cx="12192000" cy="6858000"/>
          </a:xfrm>
          <a:prstGeom prst="rect">
            <a:avLst/>
          </a:prstGeom>
        </p:spPr>
      </p:pic>
      <p:sp>
        <p:nvSpPr>
          <p:cNvPr id="11" name="Rectangle 10">
            <a:extLst>
              <a:ext uri="{FF2B5EF4-FFF2-40B4-BE49-F238E27FC236}">
                <a16:creationId xmlns:a16="http://schemas.microsoft.com/office/drawing/2014/main" id="{3774BE83-350E-49EE-8CA8-2310EA25C04E}"/>
              </a:ext>
            </a:extLst>
          </p:cNvPr>
          <p:cNvSpPr/>
          <p:nvPr userDrawn="1"/>
        </p:nvSpPr>
        <p:spPr>
          <a:xfrm>
            <a:off x="0" y="0"/>
            <a:ext cx="5975498" cy="6858000"/>
          </a:xfrm>
          <a:prstGeom prst="rect">
            <a:avLst/>
          </a:prstGeom>
          <a:gradFill flip="none" rotWithShape="1">
            <a:gsLst>
              <a:gs pos="0">
                <a:schemeClr val="bg1">
                  <a:alpha val="80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vert="horz" anchor="ctr"/>
          <a:lstStyle>
            <a:lvl1pPr algn="l" rtl="0">
              <a:defRPr sz="7200">
                <a:solidFill>
                  <a:schemeClr val="tx1"/>
                </a:solidFill>
              </a:defRPr>
            </a:lvl1pPr>
          </a:lstStyle>
          <a:p>
            <a:r>
              <a:rPr lang="en-US"/>
              <a:t>Welcome</a:t>
            </a:r>
            <a:endParaRPr lang="en-US" dirty="0"/>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rtl="0">
              <a:spcAft>
                <a:spcPts val="1200"/>
              </a:spcAft>
            </a:pPr>
            <a:endParaRPr lang="en-US" noProof="0" dirty="0"/>
          </a:p>
        </p:txBody>
      </p:sp>
      <p:sp>
        <p:nvSpPr>
          <p:cNvPr id="6" name="TextBox 5">
            <a:extLst>
              <a:ext uri="{FF2B5EF4-FFF2-40B4-BE49-F238E27FC236}">
                <a16:creationId xmlns:a16="http://schemas.microsoft.com/office/drawing/2014/main" id="{6FA1302B-6794-45FA-A428-AB50D28EF9A2}"/>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rtl="0"/>
            <a:r>
              <a:rPr lang="en-US" noProof="0"/>
              <a:t>Format Background… &gt; Picture or texture fill &gt; Set to one of the dark or mid gradient options</a:t>
            </a:r>
            <a:endParaRPr lang="en-US" noProof="0" dirty="0"/>
          </a:p>
        </p:txBody>
      </p:sp>
      <p:grpSp>
        <p:nvGrpSpPr>
          <p:cNvPr id="8" name="Group 7">
            <a:extLst>
              <a:ext uri="{FF2B5EF4-FFF2-40B4-BE49-F238E27FC236}">
                <a16:creationId xmlns:a16="http://schemas.microsoft.com/office/drawing/2014/main" id="{B516B0BB-A7E3-416E-A415-2A2F3DECF33D}"/>
              </a:ext>
            </a:extLst>
          </p:cNvPr>
          <p:cNvGrpSpPr/>
          <p:nvPr userDrawn="1"/>
        </p:nvGrpSpPr>
        <p:grpSpPr>
          <a:xfrm>
            <a:off x="381002" y="481263"/>
            <a:ext cx="2910258" cy="465221"/>
            <a:chOff x="381002" y="481263"/>
            <a:chExt cx="2910258" cy="465221"/>
          </a:xfrm>
        </p:grpSpPr>
        <p:pic>
          <p:nvPicPr>
            <p:cNvPr id="10" name="Graphic 5">
              <a:extLst>
                <a:ext uri="{FF2B5EF4-FFF2-40B4-BE49-F238E27FC236}">
                  <a16:creationId xmlns:a16="http://schemas.microsoft.com/office/drawing/2014/main" id="{61B289CB-4F92-4131-B81D-01EC34759A67}"/>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12" name="Picture 11" descr="A picture containing text, clipart&#10;&#10;Description automatically generated">
              <a:extLst>
                <a:ext uri="{FF2B5EF4-FFF2-40B4-BE49-F238E27FC236}">
                  <a16:creationId xmlns:a16="http://schemas.microsoft.com/office/drawing/2014/main" id="{8EE36612-08E7-472B-8FE9-9E7AA2FCA56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078685" y="695131"/>
              <a:ext cx="1212575" cy="232914"/>
            </a:xfrm>
            <a:prstGeom prst="rect">
              <a:avLst/>
            </a:prstGeom>
          </p:spPr>
        </p:pic>
        <p:cxnSp>
          <p:nvCxnSpPr>
            <p:cNvPr id="13" name="Straight Connector 12">
              <a:extLst>
                <a:ext uri="{FF2B5EF4-FFF2-40B4-BE49-F238E27FC236}">
                  <a16:creationId xmlns:a16="http://schemas.microsoft.com/office/drawing/2014/main" id="{DE820710-F898-4259-A0CA-2ED72F573AEB}"/>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812200"/>
      </p:ext>
    </p:extLst>
  </p:cSld>
  <p:clrMapOvr>
    <a:overrideClrMapping bg1="dk1" tx1="lt1" bg2="dk2" tx2="lt2" accent1="accent1" accent2="accent2" accent3="accent3" accent4="accent4" accent5="accent5" accent6="accent6" hlink="hlink" folHlink="folHlink"/>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2_2.1 Cover Image - Left-aligned, Logo">
    <p:bg>
      <p:bgPr>
        <a:solidFill>
          <a:schemeClr val="accent3"/>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734E479-2179-73E3-193F-E6A3FC730F9D}"/>
              </a:ext>
            </a:extLst>
          </p:cNvPr>
          <p:cNvGraphicFramePr>
            <a:graphicFrameLocks noChangeAspect="1"/>
          </p:cNvGraphicFramePr>
          <p:nvPr userDrawn="1">
            <p:custDataLst>
              <p:tags r:id="rId1"/>
            </p:custDataLst>
            <p:extLst>
              <p:ext uri="{D42A27DB-BD31-4B8C-83A1-F6EECF244321}">
                <p14:modId xmlns:p14="http://schemas.microsoft.com/office/powerpoint/2010/main" val="12226680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0734E479-2179-73E3-193F-E6A3FC730F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0B1A5A25-79DF-F24E-A517-B4F31E353A1F}"/>
              </a:ext>
            </a:extLst>
          </p:cNvPr>
          <p:cNvPicPr>
            <a:picLocks noChangeAspect="1"/>
          </p:cNvPicPr>
          <p:nvPr userDrawn="1"/>
        </p:nvPicPr>
        <p:blipFill rotWithShape="1">
          <a:blip r:embed="rId5"/>
          <a:srcRect l="43477" t="2429" b="25355"/>
          <a:stretch/>
        </p:blipFill>
        <p:spPr>
          <a:xfrm rot="16200000">
            <a:off x="2664226" y="-2664226"/>
            <a:ext cx="6863549" cy="12192000"/>
          </a:xfrm>
          <a:prstGeom prst="rect">
            <a:avLst/>
          </a:prstGeom>
        </p:spPr>
      </p:pic>
      <p:grpSp>
        <p:nvGrpSpPr>
          <p:cNvPr id="3" name="Group 2">
            <a:extLst>
              <a:ext uri="{FF2B5EF4-FFF2-40B4-BE49-F238E27FC236}">
                <a16:creationId xmlns:a16="http://schemas.microsoft.com/office/drawing/2014/main" id="{9E852B9F-13E8-EC47-A6D5-E71D2EC12D88}"/>
              </a:ext>
            </a:extLst>
          </p:cNvPr>
          <p:cNvGrpSpPr/>
          <p:nvPr userDrawn="1"/>
        </p:nvGrpSpPr>
        <p:grpSpPr>
          <a:xfrm>
            <a:off x="381002" y="481263"/>
            <a:ext cx="2910258" cy="465221"/>
            <a:chOff x="381002" y="481263"/>
            <a:chExt cx="2910258" cy="465221"/>
          </a:xfrm>
        </p:grpSpPr>
        <p:pic>
          <p:nvPicPr>
            <p:cNvPr id="14" name="Graphic 5">
              <a:extLst>
                <a:ext uri="{FF2B5EF4-FFF2-40B4-BE49-F238E27FC236}">
                  <a16:creationId xmlns:a16="http://schemas.microsoft.com/office/drawing/2014/main" id="{50150944-BFA1-414B-A4D1-AEF3706C46B2}"/>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15" name="Picture 14" descr="A picture containing text, clipart&#10;&#10;Description automatically generated">
              <a:extLst>
                <a:ext uri="{FF2B5EF4-FFF2-40B4-BE49-F238E27FC236}">
                  <a16:creationId xmlns:a16="http://schemas.microsoft.com/office/drawing/2014/main" id="{4E8C47E1-A413-AE40-91A0-0537097BBE59}"/>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078685" y="695131"/>
              <a:ext cx="1212575" cy="232914"/>
            </a:xfrm>
            <a:prstGeom prst="rect">
              <a:avLst/>
            </a:prstGeom>
          </p:spPr>
        </p:pic>
        <p:cxnSp>
          <p:nvCxnSpPr>
            <p:cNvPr id="4" name="Straight Connector 3">
              <a:extLst>
                <a:ext uri="{FF2B5EF4-FFF2-40B4-BE49-F238E27FC236}">
                  <a16:creationId xmlns:a16="http://schemas.microsoft.com/office/drawing/2014/main" id="{40E0D057-F351-7041-834E-4DDDD7275492}"/>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Title 1">
            <a:extLst>
              <a:ext uri="{FF2B5EF4-FFF2-40B4-BE49-F238E27FC236}">
                <a16:creationId xmlns:a16="http://schemas.microsoft.com/office/drawing/2014/main" id="{6A18022E-2D10-42CA-B869-505E8738A33A}"/>
              </a:ext>
            </a:extLst>
          </p:cNvPr>
          <p:cNvSpPr>
            <a:spLocks noGrp="1"/>
          </p:cNvSpPr>
          <p:nvPr>
            <p:ph type="ctrTitle" hasCustomPrompt="1"/>
          </p:nvPr>
        </p:nvSpPr>
        <p:spPr>
          <a:xfrm>
            <a:off x="381001" y="1139544"/>
            <a:ext cx="6019799"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16" name="Date Placeholder 10">
            <a:extLst>
              <a:ext uri="{FF2B5EF4-FFF2-40B4-BE49-F238E27FC236}">
                <a16:creationId xmlns:a16="http://schemas.microsoft.com/office/drawing/2014/main" id="{1A6EC578-FF43-4F90-964B-4183622815D6}"/>
              </a:ext>
            </a:extLst>
          </p:cNvPr>
          <p:cNvSpPr>
            <a:spLocks noGrp="1"/>
          </p:cNvSpPr>
          <p:nvPr>
            <p:ph type="dt" sz="half" idx="2"/>
          </p:nvPr>
        </p:nvSpPr>
        <p:spPr>
          <a:xfrm>
            <a:off x="381001" y="4949211"/>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17" name="Text Placeholder 16">
            <a:extLst>
              <a:ext uri="{FF2B5EF4-FFF2-40B4-BE49-F238E27FC236}">
                <a16:creationId xmlns:a16="http://schemas.microsoft.com/office/drawing/2014/main" id="{853C34A1-4709-4465-B978-129F513DD76F}"/>
              </a:ext>
            </a:extLst>
          </p:cNvPr>
          <p:cNvSpPr>
            <a:spLocks noGrp="1"/>
          </p:cNvSpPr>
          <p:nvPr>
            <p:ph type="body" sz="quarter" idx="12" hasCustomPrompt="1"/>
          </p:nvPr>
        </p:nvSpPr>
        <p:spPr>
          <a:xfrm>
            <a:off x="381001" y="5194488"/>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18" name="Subtitle 2">
            <a:extLst>
              <a:ext uri="{FF2B5EF4-FFF2-40B4-BE49-F238E27FC236}">
                <a16:creationId xmlns:a16="http://schemas.microsoft.com/office/drawing/2014/main" id="{035A898F-CC6A-4E19-A8F4-EF377C6C53D3}"/>
              </a:ext>
            </a:extLst>
          </p:cNvPr>
          <p:cNvSpPr>
            <a:spLocks noGrp="1"/>
          </p:cNvSpPr>
          <p:nvPr>
            <p:ph type="subTitle" idx="1" hasCustomPrompt="1"/>
          </p:nvPr>
        </p:nvSpPr>
        <p:spPr>
          <a:xfrm>
            <a:off x="381001" y="3856366"/>
            <a:ext cx="4229099"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spTree>
    <p:extLst>
      <p:ext uri="{BB962C8B-B14F-4D97-AF65-F5344CB8AC3E}">
        <p14:creationId xmlns:p14="http://schemas.microsoft.com/office/powerpoint/2010/main" val="28139448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2_2.b Cover Image - Left-aligned, Logo">
    <p:bg>
      <p:bgPr>
        <a:solidFill>
          <a:schemeClr val="accent3"/>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B08C9E1-3CB9-66E3-F1F2-1DC9A84EACC3}"/>
              </a:ext>
            </a:extLst>
          </p:cNvPr>
          <p:cNvGraphicFramePr>
            <a:graphicFrameLocks noChangeAspect="1"/>
          </p:cNvGraphicFramePr>
          <p:nvPr userDrawn="1">
            <p:custDataLst>
              <p:tags r:id="rId1"/>
            </p:custDataLst>
            <p:extLst>
              <p:ext uri="{D42A27DB-BD31-4B8C-83A1-F6EECF244321}">
                <p14:modId xmlns:p14="http://schemas.microsoft.com/office/powerpoint/2010/main" val="37667848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AB08C9E1-3CB9-66E3-F1F2-1DC9A84EACC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3" name="Picture 12">
            <a:extLst>
              <a:ext uri="{FF2B5EF4-FFF2-40B4-BE49-F238E27FC236}">
                <a16:creationId xmlns:a16="http://schemas.microsoft.com/office/drawing/2014/main" id="{6DD92594-9C28-4FE6-BC8A-55B2F3DEF1F4}"/>
              </a:ext>
            </a:extLst>
          </p:cNvPr>
          <p:cNvPicPr>
            <a:picLocks noChangeAspect="1"/>
          </p:cNvPicPr>
          <p:nvPr userDrawn="1"/>
        </p:nvPicPr>
        <p:blipFill rotWithShape="1">
          <a:blip r:embed="rId5"/>
          <a:srcRect r="28524" b="80437"/>
          <a:stretch/>
        </p:blipFill>
        <p:spPr>
          <a:xfrm rot="10800000" flipH="1">
            <a:off x="0" y="0"/>
            <a:ext cx="12192000" cy="6858000"/>
          </a:xfrm>
          <a:prstGeom prst="rect">
            <a:avLst/>
          </a:prstGeom>
        </p:spPr>
      </p:pic>
      <p:grpSp>
        <p:nvGrpSpPr>
          <p:cNvPr id="3" name="Group 2">
            <a:extLst>
              <a:ext uri="{FF2B5EF4-FFF2-40B4-BE49-F238E27FC236}">
                <a16:creationId xmlns:a16="http://schemas.microsoft.com/office/drawing/2014/main" id="{9E852B9F-13E8-EC47-A6D5-E71D2EC12D88}"/>
              </a:ext>
            </a:extLst>
          </p:cNvPr>
          <p:cNvGrpSpPr/>
          <p:nvPr userDrawn="1"/>
        </p:nvGrpSpPr>
        <p:grpSpPr>
          <a:xfrm>
            <a:off x="381002" y="481263"/>
            <a:ext cx="2910258" cy="465221"/>
            <a:chOff x="381002" y="481263"/>
            <a:chExt cx="2910258" cy="465221"/>
          </a:xfrm>
        </p:grpSpPr>
        <p:pic>
          <p:nvPicPr>
            <p:cNvPr id="14" name="Graphic 5">
              <a:extLst>
                <a:ext uri="{FF2B5EF4-FFF2-40B4-BE49-F238E27FC236}">
                  <a16:creationId xmlns:a16="http://schemas.microsoft.com/office/drawing/2014/main" id="{50150944-BFA1-414B-A4D1-AEF3706C46B2}"/>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15" name="Picture 14" descr="A picture containing text, clipart&#10;&#10;Description automatically generated">
              <a:extLst>
                <a:ext uri="{FF2B5EF4-FFF2-40B4-BE49-F238E27FC236}">
                  <a16:creationId xmlns:a16="http://schemas.microsoft.com/office/drawing/2014/main" id="{4E8C47E1-A413-AE40-91A0-0537097BBE59}"/>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078685" y="695131"/>
              <a:ext cx="1212575" cy="232914"/>
            </a:xfrm>
            <a:prstGeom prst="rect">
              <a:avLst/>
            </a:prstGeom>
          </p:spPr>
        </p:pic>
        <p:cxnSp>
          <p:nvCxnSpPr>
            <p:cNvPr id="4" name="Straight Connector 3">
              <a:extLst>
                <a:ext uri="{FF2B5EF4-FFF2-40B4-BE49-F238E27FC236}">
                  <a16:creationId xmlns:a16="http://schemas.microsoft.com/office/drawing/2014/main" id="{40E0D057-F351-7041-834E-4DDDD7275492}"/>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Title 1">
            <a:extLst>
              <a:ext uri="{FF2B5EF4-FFF2-40B4-BE49-F238E27FC236}">
                <a16:creationId xmlns:a16="http://schemas.microsoft.com/office/drawing/2014/main" id="{6A18022E-2D10-42CA-B869-505E8738A33A}"/>
              </a:ext>
            </a:extLst>
          </p:cNvPr>
          <p:cNvSpPr>
            <a:spLocks noGrp="1"/>
          </p:cNvSpPr>
          <p:nvPr>
            <p:ph type="ctrTitle" hasCustomPrompt="1"/>
          </p:nvPr>
        </p:nvSpPr>
        <p:spPr>
          <a:xfrm>
            <a:off x="381001" y="1139544"/>
            <a:ext cx="6104859"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16" name="Date Placeholder 10">
            <a:extLst>
              <a:ext uri="{FF2B5EF4-FFF2-40B4-BE49-F238E27FC236}">
                <a16:creationId xmlns:a16="http://schemas.microsoft.com/office/drawing/2014/main" id="{1A6EC578-FF43-4F90-964B-4183622815D6}"/>
              </a:ext>
            </a:extLst>
          </p:cNvPr>
          <p:cNvSpPr>
            <a:spLocks noGrp="1"/>
          </p:cNvSpPr>
          <p:nvPr>
            <p:ph type="dt" sz="half" idx="2"/>
          </p:nvPr>
        </p:nvSpPr>
        <p:spPr>
          <a:xfrm>
            <a:off x="381001" y="4949211"/>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17" name="Text Placeholder 16">
            <a:extLst>
              <a:ext uri="{FF2B5EF4-FFF2-40B4-BE49-F238E27FC236}">
                <a16:creationId xmlns:a16="http://schemas.microsoft.com/office/drawing/2014/main" id="{853C34A1-4709-4465-B978-129F513DD76F}"/>
              </a:ext>
            </a:extLst>
          </p:cNvPr>
          <p:cNvSpPr>
            <a:spLocks noGrp="1"/>
          </p:cNvSpPr>
          <p:nvPr>
            <p:ph type="body" sz="quarter" idx="12" hasCustomPrompt="1"/>
          </p:nvPr>
        </p:nvSpPr>
        <p:spPr>
          <a:xfrm>
            <a:off x="381001" y="5194488"/>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18" name="Subtitle 2">
            <a:extLst>
              <a:ext uri="{FF2B5EF4-FFF2-40B4-BE49-F238E27FC236}">
                <a16:creationId xmlns:a16="http://schemas.microsoft.com/office/drawing/2014/main" id="{035A898F-CC6A-4E19-A8F4-EF377C6C53D3}"/>
              </a:ext>
            </a:extLst>
          </p:cNvPr>
          <p:cNvSpPr>
            <a:spLocks noGrp="1"/>
          </p:cNvSpPr>
          <p:nvPr>
            <p:ph type="subTitle" idx="1" hasCustomPrompt="1"/>
          </p:nvPr>
        </p:nvSpPr>
        <p:spPr>
          <a:xfrm>
            <a:off x="381001" y="3856366"/>
            <a:ext cx="4229099"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spTree>
    <p:extLst>
      <p:ext uri="{BB962C8B-B14F-4D97-AF65-F5344CB8AC3E}">
        <p14:creationId xmlns:p14="http://schemas.microsoft.com/office/powerpoint/2010/main" val="9417604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2_2.c Cover Image - Left-aligned, Logo">
    <p:bg>
      <p:bgPr>
        <a:solidFill>
          <a:schemeClr val="accent3"/>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C336930-FFCD-A87C-D388-7619518C9130}"/>
              </a:ext>
            </a:extLst>
          </p:cNvPr>
          <p:cNvGraphicFramePr>
            <a:graphicFrameLocks noChangeAspect="1"/>
          </p:cNvGraphicFramePr>
          <p:nvPr userDrawn="1">
            <p:custDataLst>
              <p:tags r:id="rId1"/>
            </p:custDataLst>
            <p:extLst>
              <p:ext uri="{D42A27DB-BD31-4B8C-83A1-F6EECF244321}">
                <p14:modId xmlns:p14="http://schemas.microsoft.com/office/powerpoint/2010/main" val="6623417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CC336930-FFCD-A87C-D388-7619518C913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3911ACE7-AB1D-4E5E-8190-EDC9C713E9BE}"/>
              </a:ext>
            </a:extLst>
          </p:cNvPr>
          <p:cNvPicPr>
            <a:picLocks noChangeAspect="1"/>
          </p:cNvPicPr>
          <p:nvPr userDrawn="1"/>
        </p:nvPicPr>
        <p:blipFill rotWithShape="1">
          <a:blip r:embed="rId5"/>
          <a:srcRect r="26468" b="22435"/>
          <a:stretch/>
        </p:blipFill>
        <p:spPr>
          <a:xfrm rot="16200000">
            <a:off x="2666999" y="-2667000"/>
            <a:ext cx="6858001" cy="12192001"/>
          </a:xfrm>
          <a:prstGeom prst="rect">
            <a:avLst/>
          </a:prstGeom>
        </p:spPr>
      </p:pic>
      <p:grpSp>
        <p:nvGrpSpPr>
          <p:cNvPr id="3" name="Group 2">
            <a:extLst>
              <a:ext uri="{FF2B5EF4-FFF2-40B4-BE49-F238E27FC236}">
                <a16:creationId xmlns:a16="http://schemas.microsoft.com/office/drawing/2014/main" id="{9E852B9F-13E8-EC47-A6D5-E71D2EC12D88}"/>
              </a:ext>
            </a:extLst>
          </p:cNvPr>
          <p:cNvGrpSpPr/>
          <p:nvPr userDrawn="1"/>
        </p:nvGrpSpPr>
        <p:grpSpPr>
          <a:xfrm>
            <a:off x="381002" y="481263"/>
            <a:ext cx="2910258" cy="465221"/>
            <a:chOff x="381002" y="481263"/>
            <a:chExt cx="2910258" cy="465221"/>
          </a:xfrm>
        </p:grpSpPr>
        <p:pic>
          <p:nvPicPr>
            <p:cNvPr id="14" name="Graphic 5">
              <a:extLst>
                <a:ext uri="{FF2B5EF4-FFF2-40B4-BE49-F238E27FC236}">
                  <a16:creationId xmlns:a16="http://schemas.microsoft.com/office/drawing/2014/main" id="{50150944-BFA1-414B-A4D1-AEF3706C46B2}"/>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15" name="Picture 14" descr="A picture containing text, clipart&#10;&#10;Description automatically generated">
              <a:extLst>
                <a:ext uri="{FF2B5EF4-FFF2-40B4-BE49-F238E27FC236}">
                  <a16:creationId xmlns:a16="http://schemas.microsoft.com/office/drawing/2014/main" id="{4E8C47E1-A413-AE40-91A0-0537097BBE59}"/>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078685" y="695131"/>
              <a:ext cx="1212575" cy="232914"/>
            </a:xfrm>
            <a:prstGeom prst="rect">
              <a:avLst/>
            </a:prstGeom>
          </p:spPr>
        </p:pic>
        <p:cxnSp>
          <p:nvCxnSpPr>
            <p:cNvPr id="4" name="Straight Connector 3">
              <a:extLst>
                <a:ext uri="{FF2B5EF4-FFF2-40B4-BE49-F238E27FC236}">
                  <a16:creationId xmlns:a16="http://schemas.microsoft.com/office/drawing/2014/main" id="{40E0D057-F351-7041-834E-4DDDD7275492}"/>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Title 1">
            <a:extLst>
              <a:ext uri="{FF2B5EF4-FFF2-40B4-BE49-F238E27FC236}">
                <a16:creationId xmlns:a16="http://schemas.microsoft.com/office/drawing/2014/main" id="{6A18022E-2D10-42CA-B869-505E8738A33A}"/>
              </a:ext>
            </a:extLst>
          </p:cNvPr>
          <p:cNvSpPr>
            <a:spLocks noGrp="1"/>
          </p:cNvSpPr>
          <p:nvPr>
            <p:ph type="ctrTitle" hasCustomPrompt="1"/>
          </p:nvPr>
        </p:nvSpPr>
        <p:spPr>
          <a:xfrm>
            <a:off x="381001" y="1139544"/>
            <a:ext cx="6062325"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16" name="Date Placeholder 10">
            <a:extLst>
              <a:ext uri="{FF2B5EF4-FFF2-40B4-BE49-F238E27FC236}">
                <a16:creationId xmlns:a16="http://schemas.microsoft.com/office/drawing/2014/main" id="{1A6EC578-FF43-4F90-964B-4183622815D6}"/>
              </a:ext>
            </a:extLst>
          </p:cNvPr>
          <p:cNvSpPr>
            <a:spLocks noGrp="1"/>
          </p:cNvSpPr>
          <p:nvPr>
            <p:ph type="dt" sz="half" idx="2"/>
          </p:nvPr>
        </p:nvSpPr>
        <p:spPr>
          <a:xfrm>
            <a:off x="381001" y="4949211"/>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17" name="Text Placeholder 16">
            <a:extLst>
              <a:ext uri="{FF2B5EF4-FFF2-40B4-BE49-F238E27FC236}">
                <a16:creationId xmlns:a16="http://schemas.microsoft.com/office/drawing/2014/main" id="{853C34A1-4709-4465-B978-129F513DD76F}"/>
              </a:ext>
            </a:extLst>
          </p:cNvPr>
          <p:cNvSpPr>
            <a:spLocks noGrp="1"/>
          </p:cNvSpPr>
          <p:nvPr>
            <p:ph type="body" sz="quarter" idx="12" hasCustomPrompt="1"/>
          </p:nvPr>
        </p:nvSpPr>
        <p:spPr>
          <a:xfrm>
            <a:off x="381001" y="5194488"/>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18" name="Subtitle 2">
            <a:extLst>
              <a:ext uri="{FF2B5EF4-FFF2-40B4-BE49-F238E27FC236}">
                <a16:creationId xmlns:a16="http://schemas.microsoft.com/office/drawing/2014/main" id="{035A898F-CC6A-4E19-A8F4-EF377C6C53D3}"/>
              </a:ext>
            </a:extLst>
          </p:cNvPr>
          <p:cNvSpPr>
            <a:spLocks noGrp="1"/>
          </p:cNvSpPr>
          <p:nvPr>
            <p:ph type="subTitle" idx="1" hasCustomPrompt="1"/>
          </p:nvPr>
        </p:nvSpPr>
        <p:spPr>
          <a:xfrm>
            <a:off x="381001" y="3856366"/>
            <a:ext cx="4229099"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spTree>
    <p:extLst>
      <p:ext uri="{BB962C8B-B14F-4D97-AF65-F5344CB8AC3E}">
        <p14:creationId xmlns:p14="http://schemas.microsoft.com/office/powerpoint/2010/main" val="9742211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2_3.a Cover Image - Left-aligned, Logo, image">
    <p:bg>
      <p:bgPr>
        <a:solidFill>
          <a:schemeClr val="accent3"/>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410753-4182-90E4-9B4A-283E716FDE17}"/>
              </a:ext>
            </a:extLst>
          </p:cNvPr>
          <p:cNvGraphicFramePr>
            <a:graphicFrameLocks noChangeAspect="1"/>
          </p:cNvGraphicFramePr>
          <p:nvPr userDrawn="1">
            <p:custDataLst>
              <p:tags r:id="rId1"/>
            </p:custDataLst>
            <p:extLst>
              <p:ext uri="{D42A27DB-BD31-4B8C-83A1-F6EECF244321}">
                <p14:modId xmlns:p14="http://schemas.microsoft.com/office/powerpoint/2010/main" val="12823236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think-cell data - do not delete" hidden="1">
                        <a:extLst>
                          <a:ext uri="{FF2B5EF4-FFF2-40B4-BE49-F238E27FC236}">
                            <a16:creationId xmlns:a16="http://schemas.microsoft.com/office/drawing/2014/main" id="{FB410753-4182-90E4-9B4A-283E716FDE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3" name="Picture 12" descr="A person smelling a flower&#10;&#10;Description automatically generated">
            <a:extLst>
              <a:ext uri="{FF2B5EF4-FFF2-40B4-BE49-F238E27FC236}">
                <a16:creationId xmlns:a16="http://schemas.microsoft.com/office/drawing/2014/main" id="{0CBFC399-4E34-4C69-8E9D-E735FCAE89A1}"/>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t="11406" b="4219"/>
          <a:stretch/>
        </p:blipFill>
        <p:spPr>
          <a:xfrm flipH="1">
            <a:off x="0" y="4320"/>
            <a:ext cx="12192000" cy="6858000"/>
          </a:xfrm>
          <a:prstGeom prst="rect">
            <a:avLst/>
          </a:prstGeom>
        </p:spPr>
      </p:pic>
      <p:sp>
        <p:nvSpPr>
          <p:cNvPr id="14" name="Rectangle 13">
            <a:extLst>
              <a:ext uri="{FF2B5EF4-FFF2-40B4-BE49-F238E27FC236}">
                <a16:creationId xmlns:a16="http://schemas.microsoft.com/office/drawing/2014/main" id="{A19527F9-733E-41FC-B222-D2614B1DFA63}"/>
              </a:ext>
            </a:extLst>
          </p:cNvPr>
          <p:cNvSpPr/>
          <p:nvPr userDrawn="1"/>
        </p:nvSpPr>
        <p:spPr>
          <a:xfrm>
            <a:off x="0" y="0"/>
            <a:ext cx="8144540" cy="6858000"/>
          </a:xfrm>
          <a:prstGeom prst="rect">
            <a:avLst/>
          </a:prstGeom>
          <a:gradFill flip="none" rotWithShape="1">
            <a:gsLst>
              <a:gs pos="0">
                <a:schemeClr val="bg1">
                  <a:alpha val="80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0" name="Title 1">
            <a:extLst>
              <a:ext uri="{FF2B5EF4-FFF2-40B4-BE49-F238E27FC236}">
                <a16:creationId xmlns:a16="http://schemas.microsoft.com/office/drawing/2014/main" id="{A42152A1-14C1-4148-997A-5E1AFC97B6FA}"/>
              </a:ext>
            </a:extLst>
          </p:cNvPr>
          <p:cNvSpPr>
            <a:spLocks noGrp="1"/>
          </p:cNvSpPr>
          <p:nvPr>
            <p:ph type="ctrTitle" hasCustomPrompt="1"/>
          </p:nvPr>
        </p:nvSpPr>
        <p:spPr>
          <a:xfrm>
            <a:off x="381001" y="1139544"/>
            <a:ext cx="5796512"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12" name="Date Placeholder 10">
            <a:extLst>
              <a:ext uri="{FF2B5EF4-FFF2-40B4-BE49-F238E27FC236}">
                <a16:creationId xmlns:a16="http://schemas.microsoft.com/office/drawing/2014/main" id="{0EE3D888-7260-4448-89CB-0DD9DA94D80C}"/>
              </a:ext>
            </a:extLst>
          </p:cNvPr>
          <p:cNvSpPr>
            <a:spLocks noGrp="1"/>
          </p:cNvSpPr>
          <p:nvPr>
            <p:ph type="dt" sz="half" idx="2"/>
          </p:nvPr>
        </p:nvSpPr>
        <p:spPr>
          <a:xfrm>
            <a:off x="381001" y="4949211"/>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15" name="Text Placeholder 16">
            <a:extLst>
              <a:ext uri="{FF2B5EF4-FFF2-40B4-BE49-F238E27FC236}">
                <a16:creationId xmlns:a16="http://schemas.microsoft.com/office/drawing/2014/main" id="{5940F489-2069-4D1A-8A73-1CF50F04F639}"/>
              </a:ext>
            </a:extLst>
          </p:cNvPr>
          <p:cNvSpPr>
            <a:spLocks noGrp="1"/>
          </p:cNvSpPr>
          <p:nvPr>
            <p:ph type="body" sz="quarter" idx="12" hasCustomPrompt="1"/>
          </p:nvPr>
        </p:nvSpPr>
        <p:spPr>
          <a:xfrm>
            <a:off x="381001" y="5194488"/>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17" name="Subtitle 2">
            <a:extLst>
              <a:ext uri="{FF2B5EF4-FFF2-40B4-BE49-F238E27FC236}">
                <a16:creationId xmlns:a16="http://schemas.microsoft.com/office/drawing/2014/main" id="{F07F062E-EB0A-4BF3-AD8A-861249E75C63}"/>
              </a:ext>
            </a:extLst>
          </p:cNvPr>
          <p:cNvSpPr>
            <a:spLocks noGrp="1"/>
          </p:cNvSpPr>
          <p:nvPr>
            <p:ph type="subTitle" idx="1" hasCustomPrompt="1"/>
          </p:nvPr>
        </p:nvSpPr>
        <p:spPr>
          <a:xfrm>
            <a:off x="381001" y="3856366"/>
            <a:ext cx="4229099"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grpSp>
        <p:nvGrpSpPr>
          <p:cNvPr id="16" name="Group 15">
            <a:extLst>
              <a:ext uri="{FF2B5EF4-FFF2-40B4-BE49-F238E27FC236}">
                <a16:creationId xmlns:a16="http://schemas.microsoft.com/office/drawing/2014/main" id="{CCF32982-E421-493C-8505-E355E60399FE}"/>
              </a:ext>
            </a:extLst>
          </p:cNvPr>
          <p:cNvGrpSpPr/>
          <p:nvPr userDrawn="1"/>
        </p:nvGrpSpPr>
        <p:grpSpPr>
          <a:xfrm>
            <a:off x="381002" y="481263"/>
            <a:ext cx="2910258" cy="465221"/>
            <a:chOff x="381002" y="481263"/>
            <a:chExt cx="2910258" cy="465221"/>
          </a:xfrm>
        </p:grpSpPr>
        <p:pic>
          <p:nvPicPr>
            <p:cNvPr id="18" name="Graphic 5">
              <a:extLst>
                <a:ext uri="{FF2B5EF4-FFF2-40B4-BE49-F238E27FC236}">
                  <a16:creationId xmlns:a16="http://schemas.microsoft.com/office/drawing/2014/main" id="{DD977F31-AF8B-4B1B-8CF7-9FD5A1421035}"/>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19" name="Picture 18" descr="A picture containing text, clipart&#10;&#10;Description automatically generated">
              <a:extLst>
                <a:ext uri="{FF2B5EF4-FFF2-40B4-BE49-F238E27FC236}">
                  <a16:creationId xmlns:a16="http://schemas.microsoft.com/office/drawing/2014/main" id="{7F22E43D-D51A-4E40-A135-44384914C562}"/>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078685" y="695131"/>
              <a:ext cx="1212575" cy="232914"/>
            </a:xfrm>
            <a:prstGeom prst="rect">
              <a:avLst/>
            </a:prstGeom>
          </p:spPr>
        </p:pic>
        <p:cxnSp>
          <p:nvCxnSpPr>
            <p:cNvPr id="20" name="Straight Connector 19">
              <a:extLst>
                <a:ext uri="{FF2B5EF4-FFF2-40B4-BE49-F238E27FC236}">
                  <a16:creationId xmlns:a16="http://schemas.microsoft.com/office/drawing/2014/main" id="{01E49097-647A-4B59-8756-86C6E9F4376B}"/>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Text Placeholder 7">
            <a:extLst>
              <a:ext uri="{FF2B5EF4-FFF2-40B4-BE49-F238E27FC236}">
                <a16:creationId xmlns:a16="http://schemas.microsoft.com/office/drawing/2014/main" id="{E9620B0D-D8F4-42F3-BF37-9F2E1FEE087D}"/>
              </a:ext>
            </a:extLst>
          </p:cNvPr>
          <p:cNvSpPr txBox="1">
            <a:spLocks/>
          </p:cNvSpPr>
          <p:nvPr userDrawn="1"/>
        </p:nvSpPr>
        <p:spPr>
          <a:xfrm>
            <a:off x="9282223" y="6315616"/>
            <a:ext cx="2454341" cy="276999"/>
          </a:xfrm>
          <a:prstGeom prst="rect">
            <a:avLst/>
          </a:prstGeom>
        </p:spPr>
        <p:txBody>
          <a:bodyPr vert="horz" wrap="square" lIns="0" tIns="0" rIns="0" bIns="0" rtlCol="0" anchor="t">
            <a:spAutoFit/>
          </a:bodyPr>
          <a:lstStyle>
            <a:lvl1pPr marL="0" indent="0" algn="r" defTabSz="609493" rtl="0" eaLnBrk="1" latinLnBrk="0" hangingPunct="1">
              <a:spcBef>
                <a:spcPct val="20000"/>
              </a:spcBef>
              <a:buFont typeface="Arial"/>
              <a:buNone/>
              <a:defRPr sz="1800" b="1" i="0" kern="1200">
                <a:solidFill>
                  <a:srgbClr val="FFFFFF"/>
                </a:solidFill>
                <a:effectLst>
                  <a:outerShdw blurRad="88900" sx="103000" sy="103000" algn="ctr" rotWithShape="0">
                    <a:prstClr val="black">
                      <a:alpha val="50000"/>
                    </a:prstClr>
                  </a:outerShdw>
                </a:effectLst>
                <a:latin typeface="Graphik Semibold" panose="020B0503030202060203" pitchFamily="34" charset="77"/>
                <a:ea typeface="+mn-ea"/>
                <a:cs typeface="+mn-cs"/>
              </a:defRPr>
            </a:lvl1pPr>
            <a:lvl2pPr marL="990427" indent="-380933"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2pPr>
            <a:lvl3pPr marL="1523733"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3pPr>
            <a:lvl4pPr marL="2133227"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4pPr>
            <a:lvl5pPr marL="2742720"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pPr rtl="0"/>
            <a:r>
              <a:rPr lang="en-US" dirty="0">
                <a:effectLst>
                  <a:outerShdw blurRad="127000" algn="ctr" rotWithShape="0">
                    <a:prstClr val="black">
                      <a:alpha val="70000"/>
                    </a:prstClr>
                  </a:outerShdw>
                </a:effectLst>
                <a:latin typeface="Graphik Bold" panose="020B0803030202060203" pitchFamily="34" charset="0"/>
              </a:rPr>
              <a:t>Let there be change</a:t>
            </a:r>
          </a:p>
        </p:txBody>
      </p:sp>
    </p:spTree>
    <p:extLst>
      <p:ext uri="{BB962C8B-B14F-4D97-AF65-F5344CB8AC3E}">
        <p14:creationId xmlns:p14="http://schemas.microsoft.com/office/powerpoint/2010/main" val="99071760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2_3.b Cover Image - Left-aligned, Logo, image">
    <p:bg>
      <p:bgPr>
        <a:solidFill>
          <a:schemeClr val="accent3"/>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026A497-B54F-E159-E0E0-229260F9E74E}"/>
              </a:ext>
            </a:extLst>
          </p:cNvPr>
          <p:cNvGraphicFramePr>
            <a:graphicFrameLocks noChangeAspect="1"/>
          </p:cNvGraphicFramePr>
          <p:nvPr userDrawn="1">
            <p:custDataLst>
              <p:tags r:id="rId1"/>
            </p:custDataLst>
            <p:extLst>
              <p:ext uri="{D42A27DB-BD31-4B8C-83A1-F6EECF244321}">
                <p14:modId xmlns:p14="http://schemas.microsoft.com/office/powerpoint/2010/main" val="42431788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think-cell data - do not delete" hidden="1">
                        <a:extLst>
                          <a:ext uri="{FF2B5EF4-FFF2-40B4-BE49-F238E27FC236}">
                            <a16:creationId xmlns:a16="http://schemas.microsoft.com/office/drawing/2014/main" id="{2026A497-B54F-E159-E0E0-229260F9E7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1" name="Picture 20">
            <a:extLst>
              <a:ext uri="{FF2B5EF4-FFF2-40B4-BE49-F238E27FC236}">
                <a16:creationId xmlns:a16="http://schemas.microsoft.com/office/drawing/2014/main" id="{D3F60908-1D40-4E00-B8A6-5531AABF0E05}"/>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14" name="Rectangle 13">
            <a:extLst>
              <a:ext uri="{FF2B5EF4-FFF2-40B4-BE49-F238E27FC236}">
                <a16:creationId xmlns:a16="http://schemas.microsoft.com/office/drawing/2014/main" id="{A19527F9-733E-41FC-B222-D2614B1DFA63}"/>
              </a:ext>
            </a:extLst>
          </p:cNvPr>
          <p:cNvSpPr/>
          <p:nvPr userDrawn="1"/>
        </p:nvSpPr>
        <p:spPr>
          <a:xfrm>
            <a:off x="0" y="0"/>
            <a:ext cx="8144540" cy="6858000"/>
          </a:xfrm>
          <a:prstGeom prst="rect">
            <a:avLst/>
          </a:prstGeom>
          <a:gradFill flip="none" rotWithShape="1">
            <a:gsLst>
              <a:gs pos="0">
                <a:schemeClr val="bg1">
                  <a:alpha val="80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0" name="Title 1">
            <a:extLst>
              <a:ext uri="{FF2B5EF4-FFF2-40B4-BE49-F238E27FC236}">
                <a16:creationId xmlns:a16="http://schemas.microsoft.com/office/drawing/2014/main" id="{A42152A1-14C1-4148-997A-5E1AFC97B6FA}"/>
              </a:ext>
            </a:extLst>
          </p:cNvPr>
          <p:cNvSpPr>
            <a:spLocks noGrp="1"/>
          </p:cNvSpPr>
          <p:nvPr>
            <p:ph type="ctrTitle" hasCustomPrompt="1"/>
          </p:nvPr>
        </p:nvSpPr>
        <p:spPr>
          <a:xfrm>
            <a:off x="381001" y="1139544"/>
            <a:ext cx="5796512"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12" name="Date Placeholder 10">
            <a:extLst>
              <a:ext uri="{FF2B5EF4-FFF2-40B4-BE49-F238E27FC236}">
                <a16:creationId xmlns:a16="http://schemas.microsoft.com/office/drawing/2014/main" id="{0EE3D888-7260-4448-89CB-0DD9DA94D80C}"/>
              </a:ext>
            </a:extLst>
          </p:cNvPr>
          <p:cNvSpPr>
            <a:spLocks noGrp="1"/>
          </p:cNvSpPr>
          <p:nvPr>
            <p:ph type="dt" sz="half" idx="2"/>
          </p:nvPr>
        </p:nvSpPr>
        <p:spPr>
          <a:xfrm>
            <a:off x="381001" y="4949211"/>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15" name="Text Placeholder 16">
            <a:extLst>
              <a:ext uri="{FF2B5EF4-FFF2-40B4-BE49-F238E27FC236}">
                <a16:creationId xmlns:a16="http://schemas.microsoft.com/office/drawing/2014/main" id="{5940F489-2069-4D1A-8A73-1CF50F04F639}"/>
              </a:ext>
            </a:extLst>
          </p:cNvPr>
          <p:cNvSpPr>
            <a:spLocks noGrp="1"/>
          </p:cNvSpPr>
          <p:nvPr>
            <p:ph type="body" sz="quarter" idx="12" hasCustomPrompt="1"/>
          </p:nvPr>
        </p:nvSpPr>
        <p:spPr>
          <a:xfrm>
            <a:off x="381001" y="5194488"/>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17" name="Subtitle 2">
            <a:extLst>
              <a:ext uri="{FF2B5EF4-FFF2-40B4-BE49-F238E27FC236}">
                <a16:creationId xmlns:a16="http://schemas.microsoft.com/office/drawing/2014/main" id="{F07F062E-EB0A-4BF3-AD8A-861249E75C63}"/>
              </a:ext>
            </a:extLst>
          </p:cNvPr>
          <p:cNvSpPr>
            <a:spLocks noGrp="1"/>
          </p:cNvSpPr>
          <p:nvPr>
            <p:ph type="subTitle" idx="1" hasCustomPrompt="1"/>
          </p:nvPr>
        </p:nvSpPr>
        <p:spPr>
          <a:xfrm>
            <a:off x="381001" y="3856366"/>
            <a:ext cx="4229099"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pic>
        <p:nvPicPr>
          <p:cNvPr id="18" name="Graphic 5">
            <a:extLst>
              <a:ext uri="{FF2B5EF4-FFF2-40B4-BE49-F238E27FC236}">
                <a16:creationId xmlns:a16="http://schemas.microsoft.com/office/drawing/2014/main" id="{DD977F31-AF8B-4B1B-8CF7-9FD5A1421035}"/>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sp>
        <p:nvSpPr>
          <p:cNvPr id="13" name="Text Placeholder 7">
            <a:extLst>
              <a:ext uri="{FF2B5EF4-FFF2-40B4-BE49-F238E27FC236}">
                <a16:creationId xmlns:a16="http://schemas.microsoft.com/office/drawing/2014/main" id="{4681E8F6-1D0A-4D04-8C51-301B019C0999}"/>
              </a:ext>
            </a:extLst>
          </p:cNvPr>
          <p:cNvSpPr txBox="1">
            <a:spLocks/>
          </p:cNvSpPr>
          <p:nvPr userDrawn="1"/>
        </p:nvSpPr>
        <p:spPr>
          <a:xfrm>
            <a:off x="9282223" y="6315616"/>
            <a:ext cx="2454341" cy="276999"/>
          </a:xfrm>
          <a:prstGeom prst="rect">
            <a:avLst/>
          </a:prstGeom>
        </p:spPr>
        <p:txBody>
          <a:bodyPr vert="horz" wrap="square" lIns="0" tIns="0" rIns="0" bIns="0" rtlCol="0" anchor="t">
            <a:spAutoFit/>
          </a:bodyPr>
          <a:lstStyle>
            <a:lvl1pPr marL="0" indent="0" algn="r" defTabSz="609493" rtl="0" eaLnBrk="1" latinLnBrk="0" hangingPunct="1">
              <a:spcBef>
                <a:spcPct val="20000"/>
              </a:spcBef>
              <a:buFont typeface="Arial"/>
              <a:buNone/>
              <a:defRPr sz="1800" b="1" i="0" kern="1200">
                <a:solidFill>
                  <a:srgbClr val="FFFFFF"/>
                </a:solidFill>
                <a:effectLst>
                  <a:outerShdw blurRad="88900" sx="103000" sy="103000" algn="ctr" rotWithShape="0">
                    <a:prstClr val="black">
                      <a:alpha val="50000"/>
                    </a:prstClr>
                  </a:outerShdw>
                </a:effectLst>
                <a:latin typeface="Graphik Semibold" panose="020B0503030202060203" pitchFamily="34" charset="77"/>
                <a:ea typeface="+mn-ea"/>
                <a:cs typeface="+mn-cs"/>
              </a:defRPr>
            </a:lvl1pPr>
            <a:lvl2pPr marL="990427" indent="-380933"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2pPr>
            <a:lvl3pPr marL="1523733"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3pPr>
            <a:lvl4pPr marL="2133227"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4pPr>
            <a:lvl5pPr marL="2742720"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pPr rtl="0"/>
            <a:r>
              <a:rPr lang="en-US" dirty="0">
                <a:effectLst>
                  <a:outerShdw blurRad="127000" algn="ctr" rotWithShape="0">
                    <a:prstClr val="black">
                      <a:alpha val="70000"/>
                    </a:prstClr>
                  </a:outerShdw>
                </a:effectLst>
                <a:latin typeface="Graphik Bold" panose="020B0803030202060203" pitchFamily="34" charset="0"/>
              </a:rPr>
              <a:t>Let there be change</a:t>
            </a:r>
          </a:p>
        </p:txBody>
      </p:sp>
    </p:spTree>
    <p:extLst>
      <p:ext uri="{BB962C8B-B14F-4D97-AF65-F5344CB8AC3E}">
        <p14:creationId xmlns:p14="http://schemas.microsoft.com/office/powerpoint/2010/main" val="329410812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2_3.c Cover Image - Left-aligned, Logo, image">
    <p:bg>
      <p:bgPr>
        <a:solidFill>
          <a:schemeClr val="accent3"/>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F2C7581-C36C-74C3-6DC1-364069DDEE55}"/>
              </a:ext>
            </a:extLst>
          </p:cNvPr>
          <p:cNvGraphicFramePr>
            <a:graphicFrameLocks noChangeAspect="1"/>
          </p:cNvGraphicFramePr>
          <p:nvPr userDrawn="1">
            <p:custDataLst>
              <p:tags r:id="rId1"/>
            </p:custDataLst>
            <p:extLst>
              <p:ext uri="{D42A27DB-BD31-4B8C-83A1-F6EECF244321}">
                <p14:modId xmlns:p14="http://schemas.microsoft.com/office/powerpoint/2010/main" val="23690933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think-cell data - do not delete" hidden="1">
                        <a:extLst>
                          <a:ext uri="{FF2B5EF4-FFF2-40B4-BE49-F238E27FC236}">
                            <a16:creationId xmlns:a16="http://schemas.microsoft.com/office/drawing/2014/main" id="{AF2C7581-C36C-74C3-6DC1-364069DDEE5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8" name="Picture 17">
            <a:extLst>
              <a:ext uri="{FF2B5EF4-FFF2-40B4-BE49-F238E27FC236}">
                <a16:creationId xmlns:a16="http://schemas.microsoft.com/office/drawing/2014/main" id="{814BE647-2784-4CBA-BF72-9BFDA593BD37}"/>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17" name="Rectangle 16">
            <a:extLst>
              <a:ext uri="{FF2B5EF4-FFF2-40B4-BE49-F238E27FC236}">
                <a16:creationId xmlns:a16="http://schemas.microsoft.com/office/drawing/2014/main" id="{91D0E233-963B-447F-8D70-E6A66B1718B2}"/>
              </a:ext>
            </a:extLst>
          </p:cNvPr>
          <p:cNvSpPr/>
          <p:nvPr userDrawn="1"/>
        </p:nvSpPr>
        <p:spPr>
          <a:xfrm>
            <a:off x="0" y="0"/>
            <a:ext cx="8144540" cy="6858000"/>
          </a:xfrm>
          <a:prstGeom prst="rect">
            <a:avLst/>
          </a:prstGeom>
          <a:gradFill flip="none" rotWithShape="1">
            <a:gsLst>
              <a:gs pos="0">
                <a:schemeClr val="bg1">
                  <a:alpha val="80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4" name="Title 1">
            <a:extLst>
              <a:ext uri="{FF2B5EF4-FFF2-40B4-BE49-F238E27FC236}">
                <a16:creationId xmlns:a16="http://schemas.microsoft.com/office/drawing/2014/main" id="{79D73A37-2447-48FC-BBCB-6DB83E3BC297}"/>
              </a:ext>
            </a:extLst>
          </p:cNvPr>
          <p:cNvSpPr>
            <a:spLocks noGrp="1"/>
          </p:cNvSpPr>
          <p:nvPr>
            <p:ph type="ctrTitle" hasCustomPrompt="1"/>
          </p:nvPr>
        </p:nvSpPr>
        <p:spPr>
          <a:xfrm>
            <a:off x="381001" y="1139544"/>
            <a:ext cx="5902837"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5" name="Date Placeholder 10">
            <a:extLst>
              <a:ext uri="{FF2B5EF4-FFF2-40B4-BE49-F238E27FC236}">
                <a16:creationId xmlns:a16="http://schemas.microsoft.com/office/drawing/2014/main" id="{FDE10068-3F87-4328-AB89-00975411A3CD}"/>
              </a:ext>
            </a:extLst>
          </p:cNvPr>
          <p:cNvSpPr>
            <a:spLocks noGrp="1"/>
          </p:cNvSpPr>
          <p:nvPr>
            <p:ph type="dt" sz="half" idx="2"/>
          </p:nvPr>
        </p:nvSpPr>
        <p:spPr>
          <a:xfrm>
            <a:off x="381001" y="4949211"/>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7" name="Text Placeholder 16">
            <a:extLst>
              <a:ext uri="{FF2B5EF4-FFF2-40B4-BE49-F238E27FC236}">
                <a16:creationId xmlns:a16="http://schemas.microsoft.com/office/drawing/2014/main" id="{23182474-9930-41F0-9874-B53729985771}"/>
              </a:ext>
            </a:extLst>
          </p:cNvPr>
          <p:cNvSpPr>
            <a:spLocks noGrp="1"/>
          </p:cNvSpPr>
          <p:nvPr>
            <p:ph type="body" sz="quarter" idx="12" hasCustomPrompt="1"/>
          </p:nvPr>
        </p:nvSpPr>
        <p:spPr>
          <a:xfrm>
            <a:off x="381001" y="5194488"/>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9" name="Subtitle 2">
            <a:extLst>
              <a:ext uri="{FF2B5EF4-FFF2-40B4-BE49-F238E27FC236}">
                <a16:creationId xmlns:a16="http://schemas.microsoft.com/office/drawing/2014/main" id="{03227C61-3ED5-4E9B-B208-F8C9142D8E84}"/>
              </a:ext>
            </a:extLst>
          </p:cNvPr>
          <p:cNvSpPr>
            <a:spLocks noGrp="1"/>
          </p:cNvSpPr>
          <p:nvPr>
            <p:ph type="subTitle" idx="1" hasCustomPrompt="1"/>
          </p:nvPr>
        </p:nvSpPr>
        <p:spPr>
          <a:xfrm>
            <a:off x="381001" y="3856366"/>
            <a:ext cx="4229099"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grpSp>
        <p:nvGrpSpPr>
          <p:cNvPr id="11" name="Group 10">
            <a:extLst>
              <a:ext uri="{FF2B5EF4-FFF2-40B4-BE49-F238E27FC236}">
                <a16:creationId xmlns:a16="http://schemas.microsoft.com/office/drawing/2014/main" id="{7CBDD4BF-582D-406C-B114-EFE968409F2B}"/>
              </a:ext>
            </a:extLst>
          </p:cNvPr>
          <p:cNvGrpSpPr/>
          <p:nvPr userDrawn="1"/>
        </p:nvGrpSpPr>
        <p:grpSpPr>
          <a:xfrm>
            <a:off x="381002" y="481263"/>
            <a:ext cx="2910258" cy="465221"/>
            <a:chOff x="381002" y="481263"/>
            <a:chExt cx="2910258" cy="465221"/>
          </a:xfrm>
        </p:grpSpPr>
        <p:pic>
          <p:nvPicPr>
            <p:cNvPr id="14" name="Graphic 5">
              <a:extLst>
                <a:ext uri="{FF2B5EF4-FFF2-40B4-BE49-F238E27FC236}">
                  <a16:creationId xmlns:a16="http://schemas.microsoft.com/office/drawing/2014/main" id="{849358FD-37B6-4B82-B485-8A2D2639C26F}"/>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15" name="Picture 14" descr="A picture containing text, clipart&#10;&#10;Description automatically generated">
              <a:extLst>
                <a:ext uri="{FF2B5EF4-FFF2-40B4-BE49-F238E27FC236}">
                  <a16:creationId xmlns:a16="http://schemas.microsoft.com/office/drawing/2014/main" id="{151DCF59-C4C6-4347-83E7-1C81EE62BB75}"/>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078685" y="695131"/>
              <a:ext cx="1212575" cy="232914"/>
            </a:xfrm>
            <a:prstGeom prst="rect">
              <a:avLst/>
            </a:prstGeom>
          </p:spPr>
        </p:pic>
        <p:cxnSp>
          <p:nvCxnSpPr>
            <p:cNvPr id="16" name="Straight Connector 15">
              <a:extLst>
                <a:ext uri="{FF2B5EF4-FFF2-40B4-BE49-F238E27FC236}">
                  <a16:creationId xmlns:a16="http://schemas.microsoft.com/office/drawing/2014/main" id="{1BE2ED88-8986-4926-A4CA-8BF4900E4449}"/>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Text Placeholder 7">
            <a:extLst>
              <a:ext uri="{FF2B5EF4-FFF2-40B4-BE49-F238E27FC236}">
                <a16:creationId xmlns:a16="http://schemas.microsoft.com/office/drawing/2014/main" id="{130AC002-F6EF-4B39-AD98-B0528CD53578}"/>
              </a:ext>
            </a:extLst>
          </p:cNvPr>
          <p:cNvSpPr txBox="1">
            <a:spLocks/>
          </p:cNvSpPr>
          <p:nvPr userDrawn="1"/>
        </p:nvSpPr>
        <p:spPr>
          <a:xfrm>
            <a:off x="9282223" y="6315616"/>
            <a:ext cx="2454341" cy="276999"/>
          </a:xfrm>
          <a:prstGeom prst="rect">
            <a:avLst/>
          </a:prstGeom>
        </p:spPr>
        <p:txBody>
          <a:bodyPr vert="horz" wrap="square" lIns="0" tIns="0" rIns="0" bIns="0" rtlCol="0" anchor="t">
            <a:spAutoFit/>
          </a:bodyPr>
          <a:lstStyle>
            <a:lvl1pPr marL="0" indent="0" algn="r" defTabSz="609493" rtl="0" eaLnBrk="1" latinLnBrk="0" hangingPunct="1">
              <a:spcBef>
                <a:spcPct val="20000"/>
              </a:spcBef>
              <a:buFont typeface="Arial"/>
              <a:buNone/>
              <a:defRPr sz="1800" b="1" i="0" kern="1200">
                <a:solidFill>
                  <a:srgbClr val="FFFFFF"/>
                </a:solidFill>
                <a:effectLst>
                  <a:outerShdw blurRad="88900" sx="103000" sy="103000" algn="ctr" rotWithShape="0">
                    <a:prstClr val="black">
                      <a:alpha val="50000"/>
                    </a:prstClr>
                  </a:outerShdw>
                </a:effectLst>
                <a:latin typeface="Graphik Semibold" panose="020B0503030202060203" pitchFamily="34" charset="77"/>
                <a:ea typeface="+mn-ea"/>
                <a:cs typeface="+mn-cs"/>
              </a:defRPr>
            </a:lvl1pPr>
            <a:lvl2pPr marL="990427" indent="-380933"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2pPr>
            <a:lvl3pPr marL="1523733"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3pPr>
            <a:lvl4pPr marL="2133227"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4pPr>
            <a:lvl5pPr marL="2742720"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pPr rtl="0"/>
            <a:r>
              <a:rPr lang="en-US" dirty="0">
                <a:effectLst>
                  <a:outerShdw blurRad="127000" algn="ctr" rotWithShape="0">
                    <a:prstClr val="black">
                      <a:alpha val="70000"/>
                    </a:prstClr>
                  </a:outerShdw>
                </a:effectLst>
                <a:latin typeface="Graphik Bold" panose="020B0803030202060203" pitchFamily="34" charset="0"/>
              </a:rPr>
              <a:t>Let there be change</a:t>
            </a:r>
          </a:p>
        </p:txBody>
      </p:sp>
    </p:spTree>
    <p:extLst>
      <p:ext uri="{BB962C8B-B14F-4D97-AF65-F5344CB8AC3E}">
        <p14:creationId xmlns:p14="http://schemas.microsoft.com/office/powerpoint/2010/main" val="271286192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2_3.d Cover Image - Left-aligned, Logo, image">
    <p:bg>
      <p:bgPr>
        <a:solidFill>
          <a:schemeClr val="accent3"/>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4CAA30C-7AB7-1BF6-576B-D9697178B0BC}"/>
              </a:ext>
            </a:extLst>
          </p:cNvPr>
          <p:cNvGraphicFramePr>
            <a:graphicFrameLocks noChangeAspect="1"/>
          </p:cNvGraphicFramePr>
          <p:nvPr userDrawn="1">
            <p:custDataLst>
              <p:tags r:id="rId1"/>
            </p:custDataLst>
            <p:extLst>
              <p:ext uri="{D42A27DB-BD31-4B8C-83A1-F6EECF244321}">
                <p14:modId xmlns:p14="http://schemas.microsoft.com/office/powerpoint/2010/main" val="28613022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think-cell data - do not delete" hidden="1">
                        <a:extLst>
                          <a:ext uri="{FF2B5EF4-FFF2-40B4-BE49-F238E27FC236}">
                            <a16:creationId xmlns:a16="http://schemas.microsoft.com/office/drawing/2014/main" id="{14CAA30C-7AB7-1BF6-576B-D9697178B0B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1" name="Picture 20">
            <a:extLst>
              <a:ext uri="{FF2B5EF4-FFF2-40B4-BE49-F238E27FC236}">
                <a16:creationId xmlns:a16="http://schemas.microsoft.com/office/drawing/2014/main" id="{8CE91638-EEBB-4563-AD4E-630D76A6487B}"/>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25" y="892"/>
            <a:ext cx="12201525" cy="6856215"/>
          </a:xfrm>
          <a:prstGeom prst="rect">
            <a:avLst/>
          </a:prstGeom>
        </p:spPr>
      </p:pic>
      <p:sp>
        <p:nvSpPr>
          <p:cNvPr id="14" name="Rectangle 13">
            <a:extLst>
              <a:ext uri="{FF2B5EF4-FFF2-40B4-BE49-F238E27FC236}">
                <a16:creationId xmlns:a16="http://schemas.microsoft.com/office/drawing/2014/main" id="{A19527F9-733E-41FC-B222-D2614B1DFA63}"/>
              </a:ext>
            </a:extLst>
          </p:cNvPr>
          <p:cNvSpPr/>
          <p:nvPr userDrawn="1"/>
        </p:nvSpPr>
        <p:spPr>
          <a:xfrm>
            <a:off x="0" y="0"/>
            <a:ext cx="6411433" cy="6858000"/>
          </a:xfrm>
          <a:prstGeom prst="rect">
            <a:avLst/>
          </a:prstGeom>
          <a:gradFill flip="none" rotWithShape="1">
            <a:gsLst>
              <a:gs pos="0">
                <a:schemeClr val="bg1">
                  <a:alpha val="80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0" name="Title 1">
            <a:extLst>
              <a:ext uri="{FF2B5EF4-FFF2-40B4-BE49-F238E27FC236}">
                <a16:creationId xmlns:a16="http://schemas.microsoft.com/office/drawing/2014/main" id="{6B0C8CC8-908C-4E2C-B145-B54276DEE845}"/>
              </a:ext>
            </a:extLst>
          </p:cNvPr>
          <p:cNvSpPr>
            <a:spLocks noGrp="1"/>
          </p:cNvSpPr>
          <p:nvPr>
            <p:ph type="ctrTitle" hasCustomPrompt="1"/>
          </p:nvPr>
        </p:nvSpPr>
        <p:spPr>
          <a:xfrm>
            <a:off x="381001" y="1139544"/>
            <a:ext cx="5796515"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12" name="Date Placeholder 10">
            <a:extLst>
              <a:ext uri="{FF2B5EF4-FFF2-40B4-BE49-F238E27FC236}">
                <a16:creationId xmlns:a16="http://schemas.microsoft.com/office/drawing/2014/main" id="{65F36AA1-229F-47EC-AD88-C7658DA1067A}"/>
              </a:ext>
            </a:extLst>
          </p:cNvPr>
          <p:cNvSpPr>
            <a:spLocks noGrp="1"/>
          </p:cNvSpPr>
          <p:nvPr>
            <p:ph type="dt" sz="half" idx="2"/>
          </p:nvPr>
        </p:nvSpPr>
        <p:spPr>
          <a:xfrm>
            <a:off x="381001" y="4949211"/>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15" name="Text Placeholder 16">
            <a:extLst>
              <a:ext uri="{FF2B5EF4-FFF2-40B4-BE49-F238E27FC236}">
                <a16:creationId xmlns:a16="http://schemas.microsoft.com/office/drawing/2014/main" id="{03F4E76B-AD53-44E1-9714-DBFCB20E33E8}"/>
              </a:ext>
            </a:extLst>
          </p:cNvPr>
          <p:cNvSpPr>
            <a:spLocks noGrp="1"/>
          </p:cNvSpPr>
          <p:nvPr>
            <p:ph type="body" sz="quarter" idx="12" hasCustomPrompt="1"/>
          </p:nvPr>
        </p:nvSpPr>
        <p:spPr>
          <a:xfrm>
            <a:off x="381001" y="5194488"/>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17" name="Subtitle 2">
            <a:extLst>
              <a:ext uri="{FF2B5EF4-FFF2-40B4-BE49-F238E27FC236}">
                <a16:creationId xmlns:a16="http://schemas.microsoft.com/office/drawing/2014/main" id="{7381C2EC-39D3-40AA-AB1A-8E4E5974C283}"/>
              </a:ext>
            </a:extLst>
          </p:cNvPr>
          <p:cNvSpPr>
            <a:spLocks noGrp="1"/>
          </p:cNvSpPr>
          <p:nvPr>
            <p:ph type="subTitle" idx="1" hasCustomPrompt="1"/>
          </p:nvPr>
        </p:nvSpPr>
        <p:spPr>
          <a:xfrm>
            <a:off x="381001" y="3856366"/>
            <a:ext cx="4229099"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grpSp>
        <p:nvGrpSpPr>
          <p:cNvPr id="16" name="Group 15">
            <a:extLst>
              <a:ext uri="{FF2B5EF4-FFF2-40B4-BE49-F238E27FC236}">
                <a16:creationId xmlns:a16="http://schemas.microsoft.com/office/drawing/2014/main" id="{FD375D6E-189F-41AC-B146-3A4F1AAB1F93}"/>
              </a:ext>
            </a:extLst>
          </p:cNvPr>
          <p:cNvGrpSpPr/>
          <p:nvPr userDrawn="1"/>
        </p:nvGrpSpPr>
        <p:grpSpPr>
          <a:xfrm>
            <a:off x="381002" y="481263"/>
            <a:ext cx="2910258" cy="465221"/>
            <a:chOff x="381002" y="481263"/>
            <a:chExt cx="2910258" cy="465221"/>
          </a:xfrm>
        </p:grpSpPr>
        <p:pic>
          <p:nvPicPr>
            <p:cNvPr id="18" name="Graphic 5">
              <a:extLst>
                <a:ext uri="{FF2B5EF4-FFF2-40B4-BE49-F238E27FC236}">
                  <a16:creationId xmlns:a16="http://schemas.microsoft.com/office/drawing/2014/main" id="{7973187A-CFE3-45A0-8A5B-5F1D7AF3FDB1}"/>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19" name="Picture 18" descr="A picture containing text, clipart&#10;&#10;Description automatically generated">
              <a:extLst>
                <a:ext uri="{FF2B5EF4-FFF2-40B4-BE49-F238E27FC236}">
                  <a16:creationId xmlns:a16="http://schemas.microsoft.com/office/drawing/2014/main" id="{6FF39949-8D32-4271-B480-E05683381AE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078685" y="695131"/>
              <a:ext cx="1212575" cy="232914"/>
            </a:xfrm>
            <a:prstGeom prst="rect">
              <a:avLst/>
            </a:prstGeom>
          </p:spPr>
        </p:pic>
        <p:cxnSp>
          <p:nvCxnSpPr>
            <p:cNvPr id="20" name="Straight Connector 19">
              <a:extLst>
                <a:ext uri="{FF2B5EF4-FFF2-40B4-BE49-F238E27FC236}">
                  <a16:creationId xmlns:a16="http://schemas.microsoft.com/office/drawing/2014/main" id="{A368C6C8-87A8-45D7-B366-72B2AA0952CD}"/>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Text Placeholder 7">
            <a:extLst>
              <a:ext uri="{FF2B5EF4-FFF2-40B4-BE49-F238E27FC236}">
                <a16:creationId xmlns:a16="http://schemas.microsoft.com/office/drawing/2014/main" id="{27253011-EC24-4FAF-A71A-DE87784BE51E}"/>
              </a:ext>
            </a:extLst>
          </p:cNvPr>
          <p:cNvSpPr txBox="1">
            <a:spLocks/>
          </p:cNvSpPr>
          <p:nvPr userDrawn="1"/>
        </p:nvSpPr>
        <p:spPr>
          <a:xfrm>
            <a:off x="9282223" y="6315616"/>
            <a:ext cx="2454341" cy="276999"/>
          </a:xfrm>
          <a:prstGeom prst="rect">
            <a:avLst/>
          </a:prstGeom>
        </p:spPr>
        <p:txBody>
          <a:bodyPr vert="horz" wrap="square" lIns="0" tIns="0" rIns="0" bIns="0" rtlCol="0" anchor="t">
            <a:spAutoFit/>
          </a:bodyPr>
          <a:lstStyle>
            <a:lvl1pPr marL="0" indent="0" algn="r" defTabSz="609493" rtl="0" eaLnBrk="1" latinLnBrk="0" hangingPunct="1">
              <a:spcBef>
                <a:spcPct val="20000"/>
              </a:spcBef>
              <a:buFont typeface="Arial"/>
              <a:buNone/>
              <a:defRPr sz="1800" b="1" i="0" kern="1200">
                <a:solidFill>
                  <a:srgbClr val="FFFFFF"/>
                </a:solidFill>
                <a:effectLst>
                  <a:outerShdw blurRad="88900" sx="103000" sy="103000" algn="ctr" rotWithShape="0">
                    <a:prstClr val="black">
                      <a:alpha val="50000"/>
                    </a:prstClr>
                  </a:outerShdw>
                </a:effectLst>
                <a:latin typeface="Graphik Semibold" panose="020B0503030202060203" pitchFamily="34" charset="77"/>
                <a:ea typeface="+mn-ea"/>
                <a:cs typeface="+mn-cs"/>
              </a:defRPr>
            </a:lvl1pPr>
            <a:lvl2pPr marL="990427" indent="-380933"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2pPr>
            <a:lvl3pPr marL="1523733"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3pPr>
            <a:lvl4pPr marL="2133227"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4pPr>
            <a:lvl5pPr marL="2742720"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pPr rtl="0"/>
            <a:r>
              <a:rPr lang="en-US" dirty="0">
                <a:effectLst>
                  <a:outerShdw blurRad="127000" algn="ctr" rotWithShape="0">
                    <a:prstClr val="black">
                      <a:alpha val="70000"/>
                    </a:prstClr>
                  </a:outerShdw>
                </a:effectLst>
                <a:latin typeface="Graphik Bold" panose="020B0803030202060203" pitchFamily="34" charset="0"/>
              </a:rPr>
              <a:t>Let there be change</a:t>
            </a:r>
          </a:p>
        </p:txBody>
      </p:sp>
    </p:spTree>
    <p:extLst>
      <p:ext uri="{BB962C8B-B14F-4D97-AF65-F5344CB8AC3E}">
        <p14:creationId xmlns:p14="http://schemas.microsoft.com/office/powerpoint/2010/main" val="3455740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2_3.f Cover Image - Left-aligned, Logo, image">
    <p:bg>
      <p:bgPr>
        <a:solidFill>
          <a:schemeClr val="accent3"/>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825C1B0-47E6-ACE4-6A81-9695049324B0}"/>
              </a:ext>
            </a:extLst>
          </p:cNvPr>
          <p:cNvGraphicFramePr>
            <a:graphicFrameLocks noChangeAspect="1"/>
          </p:cNvGraphicFramePr>
          <p:nvPr userDrawn="1">
            <p:custDataLst>
              <p:tags r:id="rId1"/>
            </p:custDataLst>
            <p:extLst>
              <p:ext uri="{D42A27DB-BD31-4B8C-83A1-F6EECF244321}">
                <p14:modId xmlns:p14="http://schemas.microsoft.com/office/powerpoint/2010/main" val="25387087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think-cell data - do not delete" hidden="1">
                        <a:extLst>
                          <a:ext uri="{FF2B5EF4-FFF2-40B4-BE49-F238E27FC236}">
                            <a16:creationId xmlns:a16="http://schemas.microsoft.com/office/drawing/2014/main" id="{2825C1B0-47E6-ACE4-6A81-9695049324B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9" name="Picture 8">
            <a:extLst>
              <a:ext uri="{FF2B5EF4-FFF2-40B4-BE49-F238E27FC236}">
                <a16:creationId xmlns:a16="http://schemas.microsoft.com/office/drawing/2014/main" id="{B9CB459A-EB8D-4675-9C6B-F6E7DE8FD2F0}"/>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7877" y="0"/>
            <a:ext cx="12177445" cy="6849813"/>
          </a:xfrm>
          <a:prstGeom prst="rect">
            <a:avLst/>
          </a:prstGeom>
        </p:spPr>
      </p:pic>
      <p:sp>
        <p:nvSpPr>
          <p:cNvPr id="12" name="Rectangle 11">
            <a:extLst>
              <a:ext uri="{FF2B5EF4-FFF2-40B4-BE49-F238E27FC236}">
                <a16:creationId xmlns:a16="http://schemas.microsoft.com/office/drawing/2014/main" id="{4AE66FEC-E91D-4D63-BC1A-F3505B9FCEC2}"/>
              </a:ext>
            </a:extLst>
          </p:cNvPr>
          <p:cNvSpPr/>
          <p:nvPr userDrawn="1"/>
        </p:nvSpPr>
        <p:spPr>
          <a:xfrm>
            <a:off x="-1" y="-8187"/>
            <a:ext cx="6096001" cy="6858000"/>
          </a:xfrm>
          <a:prstGeom prst="rect">
            <a:avLst/>
          </a:prstGeom>
          <a:gradFill flip="none" rotWithShape="1">
            <a:gsLst>
              <a:gs pos="0">
                <a:schemeClr val="bg1">
                  <a:alpha val="80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Title 1">
            <a:extLst>
              <a:ext uri="{FF2B5EF4-FFF2-40B4-BE49-F238E27FC236}">
                <a16:creationId xmlns:a16="http://schemas.microsoft.com/office/drawing/2014/main" id="{DAFCBE6E-0EF7-49C4-BCB6-6BBFE4B221B0}"/>
              </a:ext>
            </a:extLst>
          </p:cNvPr>
          <p:cNvSpPr>
            <a:spLocks noGrp="1"/>
          </p:cNvSpPr>
          <p:nvPr>
            <p:ph type="ctrTitle" hasCustomPrompt="1"/>
          </p:nvPr>
        </p:nvSpPr>
        <p:spPr>
          <a:xfrm>
            <a:off x="381001" y="1139544"/>
            <a:ext cx="6030429"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16" name="Date Placeholder 10">
            <a:extLst>
              <a:ext uri="{FF2B5EF4-FFF2-40B4-BE49-F238E27FC236}">
                <a16:creationId xmlns:a16="http://schemas.microsoft.com/office/drawing/2014/main" id="{5AAD5176-E723-472D-B3C9-64D586FAF323}"/>
              </a:ext>
            </a:extLst>
          </p:cNvPr>
          <p:cNvSpPr>
            <a:spLocks noGrp="1"/>
          </p:cNvSpPr>
          <p:nvPr>
            <p:ph type="dt" sz="half" idx="2"/>
          </p:nvPr>
        </p:nvSpPr>
        <p:spPr>
          <a:xfrm>
            <a:off x="381001" y="4949211"/>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17" name="Text Placeholder 16">
            <a:extLst>
              <a:ext uri="{FF2B5EF4-FFF2-40B4-BE49-F238E27FC236}">
                <a16:creationId xmlns:a16="http://schemas.microsoft.com/office/drawing/2014/main" id="{5F72FFA1-6AB9-40F9-9E93-EB7D369D04CC}"/>
              </a:ext>
            </a:extLst>
          </p:cNvPr>
          <p:cNvSpPr>
            <a:spLocks noGrp="1"/>
          </p:cNvSpPr>
          <p:nvPr>
            <p:ph type="body" sz="quarter" idx="12" hasCustomPrompt="1"/>
          </p:nvPr>
        </p:nvSpPr>
        <p:spPr>
          <a:xfrm>
            <a:off x="381001" y="5194488"/>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19" name="Subtitle 2">
            <a:extLst>
              <a:ext uri="{FF2B5EF4-FFF2-40B4-BE49-F238E27FC236}">
                <a16:creationId xmlns:a16="http://schemas.microsoft.com/office/drawing/2014/main" id="{954CB195-0974-473C-A404-3969678A5C3C}"/>
              </a:ext>
            </a:extLst>
          </p:cNvPr>
          <p:cNvSpPr>
            <a:spLocks noGrp="1"/>
          </p:cNvSpPr>
          <p:nvPr>
            <p:ph type="subTitle" idx="1" hasCustomPrompt="1"/>
          </p:nvPr>
        </p:nvSpPr>
        <p:spPr>
          <a:xfrm>
            <a:off x="381001" y="3856366"/>
            <a:ext cx="4229099"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grpSp>
        <p:nvGrpSpPr>
          <p:cNvPr id="13" name="Group 12">
            <a:extLst>
              <a:ext uri="{FF2B5EF4-FFF2-40B4-BE49-F238E27FC236}">
                <a16:creationId xmlns:a16="http://schemas.microsoft.com/office/drawing/2014/main" id="{35F3442D-2A8E-4512-98F4-FA69D96F5A5F}"/>
              </a:ext>
            </a:extLst>
          </p:cNvPr>
          <p:cNvGrpSpPr/>
          <p:nvPr userDrawn="1"/>
        </p:nvGrpSpPr>
        <p:grpSpPr>
          <a:xfrm>
            <a:off x="381002" y="481263"/>
            <a:ext cx="2910258" cy="465221"/>
            <a:chOff x="381002" y="481263"/>
            <a:chExt cx="2910258" cy="465221"/>
          </a:xfrm>
        </p:grpSpPr>
        <p:pic>
          <p:nvPicPr>
            <p:cNvPr id="14" name="Graphic 5">
              <a:extLst>
                <a:ext uri="{FF2B5EF4-FFF2-40B4-BE49-F238E27FC236}">
                  <a16:creationId xmlns:a16="http://schemas.microsoft.com/office/drawing/2014/main" id="{9804908C-7C78-4614-A35E-1788A89401CD}"/>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18" name="Picture 17" descr="A picture containing text, clipart&#10;&#10;Description automatically generated">
              <a:extLst>
                <a:ext uri="{FF2B5EF4-FFF2-40B4-BE49-F238E27FC236}">
                  <a16:creationId xmlns:a16="http://schemas.microsoft.com/office/drawing/2014/main" id="{9036A783-217E-4B17-B7E0-A4733773AD0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078685" y="695131"/>
              <a:ext cx="1212575" cy="232914"/>
            </a:xfrm>
            <a:prstGeom prst="rect">
              <a:avLst/>
            </a:prstGeom>
          </p:spPr>
        </p:pic>
        <p:cxnSp>
          <p:nvCxnSpPr>
            <p:cNvPr id="20" name="Straight Connector 19">
              <a:extLst>
                <a:ext uri="{FF2B5EF4-FFF2-40B4-BE49-F238E27FC236}">
                  <a16:creationId xmlns:a16="http://schemas.microsoft.com/office/drawing/2014/main" id="{156C2E17-6477-4B27-8C05-3B228FAA1B5C}"/>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Text Placeholder 7">
            <a:extLst>
              <a:ext uri="{FF2B5EF4-FFF2-40B4-BE49-F238E27FC236}">
                <a16:creationId xmlns:a16="http://schemas.microsoft.com/office/drawing/2014/main" id="{832DA0DD-018E-4E9C-804D-45110EE601B3}"/>
              </a:ext>
            </a:extLst>
          </p:cNvPr>
          <p:cNvSpPr txBox="1">
            <a:spLocks/>
          </p:cNvSpPr>
          <p:nvPr userDrawn="1"/>
        </p:nvSpPr>
        <p:spPr>
          <a:xfrm>
            <a:off x="9282223" y="6315616"/>
            <a:ext cx="2454341" cy="276999"/>
          </a:xfrm>
          <a:prstGeom prst="rect">
            <a:avLst/>
          </a:prstGeom>
        </p:spPr>
        <p:txBody>
          <a:bodyPr vert="horz" wrap="square" lIns="0" tIns="0" rIns="0" bIns="0" rtlCol="0" anchor="t">
            <a:spAutoFit/>
          </a:bodyPr>
          <a:lstStyle>
            <a:lvl1pPr marL="0" indent="0" algn="r" defTabSz="609493" rtl="0" eaLnBrk="1" latinLnBrk="0" hangingPunct="1">
              <a:spcBef>
                <a:spcPct val="20000"/>
              </a:spcBef>
              <a:buFont typeface="Arial"/>
              <a:buNone/>
              <a:defRPr sz="1800" b="1" i="0" kern="1200">
                <a:solidFill>
                  <a:srgbClr val="FFFFFF"/>
                </a:solidFill>
                <a:effectLst>
                  <a:outerShdw blurRad="88900" sx="103000" sy="103000" algn="ctr" rotWithShape="0">
                    <a:prstClr val="black">
                      <a:alpha val="50000"/>
                    </a:prstClr>
                  </a:outerShdw>
                </a:effectLst>
                <a:latin typeface="Graphik Semibold" panose="020B0503030202060203" pitchFamily="34" charset="77"/>
                <a:ea typeface="+mn-ea"/>
                <a:cs typeface="+mn-cs"/>
              </a:defRPr>
            </a:lvl1pPr>
            <a:lvl2pPr marL="990427" indent="-380933"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2pPr>
            <a:lvl3pPr marL="1523733"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3pPr>
            <a:lvl4pPr marL="2133227"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4pPr>
            <a:lvl5pPr marL="2742720"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pPr rtl="0"/>
            <a:r>
              <a:rPr lang="en-US" dirty="0">
                <a:effectLst>
                  <a:outerShdw blurRad="127000" algn="ctr" rotWithShape="0">
                    <a:prstClr val="black">
                      <a:alpha val="70000"/>
                    </a:prstClr>
                  </a:outerShdw>
                </a:effectLst>
                <a:latin typeface="Graphik Bold" panose="020B0803030202060203" pitchFamily="34" charset="0"/>
              </a:rPr>
              <a:t>Let there be change</a:t>
            </a:r>
          </a:p>
        </p:txBody>
      </p:sp>
    </p:spTree>
    <p:extLst>
      <p:ext uri="{BB962C8B-B14F-4D97-AF65-F5344CB8AC3E}">
        <p14:creationId xmlns:p14="http://schemas.microsoft.com/office/powerpoint/2010/main" val="344057548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2_3.g Cover Image - Left-aligned, Logo, image">
    <p:bg>
      <p:bgPr>
        <a:solidFill>
          <a:schemeClr val="accent3"/>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F1C89C3-A3F1-2388-0441-E1ECB899E52B}"/>
              </a:ext>
            </a:extLst>
          </p:cNvPr>
          <p:cNvGraphicFramePr>
            <a:graphicFrameLocks noChangeAspect="1"/>
          </p:cNvGraphicFramePr>
          <p:nvPr userDrawn="1">
            <p:custDataLst>
              <p:tags r:id="rId1"/>
            </p:custDataLst>
            <p:extLst>
              <p:ext uri="{D42A27DB-BD31-4B8C-83A1-F6EECF244321}">
                <p14:modId xmlns:p14="http://schemas.microsoft.com/office/powerpoint/2010/main" val="3568862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think-cell data - do not delete" hidden="1">
                        <a:extLst>
                          <a:ext uri="{FF2B5EF4-FFF2-40B4-BE49-F238E27FC236}">
                            <a16:creationId xmlns:a16="http://schemas.microsoft.com/office/drawing/2014/main" id="{2F1C89C3-A3F1-2388-0441-E1ECB899E52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8" name="Picture 7">
            <a:extLst>
              <a:ext uri="{FF2B5EF4-FFF2-40B4-BE49-F238E27FC236}">
                <a16:creationId xmlns:a16="http://schemas.microsoft.com/office/drawing/2014/main" id="{D1C07E7B-6477-4B98-8E9D-D89151E7102F}"/>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0" y="-1"/>
            <a:ext cx="12192001" cy="6858000"/>
          </a:xfrm>
          <a:prstGeom prst="rect">
            <a:avLst/>
          </a:prstGeom>
        </p:spPr>
      </p:pic>
      <p:sp>
        <p:nvSpPr>
          <p:cNvPr id="14" name="Rectangle 13">
            <a:extLst>
              <a:ext uri="{FF2B5EF4-FFF2-40B4-BE49-F238E27FC236}">
                <a16:creationId xmlns:a16="http://schemas.microsoft.com/office/drawing/2014/main" id="{A19527F9-733E-41FC-B222-D2614B1DFA63}"/>
              </a:ext>
            </a:extLst>
          </p:cNvPr>
          <p:cNvSpPr/>
          <p:nvPr userDrawn="1"/>
        </p:nvSpPr>
        <p:spPr>
          <a:xfrm>
            <a:off x="0" y="0"/>
            <a:ext cx="6411433" cy="6858000"/>
          </a:xfrm>
          <a:prstGeom prst="rect">
            <a:avLst/>
          </a:prstGeom>
          <a:gradFill flip="none" rotWithShape="1">
            <a:gsLst>
              <a:gs pos="0">
                <a:schemeClr val="bg1">
                  <a:alpha val="80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0" name="Title 1">
            <a:extLst>
              <a:ext uri="{FF2B5EF4-FFF2-40B4-BE49-F238E27FC236}">
                <a16:creationId xmlns:a16="http://schemas.microsoft.com/office/drawing/2014/main" id="{6B0C8CC8-908C-4E2C-B145-B54276DEE845}"/>
              </a:ext>
            </a:extLst>
          </p:cNvPr>
          <p:cNvSpPr>
            <a:spLocks noGrp="1"/>
          </p:cNvSpPr>
          <p:nvPr>
            <p:ph type="ctrTitle" hasCustomPrompt="1"/>
          </p:nvPr>
        </p:nvSpPr>
        <p:spPr>
          <a:xfrm>
            <a:off x="381001" y="1139544"/>
            <a:ext cx="6030432"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12" name="Date Placeholder 10">
            <a:extLst>
              <a:ext uri="{FF2B5EF4-FFF2-40B4-BE49-F238E27FC236}">
                <a16:creationId xmlns:a16="http://schemas.microsoft.com/office/drawing/2014/main" id="{65F36AA1-229F-47EC-AD88-C7658DA1067A}"/>
              </a:ext>
            </a:extLst>
          </p:cNvPr>
          <p:cNvSpPr>
            <a:spLocks noGrp="1"/>
          </p:cNvSpPr>
          <p:nvPr>
            <p:ph type="dt" sz="half" idx="2"/>
          </p:nvPr>
        </p:nvSpPr>
        <p:spPr>
          <a:xfrm>
            <a:off x="381001" y="4949211"/>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15" name="Text Placeholder 16">
            <a:extLst>
              <a:ext uri="{FF2B5EF4-FFF2-40B4-BE49-F238E27FC236}">
                <a16:creationId xmlns:a16="http://schemas.microsoft.com/office/drawing/2014/main" id="{03F4E76B-AD53-44E1-9714-DBFCB20E33E8}"/>
              </a:ext>
            </a:extLst>
          </p:cNvPr>
          <p:cNvSpPr>
            <a:spLocks noGrp="1"/>
          </p:cNvSpPr>
          <p:nvPr>
            <p:ph type="body" sz="quarter" idx="12" hasCustomPrompt="1"/>
          </p:nvPr>
        </p:nvSpPr>
        <p:spPr>
          <a:xfrm>
            <a:off x="381001" y="5194488"/>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17" name="Subtitle 2">
            <a:extLst>
              <a:ext uri="{FF2B5EF4-FFF2-40B4-BE49-F238E27FC236}">
                <a16:creationId xmlns:a16="http://schemas.microsoft.com/office/drawing/2014/main" id="{7381C2EC-39D3-40AA-AB1A-8E4E5974C283}"/>
              </a:ext>
            </a:extLst>
          </p:cNvPr>
          <p:cNvSpPr>
            <a:spLocks noGrp="1"/>
          </p:cNvSpPr>
          <p:nvPr>
            <p:ph type="subTitle" idx="1" hasCustomPrompt="1"/>
          </p:nvPr>
        </p:nvSpPr>
        <p:spPr>
          <a:xfrm>
            <a:off x="381001" y="3856366"/>
            <a:ext cx="4229099"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grpSp>
        <p:nvGrpSpPr>
          <p:cNvPr id="11" name="Group 10">
            <a:extLst>
              <a:ext uri="{FF2B5EF4-FFF2-40B4-BE49-F238E27FC236}">
                <a16:creationId xmlns:a16="http://schemas.microsoft.com/office/drawing/2014/main" id="{6314D211-F721-4054-A2EA-0AE5F65CDE35}"/>
              </a:ext>
            </a:extLst>
          </p:cNvPr>
          <p:cNvGrpSpPr/>
          <p:nvPr userDrawn="1"/>
        </p:nvGrpSpPr>
        <p:grpSpPr>
          <a:xfrm>
            <a:off x="381002" y="481263"/>
            <a:ext cx="2910258" cy="465221"/>
            <a:chOff x="381002" y="481263"/>
            <a:chExt cx="2910258" cy="465221"/>
          </a:xfrm>
        </p:grpSpPr>
        <p:pic>
          <p:nvPicPr>
            <p:cNvPr id="13" name="Graphic 5">
              <a:extLst>
                <a:ext uri="{FF2B5EF4-FFF2-40B4-BE49-F238E27FC236}">
                  <a16:creationId xmlns:a16="http://schemas.microsoft.com/office/drawing/2014/main" id="{D5B9441C-D1FB-42EA-BAC5-328594A3202F}"/>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16" name="Picture 15" descr="A picture containing text, clipart&#10;&#10;Description automatically generated">
              <a:extLst>
                <a:ext uri="{FF2B5EF4-FFF2-40B4-BE49-F238E27FC236}">
                  <a16:creationId xmlns:a16="http://schemas.microsoft.com/office/drawing/2014/main" id="{E450CE99-337B-4D57-B6EC-D758E78011F6}"/>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078685" y="695131"/>
              <a:ext cx="1212575" cy="232914"/>
            </a:xfrm>
            <a:prstGeom prst="rect">
              <a:avLst/>
            </a:prstGeom>
          </p:spPr>
        </p:pic>
        <p:cxnSp>
          <p:nvCxnSpPr>
            <p:cNvPr id="18" name="Straight Connector 17">
              <a:extLst>
                <a:ext uri="{FF2B5EF4-FFF2-40B4-BE49-F238E27FC236}">
                  <a16:creationId xmlns:a16="http://schemas.microsoft.com/office/drawing/2014/main" id="{950E651C-9D57-4771-A01F-80DD0D626018}"/>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Text Placeholder 7">
            <a:extLst>
              <a:ext uri="{FF2B5EF4-FFF2-40B4-BE49-F238E27FC236}">
                <a16:creationId xmlns:a16="http://schemas.microsoft.com/office/drawing/2014/main" id="{B59881B4-5A59-4DB2-9BB3-913D59472A44}"/>
              </a:ext>
            </a:extLst>
          </p:cNvPr>
          <p:cNvSpPr txBox="1">
            <a:spLocks/>
          </p:cNvSpPr>
          <p:nvPr userDrawn="1"/>
        </p:nvSpPr>
        <p:spPr>
          <a:xfrm>
            <a:off x="9282223" y="6315616"/>
            <a:ext cx="2454341" cy="276999"/>
          </a:xfrm>
          <a:prstGeom prst="rect">
            <a:avLst/>
          </a:prstGeom>
        </p:spPr>
        <p:txBody>
          <a:bodyPr vert="horz" wrap="square" lIns="0" tIns="0" rIns="0" bIns="0" rtlCol="0" anchor="t">
            <a:spAutoFit/>
          </a:bodyPr>
          <a:lstStyle>
            <a:lvl1pPr marL="0" indent="0" algn="r" defTabSz="609493" rtl="0" eaLnBrk="1" latinLnBrk="0" hangingPunct="1">
              <a:spcBef>
                <a:spcPct val="20000"/>
              </a:spcBef>
              <a:buFont typeface="Arial"/>
              <a:buNone/>
              <a:defRPr sz="1800" b="1" i="0" kern="1200">
                <a:solidFill>
                  <a:srgbClr val="FFFFFF"/>
                </a:solidFill>
                <a:effectLst>
                  <a:outerShdw blurRad="88900" sx="103000" sy="103000" algn="ctr" rotWithShape="0">
                    <a:prstClr val="black">
                      <a:alpha val="50000"/>
                    </a:prstClr>
                  </a:outerShdw>
                </a:effectLst>
                <a:latin typeface="Graphik Semibold" panose="020B0503030202060203" pitchFamily="34" charset="77"/>
                <a:ea typeface="+mn-ea"/>
                <a:cs typeface="+mn-cs"/>
              </a:defRPr>
            </a:lvl1pPr>
            <a:lvl2pPr marL="990427" indent="-380933"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2pPr>
            <a:lvl3pPr marL="1523733"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3pPr>
            <a:lvl4pPr marL="2133227"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4pPr>
            <a:lvl5pPr marL="2742720"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pPr rtl="0"/>
            <a:r>
              <a:rPr lang="en-US" dirty="0">
                <a:effectLst>
                  <a:outerShdw blurRad="127000" algn="ctr" rotWithShape="0">
                    <a:prstClr val="black">
                      <a:alpha val="70000"/>
                    </a:prstClr>
                  </a:outerShdw>
                </a:effectLst>
                <a:latin typeface="Graphik Bold" panose="020B0803030202060203" pitchFamily="34" charset="0"/>
              </a:rPr>
              <a:t>Let there be change</a:t>
            </a:r>
          </a:p>
        </p:txBody>
      </p:sp>
    </p:spTree>
    <p:extLst>
      <p:ext uri="{BB962C8B-B14F-4D97-AF65-F5344CB8AC3E}">
        <p14:creationId xmlns:p14="http://schemas.microsoft.com/office/powerpoint/2010/main" val="27215672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2_4. Agenda">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B7882A9-CDC7-907A-7D50-607FAD42F1F6}"/>
              </a:ext>
            </a:extLst>
          </p:cNvPr>
          <p:cNvGraphicFramePr>
            <a:graphicFrameLocks noChangeAspect="1"/>
          </p:cNvGraphicFramePr>
          <p:nvPr userDrawn="1">
            <p:custDataLst>
              <p:tags r:id="rId1"/>
            </p:custDataLst>
            <p:extLst>
              <p:ext uri="{D42A27DB-BD31-4B8C-83A1-F6EECF244321}">
                <p14:modId xmlns:p14="http://schemas.microsoft.com/office/powerpoint/2010/main" val="37266372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FB7882A9-CDC7-907A-7D50-607FAD42F1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869570"/>
          </a:xfrm>
        </p:spPr>
        <p:txBody>
          <a:bodyPr/>
          <a:lstStyle>
            <a:lvl1pPr marL="0" indent="0" rtl="0">
              <a:lnSpc>
                <a:spcPct val="90000"/>
              </a:lnSpc>
              <a:buNone/>
              <a:defRPr sz="2400">
                <a:solidFill>
                  <a:schemeClr val="accent1"/>
                </a:solidFill>
                <a:latin typeface="GT Sectra Fine" panose="00000500000000000000" pitchFamily="50" charset="0"/>
              </a:defRPr>
            </a:lvl1pPr>
            <a:lvl2pPr marL="0" indent="0">
              <a:buNone/>
              <a:defRPr sz="1800"/>
            </a:lvl2pPr>
            <a:lvl3pPr marL="228600">
              <a:buFont typeface="Arial" panose="020B0604020202020204" pitchFamily="34" charset="0"/>
              <a:buChar char="•"/>
              <a:defRPr sz="1800"/>
            </a:lvl3pPr>
            <a:lvl4pPr marL="457200">
              <a:buFont typeface="System Font"/>
              <a:buChar char="–"/>
              <a:defRPr sz="1600"/>
            </a:lvl4pPr>
            <a:lvl5pPr marL="685800">
              <a:buFont typeface="Arial" panose="020B0604020202020204" pitchFamily="34" charset="0"/>
              <a:buChar char="•"/>
              <a:defRPr sz="1600"/>
            </a:lvl5pPr>
          </a:lstStyle>
          <a:p>
            <a:pPr lvl="0"/>
            <a:r>
              <a:rPr lang="en-US" dirty="0"/>
              <a:t>Place agenda summary here in GT Sectra Fine</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vert="horz"/>
          <a:lstStyle>
            <a:lvl1pPr rtl="0">
              <a:defRPr/>
            </a:lvl1pPr>
          </a:lstStyle>
          <a:p>
            <a:r>
              <a:rPr lang="en-US"/>
              <a:t>Agenda</a:t>
            </a:r>
            <a:endParaRPr lang="en-US" dirty="0"/>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2953039" cy="485340"/>
          </a:xfrm>
        </p:spPr>
        <p:txBody>
          <a:bodyPr anchor="ctr"/>
          <a:lstStyle>
            <a:lvl1pPr rtl="0">
              <a:spcAft>
                <a:spcPts val="0"/>
              </a:spcAft>
              <a:defRPr sz="1600"/>
            </a:lvl1pPr>
          </a:lstStyle>
          <a:p>
            <a:pPr lvl="0"/>
            <a:r>
              <a:rPr lang="en-US"/>
              <a:t>Agenda item</a:t>
            </a:r>
            <a:endParaRPr lang="en-US" dirty="0"/>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2953039" cy="485340"/>
          </a:xfrm>
        </p:spPr>
        <p:txBody>
          <a:bodyPr anchor="ctr"/>
          <a:lstStyle>
            <a:lvl1pPr rtl="0">
              <a:spcAft>
                <a:spcPts val="0"/>
              </a:spcAft>
              <a:defRPr sz="1600"/>
            </a:lvl1pPr>
          </a:lstStyle>
          <a:p>
            <a:pPr lvl="0"/>
            <a:r>
              <a:rPr lang="en-US"/>
              <a:t>Agenda item</a:t>
            </a:r>
            <a:endParaRPr lang="en-US" dirty="0"/>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2953039" cy="485340"/>
          </a:xfrm>
        </p:spPr>
        <p:txBody>
          <a:bodyPr anchor="ctr"/>
          <a:lstStyle>
            <a:lvl1pPr rtl="0">
              <a:spcAft>
                <a:spcPts val="0"/>
              </a:spcAft>
              <a:defRPr sz="1600"/>
            </a:lvl1pPr>
          </a:lstStyle>
          <a:p>
            <a:pPr lvl="0"/>
            <a:r>
              <a:rPr lang="en-US"/>
              <a:t>Agenda item</a:t>
            </a:r>
            <a:endParaRPr lang="en-US" dirty="0"/>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2953039" cy="485340"/>
          </a:xfrm>
        </p:spPr>
        <p:txBody>
          <a:bodyPr anchor="ctr"/>
          <a:lstStyle>
            <a:lvl1pPr rtl="0">
              <a:spcAft>
                <a:spcPts val="0"/>
              </a:spcAft>
              <a:defRPr sz="1600"/>
            </a:lvl1pPr>
          </a:lstStyle>
          <a:p>
            <a:pPr lvl="0"/>
            <a:r>
              <a:rPr lang="en-US"/>
              <a:t>Agenda item</a:t>
            </a:r>
            <a:endParaRPr lang="en-US" dirty="0"/>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2953039" cy="485340"/>
          </a:xfrm>
        </p:spPr>
        <p:txBody>
          <a:bodyPr anchor="ctr"/>
          <a:lstStyle>
            <a:lvl1pPr rtl="0">
              <a:spcAft>
                <a:spcPts val="0"/>
              </a:spcAft>
              <a:defRPr sz="1600"/>
            </a:lvl1pPr>
          </a:lstStyle>
          <a:p>
            <a:pPr lvl="0"/>
            <a:r>
              <a:rPr lang="en-US"/>
              <a:t>Agenda item</a:t>
            </a:r>
            <a:endParaRPr lang="en-US" dirty="0"/>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2953039" cy="485340"/>
          </a:xfrm>
        </p:spPr>
        <p:txBody>
          <a:bodyPr anchor="ctr"/>
          <a:lstStyle>
            <a:lvl1pPr rtl="0">
              <a:spcAft>
                <a:spcPts val="0"/>
              </a:spcAft>
              <a:defRPr sz="1600"/>
            </a:lvl1pPr>
          </a:lstStyle>
          <a:p>
            <a:pPr lvl="0"/>
            <a:r>
              <a:rPr lang="en-US"/>
              <a:t>Agenda item</a:t>
            </a:r>
            <a:endParaRPr lang="en-US" dirty="0"/>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2953039" cy="485340"/>
          </a:xfrm>
        </p:spPr>
        <p:txBody>
          <a:bodyPr anchor="ctr"/>
          <a:lstStyle>
            <a:lvl1pPr rtl="0">
              <a:spcAft>
                <a:spcPts val="0"/>
              </a:spcAft>
              <a:defRPr sz="1600"/>
            </a:lvl1pPr>
          </a:lstStyle>
          <a:p>
            <a:pPr lvl="0"/>
            <a:r>
              <a:rPr lang="en-US"/>
              <a:t>Agenda item</a:t>
            </a:r>
            <a:endParaRPr lang="en-US" dirty="0"/>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2953039" cy="485340"/>
          </a:xfrm>
        </p:spPr>
        <p:txBody>
          <a:bodyPr anchor="ctr"/>
          <a:lstStyle>
            <a:lvl1pPr rtl="0">
              <a:spcAft>
                <a:spcPts val="0"/>
              </a:spcAft>
              <a:defRPr sz="1600"/>
            </a:lvl1pPr>
          </a:lstStyle>
          <a:p>
            <a:pPr lvl="0"/>
            <a:r>
              <a:rPr lang="en-US"/>
              <a:t>Agenda item</a:t>
            </a:r>
            <a:endParaRPr lang="en-US" dirty="0"/>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cxnSp>
        <p:nvCxnSpPr>
          <p:cNvPr id="4" name="Straight Connector 3">
            <a:extLst>
              <a:ext uri="{FF2B5EF4-FFF2-40B4-BE49-F238E27FC236}">
                <a16:creationId xmlns:a16="http://schemas.microsoft.com/office/drawing/2014/main" id="{D72EABDE-2DC7-B441-8D65-EC926DD10B85}"/>
              </a:ext>
            </a:extLst>
          </p:cNvPr>
          <p:cNvCxnSpPr/>
          <p:nvPr userDrawn="1"/>
        </p:nvCxnSpPr>
        <p:spPr>
          <a:xfrm>
            <a:off x="4045241" y="1371600"/>
            <a:ext cx="0" cy="4719487"/>
          </a:xfrm>
          <a:prstGeom prst="line">
            <a:avLst/>
          </a:prstGeom>
          <a:ln w="12700">
            <a:solidFill>
              <a:srgbClr val="A300FF"/>
            </a:solidFill>
          </a:ln>
        </p:spPr>
        <p:style>
          <a:lnRef idx="1">
            <a:schemeClr val="accent1"/>
          </a:lnRef>
          <a:fillRef idx="0">
            <a:schemeClr val="accent1"/>
          </a:fillRef>
          <a:effectRef idx="0">
            <a:schemeClr val="accent1"/>
          </a:effectRef>
          <a:fontRef idx="minor">
            <a:schemeClr val="tx1"/>
          </a:fontRef>
        </p:style>
      </p:cxn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9" cy="485340"/>
          </a:xfrm>
        </p:spPr>
        <p:txBody>
          <a:bodyPr anchor="ctr"/>
          <a:lstStyle>
            <a:lvl1pPr rtl="0">
              <a:spcAft>
                <a:spcPts val="0"/>
              </a:spcAft>
              <a:defRPr sz="1600"/>
            </a:lvl1pPr>
          </a:lstStyle>
          <a:p>
            <a:pPr lvl="0"/>
            <a:r>
              <a:rPr lang="en-US"/>
              <a:t>Agenda item</a:t>
            </a:r>
            <a:endParaRPr lang="en-US" dirty="0"/>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8"/>
            <a:ext cx="2953039" cy="485340"/>
          </a:xfrm>
        </p:spPr>
        <p:txBody>
          <a:bodyPr anchor="ctr"/>
          <a:lstStyle>
            <a:lvl1pPr rtl="0">
              <a:spcAft>
                <a:spcPts val="0"/>
              </a:spcAft>
              <a:defRPr sz="1600"/>
            </a:lvl1pPr>
          </a:lstStyle>
          <a:p>
            <a:pPr lvl="0"/>
            <a:r>
              <a:rPr lang="en-US"/>
              <a:t>Agenda item</a:t>
            </a:r>
            <a:endParaRPr lang="en-US" dirty="0"/>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9" cy="485340"/>
          </a:xfrm>
        </p:spPr>
        <p:txBody>
          <a:bodyPr anchor="ctr"/>
          <a:lstStyle>
            <a:lvl1pPr rtl="0">
              <a:spcAft>
                <a:spcPts val="0"/>
              </a:spcAft>
              <a:defRPr sz="1600"/>
            </a:lvl1pPr>
          </a:lstStyle>
          <a:p>
            <a:pPr lvl="0"/>
            <a:r>
              <a:rPr lang="en-US"/>
              <a:t>Agenda item</a:t>
            </a:r>
            <a:endParaRPr lang="en-US" dirty="0"/>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9" cy="485340"/>
          </a:xfrm>
        </p:spPr>
        <p:txBody>
          <a:bodyPr anchor="ctr"/>
          <a:lstStyle>
            <a:lvl1pPr rtl="0">
              <a:spcAft>
                <a:spcPts val="0"/>
              </a:spcAft>
              <a:defRPr sz="1600"/>
            </a:lvl1pPr>
          </a:lstStyle>
          <a:p>
            <a:pPr lvl="0"/>
            <a:r>
              <a:rPr lang="en-US"/>
              <a:t>Agenda item</a:t>
            </a:r>
            <a:endParaRPr lang="en-US" dirty="0"/>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2"/>
            <a:ext cx="2953039" cy="485340"/>
          </a:xfrm>
        </p:spPr>
        <p:txBody>
          <a:bodyPr anchor="ctr"/>
          <a:lstStyle>
            <a:lvl1pPr rtl="0">
              <a:spcAft>
                <a:spcPts val="0"/>
              </a:spcAft>
              <a:defRPr sz="1600"/>
            </a:lvl1pPr>
          </a:lstStyle>
          <a:p>
            <a:pPr lvl="0"/>
            <a:r>
              <a:rPr lang="en-US"/>
              <a:t>Agenda item</a:t>
            </a:r>
            <a:endParaRPr lang="en-US" dirty="0"/>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9" cy="485340"/>
          </a:xfrm>
        </p:spPr>
        <p:txBody>
          <a:bodyPr anchor="ctr"/>
          <a:lstStyle>
            <a:lvl1pPr rtl="0">
              <a:spcAft>
                <a:spcPts val="0"/>
              </a:spcAft>
              <a:defRPr sz="1600"/>
            </a:lvl1pPr>
          </a:lstStyle>
          <a:p>
            <a:pPr lvl="0"/>
            <a:r>
              <a:rPr lang="en-US"/>
              <a:t>Agenda item</a:t>
            </a:r>
            <a:endParaRPr lang="en-US" dirty="0"/>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9" cy="485340"/>
          </a:xfrm>
        </p:spPr>
        <p:txBody>
          <a:bodyPr anchor="ctr"/>
          <a:lstStyle>
            <a:lvl1pPr rtl="0">
              <a:spcAft>
                <a:spcPts val="0"/>
              </a:spcAft>
              <a:defRPr sz="1600"/>
            </a:lvl1pPr>
          </a:lstStyle>
          <a:p>
            <a:pPr lvl="0"/>
            <a:r>
              <a:rPr lang="en-US"/>
              <a:t>Agenda item</a:t>
            </a:r>
            <a:endParaRPr lang="en-US" dirty="0"/>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9" cy="485340"/>
          </a:xfrm>
        </p:spPr>
        <p:txBody>
          <a:bodyPr anchor="ctr"/>
          <a:lstStyle>
            <a:lvl1pPr rtl="0">
              <a:spcAft>
                <a:spcPts val="0"/>
              </a:spcAft>
              <a:defRPr sz="1600"/>
            </a:lvl1pPr>
          </a:lstStyle>
          <a:p>
            <a:pPr lvl="0"/>
            <a:r>
              <a:rPr lang="en-US"/>
              <a:t>Agenda item</a:t>
            </a:r>
            <a:endParaRPr lang="en-US" dirty="0"/>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0"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0"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0"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0"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0"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0"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0"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0"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3" name="TextBox 2">
            <a:extLst>
              <a:ext uri="{FF2B5EF4-FFF2-40B4-BE49-F238E27FC236}">
                <a16:creationId xmlns:a16="http://schemas.microsoft.com/office/drawing/2014/main" id="{FDFC4F5B-DE83-214A-95EA-68339F579CF1}"/>
              </a:ext>
            </a:extLst>
          </p:cNvPr>
          <p:cNvSpPr txBox="1"/>
          <p:nvPr userDrawn="1"/>
        </p:nvSpPr>
        <p:spPr>
          <a:xfrm>
            <a:off x="9290304" y="6601968"/>
            <a:ext cx="0" cy="0"/>
          </a:xfrm>
          <a:prstGeom prst="rect">
            <a:avLst/>
          </a:prstGeom>
          <a:noFill/>
        </p:spPr>
        <p:txBody>
          <a:bodyPr wrap="none" lIns="0" tIns="0" rIns="0" bIns="0" rtlCol="0">
            <a:noAutofit/>
          </a:bodyPr>
          <a:lstStyle/>
          <a:p>
            <a:pPr algn="l" defTabSz="228600" rtl="0">
              <a:spcAft>
                <a:spcPts val="1200"/>
              </a:spcAft>
            </a:pPr>
            <a:endParaRPr lang="en-US" noProof="0" dirty="0"/>
          </a:p>
        </p:txBody>
      </p:sp>
    </p:spTree>
    <p:extLst>
      <p:ext uri="{BB962C8B-B14F-4D97-AF65-F5344CB8AC3E}">
        <p14:creationId xmlns:p14="http://schemas.microsoft.com/office/powerpoint/2010/main" val="3068608058"/>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3_4. Agenda">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B7882A9-CDC7-907A-7D50-607FAD42F1F6}"/>
              </a:ext>
            </a:extLst>
          </p:cNvPr>
          <p:cNvGraphicFramePr>
            <a:graphicFrameLocks noChangeAspect="1"/>
          </p:cNvGraphicFramePr>
          <p:nvPr userDrawn="1">
            <p:custDataLst>
              <p:tags r:id="rId1"/>
            </p:custDataLst>
            <p:extLst>
              <p:ext uri="{D42A27DB-BD31-4B8C-83A1-F6EECF244321}">
                <p14:modId xmlns:p14="http://schemas.microsoft.com/office/powerpoint/2010/main" val="37266372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FB7882A9-CDC7-907A-7D50-607FAD42F1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869570"/>
          </a:xfrm>
        </p:spPr>
        <p:txBody>
          <a:bodyPr/>
          <a:lstStyle>
            <a:lvl1pPr marL="0" indent="0" rtl="0">
              <a:lnSpc>
                <a:spcPct val="90000"/>
              </a:lnSpc>
              <a:buNone/>
              <a:defRPr sz="2400">
                <a:solidFill>
                  <a:schemeClr val="accent1"/>
                </a:solidFill>
                <a:latin typeface="GT Sectra Fine" panose="00000500000000000000" pitchFamily="50" charset="0"/>
              </a:defRPr>
            </a:lvl1pPr>
            <a:lvl2pPr marL="0" indent="0">
              <a:buNone/>
              <a:defRPr sz="1800"/>
            </a:lvl2pPr>
            <a:lvl3pPr marL="228600">
              <a:buFont typeface="Arial" panose="020B0604020202020204" pitchFamily="34" charset="0"/>
              <a:buChar char="•"/>
              <a:defRPr sz="1800"/>
            </a:lvl3pPr>
            <a:lvl4pPr marL="457200">
              <a:buFont typeface="System Font"/>
              <a:buChar char="–"/>
              <a:defRPr sz="1600"/>
            </a:lvl4pPr>
            <a:lvl5pPr marL="685800">
              <a:buFont typeface="Arial" panose="020B0604020202020204" pitchFamily="34" charset="0"/>
              <a:buChar char="•"/>
              <a:defRPr sz="1600"/>
            </a:lvl5pPr>
          </a:lstStyle>
          <a:p>
            <a:pPr lvl="0"/>
            <a:r>
              <a:rPr lang="en-US" dirty="0"/>
              <a:t>Place agenda summary here in GT Sectra Fine</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vert="horz"/>
          <a:lstStyle>
            <a:lvl1pPr rtl="0">
              <a:defRPr/>
            </a:lvl1pPr>
          </a:lstStyle>
          <a:p>
            <a:r>
              <a:rPr lang="en-US"/>
              <a:t>Agenda</a:t>
            </a:r>
            <a:endParaRPr lang="en-US" dirty="0"/>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2953039" cy="485340"/>
          </a:xfrm>
        </p:spPr>
        <p:txBody>
          <a:bodyPr anchor="ctr"/>
          <a:lstStyle>
            <a:lvl1pPr rtl="0">
              <a:spcAft>
                <a:spcPts val="0"/>
              </a:spcAft>
              <a:defRPr sz="1600"/>
            </a:lvl1pPr>
          </a:lstStyle>
          <a:p>
            <a:pPr lvl="0"/>
            <a:r>
              <a:rPr lang="en-US"/>
              <a:t>Agenda item</a:t>
            </a:r>
            <a:endParaRPr lang="en-US" dirty="0"/>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2953039" cy="485340"/>
          </a:xfrm>
        </p:spPr>
        <p:txBody>
          <a:bodyPr anchor="ctr"/>
          <a:lstStyle>
            <a:lvl1pPr rtl="0">
              <a:spcAft>
                <a:spcPts val="0"/>
              </a:spcAft>
              <a:defRPr sz="1600"/>
            </a:lvl1pPr>
          </a:lstStyle>
          <a:p>
            <a:pPr lvl="0"/>
            <a:r>
              <a:rPr lang="en-US"/>
              <a:t>Agenda item</a:t>
            </a:r>
            <a:endParaRPr lang="en-US" dirty="0"/>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2953039" cy="485340"/>
          </a:xfrm>
        </p:spPr>
        <p:txBody>
          <a:bodyPr anchor="ctr"/>
          <a:lstStyle>
            <a:lvl1pPr rtl="0">
              <a:spcAft>
                <a:spcPts val="0"/>
              </a:spcAft>
              <a:defRPr sz="1600"/>
            </a:lvl1pPr>
          </a:lstStyle>
          <a:p>
            <a:pPr lvl="0"/>
            <a:r>
              <a:rPr lang="en-US"/>
              <a:t>Agenda item</a:t>
            </a:r>
            <a:endParaRPr lang="en-US" dirty="0"/>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2953039" cy="485340"/>
          </a:xfrm>
        </p:spPr>
        <p:txBody>
          <a:bodyPr anchor="ctr"/>
          <a:lstStyle>
            <a:lvl1pPr rtl="0">
              <a:spcAft>
                <a:spcPts val="0"/>
              </a:spcAft>
              <a:defRPr sz="1600"/>
            </a:lvl1pPr>
          </a:lstStyle>
          <a:p>
            <a:pPr lvl="0"/>
            <a:r>
              <a:rPr lang="en-US"/>
              <a:t>Agenda item</a:t>
            </a:r>
            <a:endParaRPr lang="en-US" dirty="0"/>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2953039" cy="485340"/>
          </a:xfrm>
        </p:spPr>
        <p:txBody>
          <a:bodyPr anchor="ctr"/>
          <a:lstStyle>
            <a:lvl1pPr rtl="0">
              <a:spcAft>
                <a:spcPts val="0"/>
              </a:spcAft>
              <a:defRPr sz="1600"/>
            </a:lvl1pPr>
          </a:lstStyle>
          <a:p>
            <a:pPr lvl="0"/>
            <a:r>
              <a:rPr lang="en-US"/>
              <a:t>Agenda item</a:t>
            </a:r>
            <a:endParaRPr lang="en-US" dirty="0"/>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2953039" cy="485340"/>
          </a:xfrm>
        </p:spPr>
        <p:txBody>
          <a:bodyPr anchor="ctr"/>
          <a:lstStyle>
            <a:lvl1pPr rtl="0">
              <a:spcAft>
                <a:spcPts val="0"/>
              </a:spcAft>
              <a:defRPr sz="1600"/>
            </a:lvl1pPr>
          </a:lstStyle>
          <a:p>
            <a:pPr lvl="0"/>
            <a:r>
              <a:rPr lang="en-US"/>
              <a:t>Agenda item</a:t>
            </a:r>
            <a:endParaRPr lang="en-US" dirty="0"/>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2953039" cy="485340"/>
          </a:xfrm>
        </p:spPr>
        <p:txBody>
          <a:bodyPr anchor="ctr"/>
          <a:lstStyle>
            <a:lvl1pPr rtl="0">
              <a:spcAft>
                <a:spcPts val="0"/>
              </a:spcAft>
              <a:defRPr sz="1600"/>
            </a:lvl1pPr>
          </a:lstStyle>
          <a:p>
            <a:pPr lvl="0"/>
            <a:r>
              <a:rPr lang="en-US"/>
              <a:t>Agenda item</a:t>
            </a:r>
            <a:endParaRPr lang="en-US" dirty="0"/>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2953039" cy="485340"/>
          </a:xfrm>
        </p:spPr>
        <p:txBody>
          <a:bodyPr anchor="ctr"/>
          <a:lstStyle>
            <a:lvl1pPr rtl="0">
              <a:spcAft>
                <a:spcPts val="0"/>
              </a:spcAft>
              <a:defRPr sz="1600"/>
            </a:lvl1pPr>
          </a:lstStyle>
          <a:p>
            <a:pPr lvl="0"/>
            <a:r>
              <a:rPr lang="en-US"/>
              <a:t>Agenda item</a:t>
            </a:r>
            <a:endParaRPr lang="en-US" dirty="0"/>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cxnSp>
        <p:nvCxnSpPr>
          <p:cNvPr id="4" name="Straight Connector 3">
            <a:extLst>
              <a:ext uri="{FF2B5EF4-FFF2-40B4-BE49-F238E27FC236}">
                <a16:creationId xmlns:a16="http://schemas.microsoft.com/office/drawing/2014/main" id="{D72EABDE-2DC7-B441-8D65-EC926DD10B85}"/>
              </a:ext>
            </a:extLst>
          </p:cNvPr>
          <p:cNvCxnSpPr/>
          <p:nvPr userDrawn="1"/>
        </p:nvCxnSpPr>
        <p:spPr>
          <a:xfrm>
            <a:off x="4045241" y="1371600"/>
            <a:ext cx="0" cy="4719487"/>
          </a:xfrm>
          <a:prstGeom prst="line">
            <a:avLst/>
          </a:prstGeom>
          <a:ln w="12700">
            <a:solidFill>
              <a:srgbClr val="A300FF"/>
            </a:solidFill>
          </a:ln>
        </p:spPr>
        <p:style>
          <a:lnRef idx="1">
            <a:schemeClr val="accent1"/>
          </a:lnRef>
          <a:fillRef idx="0">
            <a:schemeClr val="accent1"/>
          </a:fillRef>
          <a:effectRef idx="0">
            <a:schemeClr val="accent1"/>
          </a:effectRef>
          <a:fontRef idx="minor">
            <a:schemeClr val="tx1"/>
          </a:fontRef>
        </p:style>
      </p:cxn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9" cy="485340"/>
          </a:xfrm>
        </p:spPr>
        <p:txBody>
          <a:bodyPr anchor="ctr"/>
          <a:lstStyle>
            <a:lvl1pPr rtl="0">
              <a:spcAft>
                <a:spcPts val="0"/>
              </a:spcAft>
              <a:defRPr sz="1600"/>
            </a:lvl1pPr>
          </a:lstStyle>
          <a:p>
            <a:pPr lvl="0"/>
            <a:r>
              <a:rPr lang="en-US"/>
              <a:t>Agenda item</a:t>
            </a:r>
            <a:endParaRPr lang="en-US" dirty="0"/>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8"/>
            <a:ext cx="2953039" cy="485340"/>
          </a:xfrm>
        </p:spPr>
        <p:txBody>
          <a:bodyPr anchor="ctr"/>
          <a:lstStyle>
            <a:lvl1pPr rtl="0">
              <a:spcAft>
                <a:spcPts val="0"/>
              </a:spcAft>
              <a:defRPr sz="1600"/>
            </a:lvl1pPr>
          </a:lstStyle>
          <a:p>
            <a:pPr lvl="0"/>
            <a:r>
              <a:rPr lang="en-US"/>
              <a:t>Agenda item</a:t>
            </a:r>
            <a:endParaRPr lang="en-US" dirty="0"/>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9" cy="485340"/>
          </a:xfrm>
        </p:spPr>
        <p:txBody>
          <a:bodyPr anchor="ctr"/>
          <a:lstStyle>
            <a:lvl1pPr rtl="0">
              <a:spcAft>
                <a:spcPts val="0"/>
              </a:spcAft>
              <a:defRPr sz="1600"/>
            </a:lvl1pPr>
          </a:lstStyle>
          <a:p>
            <a:pPr lvl="0"/>
            <a:r>
              <a:rPr lang="en-US"/>
              <a:t>Agenda item</a:t>
            </a:r>
            <a:endParaRPr lang="en-US" dirty="0"/>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9" cy="485340"/>
          </a:xfrm>
        </p:spPr>
        <p:txBody>
          <a:bodyPr anchor="ctr"/>
          <a:lstStyle>
            <a:lvl1pPr rtl="0">
              <a:spcAft>
                <a:spcPts val="0"/>
              </a:spcAft>
              <a:defRPr sz="1600"/>
            </a:lvl1pPr>
          </a:lstStyle>
          <a:p>
            <a:pPr lvl="0"/>
            <a:r>
              <a:rPr lang="en-US"/>
              <a:t>Agenda item</a:t>
            </a:r>
            <a:endParaRPr lang="en-US" dirty="0"/>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2"/>
            <a:ext cx="2953039" cy="485340"/>
          </a:xfrm>
        </p:spPr>
        <p:txBody>
          <a:bodyPr anchor="ctr"/>
          <a:lstStyle>
            <a:lvl1pPr rtl="0">
              <a:spcAft>
                <a:spcPts val="0"/>
              </a:spcAft>
              <a:defRPr sz="1600"/>
            </a:lvl1pPr>
          </a:lstStyle>
          <a:p>
            <a:pPr lvl="0"/>
            <a:r>
              <a:rPr lang="en-US"/>
              <a:t>Agenda item</a:t>
            </a:r>
            <a:endParaRPr lang="en-US" dirty="0"/>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9" cy="485340"/>
          </a:xfrm>
        </p:spPr>
        <p:txBody>
          <a:bodyPr anchor="ctr"/>
          <a:lstStyle>
            <a:lvl1pPr rtl="0">
              <a:spcAft>
                <a:spcPts val="0"/>
              </a:spcAft>
              <a:defRPr sz="1600"/>
            </a:lvl1pPr>
          </a:lstStyle>
          <a:p>
            <a:pPr lvl="0"/>
            <a:r>
              <a:rPr lang="en-US"/>
              <a:t>Agenda item</a:t>
            </a:r>
            <a:endParaRPr lang="en-US" dirty="0"/>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9" cy="485340"/>
          </a:xfrm>
        </p:spPr>
        <p:txBody>
          <a:bodyPr anchor="ctr"/>
          <a:lstStyle>
            <a:lvl1pPr rtl="0">
              <a:spcAft>
                <a:spcPts val="0"/>
              </a:spcAft>
              <a:defRPr sz="1600"/>
            </a:lvl1pPr>
          </a:lstStyle>
          <a:p>
            <a:pPr lvl="0"/>
            <a:r>
              <a:rPr lang="en-US"/>
              <a:t>Agenda item</a:t>
            </a:r>
            <a:endParaRPr lang="en-US" dirty="0"/>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9" cy="485340"/>
          </a:xfrm>
        </p:spPr>
        <p:txBody>
          <a:bodyPr anchor="ctr"/>
          <a:lstStyle>
            <a:lvl1pPr rtl="0">
              <a:spcAft>
                <a:spcPts val="0"/>
              </a:spcAft>
              <a:defRPr sz="1600"/>
            </a:lvl1pPr>
          </a:lstStyle>
          <a:p>
            <a:pPr lvl="0"/>
            <a:r>
              <a:rPr lang="en-US"/>
              <a:t>Agenda item</a:t>
            </a:r>
            <a:endParaRPr lang="en-US" dirty="0"/>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0"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0"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0"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0"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0"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0"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0"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0"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endParaRPr lang="en-US" dirty="0"/>
          </a:p>
        </p:txBody>
      </p:sp>
      <p:sp>
        <p:nvSpPr>
          <p:cNvPr id="3" name="TextBox 2">
            <a:extLst>
              <a:ext uri="{FF2B5EF4-FFF2-40B4-BE49-F238E27FC236}">
                <a16:creationId xmlns:a16="http://schemas.microsoft.com/office/drawing/2014/main" id="{FDFC4F5B-DE83-214A-95EA-68339F579CF1}"/>
              </a:ext>
            </a:extLst>
          </p:cNvPr>
          <p:cNvSpPr txBox="1"/>
          <p:nvPr userDrawn="1"/>
        </p:nvSpPr>
        <p:spPr>
          <a:xfrm>
            <a:off x="9290304" y="6601968"/>
            <a:ext cx="0" cy="0"/>
          </a:xfrm>
          <a:prstGeom prst="rect">
            <a:avLst/>
          </a:prstGeom>
          <a:noFill/>
        </p:spPr>
        <p:txBody>
          <a:bodyPr wrap="none" lIns="0" tIns="0" rIns="0" bIns="0" rtlCol="0">
            <a:noAutofit/>
          </a:bodyPr>
          <a:lstStyle/>
          <a:p>
            <a:pPr algn="l" defTabSz="228600" rtl="0">
              <a:spcAft>
                <a:spcPts val="1200"/>
              </a:spcAft>
            </a:pPr>
            <a:endParaRPr lang="en-US" noProof="0" dirty="0"/>
          </a:p>
        </p:txBody>
      </p:sp>
    </p:spTree>
    <p:extLst>
      <p:ext uri="{BB962C8B-B14F-4D97-AF65-F5344CB8AC3E}">
        <p14:creationId xmlns:p14="http://schemas.microsoft.com/office/powerpoint/2010/main" val="1243713145"/>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2_5.a Section Divider with Image - Gradient Dark">
    <p:bg>
      <p:bgPr>
        <a:solidFill>
          <a:schemeClr val="accent3"/>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7C5CF71-90C5-8FDF-A31F-960708618836}"/>
              </a:ext>
            </a:extLst>
          </p:cNvPr>
          <p:cNvGraphicFramePr>
            <a:graphicFrameLocks noChangeAspect="1"/>
          </p:cNvGraphicFramePr>
          <p:nvPr userDrawn="1">
            <p:custDataLst>
              <p:tags r:id="rId1"/>
            </p:custDataLst>
            <p:extLst>
              <p:ext uri="{D42A27DB-BD31-4B8C-83A1-F6EECF244321}">
                <p14:modId xmlns:p14="http://schemas.microsoft.com/office/powerpoint/2010/main" val="42479072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67C5CF71-90C5-8FDF-A31F-96070861883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8" name="Picture 7">
            <a:extLst>
              <a:ext uri="{FF2B5EF4-FFF2-40B4-BE49-F238E27FC236}">
                <a16:creationId xmlns:a16="http://schemas.microsoft.com/office/drawing/2014/main" id="{6455D6A4-50FC-844D-853D-DBE28E121A09}"/>
              </a:ext>
            </a:extLst>
          </p:cNvPr>
          <p:cNvPicPr>
            <a:picLocks noChangeAspect="1"/>
          </p:cNvPicPr>
          <p:nvPr userDrawn="1"/>
        </p:nvPicPr>
        <p:blipFill rotWithShape="1">
          <a:blip r:embed="rId5"/>
          <a:srcRect l="43477" t="2429" b="25355"/>
          <a:stretch/>
        </p:blipFill>
        <p:spPr>
          <a:xfrm rot="16200000">
            <a:off x="2664226" y="-2664226"/>
            <a:ext cx="6863549" cy="12192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rtl="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US"/>
              <a:t>Place subtitle here in GT Sectra Fine 24pt</a:t>
            </a:r>
            <a:endParaRPr lang="en-US" dirty="0"/>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rtl="0">
              <a:buNone/>
              <a:defRPr sz="1400" b="0">
                <a:solidFill>
                  <a:schemeClr val="tx1"/>
                </a:solidFill>
              </a:defRPr>
            </a:lvl1pPr>
          </a:lstStyle>
          <a:p>
            <a:r>
              <a:rPr lang="en-US"/>
              <a:t>Add image, then ‘Send to Back’</a:t>
            </a:r>
            <a:endParaRPr lang="en-US" dirty="0"/>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vert="horz" anchor="b"/>
          <a:lstStyle>
            <a:lvl1pPr rtl="0">
              <a:defRPr sz="5400">
                <a:solidFill>
                  <a:schemeClr val="tx1"/>
                </a:solidFill>
              </a:defRPr>
            </a:lvl1pPr>
          </a:lstStyle>
          <a:p>
            <a:r>
              <a:rPr lang="en-US" dirty="0"/>
              <a:t>Section title 54pt</a:t>
            </a:r>
          </a:p>
        </p:txBody>
      </p:sp>
      <p:sp>
        <p:nvSpPr>
          <p:cNvPr id="7" name="TextBox 6">
            <a:extLst>
              <a:ext uri="{FF2B5EF4-FFF2-40B4-BE49-F238E27FC236}">
                <a16:creationId xmlns:a16="http://schemas.microsoft.com/office/drawing/2014/main" id="{65BB85E4-FADD-4019-B75F-48AAA1B24BF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3" name="TextBox 12">
            <a:extLst>
              <a:ext uri="{FF2B5EF4-FFF2-40B4-BE49-F238E27FC236}">
                <a16:creationId xmlns:a16="http://schemas.microsoft.com/office/drawing/2014/main" id="{0AA9DA53-B254-449D-A9A7-919CCDC199D9}"/>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a:solidFill>
                  <a:schemeClr val="tx1">
                    <a:alpha val="75000"/>
                  </a:schemeClr>
                </a:solidFill>
              </a:rPr>
              <a:t>Copyright © 2022 Accenture. All rights reserved. Confidential – H&amp;M Group and Accenture.</a:t>
            </a:r>
            <a:endParaRPr lang="en-US" noProof="0" dirty="0">
              <a:solidFill>
                <a:schemeClr val="tx1">
                  <a:alpha val="75000"/>
                </a:schemeClr>
              </a:solidFill>
            </a:endParaRPr>
          </a:p>
        </p:txBody>
      </p:sp>
      <p:pic>
        <p:nvPicPr>
          <p:cNvPr id="10" name="Picture 9">
            <a:extLst>
              <a:ext uri="{FF2B5EF4-FFF2-40B4-BE49-F238E27FC236}">
                <a16:creationId xmlns:a16="http://schemas.microsoft.com/office/drawing/2014/main" id="{7A8FA6D4-CF09-4207-9977-955F83BBDBA5}"/>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30583762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2_5.b Section Divider with Image - Gradient Dark">
    <p:bg>
      <p:bgPr>
        <a:solidFill>
          <a:schemeClr val="accent3"/>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CB8F9A9-966B-34C4-CDFB-5F53E0619852}"/>
              </a:ext>
            </a:extLst>
          </p:cNvPr>
          <p:cNvGraphicFramePr>
            <a:graphicFrameLocks noChangeAspect="1"/>
          </p:cNvGraphicFramePr>
          <p:nvPr userDrawn="1">
            <p:custDataLst>
              <p:tags r:id="rId1"/>
            </p:custDataLst>
            <p:extLst>
              <p:ext uri="{D42A27DB-BD31-4B8C-83A1-F6EECF244321}">
                <p14:modId xmlns:p14="http://schemas.microsoft.com/office/powerpoint/2010/main" val="15450782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8CB8F9A9-966B-34C4-CDFB-5F53E061985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FD731BCB-3A34-1F49-BC94-92D65258367B}"/>
              </a:ext>
            </a:extLst>
          </p:cNvPr>
          <p:cNvPicPr>
            <a:picLocks noChangeAspect="1"/>
          </p:cNvPicPr>
          <p:nvPr userDrawn="1"/>
        </p:nvPicPr>
        <p:blipFill rotWithShape="1">
          <a:blip r:embed="rId5"/>
          <a:srcRect r="28524" b="80437"/>
          <a:stretch/>
        </p:blipFill>
        <p:spPr>
          <a:xfrm rot="10800000" flipH="1">
            <a:off x="0" y="0"/>
            <a:ext cx="12192000" cy="6858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rtl="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US"/>
              <a:t>Place subtitle here in GT Sectra Fine 24pt</a:t>
            </a:r>
            <a:endParaRPr lang="en-US" dirty="0"/>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rtl="0">
              <a:buNone/>
              <a:defRPr sz="1400" b="0">
                <a:solidFill>
                  <a:schemeClr val="tx1"/>
                </a:solidFill>
              </a:defRPr>
            </a:lvl1pPr>
          </a:lstStyle>
          <a:p>
            <a:r>
              <a:rPr lang="en-US"/>
              <a:t>Add image, then ‘Send to Back’</a:t>
            </a:r>
            <a:endParaRPr lang="en-US" dirty="0"/>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vert="horz" anchor="b"/>
          <a:lstStyle>
            <a:lvl1pPr rtl="0">
              <a:defRPr sz="5400">
                <a:solidFill>
                  <a:schemeClr val="tx1"/>
                </a:solidFill>
              </a:defRPr>
            </a:lvl1pPr>
          </a:lstStyle>
          <a:p>
            <a:r>
              <a:rPr lang="en-US" dirty="0"/>
              <a:t>Section title 54pt</a:t>
            </a:r>
          </a:p>
        </p:txBody>
      </p:sp>
      <p:sp>
        <p:nvSpPr>
          <p:cNvPr id="7" name="TextBox 6">
            <a:extLst>
              <a:ext uri="{FF2B5EF4-FFF2-40B4-BE49-F238E27FC236}">
                <a16:creationId xmlns:a16="http://schemas.microsoft.com/office/drawing/2014/main" id="{65BB85E4-FADD-4019-B75F-48AAA1B24BF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8" name="TextBox 7">
            <a:extLst>
              <a:ext uri="{FF2B5EF4-FFF2-40B4-BE49-F238E27FC236}">
                <a16:creationId xmlns:a16="http://schemas.microsoft.com/office/drawing/2014/main" id="{4E654F6B-C434-4994-9DA5-37F7D7282F2D}"/>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a:solidFill>
                  <a:schemeClr val="tx1">
                    <a:alpha val="75000"/>
                  </a:schemeClr>
                </a:solidFill>
              </a:rPr>
              <a:t>Copyright © 2022 Accenture. All rights reserved. Confidential – H&amp;M Group and Accenture.</a:t>
            </a:r>
            <a:endParaRPr lang="en-US" noProof="0" dirty="0">
              <a:solidFill>
                <a:schemeClr val="tx1">
                  <a:alpha val="75000"/>
                </a:schemeClr>
              </a:solidFill>
            </a:endParaRPr>
          </a:p>
        </p:txBody>
      </p:sp>
      <p:pic>
        <p:nvPicPr>
          <p:cNvPr id="11" name="Picture 10">
            <a:extLst>
              <a:ext uri="{FF2B5EF4-FFF2-40B4-BE49-F238E27FC236}">
                <a16:creationId xmlns:a16="http://schemas.microsoft.com/office/drawing/2014/main" id="{FFE13CBB-24E1-4A2A-95AC-4860BE35FE7A}"/>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12500591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2_5.c Section Divider with Image - Gradient Dark">
    <p:bg>
      <p:bgPr>
        <a:solidFill>
          <a:schemeClr val="accent3"/>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2A429E6-11E3-0D7A-E073-67E9E8C3366B}"/>
              </a:ext>
            </a:extLst>
          </p:cNvPr>
          <p:cNvGraphicFramePr>
            <a:graphicFrameLocks noChangeAspect="1"/>
          </p:cNvGraphicFramePr>
          <p:nvPr userDrawn="1">
            <p:custDataLst>
              <p:tags r:id="rId1"/>
            </p:custDataLst>
            <p:extLst>
              <p:ext uri="{D42A27DB-BD31-4B8C-83A1-F6EECF244321}">
                <p14:modId xmlns:p14="http://schemas.microsoft.com/office/powerpoint/2010/main" val="33201499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32A429E6-11E3-0D7A-E073-67E9E8C3366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0CA59D4B-8CB8-474C-A44A-6870F9FD66E8}"/>
              </a:ext>
            </a:extLst>
          </p:cNvPr>
          <p:cNvPicPr>
            <a:picLocks noChangeAspect="1"/>
          </p:cNvPicPr>
          <p:nvPr userDrawn="1"/>
        </p:nvPicPr>
        <p:blipFill rotWithShape="1">
          <a:blip r:embed="rId5"/>
          <a:srcRect r="26468" b="22435"/>
          <a:stretch/>
        </p:blipFill>
        <p:spPr>
          <a:xfrm rot="16200000">
            <a:off x="2666999" y="-2667000"/>
            <a:ext cx="6858001" cy="12192001"/>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rtl="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US"/>
              <a:t>Place subtitle here in GT Sectra Fine 24pt</a:t>
            </a:r>
            <a:endParaRPr lang="en-US" dirty="0"/>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rtl="0">
              <a:buNone/>
              <a:defRPr sz="1400" b="0">
                <a:solidFill>
                  <a:schemeClr val="tx1"/>
                </a:solidFill>
              </a:defRPr>
            </a:lvl1pPr>
          </a:lstStyle>
          <a:p>
            <a:r>
              <a:rPr lang="en-US"/>
              <a:t>Add image, then ‘Send to Back’</a:t>
            </a:r>
            <a:endParaRPr lang="en-US" dirty="0"/>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vert="horz" anchor="b"/>
          <a:lstStyle>
            <a:lvl1pPr rtl="0">
              <a:defRPr sz="5400">
                <a:solidFill>
                  <a:schemeClr val="tx1"/>
                </a:solidFill>
              </a:defRPr>
            </a:lvl1pPr>
          </a:lstStyle>
          <a:p>
            <a:r>
              <a:rPr lang="en-US" dirty="0"/>
              <a:t>Section title 54pt</a:t>
            </a:r>
          </a:p>
        </p:txBody>
      </p:sp>
      <p:sp>
        <p:nvSpPr>
          <p:cNvPr id="7" name="TextBox 6">
            <a:extLst>
              <a:ext uri="{FF2B5EF4-FFF2-40B4-BE49-F238E27FC236}">
                <a16:creationId xmlns:a16="http://schemas.microsoft.com/office/drawing/2014/main" id="{65BB85E4-FADD-4019-B75F-48AAA1B24BF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3" name="TextBox 12">
            <a:extLst>
              <a:ext uri="{FF2B5EF4-FFF2-40B4-BE49-F238E27FC236}">
                <a16:creationId xmlns:a16="http://schemas.microsoft.com/office/drawing/2014/main" id="{CE304979-6330-40A7-B6E1-890705C9628F}"/>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a:solidFill>
                  <a:schemeClr val="tx1">
                    <a:alpha val="75000"/>
                  </a:schemeClr>
                </a:solidFill>
              </a:rPr>
              <a:t>Copyright © 2022 Accenture. All rights reserved. Confidential – H&amp;M Group and Accenture.</a:t>
            </a:r>
            <a:endParaRPr lang="en-US" noProof="0" dirty="0">
              <a:solidFill>
                <a:schemeClr val="tx1">
                  <a:alpha val="75000"/>
                </a:schemeClr>
              </a:solidFill>
            </a:endParaRPr>
          </a:p>
        </p:txBody>
      </p:sp>
      <p:pic>
        <p:nvPicPr>
          <p:cNvPr id="8" name="Picture 7">
            <a:extLst>
              <a:ext uri="{FF2B5EF4-FFF2-40B4-BE49-F238E27FC236}">
                <a16:creationId xmlns:a16="http://schemas.microsoft.com/office/drawing/2014/main" id="{A7884897-4526-491A-A73C-BB35AF9319B9}"/>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3811405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2_6.a Title and Content - Dark">
    <p:bg>
      <p:bgPr>
        <a:solidFill>
          <a:schemeClr val="accent3"/>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1DC2721-E2F1-F98D-2CCE-6A97321E35D7}"/>
              </a:ext>
            </a:extLst>
          </p:cNvPr>
          <p:cNvGraphicFramePr>
            <a:graphicFrameLocks noChangeAspect="1"/>
          </p:cNvGraphicFramePr>
          <p:nvPr userDrawn="1">
            <p:custDataLst>
              <p:tags r:id="rId1"/>
            </p:custDataLst>
            <p:extLst>
              <p:ext uri="{D42A27DB-BD31-4B8C-83A1-F6EECF244321}">
                <p14:modId xmlns:p14="http://schemas.microsoft.com/office/powerpoint/2010/main" val="36159669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think-cell data - do not delete" hidden="1">
                        <a:extLst>
                          <a:ext uri="{FF2B5EF4-FFF2-40B4-BE49-F238E27FC236}">
                            <a16:creationId xmlns:a16="http://schemas.microsoft.com/office/drawing/2014/main" id="{81DC2721-E2F1-F98D-2CCE-6A97321E35D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1">
            <a:extLst>
              <a:ext uri="{FF2B5EF4-FFF2-40B4-BE49-F238E27FC236}">
                <a16:creationId xmlns:a16="http://schemas.microsoft.com/office/drawing/2014/main" id="{86D4EA4B-84F0-4EB3-B6B4-6EAB903D2C21}"/>
              </a:ext>
            </a:extLst>
          </p:cNvPr>
          <p:cNvSpPr>
            <a:spLocks noGrp="1"/>
          </p:cNvSpPr>
          <p:nvPr>
            <p:ph type="title" hasCustomPrompt="1"/>
          </p:nvPr>
        </p:nvSpPr>
        <p:spPr>
          <a:xfrm>
            <a:off x="381000" y="381000"/>
            <a:ext cx="11430000" cy="990600"/>
          </a:xfrm>
        </p:spPr>
        <p:txBody>
          <a:bodyPr vert="horz"/>
          <a:lstStyle>
            <a:lvl1pPr rtl="0">
              <a:defRPr sz="3600"/>
            </a:lvl1pPr>
          </a:lstStyle>
          <a:p>
            <a:r>
              <a:rPr lang="en-US"/>
              <a:t>Place headline here (36pt, min 30pt)</a:t>
            </a:r>
            <a:endParaRPr lang="en-US" dirty="0"/>
          </a:p>
        </p:txBody>
      </p:sp>
      <p:sp>
        <p:nvSpPr>
          <p:cNvPr id="5" name="Content Placeholder 7">
            <a:extLst>
              <a:ext uri="{FF2B5EF4-FFF2-40B4-BE49-F238E27FC236}">
                <a16:creationId xmlns:a16="http://schemas.microsoft.com/office/drawing/2014/main" id="{6DFCE48E-1DF3-48D6-BD43-BA3B9CE95A05}"/>
              </a:ext>
            </a:extLst>
          </p:cNvPr>
          <p:cNvSpPr>
            <a:spLocks noGrp="1"/>
          </p:cNvSpPr>
          <p:nvPr>
            <p:ph sz="quarter" idx="10" hasCustomPrompt="1"/>
          </p:nvPr>
        </p:nvSpPr>
        <p:spPr>
          <a:xfrm>
            <a:off x="381001" y="1371601"/>
            <a:ext cx="11430000" cy="4940300"/>
          </a:xfrm>
        </p:spPr>
        <p:txBody>
          <a:bodyPr/>
          <a:lstStyle>
            <a:lvl1pPr rtl="0">
              <a:defRPr/>
            </a:lvl1pPr>
            <a:lvl2pPr rtl="0">
              <a:defRPr/>
            </a:lvl2pPr>
            <a:lvl3pPr rtl="0">
              <a:defRPr/>
            </a:lvl3pPr>
            <a:lvl4pPr rtl="0">
              <a:defRPr/>
            </a:lvl4pPr>
            <a:lvl5pPr rtl="0">
              <a:defRPr/>
            </a:lvl5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a:extLst>
              <a:ext uri="{FF2B5EF4-FFF2-40B4-BE49-F238E27FC236}">
                <a16:creationId xmlns:a16="http://schemas.microsoft.com/office/drawing/2014/main" id="{22122DB9-946D-4FF1-AC88-14F597202F0B}"/>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3655755174"/>
      </p:ext>
    </p:extLst>
  </p:cSld>
  <p:clrMapOvr>
    <a:overrideClrMapping bg1="dk1" tx1="lt1" bg2="dk2" tx2="lt2" accent1="accent1" accent2="accent2" accent3="accent3" accent4="accent4" accent5="accent5" accent6="accent6" hlink="hlink" folHlink="folHlink"/>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2_6.b Title and Content - Light">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22544BB-EFC3-3518-7B18-679332B0AEF2}"/>
              </a:ext>
            </a:extLst>
          </p:cNvPr>
          <p:cNvGraphicFramePr>
            <a:graphicFrameLocks noChangeAspect="1"/>
          </p:cNvGraphicFramePr>
          <p:nvPr userDrawn="1">
            <p:custDataLst>
              <p:tags r:id="rId1"/>
            </p:custDataLst>
            <p:extLst>
              <p:ext uri="{D42A27DB-BD31-4B8C-83A1-F6EECF244321}">
                <p14:modId xmlns:p14="http://schemas.microsoft.com/office/powerpoint/2010/main" val="31922783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822544BB-EFC3-3518-7B18-679332B0AEF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90600"/>
          </a:xfrm>
        </p:spPr>
        <p:txBody>
          <a:bodyPr vert="horz"/>
          <a:lstStyle>
            <a:lvl1pPr rtl="0">
              <a:defRPr sz="3600"/>
            </a:lvl1pPr>
          </a:lstStyle>
          <a:p>
            <a:r>
              <a:rPr lang="en-US"/>
              <a:t>Place headline here (36pt, min 30pt)</a:t>
            </a:r>
            <a:endParaRPr lang="en-US" dirty="0"/>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371601"/>
            <a:ext cx="11430000" cy="4940300"/>
          </a:xfrm>
        </p:spPr>
        <p:txBody>
          <a:bodyPr/>
          <a:lstStyle>
            <a:lvl1pPr rtl="0">
              <a:defRPr/>
            </a:lvl1pPr>
            <a:lvl2pPr rtl="0">
              <a:defRPr/>
            </a:lvl2pPr>
            <a:lvl3pPr rtl="0">
              <a:defRPr/>
            </a:lvl3pPr>
            <a:lvl4pPr rtl="0">
              <a:defRPr/>
            </a:lvl4pPr>
            <a:lvl5pPr rtl="0">
              <a:defRPr/>
            </a:lvl5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7010112"/>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6.c Title only - Light">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782DED0-FA7A-B7DF-04D4-BFC0D3E72847}"/>
              </a:ext>
            </a:extLst>
          </p:cNvPr>
          <p:cNvGraphicFramePr>
            <a:graphicFrameLocks noChangeAspect="1"/>
          </p:cNvGraphicFramePr>
          <p:nvPr userDrawn="1">
            <p:custDataLst>
              <p:tags r:id="rId1"/>
            </p:custDataLst>
            <p:extLst>
              <p:ext uri="{D42A27DB-BD31-4B8C-83A1-F6EECF244321}">
                <p14:modId xmlns:p14="http://schemas.microsoft.com/office/powerpoint/2010/main" val="18121981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F782DED0-FA7A-B7DF-04D4-BFC0D3E728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1">
            <a:extLst>
              <a:ext uri="{FF2B5EF4-FFF2-40B4-BE49-F238E27FC236}">
                <a16:creationId xmlns:a16="http://schemas.microsoft.com/office/drawing/2014/main" id="{9EAD9AED-9987-4CE9-B39D-B256B46200E0}"/>
              </a:ext>
            </a:extLst>
          </p:cNvPr>
          <p:cNvSpPr>
            <a:spLocks noGrp="1"/>
          </p:cNvSpPr>
          <p:nvPr>
            <p:ph type="title" hasCustomPrompt="1"/>
          </p:nvPr>
        </p:nvSpPr>
        <p:spPr>
          <a:xfrm>
            <a:off x="381000" y="381000"/>
            <a:ext cx="11430000" cy="990600"/>
          </a:xfrm>
        </p:spPr>
        <p:txBody>
          <a:bodyPr vert="horz"/>
          <a:lstStyle>
            <a:lvl1pPr rtl="0">
              <a:defRPr sz="3600"/>
            </a:lvl1pPr>
          </a:lstStyle>
          <a:p>
            <a:r>
              <a:rPr lang="en-US"/>
              <a:t>Place headline here (36pt, min 30pt)</a:t>
            </a:r>
            <a:endParaRPr lang="en-US" dirty="0"/>
          </a:p>
        </p:txBody>
      </p:sp>
    </p:spTree>
    <p:extLst>
      <p:ext uri="{BB962C8B-B14F-4D97-AF65-F5344CB8AC3E}">
        <p14:creationId xmlns:p14="http://schemas.microsoft.com/office/powerpoint/2010/main" val="4017401578"/>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2_6.e Columns 2 - Headline + GT Sectr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6745CD3-1050-251D-C9F8-C769BF70657F}"/>
              </a:ext>
            </a:extLst>
          </p:cNvPr>
          <p:cNvGraphicFramePr>
            <a:graphicFrameLocks noChangeAspect="1"/>
          </p:cNvGraphicFramePr>
          <p:nvPr userDrawn="1">
            <p:custDataLst>
              <p:tags r:id="rId1"/>
            </p:custDataLst>
            <p:extLst>
              <p:ext uri="{D42A27DB-BD31-4B8C-83A1-F6EECF244321}">
                <p14:modId xmlns:p14="http://schemas.microsoft.com/office/powerpoint/2010/main" val="14694800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46745CD3-1050-251D-C9F8-C769BF70657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0" y="3004457"/>
            <a:ext cx="5524500" cy="2869570"/>
          </a:xfrm>
        </p:spPr>
        <p:txBody>
          <a:bodyPr/>
          <a:lstStyle>
            <a:lvl1pPr marL="0" indent="0" rtl="0">
              <a:lnSpc>
                <a:spcPct val="90000"/>
              </a:lnSpc>
              <a:buNone/>
              <a:defRPr sz="2400">
                <a:solidFill>
                  <a:schemeClr val="accent1"/>
                </a:solidFill>
                <a:latin typeface="GT Sectra Fine" panose="00000500000000000000" pitchFamily="50" charset="0"/>
              </a:defRPr>
            </a:lvl1pPr>
            <a:lvl2pPr marL="0" indent="0" rtl="0">
              <a:buNone/>
              <a:defRPr sz="1800"/>
            </a:lvl2pPr>
            <a:lvl3pPr marL="228600" rtl="0">
              <a:buFont typeface="Arial" panose="020B0604020202020204" pitchFamily="34" charset="0"/>
              <a:buChar char="•"/>
              <a:defRPr sz="1800"/>
            </a:lvl3pPr>
            <a:lvl4pPr marL="457200" rtl="0">
              <a:buFont typeface="System Font"/>
              <a:buChar char="–"/>
              <a:defRPr sz="1600"/>
            </a:lvl4pPr>
            <a:lvl5pPr marL="685800" rtl="0">
              <a:buFont typeface="Arial" panose="020B0604020202020204" pitchFamily="34" charset="0"/>
              <a:buChar char="•"/>
              <a:defRPr sz="1600"/>
            </a:lvl5pPr>
          </a:lstStyle>
          <a:p>
            <a:pPr lvl="0"/>
            <a:r>
              <a:rPr lang="en-US" dirty="0"/>
              <a:t>Place sub-headline here in GT Sectra Fine, indent for other levels</a:t>
            </a:r>
          </a:p>
          <a:p>
            <a:pPr lvl="1"/>
            <a:r>
              <a:rPr lang="en-US" dirty="0"/>
              <a:t>Second level (text 18pt)</a:t>
            </a:r>
          </a:p>
          <a:p>
            <a:pPr lvl="2"/>
            <a:r>
              <a:rPr lang="en-US" dirty="0"/>
              <a:t>Third level bullet (bullet 18pt)</a:t>
            </a:r>
          </a:p>
          <a:p>
            <a:pPr lvl="3"/>
            <a:r>
              <a:rPr lang="en-US" dirty="0"/>
              <a:t>Fourth level bullet (bullet 16pt)</a:t>
            </a:r>
          </a:p>
          <a:p>
            <a:pPr lvl="4"/>
            <a:r>
              <a:rPr lang="en-US" dirty="0"/>
              <a:t>Fifth level bullet (bullet 16pt)</a:t>
            </a:r>
          </a:p>
        </p:txBody>
      </p:sp>
      <p:sp>
        <p:nvSpPr>
          <p:cNvPr id="6" name="Content Placeholder 7">
            <a:extLst>
              <a:ext uri="{FF2B5EF4-FFF2-40B4-BE49-F238E27FC236}">
                <a16:creationId xmlns:a16="http://schemas.microsoft.com/office/drawing/2014/main" id="{CC1513EB-EC9B-9B42-BA12-BC659505A768}"/>
              </a:ext>
            </a:extLst>
          </p:cNvPr>
          <p:cNvSpPr>
            <a:spLocks noGrp="1"/>
          </p:cNvSpPr>
          <p:nvPr>
            <p:ph sz="quarter" idx="10" hasCustomPrompt="1"/>
          </p:nvPr>
        </p:nvSpPr>
        <p:spPr>
          <a:xfrm>
            <a:off x="6286499" y="1371601"/>
            <a:ext cx="5524500" cy="4502426"/>
          </a:xfrm>
        </p:spPr>
        <p:txBody>
          <a:bodyPr/>
          <a:lstStyle>
            <a:lvl1pPr rtl="0">
              <a:defRPr/>
            </a:lvl1pPr>
            <a:lvl2pPr rtl="0">
              <a:defRPr/>
            </a:lvl2pPr>
            <a:lvl3pPr rtl="0">
              <a:defRPr/>
            </a:lvl3pPr>
            <a:lvl4pPr rtl="0">
              <a:defRPr/>
            </a:lvl4pPr>
            <a:lvl5pPr rtl="0">
              <a:defRPr/>
            </a:lvl5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1371601"/>
            <a:ext cx="5524499" cy="1632856"/>
          </a:xfrm>
        </p:spPr>
        <p:txBody>
          <a:bodyPr vert="horz"/>
          <a:lstStyle>
            <a:lvl1pPr rtl="0">
              <a:defRPr/>
            </a:lvl1pPr>
          </a:lstStyle>
          <a:p>
            <a:r>
              <a:rPr lang="en-US"/>
              <a:t>Place headline here (36pt, min 30pt)</a:t>
            </a:r>
            <a:endParaRPr lang="en-US" dirty="0"/>
          </a:p>
        </p:txBody>
      </p:sp>
    </p:spTree>
    <p:extLst>
      <p:ext uri="{BB962C8B-B14F-4D97-AF65-F5344CB8AC3E}">
        <p14:creationId xmlns:p14="http://schemas.microsoft.com/office/powerpoint/2010/main" val="3678356053"/>
      </p:ext>
    </p:extLst>
  </p:cSld>
  <p:clrMapOvr>
    <a:masterClrMapping/>
  </p:clrMapOvr>
  <p:extLst>
    <p:ext uri="{DCECCB84-F9BA-43D5-87BE-67443E8EF086}">
      <p15:sldGuideLst xmlns:p15="http://schemas.microsoft.com/office/powerpoint/2012/main">
        <p15:guide id="1" orient="horz" pos="864">
          <p15:clr>
            <a:srgbClr val="5ACBF0"/>
          </p15:clr>
        </p15:guide>
        <p15:guide id="2" pos="3720">
          <p15:clr>
            <a:srgbClr val="5ACBF0"/>
          </p15:clr>
        </p15:guide>
        <p15:guide id="3" pos="3960">
          <p15:clr>
            <a:srgbClr val="5ACBF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2_6.f Columns 2 - Headline + Conten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4A2F63C-B9EF-4A95-3A9A-B777755B0543}"/>
              </a:ext>
            </a:extLst>
          </p:cNvPr>
          <p:cNvGraphicFramePr>
            <a:graphicFrameLocks noChangeAspect="1"/>
          </p:cNvGraphicFramePr>
          <p:nvPr userDrawn="1">
            <p:custDataLst>
              <p:tags r:id="rId1"/>
            </p:custDataLst>
            <p:extLst>
              <p:ext uri="{D42A27DB-BD31-4B8C-83A1-F6EECF244321}">
                <p14:modId xmlns:p14="http://schemas.microsoft.com/office/powerpoint/2010/main" val="20147932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E4A2F63C-B9EF-4A95-3A9A-B777755B054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p:spPr>
        <p:txBody>
          <a:bodyPr vert="horz"/>
          <a:lstStyle>
            <a:lvl1pPr rtl="0">
              <a:defRPr/>
            </a:lvl1pPr>
          </a:lstStyle>
          <a:p>
            <a:r>
              <a:rPr lang="en-US"/>
              <a:t>Place headline here (36pt, min 30pt)</a:t>
            </a:r>
            <a:endParaRPr lang="en-US" dirty="0"/>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1371601"/>
            <a:ext cx="552450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 24pt</a:t>
            </a:r>
          </a:p>
        </p:txBody>
      </p:sp>
      <p:sp>
        <p:nvSpPr>
          <p:cNvPr id="13" name="Text Placeholder 2">
            <a:extLst>
              <a:ext uri="{FF2B5EF4-FFF2-40B4-BE49-F238E27FC236}">
                <a16:creationId xmlns:a16="http://schemas.microsoft.com/office/drawing/2014/main" id="{EDE1E44A-D007-46D2-9E20-283025607FF2}"/>
              </a:ext>
            </a:extLst>
          </p:cNvPr>
          <p:cNvSpPr>
            <a:spLocks noGrp="1"/>
          </p:cNvSpPr>
          <p:nvPr>
            <p:ph type="body" idx="14" hasCustomPrompt="1"/>
          </p:nvPr>
        </p:nvSpPr>
        <p:spPr>
          <a:xfrm>
            <a:off x="6286499" y="1371601"/>
            <a:ext cx="552450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 24pt</a:t>
            </a:r>
          </a:p>
        </p:txBody>
      </p:sp>
      <p:sp>
        <p:nvSpPr>
          <p:cNvPr id="18" name="Text Placeholder 2">
            <a:extLst>
              <a:ext uri="{FF2B5EF4-FFF2-40B4-BE49-F238E27FC236}">
                <a16:creationId xmlns:a16="http://schemas.microsoft.com/office/drawing/2014/main" id="{6B6533C5-6F53-46C1-904B-4A15BC734E7D}"/>
              </a:ext>
            </a:extLst>
          </p:cNvPr>
          <p:cNvSpPr>
            <a:spLocks noGrp="1"/>
          </p:cNvSpPr>
          <p:nvPr>
            <p:ph type="body" idx="16" hasCustomPrompt="1"/>
          </p:nvPr>
        </p:nvSpPr>
        <p:spPr>
          <a:xfrm>
            <a:off x="381000" y="5874026"/>
            <a:ext cx="5524500" cy="437873"/>
          </a:xfrm>
        </p:spPr>
        <p:txBody>
          <a:bodyPr anchor="t"/>
          <a:lstStyle>
            <a:lvl1pPr marL="0" indent="0" defTabSz="228600" rtl="0">
              <a:lnSpc>
                <a:spcPct val="90000"/>
              </a:lnSpc>
              <a:spcAft>
                <a:spcPts val="0"/>
              </a:spcAft>
              <a:buFont typeface="Arial" panose="020B0604020202020204" pitchFamily="34" charset="0"/>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more info here 12pt</a:t>
            </a:r>
          </a:p>
        </p:txBody>
      </p:sp>
      <p:sp>
        <p:nvSpPr>
          <p:cNvPr id="21" name="Text Placeholder 2">
            <a:extLst>
              <a:ext uri="{FF2B5EF4-FFF2-40B4-BE49-F238E27FC236}">
                <a16:creationId xmlns:a16="http://schemas.microsoft.com/office/drawing/2014/main" id="{842901BF-D744-42DD-805A-32CB37B9D8BC}"/>
              </a:ext>
            </a:extLst>
          </p:cNvPr>
          <p:cNvSpPr>
            <a:spLocks noGrp="1"/>
          </p:cNvSpPr>
          <p:nvPr>
            <p:ph type="body" idx="17" hasCustomPrompt="1"/>
          </p:nvPr>
        </p:nvSpPr>
        <p:spPr>
          <a:xfrm>
            <a:off x="6286499" y="5874026"/>
            <a:ext cx="5524500" cy="437873"/>
          </a:xfrm>
        </p:spPr>
        <p:txBody>
          <a:bodyPr vert="horz" lIns="0" tIns="0" rIns="0" bIns="0" rtlCol="0" anchor="t">
            <a:noAutofit/>
          </a:bodyPr>
          <a:lstStyle>
            <a:lvl1pPr marL="0" indent="0" defTabSz="228600" rtl="0">
              <a:buNone/>
              <a:defRPr lang="en-US" sz="1200" dirty="0"/>
            </a:lvl1pPr>
          </a:lstStyle>
          <a:p>
            <a:pPr lvl="0"/>
            <a:r>
              <a:rPr lang="en-US" dirty="0"/>
              <a:t>Place more info here 12pt</a:t>
            </a:r>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2194561"/>
            <a:ext cx="5524499" cy="3679465"/>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2194561"/>
            <a:ext cx="5524499" cy="3679465"/>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Tree>
    <p:extLst>
      <p:ext uri="{BB962C8B-B14F-4D97-AF65-F5344CB8AC3E}">
        <p14:creationId xmlns:p14="http://schemas.microsoft.com/office/powerpoint/2010/main" val="1706546176"/>
      </p:ext>
    </p:extLst>
  </p:cSld>
  <p:clrMapOvr>
    <a:masterClrMapping/>
  </p:clrMapOvr>
  <p:extLst>
    <p:ext uri="{DCECCB84-F9BA-43D5-87BE-67443E8EF086}">
      <p15:sldGuideLst xmlns:p15="http://schemas.microsoft.com/office/powerpoint/2012/main">
        <p15:guide id="1" orient="horz" pos="864">
          <p15:clr>
            <a:srgbClr val="5ACBF0"/>
          </p15:clr>
        </p15:guide>
        <p15:guide id="2" pos="3720">
          <p15:clr>
            <a:srgbClr val="5ACBF0"/>
          </p15:clr>
        </p15:guide>
        <p15:guide id="3" pos="3960">
          <p15:clr>
            <a:srgbClr val="5ACBF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2_6.g Columns 3 - Lis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F33624F-ABFF-4754-E6D1-2891949DC4B2}"/>
              </a:ext>
            </a:extLst>
          </p:cNvPr>
          <p:cNvGraphicFramePr>
            <a:graphicFrameLocks noChangeAspect="1"/>
          </p:cNvGraphicFramePr>
          <p:nvPr userDrawn="1">
            <p:custDataLst>
              <p:tags r:id="rId1"/>
            </p:custDataLst>
            <p:extLst>
              <p:ext uri="{D42A27DB-BD31-4B8C-83A1-F6EECF244321}">
                <p14:modId xmlns:p14="http://schemas.microsoft.com/office/powerpoint/2010/main" val="22073967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FF33624F-ABFF-4754-E6D1-2891949DC4B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p:spPr>
        <p:txBody>
          <a:bodyPr vert="horz"/>
          <a:lstStyle>
            <a:lvl1pPr rtl="0">
              <a:defRPr/>
            </a:lvl1pPr>
          </a:lstStyle>
          <a:p>
            <a:r>
              <a:rPr lang="en-US"/>
              <a:t>Place headline here (36pt, min 30pt)</a:t>
            </a:r>
            <a:endParaRPr lang="en-US" dirty="0"/>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355600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4" name="Content Placeholder 3">
            <a:extLst>
              <a:ext uri="{FF2B5EF4-FFF2-40B4-BE49-F238E27FC236}">
                <a16:creationId xmlns:a16="http://schemas.microsoft.com/office/drawing/2014/main" id="{02BA4C27-1C65-4465-A8B1-ACE92701B4D0}"/>
              </a:ext>
            </a:extLst>
          </p:cNvPr>
          <p:cNvSpPr>
            <a:spLocks noGrp="1"/>
          </p:cNvSpPr>
          <p:nvPr>
            <p:ph sz="half" idx="2" hasCustomPrompt="1"/>
          </p:nvPr>
        </p:nvSpPr>
        <p:spPr>
          <a:xfrm>
            <a:off x="381000" y="3108960"/>
            <a:ext cx="3556000"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3556000"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dirty="0"/>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318000" y="2286000"/>
            <a:ext cx="355600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23" name="Content Placeholder 3">
            <a:extLst>
              <a:ext uri="{FF2B5EF4-FFF2-40B4-BE49-F238E27FC236}">
                <a16:creationId xmlns:a16="http://schemas.microsoft.com/office/drawing/2014/main" id="{DB26F5FE-8482-4C00-99C1-3FC3BEEE82C8}"/>
              </a:ext>
            </a:extLst>
          </p:cNvPr>
          <p:cNvSpPr>
            <a:spLocks noGrp="1"/>
          </p:cNvSpPr>
          <p:nvPr>
            <p:ph sz="half" idx="20" hasCustomPrompt="1"/>
          </p:nvPr>
        </p:nvSpPr>
        <p:spPr>
          <a:xfrm>
            <a:off x="4318000" y="3108960"/>
            <a:ext cx="3556000"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lang="en-US" sz="1200" kern="1200" dirty="0">
                <a:solidFill>
                  <a:schemeClr val="tx1"/>
                </a:solidFill>
                <a:latin typeface="+mn-lt"/>
                <a:ea typeface="+mn-ea"/>
                <a:cs typeface="+mn-cs"/>
              </a:defRPr>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dirty="0"/>
              <a:t>Sixth level</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318000" y="1828800"/>
            <a:ext cx="3556000"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dirty="0"/>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286000"/>
            <a:ext cx="355600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26" name="Content Placeholder 3">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08960"/>
            <a:ext cx="3556000"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lang="en-US" sz="1200" kern="1200" dirty="0">
                <a:solidFill>
                  <a:schemeClr val="tx1"/>
                </a:solidFill>
                <a:latin typeface="+mn-lt"/>
                <a:ea typeface="+mn-ea"/>
                <a:cs typeface="+mn-cs"/>
              </a:defRPr>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dirty="0"/>
              <a:t>Sixth level</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28800"/>
            <a:ext cx="3556000"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dirty="0"/>
          </a:p>
        </p:txBody>
      </p:sp>
    </p:spTree>
    <p:extLst>
      <p:ext uri="{BB962C8B-B14F-4D97-AF65-F5344CB8AC3E}">
        <p14:creationId xmlns:p14="http://schemas.microsoft.com/office/powerpoint/2010/main" val="3712979092"/>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2_6.h Columns 4 - Lis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C3D3A87-2F29-7296-F840-48883E522B0D}"/>
              </a:ext>
            </a:extLst>
          </p:cNvPr>
          <p:cNvGraphicFramePr>
            <a:graphicFrameLocks noChangeAspect="1"/>
          </p:cNvGraphicFramePr>
          <p:nvPr userDrawn="1">
            <p:custDataLst>
              <p:tags r:id="rId1"/>
            </p:custDataLst>
            <p:extLst>
              <p:ext uri="{D42A27DB-BD31-4B8C-83A1-F6EECF244321}">
                <p14:modId xmlns:p14="http://schemas.microsoft.com/office/powerpoint/2010/main" val="14016940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BC3D3A87-2F29-7296-F840-48883E522B0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p:spPr>
        <p:txBody>
          <a:bodyPr vert="horz"/>
          <a:lstStyle>
            <a:lvl1pPr rtl="0">
              <a:defRPr/>
            </a:lvl1pPr>
          </a:lstStyle>
          <a:p>
            <a:r>
              <a:rPr lang="en-US"/>
              <a:t>Place headline here (36pt, min 30pt)</a:t>
            </a:r>
            <a:endParaRPr lang="en-US" dirty="0"/>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2571749"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2571749"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dirty="0"/>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3333750" y="2286000"/>
            <a:ext cx="257175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3333750" y="1828800"/>
            <a:ext cx="2571750"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dirty="0"/>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6286500" y="2286000"/>
            <a:ext cx="257175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6286500" y="1828800"/>
            <a:ext cx="2571750"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dirty="0"/>
          </a:p>
        </p:txBody>
      </p:sp>
      <p:sp>
        <p:nvSpPr>
          <p:cNvPr id="18" name="Text Placeholder 2">
            <a:extLst>
              <a:ext uri="{FF2B5EF4-FFF2-40B4-BE49-F238E27FC236}">
                <a16:creationId xmlns:a16="http://schemas.microsoft.com/office/drawing/2014/main" id="{6973701C-90E3-449B-A44A-0C66B0945601}"/>
              </a:ext>
            </a:extLst>
          </p:cNvPr>
          <p:cNvSpPr>
            <a:spLocks noGrp="1"/>
          </p:cNvSpPr>
          <p:nvPr>
            <p:ph type="body" idx="25" hasCustomPrompt="1"/>
          </p:nvPr>
        </p:nvSpPr>
        <p:spPr>
          <a:xfrm>
            <a:off x="9239250" y="2286000"/>
            <a:ext cx="257175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21" name="Text Placeholder 2">
            <a:extLst>
              <a:ext uri="{FF2B5EF4-FFF2-40B4-BE49-F238E27FC236}">
                <a16:creationId xmlns:a16="http://schemas.microsoft.com/office/drawing/2014/main" id="{D6CB018D-34A3-4417-AE76-9BB3793F0332}"/>
              </a:ext>
            </a:extLst>
          </p:cNvPr>
          <p:cNvSpPr>
            <a:spLocks noGrp="1"/>
          </p:cNvSpPr>
          <p:nvPr>
            <p:ph type="body" idx="27" hasCustomPrompt="1"/>
          </p:nvPr>
        </p:nvSpPr>
        <p:spPr>
          <a:xfrm>
            <a:off x="9239250" y="1828800"/>
            <a:ext cx="2571750"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dirty="0"/>
          </a:p>
        </p:txBody>
      </p:sp>
      <p:sp>
        <p:nvSpPr>
          <p:cNvPr id="16" name="Content Placeholder 3">
            <a:extLst>
              <a:ext uri="{FF2B5EF4-FFF2-40B4-BE49-F238E27FC236}">
                <a16:creationId xmlns:a16="http://schemas.microsoft.com/office/drawing/2014/main" id="{3BDC2B1A-D3A0-C04B-AEDB-0389C637EF1A}"/>
              </a:ext>
            </a:extLst>
          </p:cNvPr>
          <p:cNvSpPr>
            <a:spLocks noGrp="1"/>
          </p:cNvSpPr>
          <p:nvPr>
            <p:ph sz="half" idx="28" hasCustomPrompt="1"/>
          </p:nvPr>
        </p:nvSpPr>
        <p:spPr>
          <a:xfrm>
            <a:off x="381000" y="3108960"/>
            <a:ext cx="2571749"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7" name="Content Placeholder 3">
            <a:extLst>
              <a:ext uri="{FF2B5EF4-FFF2-40B4-BE49-F238E27FC236}">
                <a16:creationId xmlns:a16="http://schemas.microsoft.com/office/drawing/2014/main" id="{40F6CE73-9C88-264F-A7F2-A3D2B2D1938B}"/>
              </a:ext>
            </a:extLst>
          </p:cNvPr>
          <p:cNvSpPr>
            <a:spLocks noGrp="1"/>
          </p:cNvSpPr>
          <p:nvPr>
            <p:ph sz="half" idx="29" hasCustomPrompt="1"/>
          </p:nvPr>
        </p:nvSpPr>
        <p:spPr>
          <a:xfrm>
            <a:off x="3333751" y="3108960"/>
            <a:ext cx="2571749"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8" name="Content Placeholder 3">
            <a:extLst>
              <a:ext uri="{FF2B5EF4-FFF2-40B4-BE49-F238E27FC236}">
                <a16:creationId xmlns:a16="http://schemas.microsoft.com/office/drawing/2014/main" id="{5F289FE6-F2A2-784D-9D31-047C10F04CDF}"/>
              </a:ext>
            </a:extLst>
          </p:cNvPr>
          <p:cNvSpPr>
            <a:spLocks noGrp="1"/>
          </p:cNvSpPr>
          <p:nvPr>
            <p:ph sz="half" idx="30" hasCustomPrompt="1"/>
          </p:nvPr>
        </p:nvSpPr>
        <p:spPr>
          <a:xfrm>
            <a:off x="6286501" y="3108960"/>
            <a:ext cx="2571749"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9" name="Content Placeholder 3">
            <a:extLst>
              <a:ext uri="{FF2B5EF4-FFF2-40B4-BE49-F238E27FC236}">
                <a16:creationId xmlns:a16="http://schemas.microsoft.com/office/drawing/2014/main" id="{A079B5C1-1D0F-8F40-A376-4AE3B49D1B5A}"/>
              </a:ext>
            </a:extLst>
          </p:cNvPr>
          <p:cNvSpPr>
            <a:spLocks noGrp="1"/>
          </p:cNvSpPr>
          <p:nvPr>
            <p:ph sz="half" idx="31" hasCustomPrompt="1"/>
          </p:nvPr>
        </p:nvSpPr>
        <p:spPr>
          <a:xfrm>
            <a:off x="9239251" y="3108960"/>
            <a:ext cx="2571749"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Tree>
    <p:extLst>
      <p:ext uri="{BB962C8B-B14F-4D97-AF65-F5344CB8AC3E}">
        <p14:creationId xmlns:p14="http://schemas.microsoft.com/office/powerpoint/2010/main" val="1002377029"/>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2_6.i Icons 5">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F9F7C87-EA70-6633-3AD4-EFEAA0CC5B08}"/>
              </a:ext>
            </a:extLst>
          </p:cNvPr>
          <p:cNvGraphicFramePr>
            <a:graphicFrameLocks noChangeAspect="1"/>
          </p:cNvGraphicFramePr>
          <p:nvPr userDrawn="1">
            <p:custDataLst>
              <p:tags r:id="rId1"/>
            </p:custDataLst>
            <p:extLst>
              <p:ext uri="{D42A27DB-BD31-4B8C-83A1-F6EECF244321}">
                <p14:modId xmlns:p14="http://schemas.microsoft.com/office/powerpoint/2010/main" val="3833134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0F9F7C87-EA70-6633-3AD4-EFEAA0CC5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vert="horz"/>
          <a:lstStyle>
            <a:lvl1pPr rtl="0">
              <a:defRPr sz="3600"/>
            </a:lvl1pPr>
          </a:lstStyle>
          <a:p>
            <a:r>
              <a:rPr lang="en-US"/>
              <a:t>Place headline here (36pt, min 30pt)</a:t>
            </a:r>
            <a:endParaRPr lang="en-US" dirty="0"/>
          </a:p>
        </p:txBody>
      </p:sp>
      <p:sp>
        <p:nvSpPr>
          <p:cNvPr id="15" name="Picture Placeholder 13">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713771" y="2098874"/>
            <a:ext cx="1312792" cy="1312792"/>
          </a:xfrm>
          <a:noFill/>
        </p:spPr>
        <p:txBody>
          <a:bodyPr/>
          <a:lstStyle>
            <a:lvl1pPr marL="0" indent="0" algn="ctr" rtl="0">
              <a:buFont typeface="Arial" panose="020B0604020202020204" pitchFamily="34" charset="0"/>
              <a:buNone/>
              <a:defRPr sz="1800" b="0"/>
            </a:lvl1pPr>
          </a:lstStyle>
          <a:p>
            <a:r>
              <a:rPr lang="en-US"/>
              <a:t>Add icon</a:t>
            </a:r>
            <a:endParaRPr lang="en-US" dirty="0"/>
          </a:p>
        </p:txBody>
      </p:sp>
      <p:sp>
        <p:nvSpPr>
          <p:cNvPr id="22" name="Text Placeholder 21">
            <a:extLst>
              <a:ext uri="{FF2B5EF4-FFF2-40B4-BE49-F238E27FC236}">
                <a16:creationId xmlns:a16="http://schemas.microsoft.com/office/drawing/2014/main" id="{4C854DFB-B17D-45CF-98C3-3882DBE2C32C}"/>
              </a:ext>
            </a:extLst>
          </p:cNvPr>
          <p:cNvSpPr>
            <a:spLocks noGrp="1"/>
          </p:cNvSpPr>
          <p:nvPr>
            <p:ph type="body" sz="quarter" idx="19" hasCustomPrompt="1"/>
          </p:nvPr>
        </p:nvSpPr>
        <p:spPr>
          <a:xfrm>
            <a:off x="377415" y="3898900"/>
            <a:ext cx="1985504" cy="1677926"/>
          </a:xfrm>
        </p:spPr>
        <p:txBody>
          <a:bodyPr/>
          <a:lstStyle>
            <a:lvl1pPr marL="0" indent="0" algn="ctr" rtl="0">
              <a:lnSpc>
                <a:spcPct val="90000"/>
              </a:lnSpc>
              <a:spcAft>
                <a:spcPts val="600"/>
              </a:spcAft>
              <a:buFont typeface="Arial" panose="020B0604020202020204" pitchFamily="34" charset="0"/>
              <a:buNone/>
              <a:defRPr sz="2000" b="1"/>
            </a:lvl1pPr>
            <a:lvl2pPr marL="0" indent="0" algn="ctr" rtl="0">
              <a:spcAft>
                <a:spcPts val="600"/>
              </a:spcAft>
              <a:buNone/>
              <a:defRPr sz="1600"/>
            </a:lvl2pPr>
            <a:lvl3pPr marL="0" indent="0" algn="ctr" rtl="0">
              <a:spcAft>
                <a:spcPts val="600"/>
              </a:spcAft>
              <a:buNone/>
              <a:defRPr sz="1200"/>
            </a:lvl3pPr>
            <a:lvl4pPr marL="182880" indent="-182880" algn="ctr" rtl="0">
              <a:spcAft>
                <a:spcPts val="600"/>
              </a:spcAft>
              <a:buFont typeface="Arial" panose="020B0604020202020204" pitchFamily="34" charset="0"/>
              <a:buChar char="•"/>
              <a:defRPr sz="1200"/>
            </a:lvl4pPr>
            <a:lvl5pPr>
              <a:spcAft>
                <a:spcPts val="600"/>
              </a:spcAft>
              <a:defRPr sz="1600"/>
            </a:lvl5pPr>
          </a:lstStyle>
          <a:p>
            <a:pPr lvl="0"/>
            <a:r>
              <a:rPr lang="en-US" dirty="0"/>
              <a:t>Headline</a:t>
            </a:r>
          </a:p>
          <a:p>
            <a:pPr lvl="1"/>
            <a:r>
              <a:rPr lang="en-US" dirty="0"/>
              <a:t>Details</a:t>
            </a:r>
          </a:p>
          <a:p>
            <a:pPr lvl="2"/>
            <a:r>
              <a:rPr lang="en-US" dirty="0"/>
              <a:t>More details</a:t>
            </a:r>
          </a:p>
          <a:p>
            <a:pPr lvl="3"/>
            <a:r>
              <a:rPr lang="en-US" dirty="0"/>
              <a:t>Bullet point</a:t>
            </a:r>
          </a:p>
        </p:txBody>
      </p:sp>
      <p:sp>
        <p:nvSpPr>
          <p:cNvPr id="16" name="Text Placeholder 21">
            <a:extLst>
              <a:ext uri="{FF2B5EF4-FFF2-40B4-BE49-F238E27FC236}">
                <a16:creationId xmlns:a16="http://schemas.microsoft.com/office/drawing/2014/main" id="{C5D125FD-0D25-4E65-82F5-4E18FE84E47C}"/>
              </a:ext>
            </a:extLst>
          </p:cNvPr>
          <p:cNvSpPr>
            <a:spLocks noGrp="1"/>
          </p:cNvSpPr>
          <p:nvPr>
            <p:ph type="body" sz="quarter" idx="20" hasCustomPrompt="1"/>
          </p:nvPr>
        </p:nvSpPr>
        <p:spPr>
          <a:xfrm>
            <a:off x="2739435" y="3898900"/>
            <a:ext cx="1985504" cy="1677926"/>
          </a:xfrm>
        </p:spPr>
        <p:txBody>
          <a:bodyPr/>
          <a:lstStyle>
            <a:lvl1pPr marL="0" indent="0" algn="ctr" rtl="0">
              <a:lnSpc>
                <a:spcPct val="90000"/>
              </a:lnSpc>
              <a:spcAft>
                <a:spcPts val="600"/>
              </a:spcAft>
              <a:buFont typeface="Arial" panose="020B0604020202020204" pitchFamily="34" charset="0"/>
              <a:buNone/>
              <a:defRPr sz="2000" b="1"/>
            </a:lvl1pPr>
            <a:lvl2pPr marL="0" indent="0" algn="ctr" rtl="0">
              <a:spcAft>
                <a:spcPts val="600"/>
              </a:spcAft>
              <a:buNone/>
              <a:defRPr sz="1600"/>
            </a:lvl2pPr>
            <a:lvl3pPr marL="0" indent="0" algn="ctr" rtl="0">
              <a:spcAft>
                <a:spcPts val="600"/>
              </a:spcAft>
              <a:buNone/>
              <a:defRPr sz="1200"/>
            </a:lvl3pPr>
            <a:lvl4pPr marL="182880" indent="-182880" algn="ctr" rtl="0">
              <a:spcAft>
                <a:spcPts val="600"/>
              </a:spcAft>
              <a:buFont typeface="Arial" panose="020B0604020202020204" pitchFamily="34" charset="0"/>
              <a:buChar char="•"/>
              <a:defRPr sz="1200"/>
            </a:lvl4pPr>
            <a:lvl5pPr>
              <a:spcAft>
                <a:spcPts val="600"/>
              </a:spcAft>
              <a:defRPr sz="1600"/>
            </a:lvl5pPr>
          </a:lstStyle>
          <a:p>
            <a:pPr lvl="0"/>
            <a:r>
              <a:rPr lang="en-US" dirty="0"/>
              <a:t>Headline</a:t>
            </a:r>
          </a:p>
          <a:p>
            <a:pPr lvl="1"/>
            <a:r>
              <a:rPr lang="en-US" dirty="0"/>
              <a:t>Details</a:t>
            </a:r>
          </a:p>
          <a:p>
            <a:pPr lvl="2"/>
            <a:r>
              <a:rPr lang="en-US" dirty="0"/>
              <a:t>More details</a:t>
            </a:r>
          </a:p>
          <a:p>
            <a:pPr lvl="3"/>
            <a:r>
              <a:rPr lang="en-US" dirty="0"/>
              <a:t>Bullet point</a:t>
            </a:r>
          </a:p>
        </p:txBody>
      </p:sp>
      <p:sp>
        <p:nvSpPr>
          <p:cNvPr id="21" name="Text Placeholder 21">
            <a:extLst>
              <a:ext uri="{FF2B5EF4-FFF2-40B4-BE49-F238E27FC236}">
                <a16:creationId xmlns:a16="http://schemas.microsoft.com/office/drawing/2014/main" id="{5B124AA5-6419-4552-97B5-242DA08BE730}"/>
              </a:ext>
            </a:extLst>
          </p:cNvPr>
          <p:cNvSpPr>
            <a:spLocks noGrp="1"/>
          </p:cNvSpPr>
          <p:nvPr>
            <p:ph type="body" sz="quarter" idx="21" hasCustomPrompt="1"/>
          </p:nvPr>
        </p:nvSpPr>
        <p:spPr>
          <a:xfrm>
            <a:off x="5101455" y="3898900"/>
            <a:ext cx="1985504" cy="1677926"/>
          </a:xfrm>
        </p:spPr>
        <p:txBody>
          <a:bodyPr/>
          <a:lstStyle>
            <a:lvl1pPr marL="0" indent="0" algn="ctr" rtl="0">
              <a:lnSpc>
                <a:spcPct val="90000"/>
              </a:lnSpc>
              <a:spcAft>
                <a:spcPts val="600"/>
              </a:spcAft>
              <a:buFont typeface="Arial" panose="020B0604020202020204" pitchFamily="34" charset="0"/>
              <a:buNone/>
              <a:defRPr sz="2000" b="1"/>
            </a:lvl1pPr>
            <a:lvl2pPr marL="0" indent="0" algn="ctr" rtl="0">
              <a:spcAft>
                <a:spcPts val="600"/>
              </a:spcAft>
              <a:buNone/>
              <a:defRPr sz="1600"/>
            </a:lvl2pPr>
            <a:lvl3pPr marL="0" indent="0" algn="ctr" rtl="0">
              <a:spcAft>
                <a:spcPts val="600"/>
              </a:spcAft>
              <a:buNone/>
              <a:defRPr sz="1200"/>
            </a:lvl3pPr>
            <a:lvl4pPr marL="182880" indent="-182880" algn="ctr" rtl="0">
              <a:spcAft>
                <a:spcPts val="600"/>
              </a:spcAft>
              <a:buFont typeface="Arial" panose="020B0604020202020204" pitchFamily="34" charset="0"/>
              <a:buChar char="•"/>
              <a:defRPr sz="1200"/>
            </a:lvl4pPr>
            <a:lvl5pPr>
              <a:spcAft>
                <a:spcPts val="600"/>
              </a:spcAft>
              <a:defRPr sz="1600"/>
            </a:lvl5pPr>
          </a:lstStyle>
          <a:p>
            <a:pPr lvl="0"/>
            <a:r>
              <a:rPr lang="en-US" dirty="0"/>
              <a:t>Headline</a:t>
            </a:r>
          </a:p>
          <a:p>
            <a:pPr lvl="1"/>
            <a:r>
              <a:rPr lang="en-US" dirty="0"/>
              <a:t>Details</a:t>
            </a:r>
          </a:p>
          <a:p>
            <a:pPr lvl="2"/>
            <a:r>
              <a:rPr lang="en-US" dirty="0"/>
              <a:t>More details</a:t>
            </a:r>
          </a:p>
          <a:p>
            <a:pPr lvl="3"/>
            <a:r>
              <a:rPr lang="en-US" dirty="0"/>
              <a:t>Bullet point</a:t>
            </a:r>
          </a:p>
        </p:txBody>
      </p:sp>
      <p:sp>
        <p:nvSpPr>
          <p:cNvPr id="23" name="Text Placeholder 21">
            <a:extLst>
              <a:ext uri="{FF2B5EF4-FFF2-40B4-BE49-F238E27FC236}">
                <a16:creationId xmlns:a16="http://schemas.microsoft.com/office/drawing/2014/main" id="{A378CD97-B880-4BCB-AD71-A7C1C1C84891}"/>
              </a:ext>
            </a:extLst>
          </p:cNvPr>
          <p:cNvSpPr>
            <a:spLocks noGrp="1"/>
          </p:cNvSpPr>
          <p:nvPr>
            <p:ph type="body" sz="quarter" idx="22" hasCustomPrompt="1"/>
          </p:nvPr>
        </p:nvSpPr>
        <p:spPr>
          <a:xfrm>
            <a:off x="7463475" y="3898900"/>
            <a:ext cx="1985504" cy="1677926"/>
          </a:xfrm>
        </p:spPr>
        <p:txBody>
          <a:bodyPr/>
          <a:lstStyle>
            <a:lvl1pPr marL="0" indent="0" algn="ctr" rtl="0">
              <a:lnSpc>
                <a:spcPct val="90000"/>
              </a:lnSpc>
              <a:spcAft>
                <a:spcPts val="600"/>
              </a:spcAft>
              <a:buFont typeface="Arial" panose="020B0604020202020204" pitchFamily="34" charset="0"/>
              <a:buNone/>
              <a:defRPr sz="2000" b="1"/>
            </a:lvl1pPr>
            <a:lvl2pPr marL="0" indent="0" algn="ctr" rtl="0">
              <a:spcAft>
                <a:spcPts val="600"/>
              </a:spcAft>
              <a:buNone/>
              <a:defRPr sz="1600"/>
            </a:lvl2pPr>
            <a:lvl3pPr marL="0" indent="0" algn="ctr" rtl="0">
              <a:spcAft>
                <a:spcPts val="600"/>
              </a:spcAft>
              <a:buNone/>
              <a:defRPr sz="1200"/>
            </a:lvl3pPr>
            <a:lvl4pPr marL="182880" indent="-182880" algn="ctr" rtl="0">
              <a:spcAft>
                <a:spcPts val="600"/>
              </a:spcAft>
              <a:buFont typeface="Arial" panose="020B0604020202020204" pitchFamily="34" charset="0"/>
              <a:buChar char="•"/>
              <a:defRPr sz="1200"/>
            </a:lvl4pPr>
            <a:lvl5pPr>
              <a:spcAft>
                <a:spcPts val="600"/>
              </a:spcAft>
              <a:defRPr sz="1600"/>
            </a:lvl5pPr>
          </a:lstStyle>
          <a:p>
            <a:pPr lvl="0"/>
            <a:r>
              <a:rPr lang="en-US" dirty="0"/>
              <a:t>Headline</a:t>
            </a:r>
          </a:p>
          <a:p>
            <a:pPr lvl="1"/>
            <a:r>
              <a:rPr lang="en-US" dirty="0"/>
              <a:t>Details</a:t>
            </a:r>
          </a:p>
          <a:p>
            <a:pPr lvl="2"/>
            <a:r>
              <a:rPr lang="en-US" dirty="0"/>
              <a:t>More details</a:t>
            </a:r>
          </a:p>
          <a:p>
            <a:pPr lvl="3"/>
            <a:r>
              <a:rPr lang="en-US" dirty="0"/>
              <a:t>Bullet point</a:t>
            </a:r>
          </a:p>
        </p:txBody>
      </p:sp>
      <p:sp>
        <p:nvSpPr>
          <p:cNvPr id="24" name="Text Placeholder 21">
            <a:extLst>
              <a:ext uri="{FF2B5EF4-FFF2-40B4-BE49-F238E27FC236}">
                <a16:creationId xmlns:a16="http://schemas.microsoft.com/office/drawing/2014/main" id="{82CB6C29-05E0-4B43-A2EB-22FEB969E562}"/>
              </a:ext>
            </a:extLst>
          </p:cNvPr>
          <p:cNvSpPr>
            <a:spLocks noGrp="1"/>
          </p:cNvSpPr>
          <p:nvPr>
            <p:ph type="body" sz="quarter" idx="23" hasCustomPrompt="1"/>
          </p:nvPr>
        </p:nvSpPr>
        <p:spPr>
          <a:xfrm>
            <a:off x="9825496" y="3898900"/>
            <a:ext cx="1985504" cy="1677926"/>
          </a:xfrm>
        </p:spPr>
        <p:txBody>
          <a:bodyPr/>
          <a:lstStyle>
            <a:lvl1pPr marL="0" indent="0" algn="ctr" rtl="0">
              <a:lnSpc>
                <a:spcPct val="90000"/>
              </a:lnSpc>
              <a:spcAft>
                <a:spcPts val="600"/>
              </a:spcAft>
              <a:buFont typeface="Arial" panose="020B0604020202020204" pitchFamily="34" charset="0"/>
              <a:buNone/>
              <a:defRPr sz="2000" b="1"/>
            </a:lvl1pPr>
            <a:lvl2pPr marL="0" indent="0" algn="ctr" rtl="0">
              <a:spcAft>
                <a:spcPts val="600"/>
              </a:spcAft>
              <a:buNone/>
              <a:defRPr sz="1600"/>
            </a:lvl2pPr>
            <a:lvl3pPr marL="0" indent="0" algn="ctr" rtl="0">
              <a:spcAft>
                <a:spcPts val="600"/>
              </a:spcAft>
              <a:buNone/>
              <a:defRPr sz="1200"/>
            </a:lvl3pPr>
            <a:lvl4pPr marL="182880" indent="-182880" algn="ctr" rtl="0">
              <a:spcAft>
                <a:spcPts val="600"/>
              </a:spcAft>
              <a:buFont typeface="Arial" panose="020B0604020202020204" pitchFamily="34" charset="0"/>
              <a:buChar char="•"/>
              <a:defRPr sz="1200"/>
            </a:lvl4pPr>
            <a:lvl5pPr>
              <a:spcAft>
                <a:spcPts val="600"/>
              </a:spcAft>
              <a:defRPr sz="1600"/>
            </a:lvl5pPr>
          </a:lstStyle>
          <a:p>
            <a:pPr lvl="0"/>
            <a:r>
              <a:rPr lang="en-US" dirty="0"/>
              <a:t>Headline</a:t>
            </a:r>
          </a:p>
          <a:p>
            <a:pPr lvl="1"/>
            <a:r>
              <a:rPr lang="en-US" dirty="0"/>
              <a:t>Details</a:t>
            </a:r>
          </a:p>
          <a:p>
            <a:pPr lvl="2"/>
            <a:r>
              <a:rPr lang="en-US" dirty="0"/>
              <a:t>More details</a:t>
            </a:r>
          </a:p>
          <a:p>
            <a:pPr lvl="3"/>
            <a:r>
              <a:rPr lang="en-US" dirty="0"/>
              <a:t>Bullet point</a:t>
            </a:r>
          </a:p>
        </p:txBody>
      </p:sp>
      <p:cxnSp>
        <p:nvCxnSpPr>
          <p:cNvPr id="4" name="Straight Connector 3">
            <a:extLst>
              <a:ext uri="{FF2B5EF4-FFF2-40B4-BE49-F238E27FC236}">
                <a16:creationId xmlns:a16="http://schemas.microsoft.com/office/drawing/2014/main" id="{B13EDE11-CE40-4943-AE63-A3B14CB3C037}"/>
              </a:ext>
            </a:extLst>
          </p:cNvPr>
          <p:cNvCxnSpPr>
            <a:cxnSpLocks/>
          </p:cNvCxnSpPr>
          <p:nvPr userDrawn="1"/>
        </p:nvCxnSpPr>
        <p:spPr>
          <a:xfrm>
            <a:off x="114156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D40C-58DA-45F1-8E80-6A74976C6E1E}"/>
              </a:ext>
            </a:extLst>
          </p:cNvPr>
          <p:cNvCxnSpPr/>
          <p:nvPr userDrawn="1"/>
        </p:nvCxnSpPr>
        <p:spPr>
          <a:xfrm>
            <a:off x="350358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91A22B2-C08A-41DA-ACB1-5B59B4CDA8DE}"/>
              </a:ext>
            </a:extLst>
          </p:cNvPr>
          <p:cNvCxnSpPr/>
          <p:nvPr userDrawn="1"/>
        </p:nvCxnSpPr>
        <p:spPr>
          <a:xfrm>
            <a:off x="586560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7D3E374-86AB-4A80-81AD-B09F07C51B80}"/>
              </a:ext>
            </a:extLst>
          </p:cNvPr>
          <p:cNvCxnSpPr/>
          <p:nvPr userDrawn="1"/>
        </p:nvCxnSpPr>
        <p:spPr>
          <a:xfrm>
            <a:off x="822762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A5244A-D0CA-43CB-A0DB-296A219EDC9D}"/>
              </a:ext>
            </a:extLst>
          </p:cNvPr>
          <p:cNvCxnSpPr>
            <a:cxnSpLocks/>
          </p:cNvCxnSpPr>
          <p:nvPr userDrawn="1"/>
        </p:nvCxnSpPr>
        <p:spPr>
          <a:xfrm>
            <a:off x="10589648"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Picture Placeholder 13">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3075791" y="2098874"/>
            <a:ext cx="1312792" cy="1312792"/>
          </a:xfrm>
          <a:noFill/>
        </p:spPr>
        <p:txBody>
          <a:bodyPr/>
          <a:lstStyle>
            <a:lvl1pPr marL="0" indent="0" algn="ctr" rtl="0">
              <a:buFont typeface="Arial" panose="020B0604020202020204" pitchFamily="34" charset="0"/>
              <a:buNone/>
              <a:defRPr sz="1800" b="0"/>
            </a:lvl1pPr>
          </a:lstStyle>
          <a:p>
            <a:r>
              <a:rPr lang="en-US"/>
              <a:t>Add icon</a:t>
            </a:r>
            <a:endParaRPr lang="en-US" dirty="0"/>
          </a:p>
        </p:txBody>
      </p:sp>
      <p:sp>
        <p:nvSpPr>
          <p:cNvPr id="30" name="Picture Placeholder 13">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437811" y="2098874"/>
            <a:ext cx="1312792" cy="1312792"/>
          </a:xfrm>
          <a:noFill/>
        </p:spPr>
        <p:txBody>
          <a:bodyPr/>
          <a:lstStyle>
            <a:lvl1pPr marL="0" indent="0" algn="ctr" rtl="0">
              <a:buFont typeface="Arial" panose="020B0604020202020204" pitchFamily="34" charset="0"/>
              <a:buNone/>
              <a:defRPr sz="1800" b="0"/>
            </a:lvl1pPr>
          </a:lstStyle>
          <a:p>
            <a:r>
              <a:rPr lang="en-US"/>
              <a:t>Add icon</a:t>
            </a:r>
            <a:endParaRPr lang="en-US" dirty="0"/>
          </a:p>
        </p:txBody>
      </p:sp>
      <p:sp>
        <p:nvSpPr>
          <p:cNvPr id="31" name="Picture Placeholder 13">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799831" y="2098874"/>
            <a:ext cx="1312792" cy="1312792"/>
          </a:xfrm>
          <a:noFill/>
        </p:spPr>
        <p:txBody>
          <a:bodyPr/>
          <a:lstStyle>
            <a:lvl1pPr marL="0" indent="0" algn="ctr" rtl="0">
              <a:buFont typeface="Arial" panose="020B0604020202020204" pitchFamily="34" charset="0"/>
              <a:buNone/>
              <a:defRPr sz="1800" b="0"/>
            </a:lvl1pPr>
          </a:lstStyle>
          <a:p>
            <a:r>
              <a:rPr lang="en-US"/>
              <a:t>Add icon</a:t>
            </a:r>
            <a:endParaRPr lang="en-US" dirty="0"/>
          </a:p>
        </p:txBody>
      </p:sp>
      <p:sp>
        <p:nvSpPr>
          <p:cNvPr id="32" name="Picture Placeholder 13">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161852" y="2098874"/>
            <a:ext cx="1312792" cy="1312792"/>
          </a:xfrm>
          <a:noFill/>
        </p:spPr>
        <p:txBody>
          <a:bodyPr/>
          <a:lstStyle>
            <a:lvl1pPr marL="0" indent="0" algn="ctr" rtl="0">
              <a:buFont typeface="Arial" panose="020B0604020202020204" pitchFamily="34" charset="0"/>
              <a:buNone/>
              <a:defRPr sz="1800" b="0"/>
            </a:lvl1pPr>
          </a:lstStyle>
          <a:p>
            <a:r>
              <a:rPr lang="en-US"/>
              <a:t>Add icon</a:t>
            </a:r>
            <a:endParaRPr lang="en-US" dirty="0"/>
          </a:p>
        </p:txBody>
      </p:sp>
    </p:spTree>
    <p:extLst>
      <p:ext uri="{BB962C8B-B14F-4D97-AF65-F5344CB8AC3E}">
        <p14:creationId xmlns:p14="http://schemas.microsoft.com/office/powerpoint/2010/main" val="4243783041"/>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4_6.j Title and Subtitle">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83A2D3C-9F31-48D6-C1C1-9276BD6A5A27}"/>
              </a:ext>
            </a:extLst>
          </p:cNvPr>
          <p:cNvGraphicFramePr>
            <a:graphicFrameLocks noChangeAspect="1"/>
          </p:cNvGraphicFramePr>
          <p:nvPr userDrawn="1">
            <p:custDataLst>
              <p:tags r:id="rId1"/>
            </p:custDataLst>
            <p:extLst>
              <p:ext uri="{D42A27DB-BD31-4B8C-83A1-F6EECF244321}">
                <p14:modId xmlns:p14="http://schemas.microsoft.com/office/powerpoint/2010/main" val="9098575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583A2D3C-9F31-48D6-C1C1-9276BD6A5A2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1">
            <a:extLst>
              <a:ext uri="{FF2B5EF4-FFF2-40B4-BE49-F238E27FC236}">
                <a16:creationId xmlns:a16="http://schemas.microsoft.com/office/drawing/2014/main" id="{9EAD9AED-9987-4CE9-B39D-B256B46200E0}"/>
              </a:ext>
            </a:extLst>
          </p:cNvPr>
          <p:cNvSpPr>
            <a:spLocks noGrp="1"/>
          </p:cNvSpPr>
          <p:nvPr>
            <p:ph type="title" hasCustomPrompt="1"/>
          </p:nvPr>
        </p:nvSpPr>
        <p:spPr>
          <a:xfrm>
            <a:off x="381000" y="381000"/>
            <a:ext cx="11430000" cy="990600"/>
          </a:xfrm>
        </p:spPr>
        <p:txBody>
          <a:bodyPr vert="horz"/>
          <a:lstStyle>
            <a:lvl1pPr rtl="0">
              <a:defRPr sz="3600"/>
            </a:lvl1pPr>
          </a:lstStyle>
          <a:p>
            <a:r>
              <a:rPr lang="en-US"/>
              <a:t>Place headline here (36pt, min 30pt)</a:t>
            </a:r>
            <a:endParaRPr lang="en-US" dirty="0"/>
          </a:p>
        </p:txBody>
      </p:sp>
      <p:sp>
        <p:nvSpPr>
          <p:cNvPr id="4" name="Text Placeholder 3">
            <a:extLst>
              <a:ext uri="{FF2B5EF4-FFF2-40B4-BE49-F238E27FC236}">
                <a16:creationId xmlns:a16="http://schemas.microsoft.com/office/drawing/2014/main" id="{10B59D74-4DC0-40E2-B20A-FB7DC1FBBC8F}"/>
              </a:ext>
            </a:extLst>
          </p:cNvPr>
          <p:cNvSpPr>
            <a:spLocks noGrp="1"/>
          </p:cNvSpPr>
          <p:nvPr>
            <p:ph type="body" sz="quarter" idx="10" hasCustomPrompt="1"/>
          </p:nvPr>
        </p:nvSpPr>
        <p:spPr>
          <a:xfrm>
            <a:off x="381000" y="1371600"/>
            <a:ext cx="11430000" cy="345233"/>
          </a:xfrm>
        </p:spPr>
        <p:txBody>
          <a:bodyPr/>
          <a:lstStyle>
            <a:lvl1pPr rtl="0">
              <a:defRPr>
                <a:solidFill>
                  <a:schemeClr val="accent1"/>
                </a:solidFill>
                <a:latin typeface="GT Sectra Fine"/>
              </a:defRPr>
            </a:lvl1pPr>
            <a:lvl2pPr marL="0" indent="0">
              <a:buNone/>
              <a:defRPr/>
            </a:lvl2pPr>
          </a:lstStyle>
          <a:p>
            <a:pPr lvl="0"/>
            <a:r>
              <a:rPr lang="en-US" dirty="0"/>
              <a:t>Place subtitle here</a:t>
            </a:r>
          </a:p>
        </p:txBody>
      </p:sp>
    </p:spTree>
    <p:extLst>
      <p:ext uri="{BB962C8B-B14F-4D97-AF65-F5344CB8AC3E}">
        <p14:creationId xmlns:p14="http://schemas.microsoft.com/office/powerpoint/2010/main" val="1218921488"/>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3_6.a Title and Content - Dark">
    <p:bg>
      <p:bgPr>
        <a:solidFill>
          <a:schemeClr val="accent3"/>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1DC2721-E2F1-F98D-2CCE-6A97321E35D7}"/>
              </a:ext>
            </a:extLst>
          </p:cNvPr>
          <p:cNvGraphicFramePr>
            <a:graphicFrameLocks noChangeAspect="1"/>
          </p:cNvGraphicFramePr>
          <p:nvPr userDrawn="1">
            <p:custDataLst>
              <p:tags r:id="rId1"/>
            </p:custDataLst>
            <p:extLst>
              <p:ext uri="{D42A27DB-BD31-4B8C-83A1-F6EECF244321}">
                <p14:modId xmlns:p14="http://schemas.microsoft.com/office/powerpoint/2010/main" val="36159669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think-cell data - do not delete" hidden="1">
                        <a:extLst>
                          <a:ext uri="{FF2B5EF4-FFF2-40B4-BE49-F238E27FC236}">
                            <a16:creationId xmlns:a16="http://schemas.microsoft.com/office/drawing/2014/main" id="{81DC2721-E2F1-F98D-2CCE-6A97321E35D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1">
            <a:extLst>
              <a:ext uri="{FF2B5EF4-FFF2-40B4-BE49-F238E27FC236}">
                <a16:creationId xmlns:a16="http://schemas.microsoft.com/office/drawing/2014/main" id="{86D4EA4B-84F0-4EB3-B6B4-6EAB903D2C21}"/>
              </a:ext>
            </a:extLst>
          </p:cNvPr>
          <p:cNvSpPr>
            <a:spLocks noGrp="1"/>
          </p:cNvSpPr>
          <p:nvPr>
            <p:ph type="title" hasCustomPrompt="1"/>
          </p:nvPr>
        </p:nvSpPr>
        <p:spPr>
          <a:xfrm>
            <a:off x="381000" y="381000"/>
            <a:ext cx="11430000" cy="990600"/>
          </a:xfrm>
        </p:spPr>
        <p:txBody>
          <a:bodyPr vert="horz"/>
          <a:lstStyle>
            <a:lvl1pPr rtl="0">
              <a:defRPr sz="3600"/>
            </a:lvl1pPr>
          </a:lstStyle>
          <a:p>
            <a:r>
              <a:rPr lang="en-US"/>
              <a:t>Place headline here (36pt, min 30pt)</a:t>
            </a:r>
            <a:endParaRPr lang="en-US" dirty="0"/>
          </a:p>
        </p:txBody>
      </p:sp>
      <p:sp>
        <p:nvSpPr>
          <p:cNvPr id="5" name="Content Placeholder 7">
            <a:extLst>
              <a:ext uri="{FF2B5EF4-FFF2-40B4-BE49-F238E27FC236}">
                <a16:creationId xmlns:a16="http://schemas.microsoft.com/office/drawing/2014/main" id="{6DFCE48E-1DF3-48D6-BD43-BA3B9CE95A05}"/>
              </a:ext>
            </a:extLst>
          </p:cNvPr>
          <p:cNvSpPr>
            <a:spLocks noGrp="1"/>
          </p:cNvSpPr>
          <p:nvPr>
            <p:ph sz="quarter" idx="10" hasCustomPrompt="1"/>
          </p:nvPr>
        </p:nvSpPr>
        <p:spPr>
          <a:xfrm>
            <a:off x="381001" y="1371601"/>
            <a:ext cx="11430000" cy="4940300"/>
          </a:xfrm>
        </p:spPr>
        <p:txBody>
          <a:bodyPr/>
          <a:lstStyle>
            <a:lvl1pPr rtl="0">
              <a:defRPr/>
            </a:lvl1pPr>
            <a:lvl2pPr rtl="0">
              <a:defRPr/>
            </a:lvl2pPr>
            <a:lvl3pPr rtl="0">
              <a:defRPr/>
            </a:lvl3pPr>
            <a:lvl4pPr rtl="0">
              <a:defRPr/>
            </a:lvl4pPr>
            <a:lvl5pPr rtl="0">
              <a:defRPr/>
            </a:lvl5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a:extLst>
              <a:ext uri="{FF2B5EF4-FFF2-40B4-BE49-F238E27FC236}">
                <a16:creationId xmlns:a16="http://schemas.microsoft.com/office/drawing/2014/main" id="{22122DB9-946D-4FF1-AC88-14F597202F0B}"/>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2617283809"/>
      </p:ext>
    </p:extLst>
  </p:cSld>
  <p:clrMapOvr>
    <a:overrideClrMapping bg1="dk1" tx1="lt1" bg2="dk2" tx2="lt2" accent1="accent1" accent2="accent2" accent3="accent3" accent4="accent4" accent5="accent5" accent6="accent6" hlink="hlink" folHlink="folHlink"/>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3_6.b Title and Content - Light">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22544BB-EFC3-3518-7B18-679332B0AEF2}"/>
              </a:ext>
            </a:extLst>
          </p:cNvPr>
          <p:cNvGraphicFramePr>
            <a:graphicFrameLocks noChangeAspect="1"/>
          </p:cNvGraphicFramePr>
          <p:nvPr userDrawn="1">
            <p:custDataLst>
              <p:tags r:id="rId1"/>
            </p:custDataLst>
            <p:extLst>
              <p:ext uri="{D42A27DB-BD31-4B8C-83A1-F6EECF244321}">
                <p14:modId xmlns:p14="http://schemas.microsoft.com/office/powerpoint/2010/main" val="31922783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822544BB-EFC3-3518-7B18-679332B0AEF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90600"/>
          </a:xfrm>
        </p:spPr>
        <p:txBody>
          <a:bodyPr vert="horz"/>
          <a:lstStyle>
            <a:lvl1pPr rtl="0">
              <a:defRPr sz="3600"/>
            </a:lvl1pPr>
          </a:lstStyle>
          <a:p>
            <a:r>
              <a:rPr lang="en-US"/>
              <a:t>Place headline here (36pt, min 30pt)</a:t>
            </a:r>
            <a:endParaRPr lang="en-US" dirty="0"/>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371601"/>
            <a:ext cx="11430000" cy="4940300"/>
          </a:xfrm>
        </p:spPr>
        <p:txBody>
          <a:bodyPr/>
          <a:lstStyle>
            <a:lvl1pPr rtl="0">
              <a:defRPr/>
            </a:lvl1pPr>
            <a:lvl2pPr rtl="0">
              <a:defRPr/>
            </a:lvl2pPr>
            <a:lvl3pPr rtl="0">
              <a:defRPr/>
            </a:lvl3pPr>
            <a:lvl4pPr rtl="0">
              <a:defRPr/>
            </a:lvl4pPr>
            <a:lvl5pPr rtl="0">
              <a:defRPr/>
            </a:lvl5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3572122"/>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6.c Title only - Light">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782DED0-FA7A-B7DF-04D4-BFC0D3E72847}"/>
              </a:ext>
            </a:extLst>
          </p:cNvPr>
          <p:cNvGraphicFramePr>
            <a:graphicFrameLocks noChangeAspect="1"/>
          </p:cNvGraphicFramePr>
          <p:nvPr userDrawn="1">
            <p:custDataLst>
              <p:tags r:id="rId1"/>
            </p:custDataLst>
            <p:extLst>
              <p:ext uri="{D42A27DB-BD31-4B8C-83A1-F6EECF244321}">
                <p14:modId xmlns:p14="http://schemas.microsoft.com/office/powerpoint/2010/main" val="18121981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F782DED0-FA7A-B7DF-04D4-BFC0D3E728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1">
            <a:extLst>
              <a:ext uri="{FF2B5EF4-FFF2-40B4-BE49-F238E27FC236}">
                <a16:creationId xmlns:a16="http://schemas.microsoft.com/office/drawing/2014/main" id="{9EAD9AED-9987-4CE9-B39D-B256B46200E0}"/>
              </a:ext>
            </a:extLst>
          </p:cNvPr>
          <p:cNvSpPr>
            <a:spLocks noGrp="1"/>
          </p:cNvSpPr>
          <p:nvPr>
            <p:ph type="title" hasCustomPrompt="1"/>
          </p:nvPr>
        </p:nvSpPr>
        <p:spPr>
          <a:xfrm>
            <a:off x="381000" y="381000"/>
            <a:ext cx="11430000" cy="990600"/>
          </a:xfrm>
        </p:spPr>
        <p:txBody>
          <a:bodyPr vert="horz"/>
          <a:lstStyle>
            <a:lvl1pPr rtl="0">
              <a:defRPr sz="3600"/>
            </a:lvl1pPr>
          </a:lstStyle>
          <a:p>
            <a:r>
              <a:rPr lang="en-US"/>
              <a:t>Place headline here (36pt, min 30pt)</a:t>
            </a:r>
            <a:endParaRPr lang="en-US" dirty="0"/>
          </a:p>
        </p:txBody>
      </p:sp>
    </p:spTree>
    <p:extLst>
      <p:ext uri="{BB962C8B-B14F-4D97-AF65-F5344CB8AC3E}">
        <p14:creationId xmlns:p14="http://schemas.microsoft.com/office/powerpoint/2010/main" val="1874915940"/>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3_6.e Columns 2 - Headline + GT Sectr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6745CD3-1050-251D-C9F8-C769BF70657F}"/>
              </a:ext>
            </a:extLst>
          </p:cNvPr>
          <p:cNvGraphicFramePr>
            <a:graphicFrameLocks noChangeAspect="1"/>
          </p:cNvGraphicFramePr>
          <p:nvPr userDrawn="1">
            <p:custDataLst>
              <p:tags r:id="rId1"/>
            </p:custDataLst>
            <p:extLst>
              <p:ext uri="{D42A27DB-BD31-4B8C-83A1-F6EECF244321}">
                <p14:modId xmlns:p14="http://schemas.microsoft.com/office/powerpoint/2010/main" val="14694800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46745CD3-1050-251D-C9F8-C769BF70657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0" y="3004457"/>
            <a:ext cx="5524500" cy="2869570"/>
          </a:xfrm>
        </p:spPr>
        <p:txBody>
          <a:bodyPr/>
          <a:lstStyle>
            <a:lvl1pPr marL="0" indent="0" rtl="0">
              <a:lnSpc>
                <a:spcPct val="90000"/>
              </a:lnSpc>
              <a:buNone/>
              <a:defRPr sz="2400">
                <a:solidFill>
                  <a:schemeClr val="accent1"/>
                </a:solidFill>
                <a:latin typeface="GT Sectra Fine" panose="00000500000000000000" pitchFamily="50" charset="0"/>
              </a:defRPr>
            </a:lvl1pPr>
            <a:lvl2pPr marL="0" indent="0" rtl="0">
              <a:buNone/>
              <a:defRPr sz="1800"/>
            </a:lvl2pPr>
            <a:lvl3pPr marL="228600" rtl="0">
              <a:buFont typeface="Arial" panose="020B0604020202020204" pitchFamily="34" charset="0"/>
              <a:buChar char="•"/>
              <a:defRPr sz="1800"/>
            </a:lvl3pPr>
            <a:lvl4pPr marL="457200" rtl="0">
              <a:buFont typeface="System Font"/>
              <a:buChar char="–"/>
              <a:defRPr sz="1600"/>
            </a:lvl4pPr>
            <a:lvl5pPr marL="685800" rtl="0">
              <a:buFont typeface="Arial" panose="020B0604020202020204" pitchFamily="34" charset="0"/>
              <a:buChar char="•"/>
              <a:defRPr sz="1600"/>
            </a:lvl5pPr>
          </a:lstStyle>
          <a:p>
            <a:pPr lvl="0"/>
            <a:r>
              <a:rPr lang="en-US" dirty="0"/>
              <a:t>Place sub-headline here in GT Sectra Fine, indent for other levels</a:t>
            </a:r>
          </a:p>
          <a:p>
            <a:pPr lvl="1"/>
            <a:r>
              <a:rPr lang="en-US" dirty="0"/>
              <a:t>Second level (text 18pt)</a:t>
            </a:r>
          </a:p>
          <a:p>
            <a:pPr lvl="2"/>
            <a:r>
              <a:rPr lang="en-US" dirty="0"/>
              <a:t>Third level bullet (bullet 18pt)</a:t>
            </a:r>
          </a:p>
          <a:p>
            <a:pPr lvl="3"/>
            <a:r>
              <a:rPr lang="en-US" dirty="0"/>
              <a:t>Fourth level bullet (bullet 16pt)</a:t>
            </a:r>
          </a:p>
          <a:p>
            <a:pPr lvl="4"/>
            <a:r>
              <a:rPr lang="en-US" dirty="0"/>
              <a:t>Fifth level bullet (bullet 16pt)</a:t>
            </a:r>
          </a:p>
        </p:txBody>
      </p:sp>
      <p:sp>
        <p:nvSpPr>
          <p:cNvPr id="6" name="Content Placeholder 7">
            <a:extLst>
              <a:ext uri="{FF2B5EF4-FFF2-40B4-BE49-F238E27FC236}">
                <a16:creationId xmlns:a16="http://schemas.microsoft.com/office/drawing/2014/main" id="{CC1513EB-EC9B-9B42-BA12-BC659505A768}"/>
              </a:ext>
            </a:extLst>
          </p:cNvPr>
          <p:cNvSpPr>
            <a:spLocks noGrp="1"/>
          </p:cNvSpPr>
          <p:nvPr>
            <p:ph sz="quarter" idx="10" hasCustomPrompt="1"/>
          </p:nvPr>
        </p:nvSpPr>
        <p:spPr>
          <a:xfrm>
            <a:off x="6286499" y="1371601"/>
            <a:ext cx="5524500" cy="4502426"/>
          </a:xfrm>
        </p:spPr>
        <p:txBody>
          <a:bodyPr/>
          <a:lstStyle>
            <a:lvl1pPr rtl="0">
              <a:defRPr/>
            </a:lvl1pPr>
            <a:lvl2pPr rtl="0">
              <a:defRPr/>
            </a:lvl2pPr>
            <a:lvl3pPr rtl="0">
              <a:defRPr/>
            </a:lvl3pPr>
            <a:lvl4pPr rtl="0">
              <a:defRPr/>
            </a:lvl4pPr>
            <a:lvl5pPr rtl="0">
              <a:defRPr/>
            </a:lvl5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1371601"/>
            <a:ext cx="5524499" cy="1632856"/>
          </a:xfrm>
        </p:spPr>
        <p:txBody>
          <a:bodyPr vert="horz"/>
          <a:lstStyle>
            <a:lvl1pPr rtl="0">
              <a:defRPr/>
            </a:lvl1pPr>
          </a:lstStyle>
          <a:p>
            <a:r>
              <a:rPr lang="en-US"/>
              <a:t>Place headline here (36pt, min 30pt)</a:t>
            </a:r>
            <a:endParaRPr lang="en-US" dirty="0"/>
          </a:p>
        </p:txBody>
      </p:sp>
    </p:spTree>
    <p:extLst>
      <p:ext uri="{BB962C8B-B14F-4D97-AF65-F5344CB8AC3E}">
        <p14:creationId xmlns:p14="http://schemas.microsoft.com/office/powerpoint/2010/main" val="3140615516"/>
      </p:ext>
    </p:extLst>
  </p:cSld>
  <p:clrMapOvr>
    <a:masterClrMapping/>
  </p:clrMapOvr>
  <p:extLst>
    <p:ext uri="{DCECCB84-F9BA-43D5-87BE-67443E8EF086}">
      <p15:sldGuideLst xmlns:p15="http://schemas.microsoft.com/office/powerpoint/2012/main">
        <p15:guide id="1" orient="horz" pos="864">
          <p15:clr>
            <a:srgbClr val="5ACBF0"/>
          </p15:clr>
        </p15:guide>
        <p15:guide id="2" pos="3720">
          <p15:clr>
            <a:srgbClr val="5ACBF0"/>
          </p15:clr>
        </p15:guide>
        <p15:guide id="3" pos="3960">
          <p15:clr>
            <a:srgbClr val="5ACBF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3_6.f Columns 2 - Headline + Conten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4A2F63C-B9EF-4A95-3A9A-B777755B0543}"/>
              </a:ext>
            </a:extLst>
          </p:cNvPr>
          <p:cNvGraphicFramePr>
            <a:graphicFrameLocks noChangeAspect="1"/>
          </p:cNvGraphicFramePr>
          <p:nvPr userDrawn="1">
            <p:custDataLst>
              <p:tags r:id="rId1"/>
            </p:custDataLst>
            <p:extLst>
              <p:ext uri="{D42A27DB-BD31-4B8C-83A1-F6EECF244321}">
                <p14:modId xmlns:p14="http://schemas.microsoft.com/office/powerpoint/2010/main" val="20147932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E4A2F63C-B9EF-4A95-3A9A-B777755B054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p:spPr>
        <p:txBody>
          <a:bodyPr vert="horz"/>
          <a:lstStyle>
            <a:lvl1pPr rtl="0">
              <a:defRPr/>
            </a:lvl1pPr>
          </a:lstStyle>
          <a:p>
            <a:r>
              <a:rPr lang="en-US"/>
              <a:t>Place headline here (36pt, min 30pt)</a:t>
            </a:r>
            <a:endParaRPr lang="en-US" dirty="0"/>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1371601"/>
            <a:ext cx="552450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 24pt</a:t>
            </a:r>
          </a:p>
        </p:txBody>
      </p:sp>
      <p:sp>
        <p:nvSpPr>
          <p:cNvPr id="13" name="Text Placeholder 2">
            <a:extLst>
              <a:ext uri="{FF2B5EF4-FFF2-40B4-BE49-F238E27FC236}">
                <a16:creationId xmlns:a16="http://schemas.microsoft.com/office/drawing/2014/main" id="{EDE1E44A-D007-46D2-9E20-283025607FF2}"/>
              </a:ext>
            </a:extLst>
          </p:cNvPr>
          <p:cNvSpPr>
            <a:spLocks noGrp="1"/>
          </p:cNvSpPr>
          <p:nvPr>
            <p:ph type="body" idx="14" hasCustomPrompt="1"/>
          </p:nvPr>
        </p:nvSpPr>
        <p:spPr>
          <a:xfrm>
            <a:off x="6286499" y="1371601"/>
            <a:ext cx="552450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 24pt</a:t>
            </a:r>
          </a:p>
        </p:txBody>
      </p:sp>
      <p:sp>
        <p:nvSpPr>
          <p:cNvPr id="18" name="Text Placeholder 2">
            <a:extLst>
              <a:ext uri="{FF2B5EF4-FFF2-40B4-BE49-F238E27FC236}">
                <a16:creationId xmlns:a16="http://schemas.microsoft.com/office/drawing/2014/main" id="{6B6533C5-6F53-46C1-904B-4A15BC734E7D}"/>
              </a:ext>
            </a:extLst>
          </p:cNvPr>
          <p:cNvSpPr>
            <a:spLocks noGrp="1"/>
          </p:cNvSpPr>
          <p:nvPr>
            <p:ph type="body" idx="16" hasCustomPrompt="1"/>
          </p:nvPr>
        </p:nvSpPr>
        <p:spPr>
          <a:xfrm>
            <a:off x="381000" y="5874026"/>
            <a:ext cx="5524500" cy="437873"/>
          </a:xfrm>
        </p:spPr>
        <p:txBody>
          <a:bodyPr anchor="t"/>
          <a:lstStyle>
            <a:lvl1pPr marL="0" indent="0" defTabSz="228600" rtl="0">
              <a:lnSpc>
                <a:spcPct val="90000"/>
              </a:lnSpc>
              <a:spcAft>
                <a:spcPts val="0"/>
              </a:spcAft>
              <a:buFont typeface="Arial" panose="020B0604020202020204" pitchFamily="34" charset="0"/>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more info here 12pt</a:t>
            </a:r>
          </a:p>
        </p:txBody>
      </p:sp>
      <p:sp>
        <p:nvSpPr>
          <p:cNvPr id="21" name="Text Placeholder 2">
            <a:extLst>
              <a:ext uri="{FF2B5EF4-FFF2-40B4-BE49-F238E27FC236}">
                <a16:creationId xmlns:a16="http://schemas.microsoft.com/office/drawing/2014/main" id="{842901BF-D744-42DD-805A-32CB37B9D8BC}"/>
              </a:ext>
            </a:extLst>
          </p:cNvPr>
          <p:cNvSpPr>
            <a:spLocks noGrp="1"/>
          </p:cNvSpPr>
          <p:nvPr>
            <p:ph type="body" idx="17" hasCustomPrompt="1"/>
          </p:nvPr>
        </p:nvSpPr>
        <p:spPr>
          <a:xfrm>
            <a:off x="6286499" y="5874026"/>
            <a:ext cx="5524500" cy="437873"/>
          </a:xfrm>
        </p:spPr>
        <p:txBody>
          <a:bodyPr vert="horz" lIns="0" tIns="0" rIns="0" bIns="0" rtlCol="0" anchor="t">
            <a:noAutofit/>
          </a:bodyPr>
          <a:lstStyle>
            <a:lvl1pPr marL="0" indent="0" defTabSz="228600" rtl="0">
              <a:buNone/>
              <a:defRPr lang="en-US" sz="1200" dirty="0"/>
            </a:lvl1pPr>
          </a:lstStyle>
          <a:p>
            <a:pPr lvl="0"/>
            <a:r>
              <a:rPr lang="en-US" dirty="0"/>
              <a:t>Place more info here 12pt</a:t>
            </a:r>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2194561"/>
            <a:ext cx="5524499" cy="3679465"/>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2194561"/>
            <a:ext cx="5524499" cy="3679465"/>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Tree>
    <p:extLst>
      <p:ext uri="{BB962C8B-B14F-4D97-AF65-F5344CB8AC3E}">
        <p14:creationId xmlns:p14="http://schemas.microsoft.com/office/powerpoint/2010/main" val="3643347012"/>
      </p:ext>
    </p:extLst>
  </p:cSld>
  <p:clrMapOvr>
    <a:masterClrMapping/>
  </p:clrMapOvr>
  <p:extLst>
    <p:ext uri="{DCECCB84-F9BA-43D5-87BE-67443E8EF086}">
      <p15:sldGuideLst xmlns:p15="http://schemas.microsoft.com/office/powerpoint/2012/main">
        <p15:guide id="1" orient="horz" pos="864">
          <p15:clr>
            <a:srgbClr val="5ACBF0"/>
          </p15:clr>
        </p15:guide>
        <p15:guide id="2" pos="3720">
          <p15:clr>
            <a:srgbClr val="5ACBF0"/>
          </p15:clr>
        </p15:guide>
        <p15:guide id="3" pos="3960">
          <p15:clr>
            <a:srgbClr val="5ACBF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3_6.g Columns 3 - Lis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F33624F-ABFF-4754-E6D1-2891949DC4B2}"/>
              </a:ext>
            </a:extLst>
          </p:cNvPr>
          <p:cNvGraphicFramePr>
            <a:graphicFrameLocks noChangeAspect="1"/>
          </p:cNvGraphicFramePr>
          <p:nvPr userDrawn="1">
            <p:custDataLst>
              <p:tags r:id="rId1"/>
            </p:custDataLst>
            <p:extLst>
              <p:ext uri="{D42A27DB-BD31-4B8C-83A1-F6EECF244321}">
                <p14:modId xmlns:p14="http://schemas.microsoft.com/office/powerpoint/2010/main" val="22073967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FF33624F-ABFF-4754-E6D1-2891949DC4B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p:spPr>
        <p:txBody>
          <a:bodyPr vert="horz"/>
          <a:lstStyle>
            <a:lvl1pPr rtl="0">
              <a:defRPr/>
            </a:lvl1pPr>
          </a:lstStyle>
          <a:p>
            <a:r>
              <a:rPr lang="en-US"/>
              <a:t>Place headline here (36pt, min 30pt)</a:t>
            </a:r>
            <a:endParaRPr lang="en-US" dirty="0"/>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355600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4" name="Content Placeholder 3">
            <a:extLst>
              <a:ext uri="{FF2B5EF4-FFF2-40B4-BE49-F238E27FC236}">
                <a16:creationId xmlns:a16="http://schemas.microsoft.com/office/drawing/2014/main" id="{02BA4C27-1C65-4465-A8B1-ACE92701B4D0}"/>
              </a:ext>
            </a:extLst>
          </p:cNvPr>
          <p:cNvSpPr>
            <a:spLocks noGrp="1"/>
          </p:cNvSpPr>
          <p:nvPr>
            <p:ph sz="half" idx="2" hasCustomPrompt="1"/>
          </p:nvPr>
        </p:nvSpPr>
        <p:spPr>
          <a:xfrm>
            <a:off x="381000" y="3108960"/>
            <a:ext cx="3556000"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3556000"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dirty="0"/>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318000" y="2286000"/>
            <a:ext cx="355600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23" name="Content Placeholder 3">
            <a:extLst>
              <a:ext uri="{FF2B5EF4-FFF2-40B4-BE49-F238E27FC236}">
                <a16:creationId xmlns:a16="http://schemas.microsoft.com/office/drawing/2014/main" id="{DB26F5FE-8482-4C00-99C1-3FC3BEEE82C8}"/>
              </a:ext>
            </a:extLst>
          </p:cNvPr>
          <p:cNvSpPr>
            <a:spLocks noGrp="1"/>
          </p:cNvSpPr>
          <p:nvPr>
            <p:ph sz="half" idx="20" hasCustomPrompt="1"/>
          </p:nvPr>
        </p:nvSpPr>
        <p:spPr>
          <a:xfrm>
            <a:off x="4318000" y="3108960"/>
            <a:ext cx="3556000"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lang="en-US" sz="1200" kern="1200" dirty="0">
                <a:solidFill>
                  <a:schemeClr val="tx1"/>
                </a:solidFill>
                <a:latin typeface="+mn-lt"/>
                <a:ea typeface="+mn-ea"/>
                <a:cs typeface="+mn-cs"/>
              </a:defRPr>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dirty="0"/>
              <a:t>Sixth level</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318000" y="1828800"/>
            <a:ext cx="3556000"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dirty="0"/>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286000"/>
            <a:ext cx="355600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26" name="Content Placeholder 3">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08960"/>
            <a:ext cx="3556000"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lang="en-US" sz="1200" kern="1200" dirty="0">
                <a:solidFill>
                  <a:schemeClr val="tx1"/>
                </a:solidFill>
                <a:latin typeface="+mn-lt"/>
                <a:ea typeface="+mn-ea"/>
                <a:cs typeface="+mn-cs"/>
              </a:defRPr>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dirty="0"/>
              <a:t>Sixth level</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28800"/>
            <a:ext cx="3556000"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dirty="0"/>
          </a:p>
        </p:txBody>
      </p:sp>
    </p:spTree>
    <p:extLst>
      <p:ext uri="{BB962C8B-B14F-4D97-AF65-F5344CB8AC3E}">
        <p14:creationId xmlns:p14="http://schemas.microsoft.com/office/powerpoint/2010/main" val="726712149"/>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3_6.h Columns 4 - Lis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C3D3A87-2F29-7296-F840-48883E522B0D}"/>
              </a:ext>
            </a:extLst>
          </p:cNvPr>
          <p:cNvGraphicFramePr>
            <a:graphicFrameLocks noChangeAspect="1"/>
          </p:cNvGraphicFramePr>
          <p:nvPr userDrawn="1">
            <p:custDataLst>
              <p:tags r:id="rId1"/>
            </p:custDataLst>
            <p:extLst>
              <p:ext uri="{D42A27DB-BD31-4B8C-83A1-F6EECF244321}">
                <p14:modId xmlns:p14="http://schemas.microsoft.com/office/powerpoint/2010/main" val="14016940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BC3D3A87-2F29-7296-F840-48883E522B0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p:spPr>
        <p:txBody>
          <a:bodyPr vert="horz"/>
          <a:lstStyle>
            <a:lvl1pPr rtl="0">
              <a:defRPr/>
            </a:lvl1pPr>
          </a:lstStyle>
          <a:p>
            <a:r>
              <a:rPr lang="en-US"/>
              <a:t>Place headline here (36pt, min 30pt)</a:t>
            </a:r>
            <a:endParaRPr lang="en-US" dirty="0"/>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2571749"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2571749"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dirty="0"/>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3333750" y="2286000"/>
            <a:ext cx="257175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3333750" y="1828800"/>
            <a:ext cx="2571750"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dirty="0"/>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6286500" y="2286000"/>
            <a:ext cx="257175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6286500" y="1828800"/>
            <a:ext cx="2571750"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dirty="0"/>
          </a:p>
        </p:txBody>
      </p:sp>
      <p:sp>
        <p:nvSpPr>
          <p:cNvPr id="18" name="Text Placeholder 2">
            <a:extLst>
              <a:ext uri="{FF2B5EF4-FFF2-40B4-BE49-F238E27FC236}">
                <a16:creationId xmlns:a16="http://schemas.microsoft.com/office/drawing/2014/main" id="{6973701C-90E3-449B-A44A-0C66B0945601}"/>
              </a:ext>
            </a:extLst>
          </p:cNvPr>
          <p:cNvSpPr>
            <a:spLocks noGrp="1"/>
          </p:cNvSpPr>
          <p:nvPr>
            <p:ph type="body" idx="25" hasCustomPrompt="1"/>
          </p:nvPr>
        </p:nvSpPr>
        <p:spPr>
          <a:xfrm>
            <a:off x="9239250" y="2286000"/>
            <a:ext cx="2571750" cy="822960"/>
          </a:xfrm>
        </p:spPr>
        <p:txBody>
          <a:bodyPr anchor="t"/>
          <a:lstStyle>
            <a:lvl1pPr marL="0" indent="0" rtl="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21" name="Text Placeholder 2">
            <a:extLst>
              <a:ext uri="{FF2B5EF4-FFF2-40B4-BE49-F238E27FC236}">
                <a16:creationId xmlns:a16="http://schemas.microsoft.com/office/drawing/2014/main" id="{D6CB018D-34A3-4417-AE76-9BB3793F0332}"/>
              </a:ext>
            </a:extLst>
          </p:cNvPr>
          <p:cNvSpPr>
            <a:spLocks noGrp="1"/>
          </p:cNvSpPr>
          <p:nvPr>
            <p:ph type="body" idx="27" hasCustomPrompt="1"/>
          </p:nvPr>
        </p:nvSpPr>
        <p:spPr>
          <a:xfrm>
            <a:off x="9239250" y="1828800"/>
            <a:ext cx="2571750" cy="457200"/>
          </a:xfrm>
        </p:spPr>
        <p:txBody>
          <a:bodyPr anchor="t"/>
          <a:lstStyle>
            <a:lvl1pPr marL="0" indent="0" rtl="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dirty="0"/>
          </a:p>
        </p:txBody>
      </p:sp>
      <p:sp>
        <p:nvSpPr>
          <p:cNvPr id="16" name="Content Placeholder 3">
            <a:extLst>
              <a:ext uri="{FF2B5EF4-FFF2-40B4-BE49-F238E27FC236}">
                <a16:creationId xmlns:a16="http://schemas.microsoft.com/office/drawing/2014/main" id="{3BDC2B1A-D3A0-C04B-AEDB-0389C637EF1A}"/>
              </a:ext>
            </a:extLst>
          </p:cNvPr>
          <p:cNvSpPr>
            <a:spLocks noGrp="1"/>
          </p:cNvSpPr>
          <p:nvPr>
            <p:ph sz="half" idx="28" hasCustomPrompt="1"/>
          </p:nvPr>
        </p:nvSpPr>
        <p:spPr>
          <a:xfrm>
            <a:off x="381000" y="3108960"/>
            <a:ext cx="2571749"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7" name="Content Placeholder 3">
            <a:extLst>
              <a:ext uri="{FF2B5EF4-FFF2-40B4-BE49-F238E27FC236}">
                <a16:creationId xmlns:a16="http://schemas.microsoft.com/office/drawing/2014/main" id="{40F6CE73-9C88-264F-A7F2-A3D2B2D1938B}"/>
              </a:ext>
            </a:extLst>
          </p:cNvPr>
          <p:cNvSpPr>
            <a:spLocks noGrp="1"/>
          </p:cNvSpPr>
          <p:nvPr>
            <p:ph sz="half" idx="29" hasCustomPrompt="1"/>
          </p:nvPr>
        </p:nvSpPr>
        <p:spPr>
          <a:xfrm>
            <a:off x="3333751" y="3108960"/>
            <a:ext cx="2571749"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8" name="Content Placeholder 3">
            <a:extLst>
              <a:ext uri="{FF2B5EF4-FFF2-40B4-BE49-F238E27FC236}">
                <a16:creationId xmlns:a16="http://schemas.microsoft.com/office/drawing/2014/main" id="{5F289FE6-F2A2-784D-9D31-047C10F04CDF}"/>
              </a:ext>
            </a:extLst>
          </p:cNvPr>
          <p:cNvSpPr>
            <a:spLocks noGrp="1"/>
          </p:cNvSpPr>
          <p:nvPr>
            <p:ph sz="half" idx="30" hasCustomPrompt="1"/>
          </p:nvPr>
        </p:nvSpPr>
        <p:spPr>
          <a:xfrm>
            <a:off x="6286501" y="3108960"/>
            <a:ext cx="2571749"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9" name="Content Placeholder 3">
            <a:extLst>
              <a:ext uri="{FF2B5EF4-FFF2-40B4-BE49-F238E27FC236}">
                <a16:creationId xmlns:a16="http://schemas.microsoft.com/office/drawing/2014/main" id="{A079B5C1-1D0F-8F40-A376-4AE3B49D1B5A}"/>
              </a:ext>
            </a:extLst>
          </p:cNvPr>
          <p:cNvSpPr>
            <a:spLocks noGrp="1"/>
          </p:cNvSpPr>
          <p:nvPr>
            <p:ph sz="half" idx="31" hasCustomPrompt="1"/>
          </p:nvPr>
        </p:nvSpPr>
        <p:spPr>
          <a:xfrm>
            <a:off x="9239251" y="3108960"/>
            <a:ext cx="2571749" cy="2725310"/>
          </a:xfrm>
        </p:spPr>
        <p:txBody>
          <a:bodyPr/>
          <a:lstStyle>
            <a:lvl1pPr rtl="0">
              <a:spcAft>
                <a:spcPts val="600"/>
              </a:spcAft>
              <a:defRPr sz="1800"/>
            </a:lvl1pPr>
            <a:lvl2pPr rtl="0">
              <a:spcAft>
                <a:spcPts val="600"/>
              </a:spcAft>
              <a:defRPr sz="1800"/>
            </a:lvl2pPr>
            <a:lvl3pPr rtl="0">
              <a:spcAft>
                <a:spcPts val="600"/>
              </a:spcAft>
              <a:defRPr sz="1800"/>
            </a:lvl3pPr>
            <a:lvl4pPr rtl="0">
              <a:spcAft>
                <a:spcPts val="600"/>
              </a:spcAft>
              <a:defRPr sz="1600"/>
            </a:lvl4pPr>
            <a:lvl5pPr rtl="0">
              <a:spcAft>
                <a:spcPts val="600"/>
              </a:spcAft>
              <a:defRPr sz="1600"/>
            </a:lvl5pPr>
            <a:lvl6pPr rtl="0">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Tree>
    <p:extLst>
      <p:ext uri="{BB962C8B-B14F-4D97-AF65-F5344CB8AC3E}">
        <p14:creationId xmlns:p14="http://schemas.microsoft.com/office/powerpoint/2010/main" val="2321930877"/>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3_6.i Icons 5">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F9F7C87-EA70-6633-3AD4-EFEAA0CC5B08}"/>
              </a:ext>
            </a:extLst>
          </p:cNvPr>
          <p:cNvGraphicFramePr>
            <a:graphicFrameLocks noChangeAspect="1"/>
          </p:cNvGraphicFramePr>
          <p:nvPr userDrawn="1">
            <p:custDataLst>
              <p:tags r:id="rId1"/>
            </p:custDataLst>
            <p:extLst>
              <p:ext uri="{D42A27DB-BD31-4B8C-83A1-F6EECF244321}">
                <p14:modId xmlns:p14="http://schemas.microsoft.com/office/powerpoint/2010/main" val="3833134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0F9F7C87-EA70-6633-3AD4-EFEAA0CC5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vert="horz"/>
          <a:lstStyle>
            <a:lvl1pPr rtl="0">
              <a:defRPr sz="3600"/>
            </a:lvl1pPr>
          </a:lstStyle>
          <a:p>
            <a:r>
              <a:rPr lang="en-US"/>
              <a:t>Place headline here (36pt, min 30pt)</a:t>
            </a:r>
            <a:endParaRPr lang="en-US" dirty="0"/>
          </a:p>
        </p:txBody>
      </p:sp>
      <p:sp>
        <p:nvSpPr>
          <p:cNvPr id="15" name="Picture Placeholder 13">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713771" y="2098874"/>
            <a:ext cx="1312792" cy="1312792"/>
          </a:xfrm>
          <a:noFill/>
        </p:spPr>
        <p:txBody>
          <a:bodyPr/>
          <a:lstStyle>
            <a:lvl1pPr marL="0" indent="0" algn="ctr" rtl="0">
              <a:buFont typeface="Arial" panose="020B0604020202020204" pitchFamily="34" charset="0"/>
              <a:buNone/>
              <a:defRPr sz="1800" b="0"/>
            </a:lvl1pPr>
          </a:lstStyle>
          <a:p>
            <a:r>
              <a:rPr lang="en-US"/>
              <a:t>Add icon</a:t>
            </a:r>
            <a:endParaRPr lang="en-US" dirty="0"/>
          </a:p>
        </p:txBody>
      </p:sp>
      <p:sp>
        <p:nvSpPr>
          <p:cNvPr id="22" name="Text Placeholder 21">
            <a:extLst>
              <a:ext uri="{FF2B5EF4-FFF2-40B4-BE49-F238E27FC236}">
                <a16:creationId xmlns:a16="http://schemas.microsoft.com/office/drawing/2014/main" id="{4C854DFB-B17D-45CF-98C3-3882DBE2C32C}"/>
              </a:ext>
            </a:extLst>
          </p:cNvPr>
          <p:cNvSpPr>
            <a:spLocks noGrp="1"/>
          </p:cNvSpPr>
          <p:nvPr>
            <p:ph type="body" sz="quarter" idx="19" hasCustomPrompt="1"/>
          </p:nvPr>
        </p:nvSpPr>
        <p:spPr>
          <a:xfrm>
            <a:off x="377415" y="3898900"/>
            <a:ext cx="1985504" cy="1677926"/>
          </a:xfrm>
        </p:spPr>
        <p:txBody>
          <a:bodyPr/>
          <a:lstStyle>
            <a:lvl1pPr marL="0" indent="0" algn="ctr" rtl="0">
              <a:lnSpc>
                <a:spcPct val="90000"/>
              </a:lnSpc>
              <a:spcAft>
                <a:spcPts val="600"/>
              </a:spcAft>
              <a:buFont typeface="Arial" panose="020B0604020202020204" pitchFamily="34" charset="0"/>
              <a:buNone/>
              <a:defRPr sz="2000" b="1"/>
            </a:lvl1pPr>
            <a:lvl2pPr marL="0" indent="0" algn="ctr" rtl="0">
              <a:spcAft>
                <a:spcPts val="600"/>
              </a:spcAft>
              <a:buNone/>
              <a:defRPr sz="1600"/>
            </a:lvl2pPr>
            <a:lvl3pPr marL="0" indent="0" algn="ctr" rtl="0">
              <a:spcAft>
                <a:spcPts val="600"/>
              </a:spcAft>
              <a:buNone/>
              <a:defRPr sz="1200"/>
            </a:lvl3pPr>
            <a:lvl4pPr marL="182880" indent="-182880" algn="ctr" rtl="0">
              <a:spcAft>
                <a:spcPts val="600"/>
              </a:spcAft>
              <a:buFont typeface="Arial" panose="020B0604020202020204" pitchFamily="34" charset="0"/>
              <a:buChar char="•"/>
              <a:defRPr sz="1200"/>
            </a:lvl4pPr>
            <a:lvl5pPr>
              <a:spcAft>
                <a:spcPts val="600"/>
              </a:spcAft>
              <a:defRPr sz="1600"/>
            </a:lvl5pPr>
          </a:lstStyle>
          <a:p>
            <a:pPr lvl="0"/>
            <a:r>
              <a:rPr lang="en-US" dirty="0"/>
              <a:t>Headline</a:t>
            </a:r>
          </a:p>
          <a:p>
            <a:pPr lvl="1"/>
            <a:r>
              <a:rPr lang="en-US" dirty="0"/>
              <a:t>Details</a:t>
            </a:r>
          </a:p>
          <a:p>
            <a:pPr lvl="2"/>
            <a:r>
              <a:rPr lang="en-US" dirty="0"/>
              <a:t>More details</a:t>
            </a:r>
          </a:p>
          <a:p>
            <a:pPr lvl="3"/>
            <a:r>
              <a:rPr lang="en-US" dirty="0"/>
              <a:t>Bullet point</a:t>
            </a:r>
          </a:p>
        </p:txBody>
      </p:sp>
      <p:sp>
        <p:nvSpPr>
          <p:cNvPr id="16" name="Text Placeholder 21">
            <a:extLst>
              <a:ext uri="{FF2B5EF4-FFF2-40B4-BE49-F238E27FC236}">
                <a16:creationId xmlns:a16="http://schemas.microsoft.com/office/drawing/2014/main" id="{C5D125FD-0D25-4E65-82F5-4E18FE84E47C}"/>
              </a:ext>
            </a:extLst>
          </p:cNvPr>
          <p:cNvSpPr>
            <a:spLocks noGrp="1"/>
          </p:cNvSpPr>
          <p:nvPr>
            <p:ph type="body" sz="quarter" idx="20" hasCustomPrompt="1"/>
          </p:nvPr>
        </p:nvSpPr>
        <p:spPr>
          <a:xfrm>
            <a:off x="2739435" y="3898900"/>
            <a:ext cx="1985504" cy="1677926"/>
          </a:xfrm>
        </p:spPr>
        <p:txBody>
          <a:bodyPr/>
          <a:lstStyle>
            <a:lvl1pPr marL="0" indent="0" algn="ctr" rtl="0">
              <a:lnSpc>
                <a:spcPct val="90000"/>
              </a:lnSpc>
              <a:spcAft>
                <a:spcPts val="600"/>
              </a:spcAft>
              <a:buFont typeface="Arial" panose="020B0604020202020204" pitchFamily="34" charset="0"/>
              <a:buNone/>
              <a:defRPr sz="2000" b="1"/>
            </a:lvl1pPr>
            <a:lvl2pPr marL="0" indent="0" algn="ctr" rtl="0">
              <a:spcAft>
                <a:spcPts val="600"/>
              </a:spcAft>
              <a:buNone/>
              <a:defRPr sz="1600"/>
            </a:lvl2pPr>
            <a:lvl3pPr marL="0" indent="0" algn="ctr" rtl="0">
              <a:spcAft>
                <a:spcPts val="600"/>
              </a:spcAft>
              <a:buNone/>
              <a:defRPr sz="1200"/>
            </a:lvl3pPr>
            <a:lvl4pPr marL="182880" indent="-182880" algn="ctr" rtl="0">
              <a:spcAft>
                <a:spcPts val="600"/>
              </a:spcAft>
              <a:buFont typeface="Arial" panose="020B0604020202020204" pitchFamily="34" charset="0"/>
              <a:buChar char="•"/>
              <a:defRPr sz="1200"/>
            </a:lvl4pPr>
            <a:lvl5pPr>
              <a:spcAft>
                <a:spcPts val="600"/>
              </a:spcAft>
              <a:defRPr sz="1600"/>
            </a:lvl5pPr>
          </a:lstStyle>
          <a:p>
            <a:pPr lvl="0"/>
            <a:r>
              <a:rPr lang="en-US" dirty="0"/>
              <a:t>Headline</a:t>
            </a:r>
          </a:p>
          <a:p>
            <a:pPr lvl="1"/>
            <a:r>
              <a:rPr lang="en-US" dirty="0"/>
              <a:t>Details</a:t>
            </a:r>
          </a:p>
          <a:p>
            <a:pPr lvl="2"/>
            <a:r>
              <a:rPr lang="en-US" dirty="0"/>
              <a:t>More details</a:t>
            </a:r>
          </a:p>
          <a:p>
            <a:pPr lvl="3"/>
            <a:r>
              <a:rPr lang="en-US" dirty="0"/>
              <a:t>Bullet point</a:t>
            </a:r>
          </a:p>
        </p:txBody>
      </p:sp>
      <p:sp>
        <p:nvSpPr>
          <p:cNvPr id="21" name="Text Placeholder 21">
            <a:extLst>
              <a:ext uri="{FF2B5EF4-FFF2-40B4-BE49-F238E27FC236}">
                <a16:creationId xmlns:a16="http://schemas.microsoft.com/office/drawing/2014/main" id="{5B124AA5-6419-4552-97B5-242DA08BE730}"/>
              </a:ext>
            </a:extLst>
          </p:cNvPr>
          <p:cNvSpPr>
            <a:spLocks noGrp="1"/>
          </p:cNvSpPr>
          <p:nvPr>
            <p:ph type="body" sz="quarter" idx="21" hasCustomPrompt="1"/>
          </p:nvPr>
        </p:nvSpPr>
        <p:spPr>
          <a:xfrm>
            <a:off x="5101455" y="3898900"/>
            <a:ext cx="1985504" cy="1677926"/>
          </a:xfrm>
        </p:spPr>
        <p:txBody>
          <a:bodyPr/>
          <a:lstStyle>
            <a:lvl1pPr marL="0" indent="0" algn="ctr" rtl="0">
              <a:lnSpc>
                <a:spcPct val="90000"/>
              </a:lnSpc>
              <a:spcAft>
                <a:spcPts val="600"/>
              </a:spcAft>
              <a:buFont typeface="Arial" panose="020B0604020202020204" pitchFamily="34" charset="0"/>
              <a:buNone/>
              <a:defRPr sz="2000" b="1"/>
            </a:lvl1pPr>
            <a:lvl2pPr marL="0" indent="0" algn="ctr" rtl="0">
              <a:spcAft>
                <a:spcPts val="600"/>
              </a:spcAft>
              <a:buNone/>
              <a:defRPr sz="1600"/>
            </a:lvl2pPr>
            <a:lvl3pPr marL="0" indent="0" algn="ctr" rtl="0">
              <a:spcAft>
                <a:spcPts val="600"/>
              </a:spcAft>
              <a:buNone/>
              <a:defRPr sz="1200"/>
            </a:lvl3pPr>
            <a:lvl4pPr marL="182880" indent="-182880" algn="ctr" rtl="0">
              <a:spcAft>
                <a:spcPts val="600"/>
              </a:spcAft>
              <a:buFont typeface="Arial" panose="020B0604020202020204" pitchFamily="34" charset="0"/>
              <a:buChar char="•"/>
              <a:defRPr sz="1200"/>
            </a:lvl4pPr>
            <a:lvl5pPr>
              <a:spcAft>
                <a:spcPts val="600"/>
              </a:spcAft>
              <a:defRPr sz="1600"/>
            </a:lvl5pPr>
          </a:lstStyle>
          <a:p>
            <a:pPr lvl="0"/>
            <a:r>
              <a:rPr lang="en-US" dirty="0"/>
              <a:t>Headline</a:t>
            </a:r>
          </a:p>
          <a:p>
            <a:pPr lvl="1"/>
            <a:r>
              <a:rPr lang="en-US" dirty="0"/>
              <a:t>Details</a:t>
            </a:r>
          </a:p>
          <a:p>
            <a:pPr lvl="2"/>
            <a:r>
              <a:rPr lang="en-US" dirty="0"/>
              <a:t>More details</a:t>
            </a:r>
          </a:p>
          <a:p>
            <a:pPr lvl="3"/>
            <a:r>
              <a:rPr lang="en-US" dirty="0"/>
              <a:t>Bullet point</a:t>
            </a:r>
          </a:p>
        </p:txBody>
      </p:sp>
      <p:sp>
        <p:nvSpPr>
          <p:cNvPr id="23" name="Text Placeholder 21">
            <a:extLst>
              <a:ext uri="{FF2B5EF4-FFF2-40B4-BE49-F238E27FC236}">
                <a16:creationId xmlns:a16="http://schemas.microsoft.com/office/drawing/2014/main" id="{A378CD97-B880-4BCB-AD71-A7C1C1C84891}"/>
              </a:ext>
            </a:extLst>
          </p:cNvPr>
          <p:cNvSpPr>
            <a:spLocks noGrp="1"/>
          </p:cNvSpPr>
          <p:nvPr>
            <p:ph type="body" sz="quarter" idx="22" hasCustomPrompt="1"/>
          </p:nvPr>
        </p:nvSpPr>
        <p:spPr>
          <a:xfrm>
            <a:off x="7463475" y="3898900"/>
            <a:ext cx="1985504" cy="1677926"/>
          </a:xfrm>
        </p:spPr>
        <p:txBody>
          <a:bodyPr/>
          <a:lstStyle>
            <a:lvl1pPr marL="0" indent="0" algn="ctr" rtl="0">
              <a:lnSpc>
                <a:spcPct val="90000"/>
              </a:lnSpc>
              <a:spcAft>
                <a:spcPts val="600"/>
              </a:spcAft>
              <a:buFont typeface="Arial" panose="020B0604020202020204" pitchFamily="34" charset="0"/>
              <a:buNone/>
              <a:defRPr sz="2000" b="1"/>
            </a:lvl1pPr>
            <a:lvl2pPr marL="0" indent="0" algn="ctr" rtl="0">
              <a:spcAft>
                <a:spcPts val="600"/>
              </a:spcAft>
              <a:buNone/>
              <a:defRPr sz="1600"/>
            </a:lvl2pPr>
            <a:lvl3pPr marL="0" indent="0" algn="ctr" rtl="0">
              <a:spcAft>
                <a:spcPts val="600"/>
              </a:spcAft>
              <a:buNone/>
              <a:defRPr sz="1200"/>
            </a:lvl3pPr>
            <a:lvl4pPr marL="182880" indent="-182880" algn="ctr" rtl="0">
              <a:spcAft>
                <a:spcPts val="600"/>
              </a:spcAft>
              <a:buFont typeface="Arial" panose="020B0604020202020204" pitchFamily="34" charset="0"/>
              <a:buChar char="•"/>
              <a:defRPr sz="1200"/>
            </a:lvl4pPr>
            <a:lvl5pPr>
              <a:spcAft>
                <a:spcPts val="600"/>
              </a:spcAft>
              <a:defRPr sz="1600"/>
            </a:lvl5pPr>
          </a:lstStyle>
          <a:p>
            <a:pPr lvl="0"/>
            <a:r>
              <a:rPr lang="en-US" dirty="0"/>
              <a:t>Headline</a:t>
            </a:r>
          </a:p>
          <a:p>
            <a:pPr lvl="1"/>
            <a:r>
              <a:rPr lang="en-US" dirty="0"/>
              <a:t>Details</a:t>
            </a:r>
          </a:p>
          <a:p>
            <a:pPr lvl="2"/>
            <a:r>
              <a:rPr lang="en-US" dirty="0"/>
              <a:t>More details</a:t>
            </a:r>
          </a:p>
          <a:p>
            <a:pPr lvl="3"/>
            <a:r>
              <a:rPr lang="en-US" dirty="0"/>
              <a:t>Bullet point</a:t>
            </a:r>
          </a:p>
        </p:txBody>
      </p:sp>
      <p:sp>
        <p:nvSpPr>
          <p:cNvPr id="24" name="Text Placeholder 21">
            <a:extLst>
              <a:ext uri="{FF2B5EF4-FFF2-40B4-BE49-F238E27FC236}">
                <a16:creationId xmlns:a16="http://schemas.microsoft.com/office/drawing/2014/main" id="{82CB6C29-05E0-4B43-A2EB-22FEB969E562}"/>
              </a:ext>
            </a:extLst>
          </p:cNvPr>
          <p:cNvSpPr>
            <a:spLocks noGrp="1"/>
          </p:cNvSpPr>
          <p:nvPr>
            <p:ph type="body" sz="quarter" idx="23" hasCustomPrompt="1"/>
          </p:nvPr>
        </p:nvSpPr>
        <p:spPr>
          <a:xfrm>
            <a:off x="9825496" y="3898900"/>
            <a:ext cx="1985504" cy="1677926"/>
          </a:xfrm>
        </p:spPr>
        <p:txBody>
          <a:bodyPr/>
          <a:lstStyle>
            <a:lvl1pPr marL="0" indent="0" algn="ctr" rtl="0">
              <a:lnSpc>
                <a:spcPct val="90000"/>
              </a:lnSpc>
              <a:spcAft>
                <a:spcPts val="600"/>
              </a:spcAft>
              <a:buFont typeface="Arial" panose="020B0604020202020204" pitchFamily="34" charset="0"/>
              <a:buNone/>
              <a:defRPr sz="2000" b="1"/>
            </a:lvl1pPr>
            <a:lvl2pPr marL="0" indent="0" algn="ctr" rtl="0">
              <a:spcAft>
                <a:spcPts val="600"/>
              </a:spcAft>
              <a:buNone/>
              <a:defRPr sz="1600"/>
            </a:lvl2pPr>
            <a:lvl3pPr marL="0" indent="0" algn="ctr" rtl="0">
              <a:spcAft>
                <a:spcPts val="600"/>
              </a:spcAft>
              <a:buNone/>
              <a:defRPr sz="1200"/>
            </a:lvl3pPr>
            <a:lvl4pPr marL="182880" indent="-182880" algn="ctr" rtl="0">
              <a:spcAft>
                <a:spcPts val="600"/>
              </a:spcAft>
              <a:buFont typeface="Arial" panose="020B0604020202020204" pitchFamily="34" charset="0"/>
              <a:buChar char="•"/>
              <a:defRPr sz="1200"/>
            </a:lvl4pPr>
            <a:lvl5pPr>
              <a:spcAft>
                <a:spcPts val="600"/>
              </a:spcAft>
              <a:defRPr sz="1600"/>
            </a:lvl5pPr>
          </a:lstStyle>
          <a:p>
            <a:pPr lvl="0"/>
            <a:r>
              <a:rPr lang="en-US" dirty="0"/>
              <a:t>Headline</a:t>
            </a:r>
          </a:p>
          <a:p>
            <a:pPr lvl="1"/>
            <a:r>
              <a:rPr lang="en-US" dirty="0"/>
              <a:t>Details</a:t>
            </a:r>
          </a:p>
          <a:p>
            <a:pPr lvl="2"/>
            <a:r>
              <a:rPr lang="en-US" dirty="0"/>
              <a:t>More details</a:t>
            </a:r>
          </a:p>
          <a:p>
            <a:pPr lvl="3"/>
            <a:r>
              <a:rPr lang="en-US" dirty="0"/>
              <a:t>Bullet point</a:t>
            </a:r>
          </a:p>
        </p:txBody>
      </p:sp>
      <p:cxnSp>
        <p:nvCxnSpPr>
          <p:cNvPr id="4" name="Straight Connector 3">
            <a:extLst>
              <a:ext uri="{FF2B5EF4-FFF2-40B4-BE49-F238E27FC236}">
                <a16:creationId xmlns:a16="http://schemas.microsoft.com/office/drawing/2014/main" id="{B13EDE11-CE40-4943-AE63-A3B14CB3C037}"/>
              </a:ext>
            </a:extLst>
          </p:cNvPr>
          <p:cNvCxnSpPr>
            <a:cxnSpLocks/>
          </p:cNvCxnSpPr>
          <p:nvPr userDrawn="1"/>
        </p:nvCxnSpPr>
        <p:spPr>
          <a:xfrm>
            <a:off x="114156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D40C-58DA-45F1-8E80-6A74976C6E1E}"/>
              </a:ext>
            </a:extLst>
          </p:cNvPr>
          <p:cNvCxnSpPr/>
          <p:nvPr userDrawn="1"/>
        </p:nvCxnSpPr>
        <p:spPr>
          <a:xfrm>
            <a:off x="350358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91A22B2-C08A-41DA-ACB1-5B59B4CDA8DE}"/>
              </a:ext>
            </a:extLst>
          </p:cNvPr>
          <p:cNvCxnSpPr/>
          <p:nvPr userDrawn="1"/>
        </p:nvCxnSpPr>
        <p:spPr>
          <a:xfrm>
            <a:off x="586560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7D3E374-86AB-4A80-81AD-B09F07C51B80}"/>
              </a:ext>
            </a:extLst>
          </p:cNvPr>
          <p:cNvCxnSpPr/>
          <p:nvPr userDrawn="1"/>
        </p:nvCxnSpPr>
        <p:spPr>
          <a:xfrm>
            <a:off x="822762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A5244A-D0CA-43CB-A0DB-296A219EDC9D}"/>
              </a:ext>
            </a:extLst>
          </p:cNvPr>
          <p:cNvCxnSpPr>
            <a:cxnSpLocks/>
          </p:cNvCxnSpPr>
          <p:nvPr userDrawn="1"/>
        </p:nvCxnSpPr>
        <p:spPr>
          <a:xfrm>
            <a:off x="10589648"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Picture Placeholder 13">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3075791" y="2098874"/>
            <a:ext cx="1312792" cy="1312792"/>
          </a:xfrm>
          <a:noFill/>
        </p:spPr>
        <p:txBody>
          <a:bodyPr/>
          <a:lstStyle>
            <a:lvl1pPr marL="0" indent="0" algn="ctr" rtl="0">
              <a:buFont typeface="Arial" panose="020B0604020202020204" pitchFamily="34" charset="0"/>
              <a:buNone/>
              <a:defRPr sz="1800" b="0"/>
            </a:lvl1pPr>
          </a:lstStyle>
          <a:p>
            <a:r>
              <a:rPr lang="en-US"/>
              <a:t>Add icon</a:t>
            </a:r>
            <a:endParaRPr lang="en-US" dirty="0"/>
          </a:p>
        </p:txBody>
      </p:sp>
      <p:sp>
        <p:nvSpPr>
          <p:cNvPr id="30" name="Picture Placeholder 13">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437811" y="2098874"/>
            <a:ext cx="1312792" cy="1312792"/>
          </a:xfrm>
          <a:noFill/>
        </p:spPr>
        <p:txBody>
          <a:bodyPr/>
          <a:lstStyle>
            <a:lvl1pPr marL="0" indent="0" algn="ctr" rtl="0">
              <a:buFont typeface="Arial" panose="020B0604020202020204" pitchFamily="34" charset="0"/>
              <a:buNone/>
              <a:defRPr sz="1800" b="0"/>
            </a:lvl1pPr>
          </a:lstStyle>
          <a:p>
            <a:r>
              <a:rPr lang="en-US"/>
              <a:t>Add icon</a:t>
            </a:r>
            <a:endParaRPr lang="en-US" dirty="0"/>
          </a:p>
        </p:txBody>
      </p:sp>
      <p:sp>
        <p:nvSpPr>
          <p:cNvPr id="31" name="Picture Placeholder 13">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799831" y="2098874"/>
            <a:ext cx="1312792" cy="1312792"/>
          </a:xfrm>
          <a:noFill/>
        </p:spPr>
        <p:txBody>
          <a:bodyPr/>
          <a:lstStyle>
            <a:lvl1pPr marL="0" indent="0" algn="ctr" rtl="0">
              <a:buFont typeface="Arial" panose="020B0604020202020204" pitchFamily="34" charset="0"/>
              <a:buNone/>
              <a:defRPr sz="1800" b="0"/>
            </a:lvl1pPr>
          </a:lstStyle>
          <a:p>
            <a:r>
              <a:rPr lang="en-US"/>
              <a:t>Add icon</a:t>
            </a:r>
            <a:endParaRPr lang="en-US" dirty="0"/>
          </a:p>
        </p:txBody>
      </p:sp>
      <p:sp>
        <p:nvSpPr>
          <p:cNvPr id="32" name="Picture Placeholder 13">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161852" y="2098874"/>
            <a:ext cx="1312792" cy="1312792"/>
          </a:xfrm>
          <a:noFill/>
        </p:spPr>
        <p:txBody>
          <a:bodyPr/>
          <a:lstStyle>
            <a:lvl1pPr marL="0" indent="0" algn="ctr" rtl="0">
              <a:buFont typeface="Arial" panose="020B0604020202020204" pitchFamily="34" charset="0"/>
              <a:buNone/>
              <a:defRPr sz="1800" b="0"/>
            </a:lvl1pPr>
          </a:lstStyle>
          <a:p>
            <a:r>
              <a:rPr lang="en-US"/>
              <a:t>Add icon</a:t>
            </a:r>
            <a:endParaRPr lang="en-US" dirty="0"/>
          </a:p>
        </p:txBody>
      </p:sp>
    </p:spTree>
    <p:extLst>
      <p:ext uri="{BB962C8B-B14F-4D97-AF65-F5344CB8AC3E}">
        <p14:creationId xmlns:p14="http://schemas.microsoft.com/office/powerpoint/2010/main" val="625959748"/>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5_6.j Title and Subtitle">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83A2D3C-9F31-48D6-C1C1-9276BD6A5A27}"/>
              </a:ext>
            </a:extLst>
          </p:cNvPr>
          <p:cNvGraphicFramePr>
            <a:graphicFrameLocks noChangeAspect="1"/>
          </p:cNvGraphicFramePr>
          <p:nvPr userDrawn="1">
            <p:custDataLst>
              <p:tags r:id="rId1"/>
            </p:custDataLst>
            <p:extLst>
              <p:ext uri="{D42A27DB-BD31-4B8C-83A1-F6EECF244321}">
                <p14:modId xmlns:p14="http://schemas.microsoft.com/office/powerpoint/2010/main" val="9098575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583A2D3C-9F31-48D6-C1C1-9276BD6A5A2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1">
            <a:extLst>
              <a:ext uri="{FF2B5EF4-FFF2-40B4-BE49-F238E27FC236}">
                <a16:creationId xmlns:a16="http://schemas.microsoft.com/office/drawing/2014/main" id="{9EAD9AED-9987-4CE9-B39D-B256B46200E0}"/>
              </a:ext>
            </a:extLst>
          </p:cNvPr>
          <p:cNvSpPr>
            <a:spLocks noGrp="1"/>
          </p:cNvSpPr>
          <p:nvPr>
            <p:ph type="title" hasCustomPrompt="1"/>
          </p:nvPr>
        </p:nvSpPr>
        <p:spPr>
          <a:xfrm>
            <a:off x="381000" y="381000"/>
            <a:ext cx="11430000" cy="990600"/>
          </a:xfrm>
        </p:spPr>
        <p:txBody>
          <a:bodyPr vert="horz"/>
          <a:lstStyle>
            <a:lvl1pPr rtl="0">
              <a:defRPr sz="3600"/>
            </a:lvl1pPr>
          </a:lstStyle>
          <a:p>
            <a:r>
              <a:rPr lang="en-US"/>
              <a:t>Place headline here (36pt, min 30pt)</a:t>
            </a:r>
            <a:endParaRPr lang="en-US" dirty="0"/>
          </a:p>
        </p:txBody>
      </p:sp>
      <p:sp>
        <p:nvSpPr>
          <p:cNvPr id="4" name="Text Placeholder 3">
            <a:extLst>
              <a:ext uri="{FF2B5EF4-FFF2-40B4-BE49-F238E27FC236}">
                <a16:creationId xmlns:a16="http://schemas.microsoft.com/office/drawing/2014/main" id="{10B59D74-4DC0-40E2-B20A-FB7DC1FBBC8F}"/>
              </a:ext>
            </a:extLst>
          </p:cNvPr>
          <p:cNvSpPr>
            <a:spLocks noGrp="1"/>
          </p:cNvSpPr>
          <p:nvPr>
            <p:ph type="body" sz="quarter" idx="10" hasCustomPrompt="1"/>
          </p:nvPr>
        </p:nvSpPr>
        <p:spPr>
          <a:xfrm>
            <a:off x="381000" y="1371600"/>
            <a:ext cx="11430000" cy="345233"/>
          </a:xfrm>
        </p:spPr>
        <p:txBody>
          <a:bodyPr/>
          <a:lstStyle>
            <a:lvl1pPr rtl="0">
              <a:defRPr>
                <a:solidFill>
                  <a:schemeClr val="accent1"/>
                </a:solidFill>
                <a:latin typeface="GT Sectra Fine"/>
              </a:defRPr>
            </a:lvl1pPr>
            <a:lvl2pPr marL="0" indent="0">
              <a:buNone/>
              <a:defRPr/>
            </a:lvl2pPr>
          </a:lstStyle>
          <a:p>
            <a:pPr lvl="0"/>
            <a:r>
              <a:rPr lang="en-US" dirty="0"/>
              <a:t>Place subtitle here</a:t>
            </a:r>
          </a:p>
        </p:txBody>
      </p:sp>
    </p:spTree>
    <p:extLst>
      <p:ext uri="{BB962C8B-B14F-4D97-AF65-F5344CB8AC3E}">
        <p14:creationId xmlns:p14="http://schemas.microsoft.com/office/powerpoint/2010/main" val="3478912808"/>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2_7.a Team 4 - Box Shadow">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A2BF02C-95B9-735A-7EC7-3612BBD383E6}"/>
              </a:ext>
            </a:extLst>
          </p:cNvPr>
          <p:cNvGraphicFramePr>
            <a:graphicFrameLocks noChangeAspect="1"/>
          </p:cNvGraphicFramePr>
          <p:nvPr userDrawn="1">
            <p:custDataLst>
              <p:tags r:id="rId1"/>
            </p:custDataLst>
            <p:extLst>
              <p:ext uri="{D42A27DB-BD31-4B8C-83A1-F6EECF244321}">
                <p14:modId xmlns:p14="http://schemas.microsoft.com/office/powerpoint/2010/main" val="35353681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3A2BF02C-95B9-735A-7EC7-3612BBD383E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vert="horz"/>
          <a:lstStyle>
            <a:lvl1pPr rtl="0">
              <a:defRPr sz="3600"/>
            </a:lvl1pPr>
          </a:lstStyle>
          <a:p>
            <a:r>
              <a:rPr lang="en-US"/>
              <a:t>Place headline here (36pt, min 30pt)</a:t>
            </a:r>
            <a:endParaRPr lang="en-US" dirty="0"/>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1154653" y="3914042"/>
            <a:ext cx="2047984" cy="2172433"/>
          </a:xfrm>
        </p:spPr>
        <p:txBody>
          <a:bodyPr/>
          <a:lstStyle>
            <a:lvl1pPr marL="0" indent="0" rtl="0">
              <a:lnSpc>
                <a:spcPct val="80000"/>
              </a:lnSpc>
              <a:spcAft>
                <a:spcPts val="600"/>
              </a:spcAft>
              <a:buFont typeface="Arial" panose="020B0604020202020204" pitchFamily="34" charset="0"/>
              <a:buNone/>
              <a:defRPr sz="2400" b="0" i="0">
                <a:solidFill>
                  <a:schemeClr val="accent2"/>
                </a:solidFill>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Full Name</a:t>
            </a:r>
          </a:p>
          <a:p>
            <a:pPr lvl="1"/>
            <a:r>
              <a:rPr lang="en-US" dirty="0"/>
              <a:t>Role</a:t>
            </a:r>
          </a:p>
          <a:p>
            <a:pPr lvl="2"/>
            <a:r>
              <a:rPr lang="en-US" dirty="0"/>
              <a:t>Short bio</a:t>
            </a:r>
          </a:p>
          <a:p>
            <a:pPr lvl="3"/>
            <a:r>
              <a:rPr lang="en-US" dirty="0"/>
              <a:t>Bullet point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3817350" y="3914042"/>
            <a:ext cx="2047984" cy="2172433"/>
          </a:xfrm>
        </p:spPr>
        <p:txBody>
          <a:bodyPr/>
          <a:lstStyle>
            <a:lvl1pPr marL="0" indent="0" rtl="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dirty="0"/>
              <a:t>Full Name</a:t>
            </a:r>
          </a:p>
          <a:p>
            <a:pPr lvl="1"/>
            <a:r>
              <a:rPr lang="en-US" dirty="0"/>
              <a:t>Role</a:t>
            </a:r>
          </a:p>
          <a:p>
            <a:pPr lvl="2"/>
            <a:r>
              <a:rPr lang="en-US" dirty="0"/>
              <a:t>Short bio</a:t>
            </a:r>
          </a:p>
          <a:p>
            <a:pPr lvl="3"/>
            <a:r>
              <a:rPr lang="en-US" dirty="0"/>
              <a:t>Bullet point</a:t>
            </a:r>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6480047" y="3914042"/>
            <a:ext cx="2047984" cy="2172433"/>
          </a:xfrm>
        </p:spPr>
        <p:txBody>
          <a:bodyPr/>
          <a:lstStyle>
            <a:lvl1pPr marL="0" indent="0" rtl="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dirty="0"/>
              <a:t>Full Name</a:t>
            </a:r>
          </a:p>
          <a:p>
            <a:pPr lvl="1"/>
            <a:r>
              <a:rPr lang="en-US" dirty="0"/>
              <a:t>Role</a:t>
            </a:r>
          </a:p>
          <a:p>
            <a:pPr lvl="2"/>
            <a:r>
              <a:rPr lang="en-US" dirty="0"/>
              <a:t>Short bio</a:t>
            </a:r>
          </a:p>
          <a:p>
            <a:pPr lvl="3"/>
            <a:r>
              <a:rPr lang="en-US" dirty="0"/>
              <a:t>Bullet point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9142742" y="3914042"/>
            <a:ext cx="2047984" cy="2172433"/>
          </a:xfrm>
        </p:spPr>
        <p:txBody>
          <a:bodyPr/>
          <a:lstStyle>
            <a:lvl1pPr marL="0" indent="0" rtl="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dirty="0"/>
              <a:t>Full Name</a:t>
            </a:r>
          </a:p>
          <a:p>
            <a:pPr lvl="1"/>
            <a:r>
              <a:rPr lang="en-US" dirty="0"/>
              <a:t>Role</a:t>
            </a:r>
          </a:p>
          <a:p>
            <a:pPr lvl="2"/>
            <a:r>
              <a:rPr lang="en-US" dirty="0"/>
              <a:t>Short bio</a:t>
            </a:r>
          </a:p>
          <a:p>
            <a:pPr lvl="3"/>
            <a:r>
              <a:rPr lang="en-US" dirty="0"/>
              <a:t>Bullet point</a:t>
            </a:r>
          </a:p>
        </p:txBody>
      </p:sp>
      <p:pic>
        <p:nvPicPr>
          <p:cNvPr id="12" name="Picture 11" descr="Background pattern&#10;&#10;Description automatically generated">
            <a:extLst>
              <a:ext uri="{FF2B5EF4-FFF2-40B4-BE49-F238E27FC236}">
                <a16:creationId xmlns:a16="http://schemas.microsoft.com/office/drawing/2014/main" id="{3AF64615-80F7-4E46-9C12-1B7F74D4AE81}"/>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3359" t="28843" r="55970" b="46930"/>
          <a:stretch/>
        </p:blipFill>
        <p:spPr>
          <a:xfrm rot="16200000">
            <a:off x="1283927" y="1699844"/>
            <a:ext cx="1906689" cy="1916624"/>
          </a:xfrm>
          <a:prstGeom prst="rect">
            <a:avLst/>
          </a:prstGeom>
        </p:spPr>
      </p:pic>
      <p:sp>
        <p:nvSpPr>
          <p:cNvPr id="13" name="Picture Placeholder 13">
            <a:extLst>
              <a:ext uri="{FF2B5EF4-FFF2-40B4-BE49-F238E27FC236}">
                <a16:creationId xmlns:a16="http://schemas.microsoft.com/office/drawing/2014/main" id="{28AD3D2D-F7AA-45E7-9A6F-1C0CBBE1FF97}"/>
              </a:ext>
            </a:extLst>
          </p:cNvPr>
          <p:cNvSpPr>
            <a:spLocks noGrp="1"/>
          </p:cNvSpPr>
          <p:nvPr>
            <p:ph type="pic" sz="quarter" idx="15" hasCustomPrompt="1"/>
          </p:nvPr>
        </p:nvSpPr>
        <p:spPr>
          <a:xfrm>
            <a:off x="1154655" y="1560513"/>
            <a:ext cx="1894600" cy="1894600"/>
          </a:xfrm>
          <a:solidFill>
            <a:schemeClr val="tx2">
              <a:lumMod val="20000"/>
              <a:lumOff val="80000"/>
            </a:schemeClr>
          </a:solidFill>
          <a:effectLst/>
        </p:spPr>
        <p:txBody>
          <a:bodyPr vert="horz" lIns="0" tIns="0" rIns="0" bIns="0" rtlCol="0">
            <a:noAutofit/>
          </a:bodyPr>
          <a:lstStyle>
            <a:lvl1pPr marL="0" indent="0" rtl="0">
              <a:buFont typeface="Arial" panose="020B0604020202020204" pitchFamily="34" charset="0"/>
              <a:buNone/>
              <a:defRPr lang="en-US" sz="1800" b="0" dirty="0"/>
            </a:lvl1pPr>
          </a:lstStyle>
          <a:p>
            <a:pPr lvl="0"/>
            <a:r>
              <a:rPr lang="en-US"/>
              <a:t>Add profile photo</a:t>
            </a:r>
            <a:endParaRPr lang="en-US" dirty="0"/>
          </a:p>
        </p:txBody>
      </p:sp>
      <p:pic>
        <p:nvPicPr>
          <p:cNvPr id="14" name="Picture 13" descr="Background pattern&#10;&#10;Description automatically generated">
            <a:extLst>
              <a:ext uri="{FF2B5EF4-FFF2-40B4-BE49-F238E27FC236}">
                <a16:creationId xmlns:a16="http://schemas.microsoft.com/office/drawing/2014/main" id="{27F7C2B9-4307-4A5C-9154-77BF19162E62}"/>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3359" t="28843" r="55970" b="46930"/>
          <a:stretch/>
        </p:blipFill>
        <p:spPr>
          <a:xfrm rot="16200000">
            <a:off x="3953677" y="1673731"/>
            <a:ext cx="1906689" cy="1916624"/>
          </a:xfrm>
          <a:prstGeom prst="rect">
            <a:avLst/>
          </a:prstGeom>
        </p:spPr>
      </p:pic>
      <p:sp>
        <p:nvSpPr>
          <p:cNvPr id="15" name="Picture Placeholder 13">
            <a:extLst>
              <a:ext uri="{FF2B5EF4-FFF2-40B4-BE49-F238E27FC236}">
                <a16:creationId xmlns:a16="http://schemas.microsoft.com/office/drawing/2014/main" id="{88B191A8-BEEF-4DF7-9E6B-B87CEBBA5A14}"/>
              </a:ext>
            </a:extLst>
          </p:cNvPr>
          <p:cNvSpPr>
            <a:spLocks noGrp="1"/>
          </p:cNvSpPr>
          <p:nvPr>
            <p:ph type="pic" sz="quarter" idx="27" hasCustomPrompt="1"/>
          </p:nvPr>
        </p:nvSpPr>
        <p:spPr>
          <a:xfrm>
            <a:off x="3824405" y="1534400"/>
            <a:ext cx="1894600" cy="1894600"/>
          </a:xfrm>
          <a:solidFill>
            <a:schemeClr val="tx2">
              <a:lumMod val="20000"/>
              <a:lumOff val="80000"/>
            </a:schemeClr>
          </a:solidFill>
          <a:effectLst/>
        </p:spPr>
        <p:txBody>
          <a:bodyPr vert="horz" lIns="0" tIns="0" rIns="0" bIns="0" rtlCol="0">
            <a:noAutofit/>
          </a:bodyPr>
          <a:lstStyle>
            <a:lvl1pPr marL="0" indent="0" rtl="0">
              <a:buFont typeface="Arial" panose="020B0604020202020204" pitchFamily="34" charset="0"/>
              <a:buNone/>
              <a:defRPr lang="en-US" sz="1800" b="0" dirty="0"/>
            </a:lvl1pPr>
          </a:lstStyle>
          <a:p>
            <a:pPr lvl="0"/>
            <a:r>
              <a:rPr lang="en-US"/>
              <a:t>Add profile photo</a:t>
            </a:r>
            <a:endParaRPr lang="en-US" dirty="0"/>
          </a:p>
        </p:txBody>
      </p:sp>
      <p:pic>
        <p:nvPicPr>
          <p:cNvPr id="16" name="Picture 15" descr="Background pattern&#10;&#10;Description automatically generated">
            <a:extLst>
              <a:ext uri="{FF2B5EF4-FFF2-40B4-BE49-F238E27FC236}">
                <a16:creationId xmlns:a16="http://schemas.microsoft.com/office/drawing/2014/main" id="{3F63B67E-17B9-4753-81FA-12C841347BDC}"/>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3359" t="28843" r="55970" b="46930"/>
          <a:stretch/>
        </p:blipFill>
        <p:spPr>
          <a:xfrm rot="16200000">
            <a:off x="6623427" y="1699844"/>
            <a:ext cx="1906689" cy="1916624"/>
          </a:xfrm>
          <a:prstGeom prst="rect">
            <a:avLst/>
          </a:prstGeom>
        </p:spPr>
      </p:pic>
      <p:sp>
        <p:nvSpPr>
          <p:cNvPr id="17" name="Picture Placeholder 13">
            <a:extLst>
              <a:ext uri="{FF2B5EF4-FFF2-40B4-BE49-F238E27FC236}">
                <a16:creationId xmlns:a16="http://schemas.microsoft.com/office/drawing/2014/main" id="{174A8714-50C4-4464-AD1D-0F8E9EE66CF1}"/>
              </a:ext>
            </a:extLst>
          </p:cNvPr>
          <p:cNvSpPr>
            <a:spLocks noGrp="1"/>
          </p:cNvSpPr>
          <p:nvPr>
            <p:ph type="pic" sz="quarter" idx="28" hasCustomPrompt="1"/>
          </p:nvPr>
        </p:nvSpPr>
        <p:spPr>
          <a:xfrm>
            <a:off x="6494155" y="1560513"/>
            <a:ext cx="1894600" cy="1894600"/>
          </a:xfrm>
          <a:solidFill>
            <a:schemeClr val="tx2">
              <a:lumMod val="20000"/>
              <a:lumOff val="80000"/>
            </a:schemeClr>
          </a:solidFill>
          <a:effectLst/>
        </p:spPr>
        <p:txBody>
          <a:bodyPr vert="horz" lIns="0" tIns="0" rIns="0" bIns="0" rtlCol="0">
            <a:noAutofit/>
          </a:bodyPr>
          <a:lstStyle>
            <a:lvl1pPr marL="0" indent="0" rtl="0">
              <a:buFont typeface="Arial" panose="020B0604020202020204" pitchFamily="34" charset="0"/>
              <a:buNone/>
              <a:defRPr lang="en-US" sz="1800" b="0" dirty="0"/>
            </a:lvl1pPr>
          </a:lstStyle>
          <a:p>
            <a:pPr lvl="0"/>
            <a:r>
              <a:rPr lang="en-US"/>
              <a:t>Add profile photo</a:t>
            </a:r>
            <a:endParaRPr lang="en-US" dirty="0"/>
          </a:p>
        </p:txBody>
      </p:sp>
      <p:pic>
        <p:nvPicPr>
          <p:cNvPr id="18" name="Picture 17" descr="Background pattern&#10;&#10;Description automatically generated">
            <a:extLst>
              <a:ext uri="{FF2B5EF4-FFF2-40B4-BE49-F238E27FC236}">
                <a16:creationId xmlns:a16="http://schemas.microsoft.com/office/drawing/2014/main" id="{A123F9E4-6636-4205-A143-CB0E2967EC58}"/>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3359" t="28843" r="55970" b="46930"/>
          <a:stretch/>
        </p:blipFill>
        <p:spPr>
          <a:xfrm rot="16200000">
            <a:off x="9271152" y="1673731"/>
            <a:ext cx="1906689" cy="1916624"/>
          </a:xfrm>
          <a:prstGeom prst="rect">
            <a:avLst/>
          </a:prstGeom>
        </p:spPr>
      </p:pic>
      <p:sp>
        <p:nvSpPr>
          <p:cNvPr id="19" name="Picture Placeholder 13">
            <a:extLst>
              <a:ext uri="{FF2B5EF4-FFF2-40B4-BE49-F238E27FC236}">
                <a16:creationId xmlns:a16="http://schemas.microsoft.com/office/drawing/2014/main" id="{8495B0C0-274C-4F75-93E3-182807985EF4}"/>
              </a:ext>
            </a:extLst>
          </p:cNvPr>
          <p:cNvSpPr>
            <a:spLocks noGrp="1"/>
          </p:cNvSpPr>
          <p:nvPr>
            <p:ph type="pic" sz="quarter" idx="29" hasCustomPrompt="1"/>
          </p:nvPr>
        </p:nvSpPr>
        <p:spPr>
          <a:xfrm>
            <a:off x="9141880" y="1534400"/>
            <a:ext cx="1894600" cy="1894600"/>
          </a:xfrm>
          <a:solidFill>
            <a:schemeClr val="tx2">
              <a:lumMod val="20000"/>
              <a:lumOff val="80000"/>
            </a:schemeClr>
          </a:solidFill>
          <a:effectLst/>
        </p:spPr>
        <p:txBody>
          <a:bodyPr vert="horz" lIns="0" tIns="0" rIns="0" bIns="0" rtlCol="0">
            <a:noAutofit/>
          </a:bodyPr>
          <a:lstStyle>
            <a:lvl1pPr marL="0" indent="0" rtl="0">
              <a:buFont typeface="Arial" panose="020B0604020202020204" pitchFamily="34" charset="0"/>
              <a:buNone/>
              <a:defRPr lang="en-US" sz="1800" b="0" dirty="0"/>
            </a:lvl1pPr>
          </a:lstStyle>
          <a:p>
            <a:pPr lvl="0"/>
            <a:r>
              <a:rPr lang="en-US"/>
              <a:t>Add profile photo</a:t>
            </a:r>
            <a:endParaRPr lang="en-US" dirty="0"/>
          </a:p>
        </p:txBody>
      </p:sp>
    </p:spTree>
    <p:extLst>
      <p:ext uri="{BB962C8B-B14F-4D97-AF65-F5344CB8AC3E}">
        <p14:creationId xmlns:p14="http://schemas.microsoft.com/office/powerpoint/2010/main" val="3671829124"/>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2_7.b Team 6 - Light">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6146DBD-DBE8-C787-078C-C871E79AADA5}"/>
              </a:ext>
            </a:extLst>
          </p:cNvPr>
          <p:cNvGraphicFramePr>
            <a:graphicFrameLocks noChangeAspect="1"/>
          </p:cNvGraphicFramePr>
          <p:nvPr userDrawn="1">
            <p:custDataLst>
              <p:tags r:id="rId1"/>
            </p:custDataLst>
            <p:extLst>
              <p:ext uri="{D42A27DB-BD31-4B8C-83A1-F6EECF244321}">
                <p14:modId xmlns:p14="http://schemas.microsoft.com/office/powerpoint/2010/main" val="4941943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F6146DBD-DBE8-C787-078C-C871E79AADA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vert="horz"/>
          <a:lstStyle>
            <a:lvl1pPr rtl="0">
              <a:defRPr sz="3600"/>
            </a:lvl1pPr>
          </a:lstStyle>
          <a:p>
            <a:r>
              <a:rPr lang="en-US"/>
              <a:t>Place headline here (36pt, min 30pt)</a:t>
            </a:r>
            <a:endParaRPr lang="en-US" dirty="0"/>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2">
              <a:lumMod val="20000"/>
              <a:lumOff val="80000"/>
            </a:schemeClr>
          </a:solidFill>
        </p:spPr>
        <p:txBody>
          <a:bodyPr/>
          <a:lstStyle>
            <a:lvl1pPr marL="0" indent="0" rtl="0">
              <a:buNone/>
              <a:defRPr sz="1800" b="0"/>
            </a:lvl1pPr>
          </a:lstStyle>
          <a:p>
            <a:r>
              <a:rPr lang="en-US"/>
              <a:t>Add profile photo</a:t>
            </a:r>
            <a:endParaRPr lang="en-US" dirty="0"/>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cxnSp>
        <p:nvCxnSpPr>
          <p:cNvPr id="33" name="Straight Connector 32">
            <a:extLst>
              <a:ext uri="{FF2B5EF4-FFF2-40B4-BE49-F238E27FC236}">
                <a16:creationId xmlns:a16="http://schemas.microsoft.com/office/drawing/2014/main" id="{AA02BDBD-12C4-A940-8556-B3E5BDD10714}"/>
              </a:ext>
            </a:extLst>
          </p:cNvPr>
          <p:cNvCxnSpPr>
            <a:cxnSpLocks/>
          </p:cNvCxnSpPr>
          <p:nvPr userDrawn="1"/>
        </p:nvCxnSpPr>
        <p:spPr>
          <a:xfrm>
            <a:off x="377415"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FEA9EDE-6235-5149-A941-CF6FEAE2E6FF}"/>
              </a:ext>
            </a:extLst>
          </p:cNvPr>
          <p:cNvCxnSpPr>
            <a:cxnSpLocks/>
          </p:cNvCxnSpPr>
          <p:nvPr userDrawn="1"/>
        </p:nvCxnSpPr>
        <p:spPr>
          <a:xfrm>
            <a:off x="2353236"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BE3B3A9-F650-CD4D-ABE8-60A0F5E115AE}"/>
              </a:ext>
            </a:extLst>
          </p:cNvPr>
          <p:cNvCxnSpPr>
            <a:cxnSpLocks/>
          </p:cNvCxnSpPr>
          <p:nvPr userDrawn="1"/>
        </p:nvCxnSpPr>
        <p:spPr>
          <a:xfrm>
            <a:off x="4329057"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0EADFA0-1672-B34A-99B7-19C51FEE8983}"/>
              </a:ext>
            </a:extLst>
          </p:cNvPr>
          <p:cNvCxnSpPr>
            <a:cxnSpLocks/>
          </p:cNvCxnSpPr>
          <p:nvPr userDrawn="1"/>
        </p:nvCxnSpPr>
        <p:spPr>
          <a:xfrm>
            <a:off x="6304878"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C298F82-C3A0-2A4F-8530-36C08463C5C0}"/>
              </a:ext>
            </a:extLst>
          </p:cNvPr>
          <p:cNvCxnSpPr>
            <a:cxnSpLocks/>
          </p:cNvCxnSpPr>
          <p:nvPr userDrawn="1"/>
        </p:nvCxnSpPr>
        <p:spPr>
          <a:xfrm>
            <a:off x="8280699"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35C1307-45DE-104B-82C7-0AF770E496DE}"/>
              </a:ext>
            </a:extLst>
          </p:cNvPr>
          <p:cNvCxnSpPr>
            <a:cxnSpLocks/>
          </p:cNvCxnSpPr>
          <p:nvPr userDrawn="1"/>
        </p:nvCxnSpPr>
        <p:spPr>
          <a:xfrm>
            <a:off x="10256520"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Text Placeholder 21">
            <a:extLst>
              <a:ext uri="{FF2B5EF4-FFF2-40B4-BE49-F238E27FC236}">
                <a16:creationId xmlns:a16="http://schemas.microsoft.com/office/drawing/2014/main" id="{6BEB5A56-DED2-134F-B0DE-11936982FFF4}"/>
              </a:ext>
            </a:extLst>
          </p:cNvPr>
          <p:cNvSpPr>
            <a:spLocks noGrp="1"/>
          </p:cNvSpPr>
          <p:nvPr>
            <p:ph type="body" sz="quarter" idx="19" hasCustomPrompt="1"/>
          </p:nvPr>
        </p:nvSpPr>
        <p:spPr>
          <a:xfrm>
            <a:off x="377415"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28" name="Text Placeholder 21">
            <a:extLst>
              <a:ext uri="{FF2B5EF4-FFF2-40B4-BE49-F238E27FC236}">
                <a16:creationId xmlns:a16="http://schemas.microsoft.com/office/drawing/2014/main" id="{923321BD-6745-7944-910F-B8C8E4AC31DD}"/>
              </a:ext>
            </a:extLst>
          </p:cNvPr>
          <p:cNvSpPr>
            <a:spLocks noGrp="1"/>
          </p:cNvSpPr>
          <p:nvPr>
            <p:ph type="body" sz="quarter" idx="20" hasCustomPrompt="1"/>
          </p:nvPr>
        </p:nvSpPr>
        <p:spPr>
          <a:xfrm>
            <a:off x="2353236"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29" name="Text Placeholder 21">
            <a:extLst>
              <a:ext uri="{FF2B5EF4-FFF2-40B4-BE49-F238E27FC236}">
                <a16:creationId xmlns:a16="http://schemas.microsoft.com/office/drawing/2014/main" id="{2A6C4DC7-1806-A74D-B434-61FF385F82AB}"/>
              </a:ext>
            </a:extLst>
          </p:cNvPr>
          <p:cNvSpPr>
            <a:spLocks noGrp="1"/>
          </p:cNvSpPr>
          <p:nvPr>
            <p:ph type="body" sz="quarter" idx="25" hasCustomPrompt="1"/>
          </p:nvPr>
        </p:nvSpPr>
        <p:spPr>
          <a:xfrm>
            <a:off x="4329057"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30" name="Text Placeholder 21">
            <a:extLst>
              <a:ext uri="{FF2B5EF4-FFF2-40B4-BE49-F238E27FC236}">
                <a16:creationId xmlns:a16="http://schemas.microsoft.com/office/drawing/2014/main" id="{053D7F26-6DC1-034C-B572-B4BFE718C797}"/>
              </a:ext>
            </a:extLst>
          </p:cNvPr>
          <p:cNvSpPr>
            <a:spLocks noGrp="1"/>
          </p:cNvSpPr>
          <p:nvPr>
            <p:ph type="body" sz="quarter" idx="26" hasCustomPrompt="1"/>
          </p:nvPr>
        </p:nvSpPr>
        <p:spPr>
          <a:xfrm>
            <a:off x="6304878"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32" name="Text Placeholder 21">
            <a:extLst>
              <a:ext uri="{FF2B5EF4-FFF2-40B4-BE49-F238E27FC236}">
                <a16:creationId xmlns:a16="http://schemas.microsoft.com/office/drawing/2014/main" id="{E075A489-B7B7-CE40-B061-D8A36AFCC817}"/>
              </a:ext>
            </a:extLst>
          </p:cNvPr>
          <p:cNvSpPr>
            <a:spLocks noGrp="1"/>
          </p:cNvSpPr>
          <p:nvPr>
            <p:ph type="body" sz="quarter" idx="27" hasCustomPrompt="1"/>
          </p:nvPr>
        </p:nvSpPr>
        <p:spPr>
          <a:xfrm>
            <a:off x="8280699"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35" name="Text Placeholder 21">
            <a:extLst>
              <a:ext uri="{FF2B5EF4-FFF2-40B4-BE49-F238E27FC236}">
                <a16:creationId xmlns:a16="http://schemas.microsoft.com/office/drawing/2014/main" id="{FF2BF483-5EDC-9242-AD58-57E84F538C81}"/>
              </a:ext>
            </a:extLst>
          </p:cNvPr>
          <p:cNvSpPr>
            <a:spLocks noGrp="1"/>
          </p:cNvSpPr>
          <p:nvPr>
            <p:ph type="body" sz="quarter" idx="28" hasCustomPrompt="1"/>
          </p:nvPr>
        </p:nvSpPr>
        <p:spPr>
          <a:xfrm>
            <a:off x="10256520"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Tree>
    <p:extLst>
      <p:ext uri="{BB962C8B-B14F-4D97-AF65-F5344CB8AC3E}">
        <p14:creationId xmlns:p14="http://schemas.microsoft.com/office/powerpoint/2010/main" val="3998567367"/>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2_7.c Team 8 + Tex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149CC312-A0AE-227B-30E5-C124A743F82F}"/>
              </a:ext>
            </a:extLst>
          </p:cNvPr>
          <p:cNvGraphicFramePr>
            <a:graphicFrameLocks noChangeAspect="1"/>
          </p:cNvGraphicFramePr>
          <p:nvPr userDrawn="1">
            <p:custDataLst>
              <p:tags r:id="rId1"/>
            </p:custDataLst>
            <p:extLst>
              <p:ext uri="{D42A27DB-BD31-4B8C-83A1-F6EECF244321}">
                <p14:modId xmlns:p14="http://schemas.microsoft.com/office/powerpoint/2010/main" val="12509892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8" name="think-cell data - do not delete" hidden="1">
                        <a:extLst>
                          <a:ext uri="{FF2B5EF4-FFF2-40B4-BE49-F238E27FC236}">
                            <a16:creationId xmlns:a16="http://schemas.microsoft.com/office/drawing/2014/main" id="{149CC312-A0AE-227B-30E5-C124A743F82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381000" y="1295233"/>
            <a:ext cx="3540355" cy="5016665"/>
          </a:xfrm>
        </p:spPr>
        <p:txBody>
          <a:bodyPr/>
          <a:lstStyle>
            <a:lvl1pPr rtl="0">
              <a:defRPr/>
            </a:lvl1pPr>
            <a:lvl2pPr rtl="0">
              <a:defRPr/>
            </a:lvl2pPr>
            <a:lvl3pPr rtl="0">
              <a:defRPr/>
            </a:lvl3pPr>
            <a:lvl4pPr rtl="0">
              <a:defRPr/>
            </a:lvl4pPr>
            <a:lvl5pPr rtl="0">
              <a:defRPr/>
            </a:lvl5pPr>
          </a:lstStyle>
          <a:p>
            <a:pPr lvl="0"/>
            <a:r>
              <a:rPr lang="en-US"/>
              <a:t>Place text here, use indent to access other levels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vert="horz"/>
          <a:lstStyle>
            <a:lvl1pPr rtl="0">
              <a:defRPr sz="3600"/>
            </a:lvl1pPr>
          </a:lstStyle>
          <a:p>
            <a:r>
              <a:rPr lang="en-US"/>
              <a:t>Place headline here (36pt, min 30pt)</a:t>
            </a:r>
            <a:endParaRPr lang="en-US" dirty="0"/>
          </a:p>
        </p:txBody>
      </p:sp>
      <p:sp>
        <p:nvSpPr>
          <p:cNvPr id="45" name="Picture Placeholder 13">
            <a:extLst>
              <a:ext uri="{FF2B5EF4-FFF2-40B4-BE49-F238E27FC236}">
                <a16:creationId xmlns:a16="http://schemas.microsoft.com/office/drawing/2014/main" id="{CD7EAAF9-7102-4351-9F35-C40B3F381975}"/>
              </a:ext>
            </a:extLst>
          </p:cNvPr>
          <p:cNvSpPr>
            <a:spLocks noGrp="1"/>
          </p:cNvSpPr>
          <p:nvPr>
            <p:ph type="pic" sz="quarter" idx="16" hasCustomPrompt="1"/>
          </p:nvPr>
        </p:nvSpPr>
        <p:spPr>
          <a:xfrm>
            <a:off x="4325822" y="1295233"/>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46" name="Picture Placeholder 13">
            <a:extLst>
              <a:ext uri="{FF2B5EF4-FFF2-40B4-BE49-F238E27FC236}">
                <a16:creationId xmlns:a16="http://schemas.microsoft.com/office/drawing/2014/main" id="{CC40CB3D-DFEA-4056-B2DA-887E7C863243}"/>
              </a:ext>
            </a:extLst>
          </p:cNvPr>
          <p:cNvSpPr>
            <a:spLocks noGrp="1"/>
          </p:cNvSpPr>
          <p:nvPr>
            <p:ph type="pic" sz="quarter" idx="17" hasCustomPrompt="1"/>
          </p:nvPr>
        </p:nvSpPr>
        <p:spPr>
          <a:xfrm>
            <a:off x="6298233" y="1295233"/>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47" name="Picture Placeholder 13">
            <a:extLst>
              <a:ext uri="{FF2B5EF4-FFF2-40B4-BE49-F238E27FC236}">
                <a16:creationId xmlns:a16="http://schemas.microsoft.com/office/drawing/2014/main" id="{F8BABECB-6F2D-4068-AEE6-A603DAA72EFF}"/>
              </a:ext>
            </a:extLst>
          </p:cNvPr>
          <p:cNvSpPr>
            <a:spLocks noGrp="1"/>
          </p:cNvSpPr>
          <p:nvPr>
            <p:ph type="pic" sz="quarter" idx="18" hasCustomPrompt="1"/>
          </p:nvPr>
        </p:nvSpPr>
        <p:spPr>
          <a:xfrm>
            <a:off x="10243055" y="1295233"/>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48" name="Picture Placeholder 13">
            <a:extLst>
              <a:ext uri="{FF2B5EF4-FFF2-40B4-BE49-F238E27FC236}">
                <a16:creationId xmlns:a16="http://schemas.microsoft.com/office/drawing/2014/main" id="{914A31DD-59CB-48C9-9C28-954E6B85C623}"/>
              </a:ext>
            </a:extLst>
          </p:cNvPr>
          <p:cNvSpPr>
            <a:spLocks noGrp="1"/>
          </p:cNvSpPr>
          <p:nvPr>
            <p:ph type="pic" sz="quarter" idx="24" hasCustomPrompt="1"/>
          </p:nvPr>
        </p:nvSpPr>
        <p:spPr>
          <a:xfrm>
            <a:off x="8270644" y="1295233"/>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cxnSp>
        <p:nvCxnSpPr>
          <p:cNvPr id="49" name="Straight Connector 48">
            <a:extLst>
              <a:ext uri="{FF2B5EF4-FFF2-40B4-BE49-F238E27FC236}">
                <a16:creationId xmlns:a16="http://schemas.microsoft.com/office/drawing/2014/main" id="{F41646E1-19C3-4B9B-B997-D1E684346A58}"/>
              </a:ext>
            </a:extLst>
          </p:cNvPr>
          <p:cNvCxnSpPr>
            <a:cxnSpLocks/>
          </p:cNvCxnSpPr>
          <p:nvPr userDrawn="1"/>
        </p:nvCxnSpPr>
        <p:spPr>
          <a:xfrm>
            <a:off x="4325822"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573D48A-A495-4050-90E3-75258FCF3377}"/>
              </a:ext>
            </a:extLst>
          </p:cNvPr>
          <p:cNvCxnSpPr>
            <a:cxnSpLocks/>
          </p:cNvCxnSpPr>
          <p:nvPr userDrawn="1"/>
        </p:nvCxnSpPr>
        <p:spPr>
          <a:xfrm>
            <a:off x="6298233"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73483C0-79C0-4141-9CB1-0BA663E254D0}"/>
              </a:ext>
            </a:extLst>
          </p:cNvPr>
          <p:cNvCxnSpPr>
            <a:cxnSpLocks/>
          </p:cNvCxnSpPr>
          <p:nvPr userDrawn="1"/>
        </p:nvCxnSpPr>
        <p:spPr>
          <a:xfrm>
            <a:off x="8270644"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4A17C9C-D115-468F-86DD-CDE522721719}"/>
              </a:ext>
            </a:extLst>
          </p:cNvPr>
          <p:cNvCxnSpPr>
            <a:cxnSpLocks/>
          </p:cNvCxnSpPr>
          <p:nvPr userDrawn="1"/>
        </p:nvCxnSpPr>
        <p:spPr>
          <a:xfrm>
            <a:off x="10243055"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7" name="Text Placeholder 21">
            <a:extLst>
              <a:ext uri="{FF2B5EF4-FFF2-40B4-BE49-F238E27FC236}">
                <a16:creationId xmlns:a16="http://schemas.microsoft.com/office/drawing/2014/main" id="{224BCF40-5B7A-4471-B077-3EEE956ADC3D}"/>
              </a:ext>
            </a:extLst>
          </p:cNvPr>
          <p:cNvSpPr>
            <a:spLocks noGrp="1"/>
          </p:cNvSpPr>
          <p:nvPr>
            <p:ph type="body" sz="quarter" idx="25" hasCustomPrompt="1"/>
          </p:nvPr>
        </p:nvSpPr>
        <p:spPr>
          <a:xfrm>
            <a:off x="4325822" y="2786552"/>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58" name="Text Placeholder 21">
            <a:extLst>
              <a:ext uri="{FF2B5EF4-FFF2-40B4-BE49-F238E27FC236}">
                <a16:creationId xmlns:a16="http://schemas.microsoft.com/office/drawing/2014/main" id="{68E899C2-D12C-4214-88A5-B7A6E1BCDCEC}"/>
              </a:ext>
            </a:extLst>
          </p:cNvPr>
          <p:cNvSpPr>
            <a:spLocks noGrp="1"/>
          </p:cNvSpPr>
          <p:nvPr>
            <p:ph type="body" sz="quarter" idx="26" hasCustomPrompt="1"/>
          </p:nvPr>
        </p:nvSpPr>
        <p:spPr>
          <a:xfrm>
            <a:off x="6298233" y="2786552"/>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59" name="Text Placeholder 21">
            <a:extLst>
              <a:ext uri="{FF2B5EF4-FFF2-40B4-BE49-F238E27FC236}">
                <a16:creationId xmlns:a16="http://schemas.microsoft.com/office/drawing/2014/main" id="{66A0D763-27FE-421C-A5D9-19A08FC2D8D1}"/>
              </a:ext>
            </a:extLst>
          </p:cNvPr>
          <p:cNvSpPr>
            <a:spLocks noGrp="1"/>
          </p:cNvSpPr>
          <p:nvPr>
            <p:ph type="body" sz="quarter" idx="27" hasCustomPrompt="1"/>
          </p:nvPr>
        </p:nvSpPr>
        <p:spPr>
          <a:xfrm>
            <a:off x="8270644" y="2786552"/>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78" name="Text Placeholder 21">
            <a:extLst>
              <a:ext uri="{FF2B5EF4-FFF2-40B4-BE49-F238E27FC236}">
                <a16:creationId xmlns:a16="http://schemas.microsoft.com/office/drawing/2014/main" id="{43E52046-A5DE-47E3-A9A3-ADD4F6DB823B}"/>
              </a:ext>
            </a:extLst>
          </p:cNvPr>
          <p:cNvSpPr>
            <a:spLocks noGrp="1"/>
          </p:cNvSpPr>
          <p:nvPr>
            <p:ph type="body" sz="quarter" idx="28" hasCustomPrompt="1"/>
          </p:nvPr>
        </p:nvSpPr>
        <p:spPr>
          <a:xfrm>
            <a:off x="10243055" y="2786552"/>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32" name="Picture Placeholder 13">
            <a:extLst>
              <a:ext uri="{FF2B5EF4-FFF2-40B4-BE49-F238E27FC236}">
                <a16:creationId xmlns:a16="http://schemas.microsoft.com/office/drawing/2014/main" id="{BA696AEF-3D6B-2E4A-853E-8A8760E58D09}"/>
              </a:ext>
            </a:extLst>
          </p:cNvPr>
          <p:cNvSpPr>
            <a:spLocks noGrp="1"/>
          </p:cNvSpPr>
          <p:nvPr>
            <p:ph type="pic" sz="quarter" idx="43" hasCustomPrompt="1"/>
          </p:nvPr>
        </p:nvSpPr>
        <p:spPr>
          <a:xfrm>
            <a:off x="4325822" y="3842161"/>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33" name="Picture Placeholder 13">
            <a:extLst>
              <a:ext uri="{FF2B5EF4-FFF2-40B4-BE49-F238E27FC236}">
                <a16:creationId xmlns:a16="http://schemas.microsoft.com/office/drawing/2014/main" id="{05B98E7F-7333-A04B-94D4-281325401EF4}"/>
              </a:ext>
            </a:extLst>
          </p:cNvPr>
          <p:cNvSpPr>
            <a:spLocks noGrp="1"/>
          </p:cNvSpPr>
          <p:nvPr>
            <p:ph type="pic" sz="quarter" idx="44" hasCustomPrompt="1"/>
          </p:nvPr>
        </p:nvSpPr>
        <p:spPr>
          <a:xfrm>
            <a:off x="6298233" y="3842161"/>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34" name="Picture Placeholder 13">
            <a:extLst>
              <a:ext uri="{FF2B5EF4-FFF2-40B4-BE49-F238E27FC236}">
                <a16:creationId xmlns:a16="http://schemas.microsoft.com/office/drawing/2014/main" id="{B99C455B-37CC-4E44-8046-56AF81C16361}"/>
              </a:ext>
            </a:extLst>
          </p:cNvPr>
          <p:cNvSpPr>
            <a:spLocks noGrp="1"/>
          </p:cNvSpPr>
          <p:nvPr>
            <p:ph type="pic" sz="quarter" idx="45" hasCustomPrompt="1"/>
          </p:nvPr>
        </p:nvSpPr>
        <p:spPr>
          <a:xfrm>
            <a:off x="10243055" y="3842161"/>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35" name="Picture Placeholder 13">
            <a:extLst>
              <a:ext uri="{FF2B5EF4-FFF2-40B4-BE49-F238E27FC236}">
                <a16:creationId xmlns:a16="http://schemas.microsoft.com/office/drawing/2014/main" id="{AAA6B0A5-6A50-1640-8F39-F8AC766655FE}"/>
              </a:ext>
            </a:extLst>
          </p:cNvPr>
          <p:cNvSpPr>
            <a:spLocks noGrp="1"/>
          </p:cNvSpPr>
          <p:nvPr>
            <p:ph type="pic" sz="quarter" idx="46" hasCustomPrompt="1"/>
          </p:nvPr>
        </p:nvSpPr>
        <p:spPr>
          <a:xfrm>
            <a:off x="8270644" y="3842161"/>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cxnSp>
        <p:nvCxnSpPr>
          <p:cNvPr id="36" name="Straight Connector 35">
            <a:extLst>
              <a:ext uri="{FF2B5EF4-FFF2-40B4-BE49-F238E27FC236}">
                <a16:creationId xmlns:a16="http://schemas.microsoft.com/office/drawing/2014/main" id="{4AEBC920-4A06-1844-A297-04C9B4995EA2}"/>
              </a:ext>
            </a:extLst>
          </p:cNvPr>
          <p:cNvCxnSpPr>
            <a:cxnSpLocks/>
          </p:cNvCxnSpPr>
          <p:nvPr userDrawn="1"/>
        </p:nvCxnSpPr>
        <p:spPr>
          <a:xfrm>
            <a:off x="4325822"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8D916B0-6C7A-FE46-ADE6-48744F6FD90A}"/>
              </a:ext>
            </a:extLst>
          </p:cNvPr>
          <p:cNvCxnSpPr>
            <a:cxnSpLocks/>
          </p:cNvCxnSpPr>
          <p:nvPr userDrawn="1"/>
        </p:nvCxnSpPr>
        <p:spPr>
          <a:xfrm>
            <a:off x="6298233"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A86475A-7CFD-8340-A566-4FB21E689F0A}"/>
              </a:ext>
            </a:extLst>
          </p:cNvPr>
          <p:cNvCxnSpPr>
            <a:cxnSpLocks/>
          </p:cNvCxnSpPr>
          <p:nvPr userDrawn="1"/>
        </p:nvCxnSpPr>
        <p:spPr>
          <a:xfrm>
            <a:off x="8270644"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79DFD2D-5360-2342-829B-32DDEB7EBEB1}"/>
              </a:ext>
            </a:extLst>
          </p:cNvPr>
          <p:cNvCxnSpPr>
            <a:cxnSpLocks/>
          </p:cNvCxnSpPr>
          <p:nvPr userDrawn="1"/>
        </p:nvCxnSpPr>
        <p:spPr>
          <a:xfrm>
            <a:off x="10243055"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Text Placeholder 21">
            <a:extLst>
              <a:ext uri="{FF2B5EF4-FFF2-40B4-BE49-F238E27FC236}">
                <a16:creationId xmlns:a16="http://schemas.microsoft.com/office/drawing/2014/main" id="{CDFBCAAC-9CA0-5A4E-8684-A49AAB0BA650}"/>
              </a:ext>
            </a:extLst>
          </p:cNvPr>
          <p:cNvSpPr>
            <a:spLocks noGrp="1"/>
          </p:cNvSpPr>
          <p:nvPr>
            <p:ph type="body" sz="quarter" idx="47" hasCustomPrompt="1"/>
          </p:nvPr>
        </p:nvSpPr>
        <p:spPr>
          <a:xfrm>
            <a:off x="4325822" y="5333480"/>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41" name="Text Placeholder 21">
            <a:extLst>
              <a:ext uri="{FF2B5EF4-FFF2-40B4-BE49-F238E27FC236}">
                <a16:creationId xmlns:a16="http://schemas.microsoft.com/office/drawing/2014/main" id="{0C025F6B-BD75-0A4C-87E1-147D69F7C5B9}"/>
              </a:ext>
            </a:extLst>
          </p:cNvPr>
          <p:cNvSpPr>
            <a:spLocks noGrp="1"/>
          </p:cNvSpPr>
          <p:nvPr>
            <p:ph type="body" sz="quarter" idx="48" hasCustomPrompt="1"/>
          </p:nvPr>
        </p:nvSpPr>
        <p:spPr>
          <a:xfrm>
            <a:off x="6298233" y="5333480"/>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42" name="Text Placeholder 21">
            <a:extLst>
              <a:ext uri="{FF2B5EF4-FFF2-40B4-BE49-F238E27FC236}">
                <a16:creationId xmlns:a16="http://schemas.microsoft.com/office/drawing/2014/main" id="{A9CB5A73-2496-3841-A61A-1965B0A6AD13}"/>
              </a:ext>
            </a:extLst>
          </p:cNvPr>
          <p:cNvSpPr>
            <a:spLocks noGrp="1"/>
          </p:cNvSpPr>
          <p:nvPr>
            <p:ph type="body" sz="quarter" idx="49" hasCustomPrompt="1"/>
          </p:nvPr>
        </p:nvSpPr>
        <p:spPr>
          <a:xfrm>
            <a:off x="8270644" y="5333480"/>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43" name="Text Placeholder 21">
            <a:extLst>
              <a:ext uri="{FF2B5EF4-FFF2-40B4-BE49-F238E27FC236}">
                <a16:creationId xmlns:a16="http://schemas.microsoft.com/office/drawing/2014/main" id="{886F547A-67CA-C749-B9EA-AA1142C31543}"/>
              </a:ext>
            </a:extLst>
          </p:cNvPr>
          <p:cNvSpPr>
            <a:spLocks noGrp="1"/>
          </p:cNvSpPr>
          <p:nvPr>
            <p:ph type="body" sz="quarter" idx="50" hasCustomPrompt="1"/>
          </p:nvPr>
        </p:nvSpPr>
        <p:spPr>
          <a:xfrm>
            <a:off x="10243055" y="5333480"/>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3" name="TextBox 2">
            <a:extLst>
              <a:ext uri="{FF2B5EF4-FFF2-40B4-BE49-F238E27FC236}">
                <a16:creationId xmlns:a16="http://schemas.microsoft.com/office/drawing/2014/main" id="{FC687A6A-0DE7-4742-9FEC-F4CAACF6BD01}"/>
              </a:ext>
            </a:extLst>
          </p:cNvPr>
          <p:cNvSpPr txBox="1"/>
          <p:nvPr userDrawn="1"/>
        </p:nvSpPr>
        <p:spPr>
          <a:xfrm>
            <a:off x="9363919" y="6620719"/>
            <a:ext cx="0" cy="0"/>
          </a:xfrm>
          <a:prstGeom prst="rect">
            <a:avLst/>
          </a:prstGeom>
          <a:noFill/>
        </p:spPr>
        <p:txBody>
          <a:bodyPr wrap="none" lIns="0" tIns="0" rIns="0" bIns="0" rtlCol="0">
            <a:noAutofit/>
          </a:bodyPr>
          <a:lstStyle/>
          <a:p>
            <a:pPr algn="l" defTabSz="228600" rtl="0">
              <a:spcAft>
                <a:spcPts val="1200"/>
              </a:spcAft>
            </a:pPr>
            <a:endParaRPr lang="en-US" noProof="0" dirty="0"/>
          </a:p>
        </p:txBody>
      </p:sp>
      <p:sp>
        <p:nvSpPr>
          <p:cNvPr id="5" name="TextBox 4">
            <a:extLst>
              <a:ext uri="{FF2B5EF4-FFF2-40B4-BE49-F238E27FC236}">
                <a16:creationId xmlns:a16="http://schemas.microsoft.com/office/drawing/2014/main" id="{AFC37153-4580-BB48-AD3A-E289DF242EE6}"/>
              </a:ext>
            </a:extLst>
          </p:cNvPr>
          <p:cNvSpPr txBox="1"/>
          <p:nvPr userDrawn="1"/>
        </p:nvSpPr>
        <p:spPr>
          <a:xfrm>
            <a:off x="9734309" y="6539696"/>
            <a:ext cx="0" cy="0"/>
          </a:xfrm>
          <a:prstGeom prst="rect">
            <a:avLst/>
          </a:prstGeom>
          <a:noFill/>
        </p:spPr>
        <p:txBody>
          <a:bodyPr wrap="none" lIns="0" tIns="0" rIns="0" bIns="0" rtlCol="0">
            <a:noAutofit/>
          </a:bodyPr>
          <a:lstStyle/>
          <a:p>
            <a:pPr algn="l" defTabSz="228600" rtl="0">
              <a:spcAft>
                <a:spcPts val="1200"/>
              </a:spcAft>
            </a:pPr>
            <a:endParaRPr lang="en-US" noProof="0" dirty="0"/>
          </a:p>
        </p:txBody>
      </p:sp>
      <p:sp>
        <p:nvSpPr>
          <p:cNvPr id="6" name="TextBox 5">
            <a:extLst>
              <a:ext uri="{FF2B5EF4-FFF2-40B4-BE49-F238E27FC236}">
                <a16:creationId xmlns:a16="http://schemas.microsoft.com/office/drawing/2014/main" id="{2E3869D1-469A-5B41-97BC-C47919F46F86}"/>
              </a:ext>
            </a:extLst>
          </p:cNvPr>
          <p:cNvSpPr txBox="1"/>
          <p:nvPr userDrawn="1"/>
        </p:nvSpPr>
        <p:spPr>
          <a:xfrm>
            <a:off x="10131552" y="6528816"/>
            <a:ext cx="0" cy="0"/>
          </a:xfrm>
          <a:prstGeom prst="rect">
            <a:avLst/>
          </a:prstGeom>
          <a:noFill/>
        </p:spPr>
        <p:txBody>
          <a:bodyPr wrap="none" lIns="0" tIns="0" rIns="0" bIns="0" rtlCol="0">
            <a:noAutofit/>
          </a:bodyPr>
          <a:lstStyle/>
          <a:p>
            <a:pPr algn="l" defTabSz="228600" rtl="0">
              <a:spcAft>
                <a:spcPts val="1200"/>
              </a:spcAft>
            </a:pPr>
            <a:endParaRPr lang="en-US" noProof="0" dirty="0"/>
          </a:p>
        </p:txBody>
      </p:sp>
    </p:spTree>
    <p:extLst>
      <p:ext uri="{BB962C8B-B14F-4D97-AF65-F5344CB8AC3E}">
        <p14:creationId xmlns:p14="http://schemas.microsoft.com/office/powerpoint/2010/main" val="2893732860"/>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3_7.b Team 6 - Light">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6146DBD-DBE8-C787-078C-C871E79AADA5}"/>
              </a:ext>
            </a:extLst>
          </p:cNvPr>
          <p:cNvGraphicFramePr>
            <a:graphicFrameLocks noChangeAspect="1"/>
          </p:cNvGraphicFramePr>
          <p:nvPr userDrawn="1">
            <p:custDataLst>
              <p:tags r:id="rId1"/>
            </p:custDataLst>
            <p:extLst>
              <p:ext uri="{D42A27DB-BD31-4B8C-83A1-F6EECF244321}">
                <p14:modId xmlns:p14="http://schemas.microsoft.com/office/powerpoint/2010/main" val="4941943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F6146DBD-DBE8-C787-078C-C871E79AADA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vert="horz"/>
          <a:lstStyle>
            <a:lvl1pPr rtl="0">
              <a:defRPr sz="3600"/>
            </a:lvl1pPr>
          </a:lstStyle>
          <a:p>
            <a:r>
              <a:rPr lang="en-US"/>
              <a:t>Place headline here (36pt, min 30pt)</a:t>
            </a:r>
            <a:endParaRPr lang="en-US" dirty="0"/>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2">
              <a:lumMod val="20000"/>
              <a:lumOff val="80000"/>
            </a:schemeClr>
          </a:solidFill>
        </p:spPr>
        <p:txBody>
          <a:bodyPr/>
          <a:lstStyle>
            <a:lvl1pPr marL="0" indent="0" rtl="0">
              <a:buNone/>
              <a:defRPr sz="1800" b="0"/>
            </a:lvl1pPr>
          </a:lstStyle>
          <a:p>
            <a:r>
              <a:rPr lang="en-US"/>
              <a:t>Add profile photo</a:t>
            </a:r>
            <a:endParaRPr lang="en-US" dirty="0"/>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cxnSp>
        <p:nvCxnSpPr>
          <p:cNvPr id="33" name="Straight Connector 32">
            <a:extLst>
              <a:ext uri="{FF2B5EF4-FFF2-40B4-BE49-F238E27FC236}">
                <a16:creationId xmlns:a16="http://schemas.microsoft.com/office/drawing/2014/main" id="{AA02BDBD-12C4-A940-8556-B3E5BDD10714}"/>
              </a:ext>
            </a:extLst>
          </p:cNvPr>
          <p:cNvCxnSpPr>
            <a:cxnSpLocks/>
          </p:cNvCxnSpPr>
          <p:nvPr userDrawn="1"/>
        </p:nvCxnSpPr>
        <p:spPr>
          <a:xfrm>
            <a:off x="377415"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FEA9EDE-6235-5149-A941-CF6FEAE2E6FF}"/>
              </a:ext>
            </a:extLst>
          </p:cNvPr>
          <p:cNvCxnSpPr>
            <a:cxnSpLocks/>
          </p:cNvCxnSpPr>
          <p:nvPr userDrawn="1"/>
        </p:nvCxnSpPr>
        <p:spPr>
          <a:xfrm>
            <a:off x="2353236"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BE3B3A9-F650-CD4D-ABE8-60A0F5E115AE}"/>
              </a:ext>
            </a:extLst>
          </p:cNvPr>
          <p:cNvCxnSpPr>
            <a:cxnSpLocks/>
          </p:cNvCxnSpPr>
          <p:nvPr userDrawn="1"/>
        </p:nvCxnSpPr>
        <p:spPr>
          <a:xfrm>
            <a:off x="4329057"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0EADFA0-1672-B34A-99B7-19C51FEE8983}"/>
              </a:ext>
            </a:extLst>
          </p:cNvPr>
          <p:cNvCxnSpPr>
            <a:cxnSpLocks/>
          </p:cNvCxnSpPr>
          <p:nvPr userDrawn="1"/>
        </p:nvCxnSpPr>
        <p:spPr>
          <a:xfrm>
            <a:off x="6304878"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C298F82-C3A0-2A4F-8530-36C08463C5C0}"/>
              </a:ext>
            </a:extLst>
          </p:cNvPr>
          <p:cNvCxnSpPr>
            <a:cxnSpLocks/>
          </p:cNvCxnSpPr>
          <p:nvPr userDrawn="1"/>
        </p:nvCxnSpPr>
        <p:spPr>
          <a:xfrm>
            <a:off x="8280699"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35C1307-45DE-104B-82C7-0AF770E496DE}"/>
              </a:ext>
            </a:extLst>
          </p:cNvPr>
          <p:cNvCxnSpPr>
            <a:cxnSpLocks/>
          </p:cNvCxnSpPr>
          <p:nvPr userDrawn="1"/>
        </p:nvCxnSpPr>
        <p:spPr>
          <a:xfrm>
            <a:off x="10256520"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Text Placeholder 21">
            <a:extLst>
              <a:ext uri="{FF2B5EF4-FFF2-40B4-BE49-F238E27FC236}">
                <a16:creationId xmlns:a16="http://schemas.microsoft.com/office/drawing/2014/main" id="{6BEB5A56-DED2-134F-B0DE-11936982FFF4}"/>
              </a:ext>
            </a:extLst>
          </p:cNvPr>
          <p:cNvSpPr>
            <a:spLocks noGrp="1"/>
          </p:cNvSpPr>
          <p:nvPr>
            <p:ph type="body" sz="quarter" idx="19" hasCustomPrompt="1"/>
          </p:nvPr>
        </p:nvSpPr>
        <p:spPr>
          <a:xfrm>
            <a:off x="377415"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28" name="Text Placeholder 21">
            <a:extLst>
              <a:ext uri="{FF2B5EF4-FFF2-40B4-BE49-F238E27FC236}">
                <a16:creationId xmlns:a16="http://schemas.microsoft.com/office/drawing/2014/main" id="{923321BD-6745-7944-910F-B8C8E4AC31DD}"/>
              </a:ext>
            </a:extLst>
          </p:cNvPr>
          <p:cNvSpPr>
            <a:spLocks noGrp="1"/>
          </p:cNvSpPr>
          <p:nvPr>
            <p:ph type="body" sz="quarter" idx="20" hasCustomPrompt="1"/>
          </p:nvPr>
        </p:nvSpPr>
        <p:spPr>
          <a:xfrm>
            <a:off x="2353236"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29" name="Text Placeholder 21">
            <a:extLst>
              <a:ext uri="{FF2B5EF4-FFF2-40B4-BE49-F238E27FC236}">
                <a16:creationId xmlns:a16="http://schemas.microsoft.com/office/drawing/2014/main" id="{2A6C4DC7-1806-A74D-B434-61FF385F82AB}"/>
              </a:ext>
            </a:extLst>
          </p:cNvPr>
          <p:cNvSpPr>
            <a:spLocks noGrp="1"/>
          </p:cNvSpPr>
          <p:nvPr>
            <p:ph type="body" sz="quarter" idx="25" hasCustomPrompt="1"/>
          </p:nvPr>
        </p:nvSpPr>
        <p:spPr>
          <a:xfrm>
            <a:off x="4329057"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30" name="Text Placeholder 21">
            <a:extLst>
              <a:ext uri="{FF2B5EF4-FFF2-40B4-BE49-F238E27FC236}">
                <a16:creationId xmlns:a16="http://schemas.microsoft.com/office/drawing/2014/main" id="{053D7F26-6DC1-034C-B572-B4BFE718C797}"/>
              </a:ext>
            </a:extLst>
          </p:cNvPr>
          <p:cNvSpPr>
            <a:spLocks noGrp="1"/>
          </p:cNvSpPr>
          <p:nvPr>
            <p:ph type="body" sz="quarter" idx="26" hasCustomPrompt="1"/>
          </p:nvPr>
        </p:nvSpPr>
        <p:spPr>
          <a:xfrm>
            <a:off x="6304878"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32" name="Text Placeholder 21">
            <a:extLst>
              <a:ext uri="{FF2B5EF4-FFF2-40B4-BE49-F238E27FC236}">
                <a16:creationId xmlns:a16="http://schemas.microsoft.com/office/drawing/2014/main" id="{E075A489-B7B7-CE40-B061-D8A36AFCC817}"/>
              </a:ext>
            </a:extLst>
          </p:cNvPr>
          <p:cNvSpPr>
            <a:spLocks noGrp="1"/>
          </p:cNvSpPr>
          <p:nvPr>
            <p:ph type="body" sz="quarter" idx="27" hasCustomPrompt="1"/>
          </p:nvPr>
        </p:nvSpPr>
        <p:spPr>
          <a:xfrm>
            <a:off x="8280699"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35" name="Text Placeholder 21">
            <a:extLst>
              <a:ext uri="{FF2B5EF4-FFF2-40B4-BE49-F238E27FC236}">
                <a16:creationId xmlns:a16="http://schemas.microsoft.com/office/drawing/2014/main" id="{FF2BF483-5EDC-9242-AD58-57E84F538C81}"/>
              </a:ext>
            </a:extLst>
          </p:cNvPr>
          <p:cNvSpPr>
            <a:spLocks noGrp="1"/>
          </p:cNvSpPr>
          <p:nvPr>
            <p:ph type="body" sz="quarter" idx="28" hasCustomPrompt="1"/>
          </p:nvPr>
        </p:nvSpPr>
        <p:spPr>
          <a:xfrm>
            <a:off x="10256520" y="3926552"/>
            <a:ext cx="1554480" cy="1900047"/>
          </a:xfrm>
        </p:spPr>
        <p:txBody>
          <a:bodyPr/>
          <a:lstStyle>
            <a:lvl1pPr marL="0" indent="0" rtl="0">
              <a:lnSpc>
                <a:spcPct val="80000"/>
              </a:lnSpc>
              <a:spcAft>
                <a:spcPts val="600"/>
              </a:spcAft>
              <a:buFont typeface="Arial" panose="020B0604020202020204" pitchFamily="34" charset="0"/>
              <a:buNone/>
              <a:defRPr sz="2100" b="0" i="0">
                <a:latin typeface="GT Sectra Fine" pitchFamily="2" charset="77"/>
              </a:defRPr>
            </a:lvl1pPr>
            <a:lvl2pPr marL="0" indent="0" rtl="0">
              <a:spcAft>
                <a:spcPts val="600"/>
              </a:spcAft>
              <a:buNone/>
              <a:defRPr sz="1600"/>
            </a:lvl2pPr>
            <a:lvl3pPr marL="0" indent="0" rtl="0">
              <a:spcAft>
                <a:spcPts val="600"/>
              </a:spcAft>
              <a:buNone/>
              <a:defRPr sz="1200"/>
            </a:lvl3pPr>
            <a:lvl4pPr marL="182880" indent="-182880" rtl="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Tree>
    <p:extLst>
      <p:ext uri="{BB962C8B-B14F-4D97-AF65-F5344CB8AC3E}">
        <p14:creationId xmlns:p14="http://schemas.microsoft.com/office/powerpoint/2010/main" val="181121639"/>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3_7.c Team 8 + Tex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149CC312-A0AE-227B-30E5-C124A743F82F}"/>
              </a:ext>
            </a:extLst>
          </p:cNvPr>
          <p:cNvGraphicFramePr>
            <a:graphicFrameLocks noChangeAspect="1"/>
          </p:cNvGraphicFramePr>
          <p:nvPr userDrawn="1">
            <p:custDataLst>
              <p:tags r:id="rId1"/>
            </p:custDataLst>
            <p:extLst>
              <p:ext uri="{D42A27DB-BD31-4B8C-83A1-F6EECF244321}">
                <p14:modId xmlns:p14="http://schemas.microsoft.com/office/powerpoint/2010/main" val="12509892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8" name="think-cell data - do not delete" hidden="1">
                        <a:extLst>
                          <a:ext uri="{FF2B5EF4-FFF2-40B4-BE49-F238E27FC236}">
                            <a16:creationId xmlns:a16="http://schemas.microsoft.com/office/drawing/2014/main" id="{149CC312-A0AE-227B-30E5-C124A743F82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381000" y="1295233"/>
            <a:ext cx="3540355" cy="5016665"/>
          </a:xfrm>
        </p:spPr>
        <p:txBody>
          <a:bodyPr/>
          <a:lstStyle>
            <a:lvl1pPr rtl="0">
              <a:defRPr/>
            </a:lvl1pPr>
            <a:lvl2pPr rtl="0">
              <a:defRPr/>
            </a:lvl2pPr>
            <a:lvl3pPr rtl="0">
              <a:defRPr/>
            </a:lvl3pPr>
            <a:lvl4pPr rtl="0">
              <a:defRPr/>
            </a:lvl4pPr>
            <a:lvl5pPr rtl="0">
              <a:defRPr/>
            </a:lvl5pPr>
          </a:lstStyle>
          <a:p>
            <a:pPr lvl="0"/>
            <a:r>
              <a:rPr lang="en-US"/>
              <a:t>Place text here, use indent to access other levels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vert="horz"/>
          <a:lstStyle>
            <a:lvl1pPr rtl="0">
              <a:defRPr sz="3600"/>
            </a:lvl1pPr>
          </a:lstStyle>
          <a:p>
            <a:r>
              <a:rPr lang="en-US"/>
              <a:t>Place headline here (36pt, min 30pt)</a:t>
            </a:r>
            <a:endParaRPr lang="en-US" dirty="0"/>
          </a:p>
        </p:txBody>
      </p:sp>
      <p:sp>
        <p:nvSpPr>
          <p:cNvPr id="45" name="Picture Placeholder 13">
            <a:extLst>
              <a:ext uri="{FF2B5EF4-FFF2-40B4-BE49-F238E27FC236}">
                <a16:creationId xmlns:a16="http://schemas.microsoft.com/office/drawing/2014/main" id="{CD7EAAF9-7102-4351-9F35-C40B3F381975}"/>
              </a:ext>
            </a:extLst>
          </p:cNvPr>
          <p:cNvSpPr>
            <a:spLocks noGrp="1"/>
          </p:cNvSpPr>
          <p:nvPr>
            <p:ph type="pic" sz="quarter" idx="16" hasCustomPrompt="1"/>
          </p:nvPr>
        </p:nvSpPr>
        <p:spPr>
          <a:xfrm>
            <a:off x="4325822" y="1295233"/>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46" name="Picture Placeholder 13">
            <a:extLst>
              <a:ext uri="{FF2B5EF4-FFF2-40B4-BE49-F238E27FC236}">
                <a16:creationId xmlns:a16="http://schemas.microsoft.com/office/drawing/2014/main" id="{CC40CB3D-DFEA-4056-B2DA-887E7C863243}"/>
              </a:ext>
            </a:extLst>
          </p:cNvPr>
          <p:cNvSpPr>
            <a:spLocks noGrp="1"/>
          </p:cNvSpPr>
          <p:nvPr>
            <p:ph type="pic" sz="quarter" idx="17" hasCustomPrompt="1"/>
          </p:nvPr>
        </p:nvSpPr>
        <p:spPr>
          <a:xfrm>
            <a:off x="6298233" y="1295233"/>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47" name="Picture Placeholder 13">
            <a:extLst>
              <a:ext uri="{FF2B5EF4-FFF2-40B4-BE49-F238E27FC236}">
                <a16:creationId xmlns:a16="http://schemas.microsoft.com/office/drawing/2014/main" id="{F8BABECB-6F2D-4068-AEE6-A603DAA72EFF}"/>
              </a:ext>
            </a:extLst>
          </p:cNvPr>
          <p:cNvSpPr>
            <a:spLocks noGrp="1"/>
          </p:cNvSpPr>
          <p:nvPr>
            <p:ph type="pic" sz="quarter" idx="18" hasCustomPrompt="1"/>
          </p:nvPr>
        </p:nvSpPr>
        <p:spPr>
          <a:xfrm>
            <a:off x="10243055" y="1295233"/>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48" name="Picture Placeholder 13">
            <a:extLst>
              <a:ext uri="{FF2B5EF4-FFF2-40B4-BE49-F238E27FC236}">
                <a16:creationId xmlns:a16="http://schemas.microsoft.com/office/drawing/2014/main" id="{914A31DD-59CB-48C9-9C28-954E6B85C623}"/>
              </a:ext>
            </a:extLst>
          </p:cNvPr>
          <p:cNvSpPr>
            <a:spLocks noGrp="1"/>
          </p:cNvSpPr>
          <p:nvPr>
            <p:ph type="pic" sz="quarter" idx="24" hasCustomPrompt="1"/>
          </p:nvPr>
        </p:nvSpPr>
        <p:spPr>
          <a:xfrm>
            <a:off x="8270644" y="1295233"/>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cxnSp>
        <p:nvCxnSpPr>
          <p:cNvPr id="49" name="Straight Connector 48">
            <a:extLst>
              <a:ext uri="{FF2B5EF4-FFF2-40B4-BE49-F238E27FC236}">
                <a16:creationId xmlns:a16="http://schemas.microsoft.com/office/drawing/2014/main" id="{F41646E1-19C3-4B9B-B997-D1E684346A58}"/>
              </a:ext>
            </a:extLst>
          </p:cNvPr>
          <p:cNvCxnSpPr>
            <a:cxnSpLocks/>
          </p:cNvCxnSpPr>
          <p:nvPr userDrawn="1"/>
        </p:nvCxnSpPr>
        <p:spPr>
          <a:xfrm>
            <a:off x="4325822"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573D48A-A495-4050-90E3-75258FCF3377}"/>
              </a:ext>
            </a:extLst>
          </p:cNvPr>
          <p:cNvCxnSpPr>
            <a:cxnSpLocks/>
          </p:cNvCxnSpPr>
          <p:nvPr userDrawn="1"/>
        </p:nvCxnSpPr>
        <p:spPr>
          <a:xfrm>
            <a:off x="6298233"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73483C0-79C0-4141-9CB1-0BA663E254D0}"/>
              </a:ext>
            </a:extLst>
          </p:cNvPr>
          <p:cNvCxnSpPr>
            <a:cxnSpLocks/>
          </p:cNvCxnSpPr>
          <p:nvPr userDrawn="1"/>
        </p:nvCxnSpPr>
        <p:spPr>
          <a:xfrm>
            <a:off x="8270644"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4A17C9C-D115-468F-86DD-CDE522721719}"/>
              </a:ext>
            </a:extLst>
          </p:cNvPr>
          <p:cNvCxnSpPr>
            <a:cxnSpLocks/>
          </p:cNvCxnSpPr>
          <p:nvPr userDrawn="1"/>
        </p:nvCxnSpPr>
        <p:spPr>
          <a:xfrm>
            <a:off x="10243055"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7" name="Text Placeholder 21">
            <a:extLst>
              <a:ext uri="{FF2B5EF4-FFF2-40B4-BE49-F238E27FC236}">
                <a16:creationId xmlns:a16="http://schemas.microsoft.com/office/drawing/2014/main" id="{224BCF40-5B7A-4471-B077-3EEE956ADC3D}"/>
              </a:ext>
            </a:extLst>
          </p:cNvPr>
          <p:cNvSpPr>
            <a:spLocks noGrp="1"/>
          </p:cNvSpPr>
          <p:nvPr>
            <p:ph type="body" sz="quarter" idx="25" hasCustomPrompt="1"/>
          </p:nvPr>
        </p:nvSpPr>
        <p:spPr>
          <a:xfrm>
            <a:off x="4325822" y="2786552"/>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58" name="Text Placeholder 21">
            <a:extLst>
              <a:ext uri="{FF2B5EF4-FFF2-40B4-BE49-F238E27FC236}">
                <a16:creationId xmlns:a16="http://schemas.microsoft.com/office/drawing/2014/main" id="{68E899C2-D12C-4214-88A5-B7A6E1BCDCEC}"/>
              </a:ext>
            </a:extLst>
          </p:cNvPr>
          <p:cNvSpPr>
            <a:spLocks noGrp="1"/>
          </p:cNvSpPr>
          <p:nvPr>
            <p:ph type="body" sz="quarter" idx="26" hasCustomPrompt="1"/>
          </p:nvPr>
        </p:nvSpPr>
        <p:spPr>
          <a:xfrm>
            <a:off x="6298233" y="2786552"/>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59" name="Text Placeholder 21">
            <a:extLst>
              <a:ext uri="{FF2B5EF4-FFF2-40B4-BE49-F238E27FC236}">
                <a16:creationId xmlns:a16="http://schemas.microsoft.com/office/drawing/2014/main" id="{66A0D763-27FE-421C-A5D9-19A08FC2D8D1}"/>
              </a:ext>
            </a:extLst>
          </p:cNvPr>
          <p:cNvSpPr>
            <a:spLocks noGrp="1"/>
          </p:cNvSpPr>
          <p:nvPr>
            <p:ph type="body" sz="quarter" idx="27" hasCustomPrompt="1"/>
          </p:nvPr>
        </p:nvSpPr>
        <p:spPr>
          <a:xfrm>
            <a:off x="8270644" y="2786552"/>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78" name="Text Placeholder 21">
            <a:extLst>
              <a:ext uri="{FF2B5EF4-FFF2-40B4-BE49-F238E27FC236}">
                <a16:creationId xmlns:a16="http://schemas.microsoft.com/office/drawing/2014/main" id="{43E52046-A5DE-47E3-A9A3-ADD4F6DB823B}"/>
              </a:ext>
            </a:extLst>
          </p:cNvPr>
          <p:cNvSpPr>
            <a:spLocks noGrp="1"/>
          </p:cNvSpPr>
          <p:nvPr>
            <p:ph type="body" sz="quarter" idx="28" hasCustomPrompt="1"/>
          </p:nvPr>
        </p:nvSpPr>
        <p:spPr>
          <a:xfrm>
            <a:off x="10243055" y="2786552"/>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32" name="Picture Placeholder 13">
            <a:extLst>
              <a:ext uri="{FF2B5EF4-FFF2-40B4-BE49-F238E27FC236}">
                <a16:creationId xmlns:a16="http://schemas.microsoft.com/office/drawing/2014/main" id="{BA696AEF-3D6B-2E4A-853E-8A8760E58D09}"/>
              </a:ext>
            </a:extLst>
          </p:cNvPr>
          <p:cNvSpPr>
            <a:spLocks noGrp="1"/>
          </p:cNvSpPr>
          <p:nvPr>
            <p:ph type="pic" sz="quarter" idx="43" hasCustomPrompt="1"/>
          </p:nvPr>
        </p:nvSpPr>
        <p:spPr>
          <a:xfrm>
            <a:off x="4325822" y="3842161"/>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33" name="Picture Placeholder 13">
            <a:extLst>
              <a:ext uri="{FF2B5EF4-FFF2-40B4-BE49-F238E27FC236}">
                <a16:creationId xmlns:a16="http://schemas.microsoft.com/office/drawing/2014/main" id="{05B98E7F-7333-A04B-94D4-281325401EF4}"/>
              </a:ext>
            </a:extLst>
          </p:cNvPr>
          <p:cNvSpPr>
            <a:spLocks noGrp="1"/>
          </p:cNvSpPr>
          <p:nvPr>
            <p:ph type="pic" sz="quarter" idx="44" hasCustomPrompt="1"/>
          </p:nvPr>
        </p:nvSpPr>
        <p:spPr>
          <a:xfrm>
            <a:off x="6298233" y="3842161"/>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34" name="Picture Placeholder 13">
            <a:extLst>
              <a:ext uri="{FF2B5EF4-FFF2-40B4-BE49-F238E27FC236}">
                <a16:creationId xmlns:a16="http://schemas.microsoft.com/office/drawing/2014/main" id="{B99C455B-37CC-4E44-8046-56AF81C16361}"/>
              </a:ext>
            </a:extLst>
          </p:cNvPr>
          <p:cNvSpPr>
            <a:spLocks noGrp="1"/>
          </p:cNvSpPr>
          <p:nvPr>
            <p:ph type="pic" sz="quarter" idx="45" hasCustomPrompt="1"/>
          </p:nvPr>
        </p:nvSpPr>
        <p:spPr>
          <a:xfrm>
            <a:off x="10243055" y="3842161"/>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sp>
        <p:nvSpPr>
          <p:cNvPr id="35" name="Picture Placeholder 13">
            <a:extLst>
              <a:ext uri="{FF2B5EF4-FFF2-40B4-BE49-F238E27FC236}">
                <a16:creationId xmlns:a16="http://schemas.microsoft.com/office/drawing/2014/main" id="{AAA6B0A5-6A50-1640-8F39-F8AC766655FE}"/>
              </a:ext>
            </a:extLst>
          </p:cNvPr>
          <p:cNvSpPr>
            <a:spLocks noGrp="1"/>
          </p:cNvSpPr>
          <p:nvPr>
            <p:ph type="pic" sz="quarter" idx="46" hasCustomPrompt="1"/>
          </p:nvPr>
        </p:nvSpPr>
        <p:spPr>
          <a:xfrm>
            <a:off x="8270644" y="3842161"/>
            <a:ext cx="1186945" cy="1186945"/>
          </a:xfrm>
          <a:solidFill>
            <a:schemeClr val="tx2">
              <a:lumMod val="20000"/>
              <a:lumOff val="80000"/>
            </a:schemeClr>
          </a:solidFill>
        </p:spPr>
        <p:txBody>
          <a:bodyPr vert="horz" lIns="0" tIns="0" rIns="0" bIns="0" rtlCol="0">
            <a:noAutofit/>
          </a:bodyPr>
          <a:lstStyle>
            <a:lvl1pPr marL="0" indent="0" rtl="0">
              <a:buNone/>
              <a:defRPr lang="en-US" sz="1800" b="0" dirty="0"/>
            </a:lvl1pPr>
          </a:lstStyle>
          <a:p>
            <a:pPr lvl="0"/>
            <a:r>
              <a:rPr lang="en-US"/>
              <a:t>Add profile photo</a:t>
            </a:r>
            <a:endParaRPr lang="en-US" dirty="0"/>
          </a:p>
        </p:txBody>
      </p:sp>
      <p:cxnSp>
        <p:nvCxnSpPr>
          <p:cNvPr id="36" name="Straight Connector 35">
            <a:extLst>
              <a:ext uri="{FF2B5EF4-FFF2-40B4-BE49-F238E27FC236}">
                <a16:creationId xmlns:a16="http://schemas.microsoft.com/office/drawing/2014/main" id="{4AEBC920-4A06-1844-A297-04C9B4995EA2}"/>
              </a:ext>
            </a:extLst>
          </p:cNvPr>
          <p:cNvCxnSpPr>
            <a:cxnSpLocks/>
          </p:cNvCxnSpPr>
          <p:nvPr userDrawn="1"/>
        </p:nvCxnSpPr>
        <p:spPr>
          <a:xfrm>
            <a:off x="4325822"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8D916B0-6C7A-FE46-ADE6-48744F6FD90A}"/>
              </a:ext>
            </a:extLst>
          </p:cNvPr>
          <p:cNvCxnSpPr>
            <a:cxnSpLocks/>
          </p:cNvCxnSpPr>
          <p:nvPr userDrawn="1"/>
        </p:nvCxnSpPr>
        <p:spPr>
          <a:xfrm>
            <a:off x="6298233"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A86475A-7CFD-8340-A566-4FB21E689F0A}"/>
              </a:ext>
            </a:extLst>
          </p:cNvPr>
          <p:cNvCxnSpPr>
            <a:cxnSpLocks/>
          </p:cNvCxnSpPr>
          <p:nvPr userDrawn="1"/>
        </p:nvCxnSpPr>
        <p:spPr>
          <a:xfrm>
            <a:off x="8270644"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79DFD2D-5360-2342-829B-32DDEB7EBEB1}"/>
              </a:ext>
            </a:extLst>
          </p:cNvPr>
          <p:cNvCxnSpPr>
            <a:cxnSpLocks/>
          </p:cNvCxnSpPr>
          <p:nvPr userDrawn="1"/>
        </p:nvCxnSpPr>
        <p:spPr>
          <a:xfrm>
            <a:off x="10243055"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Text Placeholder 21">
            <a:extLst>
              <a:ext uri="{FF2B5EF4-FFF2-40B4-BE49-F238E27FC236}">
                <a16:creationId xmlns:a16="http://schemas.microsoft.com/office/drawing/2014/main" id="{CDFBCAAC-9CA0-5A4E-8684-A49AAB0BA650}"/>
              </a:ext>
            </a:extLst>
          </p:cNvPr>
          <p:cNvSpPr>
            <a:spLocks noGrp="1"/>
          </p:cNvSpPr>
          <p:nvPr>
            <p:ph type="body" sz="quarter" idx="47" hasCustomPrompt="1"/>
          </p:nvPr>
        </p:nvSpPr>
        <p:spPr>
          <a:xfrm>
            <a:off x="4325822" y="5333480"/>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41" name="Text Placeholder 21">
            <a:extLst>
              <a:ext uri="{FF2B5EF4-FFF2-40B4-BE49-F238E27FC236}">
                <a16:creationId xmlns:a16="http://schemas.microsoft.com/office/drawing/2014/main" id="{0C025F6B-BD75-0A4C-87E1-147D69F7C5B9}"/>
              </a:ext>
            </a:extLst>
          </p:cNvPr>
          <p:cNvSpPr>
            <a:spLocks noGrp="1"/>
          </p:cNvSpPr>
          <p:nvPr>
            <p:ph type="body" sz="quarter" idx="48" hasCustomPrompt="1"/>
          </p:nvPr>
        </p:nvSpPr>
        <p:spPr>
          <a:xfrm>
            <a:off x="6298233" y="5333480"/>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42" name="Text Placeholder 21">
            <a:extLst>
              <a:ext uri="{FF2B5EF4-FFF2-40B4-BE49-F238E27FC236}">
                <a16:creationId xmlns:a16="http://schemas.microsoft.com/office/drawing/2014/main" id="{A9CB5A73-2496-3841-A61A-1965B0A6AD13}"/>
              </a:ext>
            </a:extLst>
          </p:cNvPr>
          <p:cNvSpPr>
            <a:spLocks noGrp="1"/>
          </p:cNvSpPr>
          <p:nvPr>
            <p:ph type="body" sz="quarter" idx="49" hasCustomPrompt="1"/>
          </p:nvPr>
        </p:nvSpPr>
        <p:spPr>
          <a:xfrm>
            <a:off x="8270644" y="5333480"/>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43" name="Text Placeholder 21">
            <a:extLst>
              <a:ext uri="{FF2B5EF4-FFF2-40B4-BE49-F238E27FC236}">
                <a16:creationId xmlns:a16="http://schemas.microsoft.com/office/drawing/2014/main" id="{886F547A-67CA-C749-B9EA-AA1142C31543}"/>
              </a:ext>
            </a:extLst>
          </p:cNvPr>
          <p:cNvSpPr>
            <a:spLocks noGrp="1"/>
          </p:cNvSpPr>
          <p:nvPr>
            <p:ph type="body" sz="quarter" idx="50" hasCustomPrompt="1"/>
          </p:nvPr>
        </p:nvSpPr>
        <p:spPr>
          <a:xfrm>
            <a:off x="10243055" y="5333480"/>
            <a:ext cx="1567945" cy="978418"/>
          </a:xfrm>
        </p:spPr>
        <p:txBody>
          <a:bodyPr/>
          <a:lstStyle>
            <a:lvl1pPr marL="0" indent="0" rtl="0">
              <a:lnSpc>
                <a:spcPct val="80000"/>
              </a:lnSpc>
              <a:spcAft>
                <a:spcPts val="200"/>
              </a:spcAft>
              <a:buFont typeface="Arial" panose="020B0604020202020204" pitchFamily="34" charset="0"/>
              <a:buNone/>
              <a:defRPr sz="1800" b="0" i="0">
                <a:latin typeface="GT Sectra Fine" pitchFamily="2" charset="77"/>
              </a:defRPr>
            </a:lvl1pPr>
            <a:lvl2pPr marL="0" indent="0" rtl="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3" name="TextBox 2">
            <a:extLst>
              <a:ext uri="{FF2B5EF4-FFF2-40B4-BE49-F238E27FC236}">
                <a16:creationId xmlns:a16="http://schemas.microsoft.com/office/drawing/2014/main" id="{FC687A6A-0DE7-4742-9FEC-F4CAACF6BD01}"/>
              </a:ext>
            </a:extLst>
          </p:cNvPr>
          <p:cNvSpPr txBox="1"/>
          <p:nvPr userDrawn="1"/>
        </p:nvSpPr>
        <p:spPr>
          <a:xfrm>
            <a:off x="9363919" y="6620719"/>
            <a:ext cx="0" cy="0"/>
          </a:xfrm>
          <a:prstGeom prst="rect">
            <a:avLst/>
          </a:prstGeom>
          <a:noFill/>
        </p:spPr>
        <p:txBody>
          <a:bodyPr wrap="none" lIns="0" tIns="0" rIns="0" bIns="0" rtlCol="0">
            <a:noAutofit/>
          </a:bodyPr>
          <a:lstStyle/>
          <a:p>
            <a:pPr algn="l" defTabSz="228600" rtl="0">
              <a:spcAft>
                <a:spcPts val="1200"/>
              </a:spcAft>
            </a:pPr>
            <a:endParaRPr lang="en-US" noProof="0" dirty="0"/>
          </a:p>
        </p:txBody>
      </p:sp>
      <p:sp>
        <p:nvSpPr>
          <p:cNvPr id="5" name="TextBox 4">
            <a:extLst>
              <a:ext uri="{FF2B5EF4-FFF2-40B4-BE49-F238E27FC236}">
                <a16:creationId xmlns:a16="http://schemas.microsoft.com/office/drawing/2014/main" id="{AFC37153-4580-BB48-AD3A-E289DF242EE6}"/>
              </a:ext>
            </a:extLst>
          </p:cNvPr>
          <p:cNvSpPr txBox="1"/>
          <p:nvPr userDrawn="1"/>
        </p:nvSpPr>
        <p:spPr>
          <a:xfrm>
            <a:off x="9734309" y="6539696"/>
            <a:ext cx="0" cy="0"/>
          </a:xfrm>
          <a:prstGeom prst="rect">
            <a:avLst/>
          </a:prstGeom>
          <a:noFill/>
        </p:spPr>
        <p:txBody>
          <a:bodyPr wrap="none" lIns="0" tIns="0" rIns="0" bIns="0" rtlCol="0">
            <a:noAutofit/>
          </a:bodyPr>
          <a:lstStyle/>
          <a:p>
            <a:pPr algn="l" defTabSz="228600" rtl="0">
              <a:spcAft>
                <a:spcPts val="1200"/>
              </a:spcAft>
            </a:pPr>
            <a:endParaRPr lang="en-US" noProof="0" dirty="0"/>
          </a:p>
        </p:txBody>
      </p:sp>
      <p:sp>
        <p:nvSpPr>
          <p:cNvPr id="6" name="TextBox 5">
            <a:extLst>
              <a:ext uri="{FF2B5EF4-FFF2-40B4-BE49-F238E27FC236}">
                <a16:creationId xmlns:a16="http://schemas.microsoft.com/office/drawing/2014/main" id="{2E3869D1-469A-5B41-97BC-C47919F46F86}"/>
              </a:ext>
            </a:extLst>
          </p:cNvPr>
          <p:cNvSpPr txBox="1"/>
          <p:nvPr userDrawn="1"/>
        </p:nvSpPr>
        <p:spPr>
          <a:xfrm>
            <a:off x="10131552" y="6528816"/>
            <a:ext cx="0" cy="0"/>
          </a:xfrm>
          <a:prstGeom prst="rect">
            <a:avLst/>
          </a:prstGeom>
          <a:noFill/>
        </p:spPr>
        <p:txBody>
          <a:bodyPr wrap="none" lIns="0" tIns="0" rIns="0" bIns="0" rtlCol="0">
            <a:noAutofit/>
          </a:bodyPr>
          <a:lstStyle/>
          <a:p>
            <a:pPr algn="l" defTabSz="228600" rtl="0">
              <a:spcAft>
                <a:spcPts val="1200"/>
              </a:spcAft>
            </a:pPr>
            <a:endParaRPr lang="en-US" noProof="0" dirty="0"/>
          </a:p>
        </p:txBody>
      </p:sp>
    </p:spTree>
    <p:extLst>
      <p:ext uri="{BB962C8B-B14F-4D97-AF65-F5344CB8AC3E}">
        <p14:creationId xmlns:p14="http://schemas.microsoft.com/office/powerpoint/2010/main" val="2888917101"/>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preserve="1" userDrawn="1">
  <p:cSld name="2_8.a Text and Image 1">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9CE75069-54BC-DD96-16F4-C948741E5DAA}"/>
              </a:ext>
            </a:extLst>
          </p:cNvPr>
          <p:cNvGraphicFramePr>
            <a:graphicFrameLocks noChangeAspect="1"/>
          </p:cNvGraphicFramePr>
          <p:nvPr userDrawn="1">
            <p:custDataLst>
              <p:tags r:id="rId1"/>
            </p:custDataLst>
            <p:extLst>
              <p:ext uri="{D42A27DB-BD31-4B8C-83A1-F6EECF244321}">
                <p14:modId xmlns:p14="http://schemas.microsoft.com/office/powerpoint/2010/main" val="15422825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9CE75069-54BC-DD96-16F4-C948741E5DA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5" name="Text Placeholder 14">
            <a:extLst>
              <a:ext uri="{FF2B5EF4-FFF2-40B4-BE49-F238E27FC236}">
                <a16:creationId xmlns:a16="http://schemas.microsoft.com/office/drawing/2014/main" id="{A27BE519-6A5B-4320-BE53-57885A779914}"/>
              </a:ext>
            </a:extLst>
          </p:cNvPr>
          <p:cNvSpPr>
            <a:spLocks noGrp="1"/>
          </p:cNvSpPr>
          <p:nvPr>
            <p:ph type="body" sz="quarter" idx="14" hasCustomPrompt="1"/>
          </p:nvPr>
        </p:nvSpPr>
        <p:spPr>
          <a:xfrm>
            <a:off x="381001" y="3267635"/>
            <a:ext cx="5334000" cy="2667000"/>
          </a:xfrm>
        </p:spPr>
        <p:txBody>
          <a:bodyPr/>
          <a:lstStyle>
            <a:lvl1pPr marL="0" indent="0" rtl="0">
              <a:buNone/>
              <a:defRPr sz="2400">
                <a:solidFill>
                  <a:schemeClr val="accent1"/>
                </a:solidFill>
                <a:latin typeface="GT Sectra Fine" panose="00000500000000000000" pitchFamily="50" charset="0"/>
              </a:defRPr>
            </a:lvl1pPr>
            <a:lvl2pPr marL="0" indent="0" rtl="0">
              <a:buNone/>
              <a:defRPr sz="1800"/>
            </a:lvl2pPr>
            <a:lvl3pPr marL="228600" rtl="0">
              <a:buFont typeface="Arial" panose="020B0604020202020204" pitchFamily="34" charset="0"/>
              <a:buChar char="•"/>
              <a:defRPr sz="1800"/>
            </a:lvl3pPr>
            <a:lvl4pPr marL="457200" rtl="0">
              <a:buFont typeface="System Font"/>
              <a:buChar char="–"/>
              <a:defRPr sz="1600"/>
            </a:lvl4pPr>
            <a:lvl5pPr marL="685800" rtl="0">
              <a:buFont typeface="Arial" panose="020B0604020202020204" pitchFamily="34" charset="0"/>
              <a:buChar char="•"/>
              <a:defRPr sz="1600"/>
            </a:lvl5pPr>
          </a:lstStyle>
          <a:p>
            <a:pPr lvl="0"/>
            <a:r>
              <a:rPr lang="en-US" dirty="0"/>
              <a:t>Place sub-headline here in GT Sectra Fine, indent for other levels</a:t>
            </a:r>
          </a:p>
          <a:p>
            <a:pPr lvl="1"/>
            <a:r>
              <a:rPr lang="en-US" dirty="0"/>
              <a:t>Second level (text 18pt)</a:t>
            </a:r>
          </a:p>
          <a:p>
            <a:pPr lvl="2"/>
            <a:r>
              <a:rPr lang="en-US" dirty="0"/>
              <a:t>Third level bullet (bullet 18pt)</a:t>
            </a:r>
          </a:p>
          <a:p>
            <a:pPr lvl="3"/>
            <a:r>
              <a:rPr lang="en-US" dirty="0"/>
              <a:t>Fourth level bullet (bullet 16pt)</a:t>
            </a:r>
          </a:p>
          <a:p>
            <a:pPr lvl="4"/>
            <a:r>
              <a:rPr lang="en-US" dirty="0"/>
              <a:t>Fifth level bullet (bullet 16pt)</a:t>
            </a:r>
          </a:p>
        </p:txBody>
      </p:sp>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196769"/>
            <a:ext cx="6096000" cy="6857999"/>
          </a:xfrm>
        </p:spPr>
        <p:txBody>
          <a:bodyPr anchor="ctr"/>
          <a:lstStyle>
            <a:lvl1pPr marL="0" indent="0" algn="ctr" defTabSz="914400" rtl="0" eaLnBrk="1" latinLnBrk="0" hangingPunct="1">
              <a:lnSpc>
                <a:spcPct val="100000"/>
              </a:lnSpc>
              <a:spcBef>
                <a:spcPts val="0"/>
              </a:spcBef>
              <a:spcAft>
                <a:spcPts val="1200"/>
              </a:spcAft>
              <a:buFont typeface="Arial" panose="020B0604020202020204" pitchFamily="34" charset="0"/>
              <a:buNone/>
              <a:defRPr lang="en-US" sz="1400" b="0" kern="1200" dirty="0">
                <a:solidFill>
                  <a:schemeClr val="tx1"/>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Add image, then ‘Send to Back’</a:t>
            </a:r>
            <a:endParaRPr lang="en-US" dirty="0"/>
          </a:p>
        </p:txBody>
      </p:sp>
      <p:sp>
        <p:nvSpPr>
          <p:cNvPr id="5" name="Title 1">
            <a:extLst>
              <a:ext uri="{FF2B5EF4-FFF2-40B4-BE49-F238E27FC236}">
                <a16:creationId xmlns:a16="http://schemas.microsoft.com/office/drawing/2014/main" id="{1BB929FF-38D9-4792-A56F-C1810627FF9B}"/>
              </a:ext>
            </a:extLst>
          </p:cNvPr>
          <p:cNvSpPr>
            <a:spLocks noGrp="1"/>
          </p:cNvSpPr>
          <p:nvPr>
            <p:ph type="title" hasCustomPrompt="1"/>
          </p:nvPr>
        </p:nvSpPr>
        <p:spPr>
          <a:xfrm>
            <a:off x="381000" y="381000"/>
            <a:ext cx="5334000" cy="2667000"/>
          </a:xfrm>
        </p:spPr>
        <p:txBody>
          <a:bodyPr vert="horz" anchor="b"/>
          <a:lstStyle>
            <a:lvl1pPr rtl="0">
              <a:defRPr sz="3600"/>
            </a:lvl1pPr>
          </a:lstStyle>
          <a:p>
            <a:r>
              <a:rPr lang="en-US"/>
              <a:t>Place headline here (36pt, min 30pt)</a:t>
            </a:r>
            <a:endParaRPr lang="en-US" dirty="0"/>
          </a:p>
        </p:txBody>
      </p:sp>
      <p:sp>
        <p:nvSpPr>
          <p:cNvPr id="7" name="Slide Number Placeholder 6">
            <a:extLst>
              <a:ext uri="{FF2B5EF4-FFF2-40B4-BE49-F238E27FC236}">
                <a16:creationId xmlns:a16="http://schemas.microsoft.com/office/drawing/2014/main" id="{471ECD14-894C-4210-BC23-98D893AA2320}"/>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lvl1pPr rtl="0">
              <a:defRPr lang="en-US" sz="800" smtClean="0">
                <a:solidFill>
                  <a:schemeClr val="tx1">
                    <a:alpha val="75000"/>
                  </a:schemeClr>
                </a:solidFill>
              </a:defRPr>
            </a:lvl1pPr>
          </a:lstStyle>
          <a:p>
            <a:pPr algn="r" defTabSz="228600">
              <a:spcAft>
                <a:spcPts val="1200"/>
              </a:spcAft>
            </a:pPr>
            <a:fld id="{CC9E6EB9-168E-4914-8CC7-2E853AFB4F1B}" type="slidenum">
              <a:rPr lang="en-US" smtClean="0"/>
              <a:pPr algn="r" defTabSz="228600">
                <a:spcAft>
                  <a:spcPts val="1200"/>
                </a:spcAft>
              </a:pPr>
              <a:t>‹#›</a:t>
            </a:fld>
            <a:endParaRPr lang="en-US" dirty="0"/>
          </a:p>
        </p:txBody>
      </p:sp>
      <p:pic>
        <p:nvPicPr>
          <p:cNvPr id="2" name="Picture 1">
            <a:extLst>
              <a:ext uri="{FF2B5EF4-FFF2-40B4-BE49-F238E27FC236}">
                <a16:creationId xmlns:a16="http://schemas.microsoft.com/office/drawing/2014/main" id="{296067A3-9F0D-44FB-B267-D94DE708562D}"/>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9" name="TextBox 8">
            <a:extLst>
              <a:ext uri="{FF2B5EF4-FFF2-40B4-BE49-F238E27FC236}">
                <a16:creationId xmlns:a16="http://schemas.microsoft.com/office/drawing/2014/main" id="{47FE1202-7F22-41C4-A352-FCD324AFF6A3}"/>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lang="en-US" sz="800">
                <a:solidFill>
                  <a:schemeClr val="tx1">
                    <a:alpha val="75000"/>
                  </a:schemeClr>
                </a:solidFill>
              </a:rPr>
              <a:t>Copyright © 2022 Accenture. All rights reserved. Confidential – H&amp;M Group and Accenture.</a:t>
            </a:r>
            <a:endParaRPr lang="en-US" noProof="0" dirty="0">
              <a:solidFill>
                <a:schemeClr val="tx1">
                  <a:alpha val="75000"/>
                </a:schemeClr>
              </a:solidFill>
            </a:endParaRPr>
          </a:p>
        </p:txBody>
      </p:sp>
    </p:spTree>
    <p:extLst>
      <p:ext uri="{BB962C8B-B14F-4D97-AF65-F5344CB8AC3E}">
        <p14:creationId xmlns:p14="http://schemas.microsoft.com/office/powerpoint/2010/main" val="49789590"/>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2_8.b Text and Image 2">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9AEBE69-44DD-475A-581D-E8ACAC21BA2A}"/>
              </a:ext>
            </a:extLst>
          </p:cNvPr>
          <p:cNvGraphicFramePr>
            <a:graphicFrameLocks noChangeAspect="1"/>
          </p:cNvGraphicFramePr>
          <p:nvPr userDrawn="1">
            <p:custDataLst>
              <p:tags r:id="rId1"/>
            </p:custDataLst>
            <p:extLst>
              <p:ext uri="{D42A27DB-BD31-4B8C-83A1-F6EECF244321}">
                <p14:modId xmlns:p14="http://schemas.microsoft.com/office/powerpoint/2010/main" val="15224781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D9AEBE69-44DD-475A-581D-E8ACAC21BA2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1"/>
            <a:ext cx="6096024" cy="6309361"/>
          </a:xfrm>
          <a:noFill/>
        </p:spPr>
        <p:txBody>
          <a:bodyPr anchor="ctr"/>
          <a:lstStyle>
            <a:lvl1pPr marL="0" indent="0" algn="ctr" rtl="0">
              <a:buNone/>
              <a:defRPr sz="1400" b="0">
                <a:solidFill>
                  <a:schemeClr val="tx1"/>
                </a:solidFill>
              </a:defRPr>
            </a:lvl1pPr>
          </a:lstStyle>
          <a:p>
            <a:r>
              <a:rPr lang="en-US"/>
              <a:t>Add image here</a:t>
            </a:r>
            <a:endParaRPr lang="en-US" dirty="0"/>
          </a:p>
        </p:txBody>
      </p:sp>
      <p:sp>
        <p:nvSpPr>
          <p:cNvPr id="10" name="Rectangle 9">
            <a:extLst>
              <a:ext uri="{FF2B5EF4-FFF2-40B4-BE49-F238E27FC236}">
                <a16:creationId xmlns:a16="http://schemas.microsoft.com/office/drawing/2014/main" id="{7F8DBAF1-DC97-4CAB-B174-0AAA55CCB2E8}"/>
              </a:ext>
            </a:extLst>
          </p:cNvPr>
          <p:cNvSpPr/>
          <p:nvPr userDrawn="1"/>
        </p:nvSpPr>
        <p:spPr>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p:spPr>
        <p:txBody>
          <a:bodyPr vert="horz" anchor="b"/>
          <a:lstStyle>
            <a:lvl1pPr rtl="0">
              <a:defRPr sz="3600"/>
            </a:lvl1pPr>
          </a:lstStyle>
          <a:p>
            <a:r>
              <a:rPr lang="en-US"/>
              <a:t>Place headline here (36pt, min 30pt)</a:t>
            </a:r>
            <a:endParaRPr lang="en-US" dirty="0"/>
          </a:p>
        </p:txBody>
      </p:sp>
      <p:pic>
        <p:nvPicPr>
          <p:cNvPr id="2" name="Picture 1">
            <a:extLst>
              <a:ext uri="{FF2B5EF4-FFF2-40B4-BE49-F238E27FC236}">
                <a16:creationId xmlns:a16="http://schemas.microsoft.com/office/drawing/2014/main" id="{A9656D06-A8CE-4A1F-9876-6AFBEE60C207}"/>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14" name="TextBox 13">
            <a:extLst>
              <a:ext uri="{FF2B5EF4-FFF2-40B4-BE49-F238E27FC236}">
                <a16:creationId xmlns:a16="http://schemas.microsoft.com/office/drawing/2014/main" id="{A10195CB-D424-4B71-9300-2867217A049D}"/>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2" name="Text Placeholder 14">
            <a:extLst>
              <a:ext uri="{FF2B5EF4-FFF2-40B4-BE49-F238E27FC236}">
                <a16:creationId xmlns:a16="http://schemas.microsoft.com/office/drawing/2014/main" id="{6EB7BC02-64C6-5A42-A5C4-F0D83DB51123}"/>
              </a:ext>
            </a:extLst>
          </p:cNvPr>
          <p:cNvSpPr>
            <a:spLocks noGrp="1"/>
          </p:cNvSpPr>
          <p:nvPr>
            <p:ph type="body" sz="quarter" idx="17" hasCustomPrompt="1"/>
          </p:nvPr>
        </p:nvSpPr>
        <p:spPr>
          <a:xfrm>
            <a:off x="6476999" y="3267635"/>
            <a:ext cx="5334000" cy="2667000"/>
          </a:xfrm>
        </p:spPr>
        <p:txBody>
          <a:bodyPr/>
          <a:lstStyle>
            <a:lvl1pPr marL="0" indent="0" rtl="0">
              <a:buNone/>
              <a:defRPr sz="2400">
                <a:solidFill>
                  <a:schemeClr val="tx1"/>
                </a:solidFill>
                <a:latin typeface="GT Sectra Fine" panose="00000500000000000000" pitchFamily="50" charset="0"/>
              </a:defRPr>
            </a:lvl1pPr>
            <a:lvl2pPr marL="0" indent="0" rtl="0">
              <a:buNone/>
              <a:defRPr sz="1800">
                <a:solidFill>
                  <a:schemeClr val="tx1"/>
                </a:solidFill>
              </a:defRPr>
            </a:lvl2pPr>
            <a:lvl3pPr marL="228600" rtl="0">
              <a:buFont typeface="Arial" panose="020B0604020202020204" pitchFamily="34" charset="0"/>
              <a:buChar char="•"/>
              <a:defRPr sz="1800">
                <a:solidFill>
                  <a:schemeClr val="tx1"/>
                </a:solidFill>
              </a:defRPr>
            </a:lvl3pPr>
            <a:lvl4pPr marL="457200" rtl="0">
              <a:buFont typeface="System Font"/>
              <a:buChar char="–"/>
              <a:defRPr sz="1600">
                <a:solidFill>
                  <a:schemeClr val="tx1"/>
                </a:solidFill>
              </a:defRPr>
            </a:lvl4pPr>
            <a:lvl5pPr marL="685800" rtl="0">
              <a:buFont typeface="Arial" panose="020B0604020202020204" pitchFamily="34" charset="0"/>
              <a:buChar char="•"/>
              <a:defRPr sz="1600">
                <a:solidFill>
                  <a:schemeClr val="tx1"/>
                </a:solidFill>
              </a:defRPr>
            </a:lvl5pPr>
          </a:lstStyle>
          <a:p>
            <a:pPr lvl="0"/>
            <a:r>
              <a:rPr lang="en-US" dirty="0"/>
              <a:t>Place sub-headline here in GT Sectra Fine, indent for other levels</a:t>
            </a:r>
          </a:p>
          <a:p>
            <a:pPr lvl="1"/>
            <a:r>
              <a:rPr lang="en-US" dirty="0"/>
              <a:t>Second level (text 18pt)</a:t>
            </a:r>
          </a:p>
          <a:p>
            <a:pPr lvl="2"/>
            <a:r>
              <a:rPr lang="en-US" dirty="0"/>
              <a:t>Third level bullet (bullet 18pt)</a:t>
            </a:r>
          </a:p>
          <a:p>
            <a:pPr lvl="3"/>
            <a:r>
              <a:rPr lang="en-US" dirty="0"/>
              <a:t>Fourth level bullet (bullet 16pt)</a:t>
            </a:r>
          </a:p>
          <a:p>
            <a:pPr lvl="4"/>
            <a:r>
              <a:rPr lang="en-US" dirty="0"/>
              <a:t>Fifth level bullet (bullet 16pt)</a:t>
            </a:r>
          </a:p>
        </p:txBody>
      </p:sp>
      <p:sp>
        <p:nvSpPr>
          <p:cNvPr id="11" name="TextBox 10">
            <a:extLst>
              <a:ext uri="{FF2B5EF4-FFF2-40B4-BE49-F238E27FC236}">
                <a16:creationId xmlns:a16="http://schemas.microsoft.com/office/drawing/2014/main" id="{F3A0C964-9D80-444F-9297-B5BEFDC8DA26}"/>
              </a:ext>
            </a:extLst>
          </p:cNvPr>
          <p:cNvSpPr txBox="1"/>
          <p:nvPr userDrawn="1"/>
        </p:nvSpPr>
        <p:spPr>
          <a:xfrm>
            <a:off x="6929876" y="6482079"/>
            <a:ext cx="4585188" cy="203203"/>
          </a:xfrm>
          <a:prstGeom prst="rect">
            <a:avLst/>
          </a:prstGeom>
          <a:noFill/>
        </p:spPr>
        <p:txBody>
          <a:bodyPr wrap="square" lIns="0" tIns="0" rIns="0" bIns="0" rtlCol="0" anchor="ctr">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lang="en-US" sz="800">
                <a:solidFill>
                  <a:schemeClr val="tx1">
                    <a:alpha val="75000"/>
                  </a:schemeClr>
                </a:solidFill>
              </a:rPr>
              <a:t>Copyright © 2022 Accenture. All rights reserved. Confidential – H&amp;M Group and Accenture.</a:t>
            </a:r>
            <a:endParaRPr lang="en-US" noProof="0" dirty="0">
              <a:solidFill>
                <a:schemeClr val="tx1">
                  <a:alpha val="75000"/>
                </a:schemeClr>
              </a:solidFill>
            </a:endParaRPr>
          </a:p>
        </p:txBody>
      </p:sp>
    </p:spTree>
    <p:extLst>
      <p:ext uri="{BB962C8B-B14F-4D97-AF65-F5344CB8AC3E}">
        <p14:creationId xmlns:p14="http://schemas.microsoft.com/office/powerpoint/2010/main" val="137985115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20">
          <p15:clr>
            <a:srgbClr val="5ACBF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2_9.a Quote + Portrait 1">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98A32CB-8EF5-33A6-D22C-66665F4E1D1A}"/>
              </a:ext>
            </a:extLst>
          </p:cNvPr>
          <p:cNvGraphicFramePr>
            <a:graphicFrameLocks noChangeAspect="1"/>
          </p:cNvGraphicFramePr>
          <p:nvPr userDrawn="1">
            <p:custDataLst>
              <p:tags r:id="rId1"/>
            </p:custDataLst>
            <p:extLst>
              <p:ext uri="{D42A27DB-BD31-4B8C-83A1-F6EECF244321}">
                <p14:modId xmlns:p14="http://schemas.microsoft.com/office/powerpoint/2010/main" val="4146146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398A32CB-8EF5-33A6-D22C-66665F4E1D1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5BB053C3-9BB0-E74B-A4C2-BC19514AF8C8}"/>
              </a:ext>
            </a:extLst>
          </p:cNvPr>
          <p:cNvPicPr>
            <a:picLocks noChangeAspect="1"/>
          </p:cNvPicPr>
          <p:nvPr userDrawn="1"/>
        </p:nvPicPr>
        <p:blipFill rotWithShape="1">
          <a:blip r:embed="rId5"/>
          <a:srcRect t="40456" r="26468" b="22435"/>
          <a:stretch/>
        </p:blipFill>
        <p:spPr>
          <a:xfrm rot="16200000">
            <a:off x="6652194" y="1312360"/>
            <a:ext cx="4970359" cy="4227444"/>
          </a:xfrm>
          <a:prstGeom prst="rect">
            <a:avLst/>
          </a:prstGeom>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1" y="744434"/>
            <a:ext cx="4190998" cy="4976446"/>
          </a:xfrm>
          <a:solidFill>
            <a:schemeClr val="bg1"/>
          </a:solidFill>
        </p:spPr>
        <p:txBody>
          <a:bodyPr tIns="274320" bIns="274320" anchor="ctr"/>
          <a:lstStyle>
            <a:lvl1pPr marL="0" indent="0" algn="ctr" rtl="0">
              <a:buNone/>
              <a:defRPr sz="1400" b="0">
                <a:solidFill>
                  <a:schemeClr val="tx1"/>
                </a:solidFill>
              </a:defRPr>
            </a:lvl1pPr>
          </a:lstStyle>
          <a:p>
            <a:r>
              <a:rPr lang="en-US"/>
              <a:t>Add image</a:t>
            </a:r>
            <a:endParaRPr lang="en-US" dirty="0"/>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vert="horz" anchor="ctr"/>
          <a:lstStyle>
            <a:lvl1pPr rtl="0">
              <a:defRPr sz="5400" b="1" i="0">
                <a:solidFill>
                  <a:schemeClr val="tx1"/>
                </a:solidFill>
                <a:latin typeface="+mj-lt"/>
              </a:defRPr>
            </a:lvl1pPr>
          </a:lstStyle>
          <a:p>
            <a:r>
              <a:rPr lang="en-US" dirty="0"/>
              <a:t>Place quote or key message here</a:t>
            </a:r>
          </a:p>
        </p:txBody>
      </p:sp>
    </p:spTree>
    <p:extLst>
      <p:ext uri="{BB962C8B-B14F-4D97-AF65-F5344CB8AC3E}">
        <p14:creationId xmlns:p14="http://schemas.microsoft.com/office/powerpoint/2010/main" val="3063883293"/>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2_9.b Quote + Portrait 1">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A6E2739-4A4C-86B3-C586-A8D5FCB0EFCB}"/>
              </a:ext>
            </a:extLst>
          </p:cNvPr>
          <p:cNvGraphicFramePr>
            <a:graphicFrameLocks noChangeAspect="1"/>
          </p:cNvGraphicFramePr>
          <p:nvPr userDrawn="1">
            <p:custDataLst>
              <p:tags r:id="rId1"/>
            </p:custDataLst>
            <p:extLst>
              <p:ext uri="{D42A27DB-BD31-4B8C-83A1-F6EECF244321}">
                <p14:modId xmlns:p14="http://schemas.microsoft.com/office/powerpoint/2010/main" val="29497832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4A6E2739-4A4C-86B3-C586-A8D5FCB0EFC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3" name="Picture Placeholder 19">
            <a:extLst>
              <a:ext uri="{FF2B5EF4-FFF2-40B4-BE49-F238E27FC236}">
                <a16:creationId xmlns:a16="http://schemas.microsoft.com/office/drawing/2014/main" id="{9128CE8F-D41A-47B9-921B-C6C1790F8F27}"/>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7026839" y="943234"/>
            <a:ext cx="4191000" cy="4976812"/>
          </a:xfrm>
          <a:prstGeom prst="rect">
            <a:avLst/>
          </a:prstGeom>
          <a:solidFill>
            <a:schemeClr val="tx2">
              <a:lumMod val="20000"/>
              <a:lumOff val="80000"/>
            </a:schemeClr>
          </a:solidFill>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1" y="744434"/>
            <a:ext cx="4190998" cy="4976446"/>
          </a:xfrm>
          <a:solidFill>
            <a:schemeClr val="bg1"/>
          </a:solidFill>
        </p:spPr>
        <p:txBody>
          <a:bodyPr tIns="274320" bIns="274320" anchor="ctr"/>
          <a:lstStyle>
            <a:lvl1pPr marL="0" indent="0" algn="ctr" rtl="0">
              <a:buNone/>
              <a:defRPr sz="1400" b="0">
                <a:solidFill>
                  <a:schemeClr val="tx1"/>
                </a:solidFill>
              </a:defRPr>
            </a:lvl1pPr>
          </a:lstStyle>
          <a:p>
            <a:r>
              <a:rPr lang="en-US"/>
              <a:t>Add image</a:t>
            </a:r>
            <a:endParaRPr lang="en-US" dirty="0"/>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vert="horz" anchor="ctr"/>
          <a:lstStyle>
            <a:lvl1pPr rtl="0">
              <a:defRPr sz="5400">
                <a:solidFill>
                  <a:schemeClr val="tx1"/>
                </a:solidFill>
              </a:defRPr>
            </a:lvl1pPr>
          </a:lstStyle>
          <a:p>
            <a:r>
              <a:rPr lang="en-US" dirty="0"/>
              <a:t>Place quote or key message here</a:t>
            </a:r>
          </a:p>
        </p:txBody>
      </p:sp>
    </p:spTree>
    <p:extLst>
      <p:ext uri="{BB962C8B-B14F-4D97-AF65-F5344CB8AC3E}">
        <p14:creationId xmlns:p14="http://schemas.microsoft.com/office/powerpoint/2010/main" val="3760303111"/>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3_9.b Quote + Portrait 1">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A6E2739-4A4C-86B3-C586-A8D5FCB0EFCB}"/>
              </a:ext>
            </a:extLst>
          </p:cNvPr>
          <p:cNvGraphicFramePr>
            <a:graphicFrameLocks noChangeAspect="1"/>
          </p:cNvGraphicFramePr>
          <p:nvPr userDrawn="1">
            <p:custDataLst>
              <p:tags r:id="rId1"/>
            </p:custDataLst>
            <p:extLst>
              <p:ext uri="{D42A27DB-BD31-4B8C-83A1-F6EECF244321}">
                <p14:modId xmlns:p14="http://schemas.microsoft.com/office/powerpoint/2010/main" val="29497832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think-cell data - do not delete" hidden="1">
                        <a:extLst>
                          <a:ext uri="{FF2B5EF4-FFF2-40B4-BE49-F238E27FC236}">
                            <a16:creationId xmlns:a16="http://schemas.microsoft.com/office/drawing/2014/main" id="{4A6E2739-4A4C-86B3-C586-A8D5FCB0EFC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3" name="Picture Placeholder 19">
            <a:extLst>
              <a:ext uri="{FF2B5EF4-FFF2-40B4-BE49-F238E27FC236}">
                <a16:creationId xmlns:a16="http://schemas.microsoft.com/office/drawing/2014/main" id="{9128CE8F-D41A-47B9-921B-C6C1790F8F27}"/>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7026839" y="943234"/>
            <a:ext cx="4191000" cy="4976812"/>
          </a:xfrm>
          <a:prstGeom prst="rect">
            <a:avLst/>
          </a:prstGeom>
          <a:solidFill>
            <a:schemeClr val="tx2">
              <a:lumMod val="20000"/>
              <a:lumOff val="80000"/>
            </a:schemeClr>
          </a:solidFill>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1" y="744434"/>
            <a:ext cx="4190998" cy="4976446"/>
          </a:xfrm>
          <a:solidFill>
            <a:schemeClr val="bg1"/>
          </a:solidFill>
        </p:spPr>
        <p:txBody>
          <a:bodyPr tIns="274320" bIns="274320" anchor="ctr"/>
          <a:lstStyle>
            <a:lvl1pPr marL="0" indent="0" algn="ctr" rtl="0">
              <a:buNone/>
              <a:defRPr sz="1400" b="0">
                <a:solidFill>
                  <a:schemeClr val="tx1"/>
                </a:solidFill>
              </a:defRPr>
            </a:lvl1pPr>
          </a:lstStyle>
          <a:p>
            <a:r>
              <a:rPr lang="en-US"/>
              <a:t>Add image</a:t>
            </a:r>
            <a:endParaRPr lang="en-US" dirty="0"/>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vert="horz" anchor="ctr"/>
          <a:lstStyle>
            <a:lvl1pPr rtl="0">
              <a:defRPr sz="5400">
                <a:solidFill>
                  <a:schemeClr val="tx1"/>
                </a:solidFill>
              </a:defRPr>
            </a:lvl1pPr>
          </a:lstStyle>
          <a:p>
            <a:r>
              <a:rPr lang="en-US" dirty="0"/>
              <a:t>Place quote or key message here</a:t>
            </a:r>
          </a:p>
        </p:txBody>
      </p:sp>
    </p:spTree>
    <p:extLst>
      <p:ext uri="{BB962C8B-B14F-4D97-AF65-F5344CB8AC3E}">
        <p14:creationId xmlns:p14="http://schemas.microsoft.com/office/powerpoint/2010/main" val="39269521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reserve="1" userDrawn="1">
  <p:cSld name="2_9.c Key Message Gradient Dark 1">
    <p:bg>
      <p:bgPr>
        <a:solidFill>
          <a:schemeClr val="accent3"/>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BE64C7F-89EF-C313-611D-3A9CE7B73708}"/>
              </a:ext>
            </a:extLst>
          </p:cNvPr>
          <p:cNvGraphicFramePr>
            <a:graphicFrameLocks noChangeAspect="1"/>
          </p:cNvGraphicFramePr>
          <p:nvPr userDrawn="1">
            <p:custDataLst>
              <p:tags r:id="rId1"/>
            </p:custDataLst>
            <p:extLst>
              <p:ext uri="{D42A27DB-BD31-4B8C-83A1-F6EECF244321}">
                <p14:modId xmlns:p14="http://schemas.microsoft.com/office/powerpoint/2010/main" val="23132691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3BE64C7F-89EF-C313-611D-3A9CE7B737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EE3159CF-5262-5B41-91DC-A75F81B22BDF}"/>
              </a:ext>
            </a:extLst>
          </p:cNvPr>
          <p:cNvPicPr>
            <a:picLocks noChangeAspect="1"/>
          </p:cNvPicPr>
          <p:nvPr userDrawn="1"/>
        </p:nvPicPr>
        <p:blipFill rotWithShape="1">
          <a:blip r:embed="rId5"/>
          <a:srcRect l="43477" t="2429" b="25355"/>
          <a:stretch/>
        </p:blipFill>
        <p:spPr>
          <a:xfrm rot="16200000">
            <a:off x="2664226" y="-2664226"/>
            <a:ext cx="6863549" cy="12192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vert="horz" anchor="ctr"/>
          <a:lstStyle>
            <a:lvl1pPr algn="ctr" rtl="0">
              <a:defRPr sz="5400">
                <a:solidFill>
                  <a:schemeClr val="tx1"/>
                </a:solidFill>
              </a:defRPr>
            </a:lvl1pPr>
          </a:lstStyle>
          <a:p>
            <a:r>
              <a:rPr lang="en-US" dirty="0"/>
              <a:t>Place key message here</a:t>
            </a:r>
          </a:p>
        </p:txBody>
      </p:sp>
      <p:sp>
        <p:nvSpPr>
          <p:cNvPr id="15" name="TextBox 14">
            <a:extLst>
              <a:ext uri="{FF2B5EF4-FFF2-40B4-BE49-F238E27FC236}">
                <a16:creationId xmlns:a16="http://schemas.microsoft.com/office/drawing/2014/main" id="{CF34DCA4-9B3F-424E-8478-0FB3BCA6E006}"/>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8" name="TextBox 7">
            <a:extLst>
              <a:ext uri="{FF2B5EF4-FFF2-40B4-BE49-F238E27FC236}">
                <a16:creationId xmlns:a16="http://schemas.microsoft.com/office/drawing/2014/main" id="{9A56DA94-E36A-9B42-A634-E4AD5BAA4190}"/>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a:solidFill>
                  <a:schemeClr val="tx1">
                    <a:alpha val="75000"/>
                  </a:schemeClr>
                </a:solidFill>
              </a:rPr>
              <a:t>Copyright © 2022 Accenture. All rights reserved. Confidential – H&amp;M Group and Accenture.</a:t>
            </a:r>
            <a:endParaRPr lang="en-US" noProof="0" dirty="0">
              <a:solidFill>
                <a:schemeClr val="tx1">
                  <a:alpha val="75000"/>
                </a:schemeClr>
              </a:solidFill>
            </a:endParaRPr>
          </a:p>
        </p:txBody>
      </p:sp>
      <p:pic>
        <p:nvPicPr>
          <p:cNvPr id="7" name="Picture 6">
            <a:extLst>
              <a:ext uri="{FF2B5EF4-FFF2-40B4-BE49-F238E27FC236}">
                <a16:creationId xmlns:a16="http://schemas.microsoft.com/office/drawing/2014/main" id="{2960833E-F260-41F7-9838-0B77E5428CAA}"/>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1519349882"/>
      </p:ext>
    </p:extLst>
  </p:cSld>
  <p:clrMapOvr>
    <a:overrideClrMapping bg1="dk1" tx1="lt1" bg2="dk2" tx2="lt2" accent1="accent1" accent2="accent2" accent3="accent3" accent4="accent4" accent5="accent5" accent6="accent6" hlink="hlink" folHlink="folHlink"/>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userDrawn="1">
  <p:cSld name="2_9.d Key Message Gradient Dark 1">
    <p:bg>
      <p:bgPr>
        <a:solidFill>
          <a:schemeClr val="accent3"/>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DA72138-0D7A-CA94-95A5-2F2C6D4ED09B}"/>
              </a:ext>
            </a:extLst>
          </p:cNvPr>
          <p:cNvGraphicFramePr>
            <a:graphicFrameLocks noChangeAspect="1"/>
          </p:cNvGraphicFramePr>
          <p:nvPr userDrawn="1">
            <p:custDataLst>
              <p:tags r:id="rId1"/>
            </p:custDataLst>
            <p:extLst>
              <p:ext uri="{D42A27DB-BD31-4B8C-83A1-F6EECF244321}">
                <p14:modId xmlns:p14="http://schemas.microsoft.com/office/powerpoint/2010/main" val="26391403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0DA72138-0D7A-CA94-95A5-2F2C6D4ED09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DA1F6716-19CE-DE46-B8BF-38F147937611}"/>
              </a:ext>
            </a:extLst>
          </p:cNvPr>
          <p:cNvPicPr>
            <a:picLocks noChangeAspect="1"/>
          </p:cNvPicPr>
          <p:nvPr userDrawn="1"/>
        </p:nvPicPr>
        <p:blipFill rotWithShape="1">
          <a:blip r:embed="rId5"/>
          <a:srcRect r="28524" b="80437"/>
          <a:stretch/>
        </p:blipFill>
        <p:spPr>
          <a:xfrm rot="10800000" flipH="1">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vert="horz" anchor="ctr"/>
          <a:lstStyle>
            <a:lvl1pPr algn="ctr" rtl="0">
              <a:defRPr sz="5400">
                <a:solidFill>
                  <a:schemeClr val="tx1"/>
                </a:solidFill>
              </a:defRPr>
            </a:lvl1pPr>
          </a:lstStyle>
          <a:p>
            <a:r>
              <a:rPr lang="en-US" dirty="0"/>
              <a:t>Place key message here</a:t>
            </a:r>
          </a:p>
        </p:txBody>
      </p:sp>
      <p:sp>
        <p:nvSpPr>
          <p:cNvPr id="15" name="TextBox 14">
            <a:extLst>
              <a:ext uri="{FF2B5EF4-FFF2-40B4-BE49-F238E27FC236}">
                <a16:creationId xmlns:a16="http://schemas.microsoft.com/office/drawing/2014/main" id="{CF34DCA4-9B3F-424E-8478-0FB3BCA6E006}"/>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8" name="TextBox 7">
            <a:extLst>
              <a:ext uri="{FF2B5EF4-FFF2-40B4-BE49-F238E27FC236}">
                <a16:creationId xmlns:a16="http://schemas.microsoft.com/office/drawing/2014/main" id="{9A56DA94-E36A-9B42-A634-E4AD5BAA4190}"/>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a:solidFill>
                  <a:schemeClr val="tx1">
                    <a:alpha val="75000"/>
                  </a:schemeClr>
                </a:solidFill>
              </a:rPr>
              <a:t>Copyright © 2022 Accenture. All rights reserved. Confidential – H&amp;M Group and Accenture.</a:t>
            </a:r>
            <a:endParaRPr lang="en-US" noProof="0" dirty="0">
              <a:solidFill>
                <a:schemeClr val="tx1">
                  <a:alpha val="75000"/>
                </a:schemeClr>
              </a:solidFill>
            </a:endParaRPr>
          </a:p>
        </p:txBody>
      </p:sp>
      <p:pic>
        <p:nvPicPr>
          <p:cNvPr id="7" name="Picture 6">
            <a:extLst>
              <a:ext uri="{FF2B5EF4-FFF2-40B4-BE49-F238E27FC236}">
                <a16:creationId xmlns:a16="http://schemas.microsoft.com/office/drawing/2014/main" id="{81A2DF4D-51A6-457D-A928-F7EDC0E5D474}"/>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398791715"/>
      </p:ext>
    </p:extLst>
  </p:cSld>
  <p:clrMapOvr>
    <a:overrideClrMapping bg1="dk1" tx1="lt1" bg2="dk2" tx2="lt2" accent1="accent1" accent2="accent2" accent3="accent3" accent4="accent4" accent5="accent5" accent6="accent6" hlink="hlink" folHlink="folHlink"/>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userDrawn="1">
  <p:cSld name="2_9.e Key Message Gradient Dark 1">
    <p:bg>
      <p:bgPr>
        <a:solidFill>
          <a:schemeClr val="accent3"/>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8B74712-0F44-AE63-F74F-D87EAAACEC21}"/>
              </a:ext>
            </a:extLst>
          </p:cNvPr>
          <p:cNvGraphicFramePr>
            <a:graphicFrameLocks noChangeAspect="1"/>
          </p:cNvGraphicFramePr>
          <p:nvPr userDrawn="1">
            <p:custDataLst>
              <p:tags r:id="rId1"/>
            </p:custDataLst>
            <p:extLst>
              <p:ext uri="{D42A27DB-BD31-4B8C-83A1-F6EECF244321}">
                <p14:modId xmlns:p14="http://schemas.microsoft.com/office/powerpoint/2010/main" val="41497782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B8B74712-0F44-AE63-F74F-D87EAAACEC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D065AF7E-64D5-484B-8784-D1BC2369D1F0}"/>
              </a:ext>
            </a:extLst>
          </p:cNvPr>
          <p:cNvPicPr>
            <a:picLocks noChangeAspect="1"/>
          </p:cNvPicPr>
          <p:nvPr userDrawn="1"/>
        </p:nvPicPr>
        <p:blipFill rotWithShape="1">
          <a:blip r:embed="rId5"/>
          <a:srcRect r="26468" b="22435"/>
          <a:stretch/>
        </p:blipFill>
        <p:spPr>
          <a:xfrm rot="16200000">
            <a:off x="2666999" y="-2667000"/>
            <a:ext cx="6858001" cy="12192001"/>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vert="horz" anchor="ctr"/>
          <a:lstStyle>
            <a:lvl1pPr algn="ctr" rtl="0">
              <a:defRPr sz="5400">
                <a:solidFill>
                  <a:schemeClr val="tx1"/>
                </a:solidFill>
              </a:defRPr>
            </a:lvl1pPr>
          </a:lstStyle>
          <a:p>
            <a:r>
              <a:rPr lang="en-US" dirty="0"/>
              <a:t>Place key message here</a:t>
            </a:r>
          </a:p>
        </p:txBody>
      </p:sp>
      <p:sp>
        <p:nvSpPr>
          <p:cNvPr id="15" name="TextBox 14">
            <a:extLst>
              <a:ext uri="{FF2B5EF4-FFF2-40B4-BE49-F238E27FC236}">
                <a16:creationId xmlns:a16="http://schemas.microsoft.com/office/drawing/2014/main" id="{CF34DCA4-9B3F-424E-8478-0FB3BCA6E006}"/>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8" name="TextBox 7">
            <a:extLst>
              <a:ext uri="{FF2B5EF4-FFF2-40B4-BE49-F238E27FC236}">
                <a16:creationId xmlns:a16="http://schemas.microsoft.com/office/drawing/2014/main" id="{9A56DA94-E36A-9B42-A634-E4AD5BAA4190}"/>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a:solidFill>
                  <a:schemeClr val="tx1">
                    <a:alpha val="75000"/>
                  </a:schemeClr>
                </a:solidFill>
              </a:rPr>
              <a:t>Copyright © 2022 Accenture. All rights reserved. Confidential – H&amp;M Group and Accenture.</a:t>
            </a:r>
            <a:endParaRPr lang="en-US" noProof="0" dirty="0">
              <a:solidFill>
                <a:schemeClr val="tx1">
                  <a:alpha val="75000"/>
                </a:schemeClr>
              </a:solidFill>
            </a:endParaRPr>
          </a:p>
        </p:txBody>
      </p:sp>
      <p:pic>
        <p:nvPicPr>
          <p:cNvPr id="7" name="Picture 6">
            <a:extLst>
              <a:ext uri="{FF2B5EF4-FFF2-40B4-BE49-F238E27FC236}">
                <a16:creationId xmlns:a16="http://schemas.microsoft.com/office/drawing/2014/main" id="{491101A5-922A-4143-9E20-55863A29A41E}"/>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448850095"/>
      </p:ext>
    </p:extLst>
  </p:cSld>
  <p:clrMapOvr>
    <a:overrideClrMapping bg1="dk1" tx1="lt1" bg2="dk2" tx2="lt2" accent1="accent1" accent2="accent2" accent3="accent3" accent4="accent4" accent5="accent5" accent6="accent6" hlink="hlink" folHlink="folHlink"/>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userDrawn="1">
  <p:cSld name="2_10.a Stat 1">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4D893E65-E21E-DCD9-7901-54333B4EC319}"/>
              </a:ext>
            </a:extLst>
          </p:cNvPr>
          <p:cNvGraphicFramePr>
            <a:graphicFrameLocks noChangeAspect="1"/>
          </p:cNvGraphicFramePr>
          <p:nvPr userDrawn="1">
            <p:custDataLst>
              <p:tags r:id="rId1"/>
            </p:custDataLst>
            <p:extLst>
              <p:ext uri="{D42A27DB-BD31-4B8C-83A1-F6EECF244321}">
                <p14:modId xmlns:p14="http://schemas.microsoft.com/office/powerpoint/2010/main" val="18500797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2" name="think-cell data - do not delete" hidden="1">
                        <a:extLst>
                          <a:ext uri="{FF2B5EF4-FFF2-40B4-BE49-F238E27FC236}">
                            <a16:creationId xmlns:a16="http://schemas.microsoft.com/office/drawing/2014/main" id="{4D893E65-E21E-DCD9-7901-54333B4EC3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Rectangle 17">
            <a:extLst>
              <a:ext uri="{FF2B5EF4-FFF2-40B4-BE49-F238E27FC236}">
                <a16:creationId xmlns:a16="http://schemas.microsoft.com/office/drawing/2014/main" id="{7FF1C6BE-E6FE-4BD6-8477-A09403EEE56E}"/>
              </a:ext>
            </a:extLst>
          </p:cNvPr>
          <p:cNvSpPr/>
          <p:nvPr userDrawn="1"/>
        </p:nvSpPr>
        <p:spPr>
          <a:xfrm>
            <a:off x="-10" y="-3"/>
            <a:ext cx="6096008" cy="6311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22" name="Text Placeholder 32">
            <a:extLst>
              <a:ext uri="{FF2B5EF4-FFF2-40B4-BE49-F238E27FC236}">
                <a16:creationId xmlns:a16="http://schemas.microsoft.com/office/drawing/2014/main" id="{AC315915-FC9E-0942-980E-6C0E99FEA8DD}"/>
              </a:ext>
            </a:extLst>
          </p:cNvPr>
          <p:cNvSpPr>
            <a:spLocks noGrp="1"/>
          </p:cNvSpPr>
          <p:nvPr>
            <p:ph type="body" sz="quarter" idx="18" hasCustomPrompt="1"/>
          </p:nvPr>
        </p:nvSpPr>
        <p:spPr>
          <a:xfrm>
            <a:off x="380986" y="1490072"/>
            <a:ext cx="2285996" cy="1284861"/>
          </a:xfrm>
        </p:spPr>
        <p:txBody>
          <a:bodyPr/>
          <a:lstStyle>
            <a:lvl1pPr marL="0" indent="0" rtl="0">
              <a:spcAft>
                <a:spcPts val="600"/>
              </a:spcAft>
              <a:buNone/>
              <a:defRPr lang="en-US" sz="2000" b="1" kern="1200" dirty="0" smtClean="0">
                <a:solidFill>
                  <a:schemeClr val="tx1"/>
                </a:solidFill>
                <a:latin typeface="+mn-lt"/>
                <a:ea typeface="+mn-ea"/>
                <a:cs typeface="+mn-cs"/>
              </a:defRPr>
            </a:lvl1pPr>
            <a:lvl2pPr marL="0" indent="0" rtl="0">
              <a:spcAft>
                <a:spcPts val="600"/>
              </a:spcAft>
              <a:buNone/>
              <a:defRPr lang="en-US" sz="1600" kern="1200" dirty="0">
                <a:solidFill>
                  <a:schemeClr val="tx1"/>
                </a:solidFill>
                <a:latin typeface="+mn-lt"/>
                <a:ea typeface="+mn-ea"/>
                <a:cs typeface="+mn-cs"/>
              </a:defRPr>
            </a:lvl2pPr>
            <a:lvl3pPr marL="285750" indent="-285750" rtl="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6095992" y="0"/>
            <a:ext cx="6096008" cy="6311900"/>
          </a:xfrm>
          <a:solidFill>
            <a:schemeClr val="bg2"/>
          </a:solidFill>
        </p:spPr>
        <p:txBody>
          <a:bodyPr anchor="ctr"/>
          <a:lstStyle>
            <a:lvl1pPr marL="0" indent="0" algn="ctr" rtl="0">
              <a:buNone/>
              <a:defRPr sz="1400" b="0">
                <a:solidFill>
                  <a:schemeClr val="tx1"/>
                </a:solidFill>
              </a:defRPr>
            </a:lvl1pPr>
          </a:lstStyle>
          <a:p>
            <a:r>
              <a:rPr lang="en-US"/>
              <a:t>Add image here</a:t>
            </a:r>
            <a:endParaRPr lang="en-US" dirty="0"/>
          </a:p>
        </p:txBody>
      </p:sp>
      <p:sp>
        <p:nvSpPr>
          <p:cNvPr id="27" name="Text Placeholder 26">
            <a:extLst>
              <a:ext uri="{FF2B5EF4-FFF2-40B4-BE49-F238E27FC236}">
                <a16:creationId xmlns:a16="http://schemas.microsoft.com/office/drawing/2014/main" id="{8D7539E0-EC97-4984-8CDD-85CC949BB7FB}"/>
              </a:ext>
            </a:extLst>
          </p:cNvPr>
          <p:cNvSpPr>
            <a:spLocks noGrp="1"/>
          </p:cNvSpPr>
          <p:nvPr>
            <p:ph type="body" sz="quarter" idx="13" hasCustomPrompt="1"/>
          </p:nvPr>
        </p:nvSpPr>
        <p:spPr>
          <a:xfrm>
            <a:off x="381001" y="380999"/>
            <a:ext cx="2285996" cy="912223"/>
          </a:xfrm>
        </p:spPr>
        <p:txBody>
          <a:bodyPr anchor="ctr"/>
          <a:lstStyle>
            <a:lvl1pPr marL="0" indent="0" rtl="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a:t>00x</a:t>
            </a:r>
            <a:endParaRPr lang="en-US" dirty="0"/>
          </a:p>
        </p:txBody>
      </p:sp>
      <p:cxnSp>
        <p:nvCxnSpPr>
          <p:cNvPr id="42" name="Straight Connector 41">
            <a:extLst>
              <a:ext uri="{FF2B5EF4-FFF2-40B4-BE49-F238E27FC236}">
                <a16:creationId xmlns:a16="http://schemas.microsoft.com/office/drawing/2014/main" id="{149C8D0A-C37D-4D9A-9703-8A0AFB18570C}"/>
              </a:ext>
            </a:extLst>
          </p:cNvPr>
          <p:cNvCxnSpPr>
            <a:cxnSpLocks/>
          </p:cNvCxnSpPr>
          <p:nvPr userDrawn="1"/>
        </p:nvCxnSpPr>
        <p:spPr>
          <a:xfrm>
            <a:off x="0" y="3155950"/>
            <a:ext cx="6096008"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2" y="380999"/>
            <a:ext cx="2285996" cy="912223"/>
          </a:xfrm>
        </p:spPr>
        <p:txBody>
          <a:bodyPr anchor="ctr"/>
          <a:lstStyle>
            <a:lvl1pPr marL="0" indent="0" rtl="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a:t>00x</a:t>
            </a:r>
            <a:endParaRPr lang="en-US" dirty="0"/>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81001" y="3536948"/>
            <a:ext cx="2285996" cy="912223"/>
          </a:xfrm>
        </p:spPr>
        <p:txBody>
          <a:bodyPr anchor="ctr"/>
          <a:lstStyle>
            <a:lvl1pPr marL="0" indent="0" rtl="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a:t>00x</a:t>
            </a:r>
            <a:endParaRPr lang="en-US" dirty="0"/>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2" y="3536948"/>
            <a:ext cx="2285996" cy="912223"/>
          </a:xfrm>
        </p:spPr>
        <p:txBody>
          <a:bodyPr anchor="ctr"/>
          <a:lstStyle>
            <a:lvl1pPr marL="0" indent="0" rtl="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a:t>00x</a:t>
            </a:r>
            <a:endParaRPr lang="en-US" dirty="0"/>
          </a:p>
        </p:txBody>
      </p:sp>
      <p:cxnSp>
        <p:nvCxnSpPr>
          <p:cNvPr id="53" name="Straight Connector 52">
            <a:extLst>
              <a:ext uri="{FF2B5EF4-FFF2-40B4-BE49-F238E27FC236}">
                <a16:creationId xmlns:a16="http://schemas.microsoft.com/office/drawing/2014/main" id="{1BE5BBCC-C957-48B6-99B6-EF1F3E80F622}"/>
              </a:ext>
            </a:extLst>
          </p:cNvPr>
          <p:cNvCxnSpPr>
            <a:cxnSpLocks/>
          </p:cNvCxnSpPr>
          <p:nvPr userDrawn="1"/>
        </p:nvCxnSpPr>
        <p:spPr>
          <a:xfrm>
            <a:off x="3047998" y="-2"/>
            <a:ext cx="0" cy="6311902"/>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94EF33C-E010-4503-AC38-BB48E62572E9}"/>
              </a:ext>
            </a:extLst>
          </p:cNvPr>
          <p:cNvSpPr/>
          <p:nvPr userDrawn="1"/>
        </p:nvSpPr>
        <p:spPr>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4" name="Graphic 4">
            <a:extLst>
              <a:ext uri="{FF2B5EF4-FFF2-40B4-BE49-F238E27FC236}">
                <a16:creationId xmlns:a16="http://schemas.microsoft.com/office/drawing/2014/main" id="{B5857967-07ED-4F5E-A053-B5E7B0047997}"/>
              </a:ext>
            </a:extLst>
          </p:cNvPr>
          <p:cNvSpPr>
            <a:spLocks noChangeAspect="1"/>
          </p:cNvSpPr>
          <p:nvPr userDrawn="1"/>
        </p:nvSpPr>
        <p:spPr>
          <a:xfrm>
            <a:off x="381000" y="6483349"/>
            <a:ext cx="192024" cy="203202"/>
          </a:xfrm>
          <a:custGeom>
            <a:avLst/>
            <a:gdLst>
              <a:gd name="connsiteX0" fmla="*/ 0 w 556260"/>
              <a:gd name="connsiteY0" fmla="*/ 415290 h 588644"/>
              <a:gd name="connsiteX1" fmla="*/ 324803 w 556260"/>
              <a:gd name="connsiteY1" fmla="*/ 295275 h 588644"/>
              <a:gd name="connsiteX2" fmla="*/ 0 w 556260"/>
              <a:gd name="connsiteY2" fmla="*/ 167640 h 588644"/>
              <a:gd name="connsiteX3" fmla="*/ 0 w 556260"/>
              <a:gd name="connsiteY3" fmla="*/ 0 h 588644"/>
              <a:gd name="connsiteX4" fmla="*/ 556260 w 556260"/>
              <a:gd name="connsiteY4" fmla="*/ 223838 h 588644"/>
              <a:gd name="connsiteX5" fmla="*/ 556260 w 556260"/>
              <a:gd name="connsiteY5" fmla="*/ 363855 h 588644"/>
              <a:gd name="connsiteX6" fmla="*/ 0 w 556260"/>
              <a:gd name="connsiteY6" fmla="*/ 588645 h 58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260" h="588644">
                <a:moveTo>
                  <a:pt x="0" y="415290"/>
                </a:moveTo>
                <a:lnTo>
                  <a:pt x="324803" y="295275"/>
                </a:lnTo>
                <a:lnTo>
                  <a:pt x="0" y="167640"/>
                </a:lnTo>
                <a:lnTo>
                  <a:pt x="0" y="0"/>
                </a:lnTo>
                <a:lnTo>
                  <a:pt x="556260" y="223838"/>
                </a:lnTo>
                <a:lnTo>
                  <a:pt x="556260" y="363855"/>
                </a:lnTo>
                <a:lnTo>
                  <a:pt x="0" y="588645"/>
                </a:lnTo>
                <a:close/>
              </a:path>
            </a:pathLst>
          </a:custGeom>
          <a:solidFill>
            <a:schemeClr val="bg1"/>
          </a:solidFill>
          <a:ln w="9525" cap="flat">
            <a:noFill/>
            <a:prstDash val="solid"/>
            <a:miter/>
          </a:ln>
        </p:spPr>
        <p:txBody>
          <a:bodyPr rtlCol="0" anchor="ctr"/>
          <a:lstStyle/>
          <a:p>
            <a:pPr rtl="0"/>
            <a:endParaRPr lang="en-US" dirty="0"/>
          </a:p>
        </p:txBody>
      </p:sp>
      <p:sp>
        <p:nvSpPr>
          <p:cNvPr id="6" name="TextBox 5">
            <a:extLst>
              <a:ext uri="{FF2B5EF4-FFF2-40B4-BE49-F238E27FC236}">
                <a16:creationId xmlns:a16="http://schemas.microsoft.com/office/drawing/2014/main" id="{AF44D4EC-5AC3-4E83-91F6-146FE9DE044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US" sz="800" smtClean="0">
                <a:solidFill>
                  <a:schemeClr val="bg1">
                    <a:alpha val="75000"/>
                  </a:schemeClr>
                </a:solidFill>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lang="en-US" noProof="0" dirty="0">
              <a:solidFill>
                <a:schemeClr val="bg1">
                  <a:alpha val="75000"/>
                </a:schemeClr>
              </a:solidFill>
            </a:endParaRPr>
          </a:p>
        </p:txBody>
      </p:sp>
      <p:sp>
        <p:nvSpPr>
          <p:cNvPr id="23" name="Text Placeholder 32">
            <a:extLst>
              <a:ext uri="{FF2B5EF4-FFF2-40B4-BE49-F238E27FC236}">
                <a16:creationId xmlns:a16="http://schemas.microsoft.com/office/drawing/2014/main" id="{15FC8104-48E6-B248-8FB6-974B5ABAE65B}"/>
              </a:ext>
            </a:extLst>
          </p:cNvPr>
          <p:cNvSpPr>
            <a:spLocks noGrp="1"/>
          </p:cNvSpPr>
          <p:nvPr>
            <p:ph type="body" sz="quarter" idx="22" hasCustomPrompt="1"/>
          </p:nvPr>
        </p:nvSpPr>
        <p:spPr>
          <a:xfrm>
            <a:off x="3428992" y="1490072"/>
            <a:ext cx="2285996" cy="1284861"/>
          </a:xfrm>
        </p:spPr>
        <p:txBody>
          <a:bodyPr/>
          <a:lstStyle>
            <a:lvl1pPr marL="0" indent="0" rtl="0">
              <a:spcAft>
                <a:spcPts val="600"/>
              </a:spcAft>
              <a:buNone/>
              <a:defRPr lang="en-US" sz="2000" b="1" kern="1200" dirty="0" smtClean="0">
                <a:solidFill>
                  <a:schemeClr val="tx1"/>
                </a:solidFill>
                <a:latin typeface="+mn-lt"/>
                <a:ea typeface="+mn-ea"/>
                <a:cs typeface="+mn-cs"/>
              </a:defRPr>
            </a:lvl1pPr>
            <a:lvl2pPr marL="0" indent="0" rtl="0">
              <a:spcAft>
                <a:spcPts val="600"/>
              </a:spcAft>
              <a:buNone/>
              <a:defRPr lang="en-US" sz="1600" kern="1200" dirty="0">
                <a:solidFill>
                  <a:schemeClr val="tx1"/>
                </a:solidFill>
                <a:latin typeface="+mn-lt"/>
                <a:ea typeface="+mn-ea"/>
                <a:cs typeface="+mn-cs"/>
              </a:defRPr>
            </a:lvl2pPr>
            <a:lvl3pPr marL="285750" indent="-285750" rtl="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24" name="Text Placeholder 32">
            <a:extLst>
              <a:ext uri="{FF2B5EF4-FFF2-40B4-BE49-F238E27FC236}">
                <a16:creationId xmlns:a16="http://schemas.microsoft.com/office/drawing/2014/main" id="{27C860B3-C7A0-E840-9D83-305F7392029A}"/>
              </a:ext>
            </a:extLst>
          </p:cNvPr>
          <p:cNvSpPr>
            <a:spLocks noGrp="1"/>
          </p:cNvSpPr>
          <p:nvPr>
            <p:ph type="body" sz="quarter" idx="23" hasCustomPrompt="1"/>
          </p:nvPr>
        </p:nvSpPr>
        <p:spPr>
          <a:xfrm>
            <a:off x="380986" y="4646021"/>
            <a:ext cx="2285996" cy="1284861"/>
          </a:xfrm>
        </p:spPr>
        <p:txBody>
          <a:bodyPr/>
          <a:lstStyle>
            <a:lvl1pPr marL="0" indent="0" rtl="0">
              <a:spcAft>
                <a:spcPts val="600"/>
              </a:spcAft>
              <a:buNone/>
              <a:defRPr lang="en-US" sz="2000" b="1" kern="1200" dirty="0" smtClean="0">
                <a:solidFill>
                  <a:schemeClr val="tx1"/>
                </a:solidFill>
                <a:latin typeface="+mn-lt"/>
                <a:ea typeface="+mn-ea"/>
                <a:cs typeface="+mn-cs"/>
              </a:defRPr>
            </a:lvl1pPr>
            <a:lvl2pPr marL="0" indent="0" rtl="0">
              <a:spcAft>
                <a:spcPts val="600"/>
              </a:spcAft>
              <a:buNone/>
              <a:defRPr lang="en-US" sz="1600" kern="1200" dirty="0">
                <a:solidFill>
                  <a:schemeClr val="tx1"/>
                </a:solidFill>
                <a:latin typeface="+mn-lt"/>
                <a:ea typeface="+mn-ea"/>
                <a:cs typeface="+mn-cs"/>
              </a:defRPr>
            </a:lvl2pPr>
            <a:lvl3pPr marL="285750" indent="-285750" rtl="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25" name="Text Placeholder 32">
            <a:extLst>
              <a:ext uri="{FF2B5EF4-FFF2-40B4-BE49-F238E27FC236}">
                <a16:creationId xmlns:a16="http://schemas.microsoft.com/office/drawing/2014/main" id="{0559DD1F-A98C-F14E-95DC-32EC947751EA}"/>
              </a:ext>
            </a:extLst>
          </p:cNvPr>
          <p:cNvSpPr>
            <a:spLocks noGrp="1"/>
          </p:cNvSpPr>
          <p:nvPr>
            <p:ph type="body" sz="quarter" idx="24" hasCustomPrompt="1"/>
          </p:nvPr>
        </p:nvSpPr>
        <p:spPr>
          <a:xfrm>
            <a:off x="3428992" y="4646021"/>
            <a:ext cx="2285996" cy="1284861"/>
          </a:xfrm>
        </p:spPr>
        <p:txBody>
          <a:bodyPr/>
          <a:lstStyle>
            <a:lvl1pPr marL="0" indent="0" rtl="0">
              <a:spcAft>
                <a:spcPts val="600"/>
              </a:spcAft>
              <a:buNone/>
              <a:defRPr lang="en-US" sz="2000" b="1" kern="1200" dirty="0" smtClean="0">
                <a:solidFill>
                  <a:schemeClr val="tx1"/>
                </a:solidFill>
                <a:latin typeface="+mn-lt"/>
                <a:ea typeface="+mn-ea"/>
                <a:cs typeface="+mn-cs"/>
              </a:defRPr>
            </a:lvl1pPr>
            <a:lvl2pPr marL="0" indent="0" rtl="0">
              <a:spcAft>
                <a:spcPts val="600"/>
              </a:spcAft>
              <a:buNone/>
              <a:defRPr lang="en-US" sz="1600" kern="1200" dirty="0">
                <a:solidFill>
                  <a:schemeClr val="tx1"/>
                </a:solidFill>
                <a:latin typeface="+mn-lt"/>
                <a:ea typeface="+mn-ea"/>
                <a:cs typeface="+mn-cs"/>
              </a:defRPr>
            </a:lvl2pPr>
            <a:lvl3pPr marL="285750" indent="-285750" rtl="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21" name="TextBox 20">
            <a:extLst>
              <a:ext uri="{FF2B5EF4-FFF2-40B4-BE49-F238E27FC236}">
                <a16:creationId xmlns:a16="http://schemas.microsoft.com/office/drawing/2014/main" id="{EFE5C034-231E-46D8-9D6E-AA535CA92BA7}"/>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a:solidFill>
                  <a:schemeClr val="bg1">
                    <a:alpha val="75000"/>
                  </a:schemeClr>
                </a:solidFill>
              </a:rPr>
              <a:t>Copyright © 2022 Accenture. All rights reserved. Confidential – H&amp;M Group and Accenture.</a:t>
            </a:r>
            <a:endParaRPr lang="en-US" noProof="0" dirty="0">
              <a:solidFill>
                <a:schemeClr val="bg1">
                  <a:alpha val="75000"/>
                </a:schemeClr>
              </a:solidFill>
            </a:endParaRPr>
          </a:p>
        </p:txBody>
      </p:sp>
    </p:spTree>
    <p:extLst>
      <p:ext uri="{BB962C8B-B14F-4D97-AF65-F5344CB8AC3E}">
        <p14:creationId xmlns:p14="http://schemas.microsoft.com/office/powerpoint/2010/main" val="198574527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85">
          <p15:clr>
            <a:srgbClr val="5ACBF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2_10.b Stat 2">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4E347CB-932A-D28E-EBD6-9AAA727509CB}"/>
              </a:ext>
            </a:extLst>
          </p:cNvPr>
          <p:cNvGraphicFramePr>
            <a:graphicFrameLocks noChangeAspect="1"/>
          </p:cNvGraphicFramePr>
          <p:nvPr userDrawn="1">
            <p:custDataLst>
              <p:tags r:id="rId1"/>
            </p:custDataLst>
            <p:extLst>
              <p:ext uri="{D42A27DB-BD31-4B8C-83A1-F6EECF244321}">
                <p14:modId xmlns:p14="http://schemas.microsoft.com/office/powerpoint/2010/main" val="18397681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2" name="think-cell data - do not delete" hidden="1">
                        <a:extLst>
                          <a:ext uri="{FF2B5EF4-FFF2-40B4-BE49-F238E27FC236}">
                            <a16:creationId xmlns:a16="http://schemas.microsoft.com/office/drawing/2014/main" id="{84E347CB-932A-D28E-EBD6-9AAA727509C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Rectangle 9">
            <a:extLst>
              <a:ext uri="{FF2B5EF4-FFF2-40B4-BE49-F238E27FC236}">
                <a16:creationId xmlns:a16="http://schemas.microsoft.com/office/drawing/2014/main" id="{7F8DBAF1-DC97-4CAB-B174-0AAA55CCB2E8}"/>
              </a:ext>
            </a:extLst>
          </p:cNvPr>
          <p:cNvSpPr/>
          <p:nvPr userDrawn="1"/>
        </p:nvSpPr>
        <p:spPr>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9" name="Rectangle 28">
            <a:extLst>
              <a:ext uri="{FF2B5EF4-FFF2-40B4-BE49-F238E27FC236}">
                <a16:creationId xmlns:a16="http://schemas.microsoft.com/office/drawing/2014/main" id="{F2E53630-789F-425F-8AB1-96EFF4EA1E46}"/>
              </a:ext>
            </a:extLst>
          </p:cNvPr>
          <p:cNvSpPr/>
          <p:nvPr userDrawn="1"/>
        </p:nvSpPr>
        <p:spPr>
          <a:xfrm>
            <a:off x="9144056" y="3155948"/>
            <a:ext cx="3047944" cy="315595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8" name="Rectangle 7">
            <a:extLst>
              <a:ext uri="{FF2B5EF4-FFF2-40B4-BE49-F238E27FC236}">
                <a16:creationId xmlns:a16="http://schemas.microsoft.com/office/drawing/2014/main" id="{3D16F949-3472-4EBC-9DC1-05EC807C9FC0}"/>
              </a:ext>
            </a:extLst>
          </p:cNvPr>
          <p:cNvSpPr/>
          <p:nvPr userDrawn="1"/>
        </p:nvSpPr>
        <p:spPr>
          <a:xfrm>
            <a:off x="3048000" y="3155948"/>
            <a:ext cx="3047968" cy="3155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6095976" y="-1"/>
            <a:ext cx="3048024" cy="3151189"/>
          </a:xfrm>
          <a:solidFill>
            <a:schemeClr val="bg2"/>
          </a:solidFill>
        </p:spPr>
        <p:txBody>
          <a:bodyPr anchor="ctr"/>
          <a:lstStyle>
            <a:lvl1pPr marL="0" indent="0" algn="ctr" rtl="0">
              <a:buNone/>
              <a:defRPr sz="1400" b="0">
                <a:solidFill>
                  <a:schemeClr val="tx1"/>
                </a:solidFill>
              </a:defRPr>
            </a:lvl1pPr>
          </a:lstStyle>
          <a:p>
            <a:r>
              <a:rPr lang="en-US"/>
              <a:t>Add image here</a:t>
            </a:r>
            <a:endParaRPr lang="en-US" dirty="0"/>
          </a:p>
        </p:txBody>
      </p: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7" y="380999"/>
            <a:ext cx="2285996" cy="912223"/>
          </a:xfrm>
        </p:spPr>
        <p:txBody>
          <a:bodyPr anchor="ctr"/>
          <a:lstStyle>
            <a:lvl1pPr marL="0" indent="0" rtl="0">
              <a:buNone/>
              <a:defRPr lang="en-US" sz="4800" b="0" i="0" kern="1200" dirty="0">
                <a:solidFill>
                  <a:schemeClr val="accent1"/>
                </a:solidFill>
                <a:latin typeface="Graphik Light" panose="020B0403030202060203" pitchFamily="34" charset="77"/>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a:t>00x</a:t>
            </a:r>
            <a:endParaRPr lang="en-US" dirty="0"/>
          </a:p>
        </p:txBody>
      </p:sp>
      <p:sp>
        <p:nvSpPr>
          <p:cNvPr id="47" name="Text Placeholder 32">
            <a:extLst>
              <a:ext uri="{FF2B5EF4-FFF2-40B4-BE49-F238E27FC236}">
                <a16:creationId xmlns:a16="http://schemas.microsoft.com/office/drawing/2014/main" id="{705CC01D-6D66-4B27-8D0E-E2205E002C2F}"/>
              </a:ext>
            </a:extLst>
          </p:cNvPr>
          <p:cNvSpPr>
            <a:spLocks noGrp="1"/>
          </p:cNvSpPr>
          <p:nvPr>
            <p:ph type="body" sz="quarter" idx="18" hasCustomPrompt="1"/>
          </p:nvPr>
        </p:nvSpPr>
        <p:spPr>
          <a:xfrm>
            <a:off x="9525005" y="1490072"/>
            <a:ext cx="2285995" cy="1284879"/>
          </a:xfrm>
        </p:spPr>
        <p:txBody>
          <a:bodyPr/>
          <a:lstStyle>
            <a:lvl1pPr marL="0" indent="0" rtl="0">
              <a:spcAft>
                <a:spcPts val="600"/>
              </a:spcAft>
              <a:buNone/>
              <a:defRPr lang="en-US" sz="1800" b="1" kern="1200" dirty="0" smtClean="0">
                <a:solidFill>
                  <a:schemeClr val="tx1"/>
                </a:solidFill>
                <a:latin typeface="+mn-lt"/>
                <a:ea typeface="+mn-ea"/>
                <a:cs typeface="+mn-cs"/>
              </a:defRPr>
            </a:lvl1pPr>
            <a:lvl2pPr marL="0" indent="0" rtl="0">
              <a:spcAft>
                <a:spcPts val="600"/>
              </a:spcAft>
              <a:buNone/>
              <a:defRPr lang="en-US" sz="1400" kern="1200" dirty="0">
                <a:solidFill>
                  <a:schemeClr val="tx1"/>
                </a:solidFill>
                <a:latin typeface="+mn-lt"/>
                <a:ea typeface="+mn-ea"/>
                <a:cs typeface="+mn-cs"/>
              </a:defRPr>
            </a:lvl2pPr>
            <a:lvl3pPr marL="285750" indent="-285750" rtl="0">
              <a:spcAft>
                <a:spcPts val="600"/>
              </a:spcAft>
              <a:defRPr lang="en-US" sz="14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8" y="3538763"/>
            <a:ext cx="2285996" cy="912223"/>
          </a:xfrm>
        </p:spPr>
        <p:txBody>
          <a:bodyPr anchor="ctr"/>
          <a:lstStyle>
            <a:lvl1pPr marL="0" indent="0" rtl="0">
              <a:buNone/>
              <a:defRPr lang="en-US" sz="4800" b="0" i="0" kern="1200" dirty="0">
                <a:solidFill>
                  <a:schemeClr val="bg1"/>
                </a:solidFill>
                <a:latin typeface="Graphik Light" panose="020B0403030202060203" pitchFamily="34" charset="77"/>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a:t>00x</a:t>
            </a:r>
            <a:endParaRPr lang="en-US" dirty="0"/>
          </a:p>
        </p:txBody>
      </p:sp>
      <p:sp>
        <p:nvSpPr>
          <p:cNvPr id="49" name="Text Placeholder 32">
            <a:extLst>
              <a:ext uri="{FF2B5EF4-FFF2-40B4-BE49-F238E27FC236}">
                <a16:creationId xmlns:a16="http://schemas.microsoft.com/office/drawing/2014/main" id="{D36C84D9-D180-4ECA-9C39-AB74A8A3E6B1}"/>
              </a:ext>
            </a:extLst>
          </p:cNvPr>
          <p:cNvSpPr>
            <a:spLocks noGrp="1"/>
          </p:cNvSpPr>
          <p:nvPr>
            <p:ph type="body" sz="quarter" idx="20" hasCustomPrompt="1"/>
          </p:nvPr>
        </p:nvSpPr>
        <p:spPr>
          <a:xfrm>
            <a:off x="3428986" y="4647836"/>
            <a:ext cx="2285995" cy="1284879"/>
          </a:xfrm>
        </p:spPr>
        <p:txBody>
          <a:bodyPr/>
          <a:lstStyle>
            <a:lvl1pPr marL="0" indent="0" rtl="0">
              <a:spcAft>
                <a:spcPts val="600"/>
              </a:spcAft>
              <a:buNone/>
              <a:defRPr lang="en-US" sz="1800" b="1" kern="1200" dirty="0" smtClean="0">
                <a:solidFill>
                  <a:schemeClr val="bg1"/>
                </a:solidFill>
                <a:latin typeface="+mn-lt"/>
                <a:ea typeface="+mn-ea"/>
                <a:cs typeface="+mn-cs"/>
              </a:defRPr>
            </a:lvl1pPr>
            <a:lvl2pPr marL="0" indent="0" rtl="0">
              <a:spcAft>
                <a:spcPts val="600"/>
              </a:spcAft>
              <a:buNone/>
              <a:defRPr lang="en-US" sz="1400" kern="1200" dirty="0">
                <a:solidFill>
                  <a:schemeClr val="bg1"/>
                </a:solidFill>
                <a:latin typeface="+mn-lt"/>
                <a:ea typeface="+mn-ea"/>
                <a:cs typeface="+mn-cs"/>
              </a:defRPr>
            </a:lvl2pPr>
            <a:lvl3pPr marL="285750" indent="-285750" rtl="0">
              <a:spcAft>
                <a:spcPts val="600"/>
              </a:spcAft>
              <a:defRPr lang="en-US" sz="1400" kern="1200" dirty="0">
                <a:solidFill>
                  <a:schemeClr val="bg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6" y="3538763"/>
            <a:ext cx="2285996" cy="912223"/>
          </a:xfrm>
        </p:spPr>
        <p:txBody>
          <a:bodyPr anchor="ctr"/>
          <a:lstStyle>
            <a:lvl1pPr marL="0" indent="0" rtl="0">
              <a:buNone/>
              <a:defRPr lang="en-US" sz="4800" b="0" i="0" kern="1200" dirty="0">
                <a:solidFill>
                  <a:schemeClr val="accent1"/>
                </a:solidFill>
                <a:latin typeface="Graphik Light" panose="020B0403030202060203" pitchFamily="34" charset="77"/>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a:t>00x</a:t>
            </a:r>
            <a:endParaRPr lang="en-US" dirty="0"/>
          </a:p>
        </p:txBody>
      </p:sp>
      <p:sp>
        <p:nvSpPr>
          <p:cNvPr id="51" name="Text Placeholder 32">
            <a:extLst>
              <a:ext uri="{FF2B5EF4-FFF2-40B4-BE49-F238E27FC236}">
                <a16:creationId xmlns:a16="http://schemas.microsoft.com/office/drawing/2014/main" id="{2ACA6616-E51D-4660-96C1-738E6693FAD3}"/>
              </a:ext>
            </a:extLst>
          </p:cNvPr>
          <p:cNvSpPr>
            <a:spLocks noGrp="1"/>
          </p:cNvSpPr>
          <p:nvPr>
            <p:ph type="body" sz="quarter" idx="22" hasCustomPrompt="1"/>
          </p:nvPr>
        </p:nvSpPr>
        <p:spPr>
          <a:xfrm>
            <a:off x="6476994" y="4647836"/>
            <a:ext cx="2285995" cy="1284879"/>
          </a:xfrm>
        </p:spPr>
        <p:txBody>
          <a:bodyPr/>
          <a:lstStyle>
            <a:lvl1pPr marL="0" indent="0" rtl="0">
              <a:spcAft>
                <a:spcPts val="600"/>
              </a:spcAft>
              <a:buNone/>
              <a:defRPr lang="en-US" sz="1800" b="1" kern="1200" dirty="0" smtClean="0">
                <a:solidFill>
                  <a:schemeClr val="tx1"/>
                </a:solidFill>
                <a:latin typeface="+mn-lt"/>
                <a:ea typeface="+mn-ea"/>
                <a:cs typeface="+mn-cs"/>
              </a:defRPr>
            </a:lvl1pPr>
            <a:lvl2pPr marL="0" indent="0" rtl="0">
              <a:spcAft>
                <a:spcPts val="600"/>
              </a:spcAft>
              <a:buNone/>
              <a:defRPr lang="en-US" sz="1400" kern="1200" dirty="0">
                <a:solidFill>
                  <a:schemeClr val="tx1"/>
                </a:solidFill>
                <a:latin typeface="+mn-lt"/>
                <a:ea typeface="+mn-ea"/>
                <a:cs typeface="+mn-cs"/>
              </a:defRPr>
            </a:lvl2pPr>
            <a:lvl3pPr marL="285750" indent="-285750" rtl="0">
              <a:spcAft>
                <a:spcPts val="600"/>
              </a:spcAft>
              <a:defRPr lang="en-US" sz="14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21" name="Picture Placeholder 35">
            <a:extLst>
              <a:ext uri="{FF2B5EF4-FFF2-40B4-BE49-F238E27FC236}">
                <a16:creationId xmlns:a16="http://schemas.microsoft.com/office/drawing/2014/main" id="{4CA191CE-F49B-4889-A102-DDD1279F3FB2}"/>
              </a:ext>
            </a:extLst>
          </p:cNvPr>
          <p:cNvSpPr>
            <a:spLocks noGrp="1"/>
          </p:cNvSpPr>
          <p:nvPr>
            <p:ph type="pic" sz="quarter" idx="23" hasCustomPrompt="1"/>
          </p:nvPr>
        </p:nvSpPr>
        <p:spPr>
          <a:xfrm>
            <a:off x="0" y="3155942"/>
            <a:ext cx="3048000" cy="3155958"/>
          </a:xfrm>
          <a:solidFill>
            <a:schemeClr val="bg2"/>
          </a:solidFill>
        </p:spPr>
        <p:txBody>
          <a:bodyPr vert="horz" lIns="0" tIns="0" rIns="0" bIns="0" rtlCol="0" anchor="ctr">
            <a:noAutofit/>
          </a:bodyPr>
          <a:lstStyle>
            <a:lvl1pPr marL="0" indent="0" algn="ctr" rtl="0">
              <a:buNone/>
              <a:defRPr lang="en-US" sz="1400" dirty="0"/>
            </a:lvl1pPr>
          </a:lstStyle>
          <a:p>
            <a:pPr marL="228600" lvl="0" indent="-228600" algn="ctr"/>
            <a:r>
              <a:rPr lang="en-US"/>
              <a:t>Add image here</a:t>
            </a:r>
            <a:endParaRPr lang="en-US" dirty="0"/>
          </a:p>
        </p:txBody>
      </p:sp>
      <p:sp>
        <p:nvSpPr>
          <p:cNvPr id="24" name="Text Placeholder 26">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1" y="3538763"/>
            <a:ext cx="2285996" cy="912223"/>
          </a:xfrm>
        </p:spPr>
        <p:txBody>
          <a:bodyPr anchor="ctr"/>
          <a:lstStyle>
            <a:lvl1pPr marL="0" indent="0" rtl="0">
              <a:buNone/>
              <a:defRPr lang="en-US" sz="4800" b="0" i="0" kern="1200" dirty="0">
                <a:solidFill>
                  <a:schemeClr val="accent1"/>
                </a:solidFill>
                <a:latin typeface="Graphik Light" panose="020B0403030202060203" pitchFamily="34" charset="77"/>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a:t>00x</a:t>
            </a:r>
            <a:endParaRPr lang="en-US" dirty="0"/>
          </a:p>
        </p:txBody>
      </p:sp>
      <p:sp>
        <p:nvSpPr>
          <p:cNvPr id="25" name="Text Placeholder 32">
            <a:extLst>
              <a:ext uri="{FF2B5EF4-FFF2-40B4-BE49-F238E27FC236}">
                <a16:creationId xmlns:a16="http://schemas.microsoft.com/office/drawing/2014/main" id="{07ADCD97-A8C0-487C-9E6C-6CD77C3BE053}"/>
              </a:ext>
            </a:extLst>
          </p:cNvPr>
          <p:cNvSpPr>
            <a:spLocks noGrp="1"/>
          </p:cNvSpPr>
          <p:nvPr>
            <p:ph type="body" sz="quarter" idx="25" hasCustomPrompt="1"/>
          </p:nvPr>
        </p:nvSpPr>
        <p:spPr>
          <a:xfrm>
            <a:off x="9524999" y="4647836"/>
            <a:ext cx="2285995" cy="1284879"/>
          </a:xfrm>
        </p:spPr>
        <p:txBody>
          <a:bodyPr/>
          <a:lstStyle>
            <a:lvl1pPr marL="0" indent="0" rtl="0">
              <a:spcAft>
                <a:spcPts val="600"/>
              </a:spcAft>
              <a:buNone/>
              <a:defRPr lang="en-US" sz="1800" b="1" kern="1200" dirty="0" smtClean="0">
                <a:solidFill>
                  <a:schemeClr val="tx1"/>
                </a:solidFill>
                <a:latin typeface="+mn-lt"/>
                <a:ea typeface="+mn-ea"/>
                <a:cs typeface="+mn-cs"/>
              </a:defRPr>
            </a:lvl1pPr>
            <a:lvl2pPr marL="0" indent="0" rtl="0">
              <a:spcAft>
                <a:spcPts val="600"/>
              </a:spcAft>
              <a:buNone/>
              <a:defRPr lang="en-US" sz="1400" kern="1200" dirty="0">
                <a:solidFill>
                  <a:schemeClr val="tx1"/>
                </a:solidFill>
                <a:latin typeface="+mn-lt"/>
                <a:ea typeface="+mn-ea"/>
                <a:cs typeface="+mn-cs"/>
              </a:defRPr>
            </a:lvl2pPr>
            <a:lvl3pPr marL="285750" indent="-285750" rtl="0">
              <a:spcAft>
                <a:spcPts val="600"/>
              </a:spcAft>
              <a:defRPr lang="en-US" sz="14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11" name="Graphic 4">
            <a:extLst>
              <a:ext uri="{FF2B5EF4-FFF2-40B4-BE49-F238E27FC236}">
                <a16:creationId xmlns:a16="http://schemas.microsoft.com/office/drawing/2014/main" id="{2823ABF6-DA1C-4C36-B01C-57A2B31166E8}"/>
              </a:ext>
            </a:extLst>
          </p:cNvPr>
          <p:cNvSpPr>
            <a:spLocks noChangeAspect="1"/>
          </p:cNvSpPr>
          <p:nvPr userDrawn="1"/>
        </p:nvSpPr>
        <p:spPr>
          <a:xfrm>
            <a:off x="-430530" y="6483349"/>
            <a:ext cx="192024" cy="203202"/>
          </a:xfrm>
          <a:custGeom>
            <a:avLst/>
            <a:gdLst>
              <a:gd name="connsiteX0" fmla="*/ 0 w 556260"/>
              <a:gd name="connsiteY0" fmla="*/ 415290 h 588644"/>
              <a:gd name="connsiteX1" fmla="*/ 324803 w 556260"/>
              <a:gd name="connsiteY1" fmla="*/ 295275 h 588644"/>
              <a:gd name="connsiteX2" fmla="*/ 0 w 556260"/>
              <a:gd name="connsiteY2" fmla="*/ 167640 h 588644"/>
              <a:gd name="connsiteX3" fmla="*/ 0 w 556260"/>
              <a:gd name="connsiteY3" fmla="*/ 0 h 588644"/>
              <a:gd name="connsiteX4" fmla="*/ 556260 w 556260"/>
              <a:gd name="connsiteY4" fmla="*/ 223838 h 588644"/>
              <a:gd name="connsiteX5" fmla="*/ 556260 w 556260"/>
              <a:gd name="connsiteY5" fmla="*/ 363855 h 588644"/>
              <a:gd name="connsiteX6" fmla="*/ 0 w 556260"/>
              <a:gd name="connsiteY6" fmla="*/ 588645 h 58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260" h="588644">
                <a:moveTo>
                  <a:pt x="0" y="415290"/>
                </a:moveTo>
                <a:lnTo>
                  <a:pt x="324803" y="295275"/>
                </a:lnTo>
                <a:lnTo>
                  <a:pt x="0" y="167640"/>
                </a:lnTo>
                <a:lnTo>
                  <a:pt x="0" y="0"/>
                </a:lnTo>
                <a:lnTo>
                  <a:pt x="556260" y="223838"/>
                </a:lnTo>
                <a:lnTo>
                  <a:pt x="556260" y="363855"/>
                </a:lnTo>
                <a:lnTo>
                  <a:pt x="0" y="588645"/>
                </a:lnTo>
                <a:close/>
              </a:path>
            </a:pathLst>
          </a:custGeom>
          <a:solidFill>
            <a:schemeClr val="bg1"/>
          </a:solidFill>
          <a:ln w="9525" cap="flat">
            <a:noFill/>
            <a:prstDash val="solid"/>
            <a:miter/>
          </a:ln>
        </p:spPr>
        <p:txBody>
          <a:bodyPr rtlCol="0" anchor="ctr"/>
          <a:lstStyle/>
          <a:p>
            <a:pPr rtl="0"/>
            <a:endParaRPr lang="en-US" dirty="0"/>
          </a:p>
        </p:txBody>
      </p:sp>
      <p:sp>
        <p:nvSpPr>
          <p:cNvPr id="3" name="TextBox 2">
            <a:extLst>
              <a:ext uri="{FF2B5EF4-FFF2-40B4-BE49-F238E27FC236}">
                <a16:creationId xmlns:a16="http://schemas.microsoft.com/office/drawing/2014/main" id="{9CC17CEB-6634-4DFE-841E-12DDA90C7C5D}"/>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US" sz="800" smtClean="0">
                <a:solidFill>
                  <a:schemeClr val="bg1">
                    <a:alpha val="75000"/>
                  </a:schemeClr>
                </a:solidFill>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lang="en-US" noProof="0" dirty="0">
              <a:solidFill>
                <a:schemeClr val="bg1">
                  <a:alpha val="75000"/>
                </a:schemeClr>
              </a:solidFill>
            </a:endParaRPr>
          </a:p>
        </p:txBody>
      </p:sp>
      <p:sp>
        <p:nvSpPr>
          <p:cNvPr id="19" name="TextBox 18">
            <a:extLst>
              <a:ext uri="{FF2B5EF4-FFF2-40B4-BE49-F238E27FC236}">
                <a16:creationId xmlns:a16="http://schemas.microsoft.com/office/drawing/2014/main" id="{C20CF244-B80F-5E4A-B150-A7C2F043EEAF}"/>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a:solidFill>
                  <a:schemeClr val="bg1">
                    <a:alpha val="75000"/>
                  </a:schemeClr>
                </a:solidFill>
              </a:rPr>
              <a:t>Copyright © 2022 Accenture. All rights reserved. Confidential – H&amp;M Group and Accenture.</a:t>
            </a:r>
            <a:endParaRPr lang="en-US" noProof="0" dirty="0">
              <a:solidFill>
                <a:schemeClr val="bg1">
                  <a:alpha val="75000"/>
                </a:schemeClr>
              </a:solidFill>
            </a:endParaRPr>
          </a:p>
        </p:txBody>
      </p:sp>
      <p:sp>
        <p:nvSpPr>
          <p:cNvPr id="5" name="Text Placeholder 4">
            <a:extLst>
              <a:ext uri="{FF2B5EF4-FFF2-40B4-BE49-F238E27FC236}">
                <a16:creationId xmlns:a16="http://schemas.microsoft.com/office/drawing/2014/main" id="{7D44B1EE-F16B-6241-941B-2786A4D18400}"/>
              </a:ext>
            </a:extLst>
          </p:cNvPr>
          <p:cNvSpPr>
            <a:spLocks noGrp="1"/>
          </p:cNvSpPr>
          <p:nvPr>
            <p:ph type="body" sz="quarter" idx="26" hasCustomPrompt="1"/>
          </p:nvPr>
        </p:nvSpPr>
        <p:spPr>
          <a:xfrm>
            <a:off x="381000" y="381000"/>
            <a:ext cx="5527675" cy="2590800"/>
          </a:xfrm>
        </p:spPr>
        <p:txBody>
          <a:bodyPr anchor="ctr"/>
          <a:lstStyle>
            <a:lvl1pPr rtl="0">
              <a:defRPr sz="3200" b="1" i="0">
                <a:latin typeface="Graphik Semibold" panose="020B0503030202060203" pitchFamily="34" charset="77"/>
              </a:defRPr>
            </a:lvl1pPr>
          </a:lstStyle>
          <a:p>
            <a:pPr lvl="0"/>
            <a:r>
              <a:rPr lang="en-US"/>
              <a:t>Place headline here</a:t>
            </a:r>
            <a:endParaRPr lang="en-US" dirty="0"/>
          </a:p>
        </p:txBody>
      </p:sp>
      <p:pic>
        <p:nvPicPr>
          <p:cNvPr id="20" name="Picture 19">
            <a:extLst>
              <a:ext uri="{FF2B5EF4-FFF2-40B4-BE49-F238E27FC236}">
                <a16:creationId xmlns:a16="http://schemas.microsoft.com/office/drawing/2014/main" id="{2A8C8B67-8931-468C-9E7F-7C9C53E24D36}"/>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38747052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85">
          <p15:clr>
            <a:srgbClr val="5ACBF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2_11.a Guide - Icon Library">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64ED567-99F8-4B05-976F-66900B73C2EB}"/>
              </a:ext>
            </a:extLst>
          </p:cNvPr>
          <p:cNvGraphicFramePr>
            <a:graphicFrameLocks noChangeAspect="1"/>
          </p:cNvGraphicFramePr>
          <p:nvPr userDrawn="1">
            <p:custDataLst>
              <p:tags r:id="rId1"/>
            </p:custDataLst>
            <p:extLst>
              <p:ext uri="{D42A27DB-BD31-4B8C-83A1-F6EECF244321}">
                <p14:modId xmlns:p14="http://schemas.microsoft.com/office/powerpoint/2010/main" val="7148159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B64ED567-99F8-4B05-976F-66900B73C2E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itle 1">
            <a:extLst>
              <a:ext uri="{FF2B5EF4-FFF2-40B4-BE49-F238E27FC236}">
                <a16:creationId xmlns:a16="http://schemas.microsoft.com/office/drawing/2014/main" id="{7CECD371-7C06-488E-AA23-EB47BBF733D9}"/>
              </a:ext>
            </a:extLst>
          </p:cNvPr>
          <p:cNvSpPr txBox="1">
            <a:spLocks/>
          </p:cNvSpPr>
          <p:nvPr userDrawn="1"/>
        </p:nvSpPr>
        <p:spPr>
          <a:xfrm>
            <a:off x="381000" y="381000"/>
            <a:ext cx="11430000" cy="914400"/>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a:lstStyle>
          <a:p>
            <a:pPr rtl="0"/>
            <a:r>
              <a:rPr lang="en-US" noProof="0" dirty="0"/>
              <a:t>Iconography: Monoline</a:t>
            </a:r>
          </a:p>
        </p:txBody>
      </p:sp>
      <p:sp>
        <p:nvSpPr>
          <p:cNvPr id="2" name="TextBox 1">
            <a:extLst>
              <a:ext uri="{FF2B5EF4-FFF2-40B4-BE49-F238E27FC236}">
                <a16:creationId xmlns:a16="http://schemas.microsoft.com/office/drawing/2014/main" id="{AF966297-1DCC-45B0-9DA7-3CE9DE25D2DF}"/>
              </a:ext>
            </a:extLst>
          </p:cNvPr>
          <p:cNvSpPr txBox="1"/>
          <p:nvPr userDrawn="1"/>
        </p:nvSpPr>
        <p:spPr>
          <a:xfrm>
            <a:off x="380999" y="927847"/>
            <a:ext cx="11429981" cy="500243"/>
          </a:xfrm>
          <a:prstGeom prst="rect">
            <a:avLst/>
          </a:prstGeom>
          <a:noFill/>
        </p:spPr>
        <p:txBody>
          <a:bodyPr wrap="square" lIns="0" tIns="0" rIns="0" bIns="0" rtlCol="0">
            <a:noAutofit/>
          </a:bodyPr>
          <a:lstStyle/>
          <a:p>
            <a:pPr defTabSz="228600" rtl="0">
              <a:spcAft>
                <a:spcPts val="1200"/>
              </a:spcAft>
            </a:pPr>
            <a:r>
              <a:rPr lang="en-US" sz="1600"/>
              <a:t>Our expansive asset library including fonts, photography, iconography and custom slides are available </a:t>
            </a:r>
            <a:r>
              <a:rPr lang="en-US" sz="1600">
                <a:solidFill>
                  <a:schemeClr val="accent1"/>
                </a:solidFill>
              </a:rPr>
              <a:t>[here &lt;link&gt;]</a:t>
            </a:r>
            <a:r>
              <a:rPr lang="en-US" sz="1600"/>
              <a:t>. Contact </a:t>
            </a:r>
            <a:r>
              <a:rPr kumimoji="0" lang="en-US" sz="1600" b="0" i="0" u="none" strike="noStrike" kern="1200" cap="none" spc="0" normalizeH="0" baseline="0" noProof="0">
                <a:ln>
                  <a:noFill/>
                </a:ln>
                <a:solidFill>
                  <a:srgbClr val="A100FF"/>
                </a:solidFill>
                <a:effectLst/>
                <a:uLnTx/>
                <a:uFillTx/>
                <a:latin typeface="Graphik"/>
                <a:ea typeface="+mn-ea"/>
                <a:cs typeface="+mn-cs"/>
                <a:hlinkClick r:id="rId5"/>
              </a:rPr>
              <a:t>Amy.Ritz@Accenture.com</a:t>
            </a:r>
            <a:r>
              <a:rPr kumimoji="0" lang="en-US" sz="1600" b="0" i="0" u="none" strike="noStrike" kern="1200" cap="none" spc="0" normalizeH="0" baseline="0" noProof="0">
                <a:ln>
                  <a:noFill/>
                </a:ln>
                <a:solidFill>
                  <a:srgbClr val="A100FF"/>
                </a:solidFill>
                <a:effectLst/>
                <a:uLnTx/>
                <a:uFillTx/>
                <a:latin typeface="Graphik"/>
                <a:ea typeface="+mn-ea"/>
                <a:cs typeface="+mn-cs"/>
              </a:rPr>
              <a:t> </a:t>
            </a:r>
            <a:r>
              <a:rPr lang="en-US" sz="1600"/>
              <a:t>for further information. Access the icons below through </a:t>
            </a:r>
            <a:r>
              <a:rPr lang="en-US" sz="1600" b="1">
                <a:solidFill>
                  <a:schemeClr val="accent1"/>
                </a:solidFill>
              </a:rPr>
              <a:t>View &gt; Slide Master</a:t>
            </a:r>
            <a:r>
              <a:rPr lang="en-US" sz="1600"/>
              <a:t>.</a:t>
            </a:r>
            <a:endParaRPr lang="en-US" sz="1600" dirty="0"/>
          </a:p>
        </p:txBody>
      </p:sp>
      <p:sp>
        <p:nvSpPr>
          <p:cNvPr id="4" name="Freeform 127">
            <a:extLst>
              <a:ext uri="{FF2B5EF4-FFF2-40B4-BE49-F238E27FC236}">
                <a16:creationId xmlns:a16="http://schemas.microsoft.com/office/drawing/2014/main" id="{80F51A57-4DBA-FA4F-916F-88328E5E0137}"/>
              </a:ext>
            </a:extLst>
          </p:cNvPr>
          <p:cNvSpPr>
            <a:spLocks noEditPoints="1"/>
          </p:cNvSpPr>
          <p:nvPr userDrawn="1"/>
        </p:nvSpPr>
        <p:spPr bwMode="auto">
          <a:xfrm>
            <a:off x="767063" y="1981658"/>
            <a:ext cx="513948" cy="396598"/>
          </a:xfrm>
          <a:custGeom>
            <a:avLst/>
            <a:gdLst>
              <a:gd name="T0" fmla="*/ 199 w 309"/>
              <a:gd name="T1" fmla="*/ 232 h 244"/>
              <a:gd name="T2" fmla="*/ 222 w 309"/>
              <a:gd name="T3" fmla="*/ 225 h 244"/>
              <a:gd name="T4" fmla="*/ 248 w 309"/>
              <a:gd name="T5" fmla="*/ 202 h 244"/>
              <a:gd name="T6" fmla="*/ 273 w 309"/>
              <a:gd name="T7" fmla="*/ 177 h 244"/>
              <a:gd name="T8" fmla="*/ 308 w 309"/>
              <a:gd name="T9" fmla="*/ 128 h 244"/>
              <a:gd name="T10" fmla="*/ 216 w 309"/>
              <a:gd name="T11" fmla="*/ 12 h 244"/>
              <a:gd name="T12" fmla="*/ 115 w 309"/>
              <a:gd name="T13" fmla="*/ 19 h 244"/>
              <a:gd name="T14" fmla="*/ 3 w 309"/>
              <a:gd name="T15" fmla="*/ 136 h 244"/>
              <a:gd name="T16" fmla="*/ 44 w 309"/>
              <a:gd name="T17" fmla="*/ 199 h 244"/>
              <a:gd name="T18" fmla="*/ 60 w 309"/>
              <a:gd name="T19" fmla="*/ 217 h 244"/>
              <a:gd name="T20" fmla="*/ 82 w 309"/>
              <a:gd name="T21" fmla="*/ 228 h 244"/>
              <a:gd name="T22" fmla="*/ 128 w 309"/>
              <a:gd name="T23" fmla="*/ 244 h 244"/>
              <a:gd name="T24" fmla="*/ 147 w 309"/>
              <a:gd name="T25" fmla="*/ 233 h 244"/>
              <a:gd name="T26" fmla="*/ 122 w 309"/>
              <a:gd name="T27" fmla="*/ 30 h 244"/>
              <a:gd name="T28" fmla="*/ 194 w 309"/>
              <a:gd name="T29" fmla="*/ 20 h 244"/>
              <a:gd name="T30" fmla="*/ 263 w 309"/>
              <a:gd name="T31" fmla="*/ 31 h 244"/>
              <a:gd name="T32" fmla="*/ 278 w 309"/>
              <a:gd name="T33" fmla="*/ 143 h 244"/>
              <a:gd name="T34" fmla="*/ 136 w 309"/>
              <a:gd name="T35" fmla="*/ 85 h 244"/>
              <a:gd name="T36" fmla="*/ 122 w 309"/>
              <a:gd name="T37" fmla="*/ 30 h 244"/>
              <a:gd name="T38" fmla="*/ 45 w 309"/>
              <a:gd name="T39" fmla="*/ 186 h 244"/>
              <a:gd name="T40" fmla="*/ 32 w 309"/>
              <a:gd name="T41" fmla="*/ 155 h 244"/>
              <a:gd name="T42" fmla="*/ 73 w 309"/>
              <a:gd name="T43" fmla="*/ 206 h 244"/>
              <a:gd name="T44" fmla="*/ 57 w 309"/>
              <a:gd name="T45" fmla="*/ 195 h 244"/>
              <a:gd name="T46" fmla="*/ 67 w 309"/>
              <a:gd name="T47" fmla="*/ 172 h 244"/>
              <a:gd name="T48" fmla="*/ 85 w 309"/>
              <a:gd name="T49" fmla="*/ 171 h 244"/>
              <a:gd name="T50" fmla="*/ 73 w 309"/>
              <a:gd name="T51" fmla="*/ 206 h 244"/>
              <a:gd name="T52" fmla="*/ 102 w 309"/>
              <a:gd name="T53" fmla="*/ 221 h 244"/>
              <a:gd name="T54" fmla="*/ 97 w 309"/>
              <a:gd name="T55" fmla="*/ 181 h 244"/>
              <a:gd name="T56" fmla="*/ 110 w 309"/>
              <a:gd name="T57" fmla="*/ 197 h 244"/>
              <a:gd name="T58" fmla="*/ 137 w 309"/>
              <a:gd name="T59" fmla="*/ 219 h 244"/>
              <a:gd name="T60" fmla="*/ 132 w 309"/>
              <a:gd name="T61" fmla="*/ 230 h 244"/>
              <a:gd name="T62" fmla="*/ 115 w 309"/>
              <a:gd name="T63" fmla="*/ 225 h 244"/>
              <a:gd name="T64" fmla="*/ 138 w 309"/>
              <a:gd name="T65" fmla="*/ 205 h 244"/>
              <a:gd name="T66" fmla="*/ 123 w 309"/>
              <a:gd name="T67" fmla="*/ 187 h 244"/>
              <a:gd name="T68" fmla="*/ 98 w 309"/>
              <a:gd name="T69" fmla="*/ 168 h 244"/>
              <a:gd name="T70" fmla="*/ 68 w 309"/>
              <a:gd name="T71" fmla="*/ 152 h 244"/>
              <a:gd name="T72" fmla="*/ 15 w 309"/>
              <a:gd name="T73" fmla="*/ 128 h 244"/>
              <a:gd name="T74" fmla="*/ 107 w 309"/>
              <a:gd name="T75" fmla="*/ 32 h 244"/>
              <a:gd name="T76" fmla="*/ 113 w 309"/>
              <a:gd name="T77" fmla="*/ 116 h 244"/>
              <a:gd name="T78" fmla="*/ 231 w 309"/>
              <a:gd name="T79" fmla="*/ 115 h 244"/>
              <a:gd name="T80" fmla="*/ 264 w 309"/>
              <a:gd name="T81" fmla="*/ 167 h 244"/>
              <a:gd name="T82" fmla="*/ 220 w 309"/>
              <a:gd name="T83" fmla="*/ 145 h 244"/>
              <a:gd name="T84" fmla="*/ 199 w 309"/>
              <a:gd name="T85" fmla="*/ 133 h 244"/>
              <a:gd name="T86" fmla="*/ 246 w 309"/>
              <a:gd name="T87" fmla="*/ 183 h 244"/>
              <a:gd name="T88" fmla="*/ 228 w 309"/>
              <a:gd name="T89" fmla="*/ 197 h 244"/>
              <a:gd name="T90" fmla="*/ 188 w 309"/>
              <a:gd name="T91" fmla="*/ 167 h 244"/>
              <a:gd name="T92" fmla="*/ 219 w 309"/>
              <a:gd name="T93" fmla="*/ 206 h 244"/>
              <a:gd name="T94" fmla="*/ 204 w 309"/>
              <a:gd name="T95" fmla="*/ 219 h 244"/>
              <a:gd name="T96" fmla="*/ 162 w 309"/>
              <a:gd name="T97" fmla="*/ 196 h 244"/>
              <a:gd name="T98" fmla="*/ 188 w 309"/>
              <a:gd name="T99" fmla="*/ 224 h 244"/>
              <a:gd name="T100" fmla="*/ 151 w 309"/>
              <a:gd name="T101" fmla="*/ 22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09" h="244">
                <a:moveTo>
                  <a:pt x="176" y="239"/>
                </a:moveTo>
                <a:cubicBezTo>
                  <a:pt x="181" y="239"/>
                  <a:pt x="184" y="238"/>
                  <a:pt x="188" y="238"/>
                </a:cubicBezTo>
                <a:cubicBezTo>
                  <a:pt x="192" y="236"/>
                  <a:pt x="196" y="235"/>
                  <a:pt x="199" y="232"/>
                </a:cubicBezTo>
                <a:cubicBezTo>
                  <a:pt x="199" y="232"/>
                  <a:pt x="199" y="232"/>
                  <a:pt x="199" y="232"/>
                </a:cubicBezTo>
                <a:cubicBezTo>
                  <a:pt x="199" y="232"/>
                  <a:pt x="199" y="232"/>
                  <a:pt x="199" y="232"/>
                </a:cubicBezTo>
                <a:cubicBezTo>
                  <a:pt x="200" y="232"/>
                  <a:pt x="201" y="232"/>
                  <a:pt x="201" y="232"/>
                </a:cubicBezTo>
                <a:cubicBezTo>
                  <a:pt x="202" y="232"/>
                  <a:pt x="203" y="233"/>
                  <a:pt x="204" y="233"/>
                </a:cubicBezTo>
                <a:cubicBezTo>
                  <a:pt x="210" y="233"/>
                  <a:pt x="217" y="230"/>
                  <a:pt x="222" y="225"/>
                </a:cubicBezTo>
                <a:cubicBezTo>
                  <a:pt x="227" y="221"/>
                  <a:pt x="230" y="216"/>
                  <a:pt x="232" y="210"/>
                </a:cubicBezTo>
                <a:cubicBezTo>
                  <a:pt x="232" y="210"/>
                  <a:pt x="232" y="210"/>
                  <a:pt x="232" y="210"/>
                </a:cubicBezTo>
                <a:cubicBezTo>
                  <a:pt x="232" y="210"/>
                  <a:pt x="232" y="210"/>
                  <a:pt x="232" y="210"/>
                </a:cubicBezTo>
                <a:cubicBezTo>
                  <a:pt x="238" y="209"/>
                  <a:pt x="243" y="206"/>
                  <a:pt x="248" y="202"/>
                </a:cubicBezTo>
                <a:cubicBezTo>
                  <a:pt x="254" y="197"/>
                  <a:pt x="257" y="191"/>
                  <a:pt x="259" y="185"/>
                </a:cubicBezTo>
                <a:cubicBezTo>
                  <a:pt x="259" y="185"/>
                  <a:pt x="259" y="185"/>
                  <a:pt x="259" y="185"/>
                </a:cubicBezTo>
                <a:cubicBezTo>
                  <a:pt x="259" y="185"/>
                  <a:pt x="259" y="185"/>
                  <a:pt x="259" y="185"/>
                </a:cubicBezTo>
                <a:cubicBezTo>
                  <a:pt x="264" y="184"/>
                  <a:pt x="269" y="181"/>
                  <a:pt x="273" y="177"/>
                </a:cubicBezTo>
                <a:cubicBezTo>
                  <a:pt x="280" y="171"/>
                  <a:pt x="284" y="164"/>
                  <a:pt x="285" y="155"/>
                </a:cubicBezTo>
                <a:cubicBezTo>
                  <a:pt x="285" y="155"/>
                  <a:pt x="285" y="155"/>
                  <a:pt x="285" y="155"/>
                </a:cubicBezTo>
                <a:cubicBezTo>
                  <a:pt x="307" y="135"/>
                  <a:pt x="307" y="135"/>
                  <a:pt x="307" y="135"/>
                </a:cubicBezTo>
                <a:cubicBezTo>
                  <a:pt x="308" y="134"/>
                  <a:pt x="309" y="131"/>
                  <a:pt x="308" y="128"/>
                </a:cubicBezTo>
                <a:cubicBezTo>
                  <a:pt x="274" y="23"/>
                  <a:pt x="274" y="23"/>
                  <a:pt x="274" y="23"/>
                </a:cubicBezTo>
                <a:cubicBezTo>
                  <a:pt x="273" y="21"/>
                  <a:pt x="271" y="19"/>
                  <a:pt x="269" y="19"/>
                </a:cubicBezTo>
                <a:cubicBezTo>
                  <a:pt x="269" y="19"/>
                  <a:pt x="269" y="19"/>
                  <a:pt x="269" y="19"/>
                </a:cubicBezTo>
                <a:cubicBezTo>
                  <a:pt x="264" y="18"/>
                  <a:pt x="226" y="12"/>
                  <a:pt x="216" y="12"/>
                </a:cubicBezTo>
                <a:cubicBezTo>
                  <a:pt x="213" y="12"/>
                  <a:pt x="205" y="10"/>
                  <a:pt x="198" y="7"/>
                </a:cubicBezTo>
                <a:cubicBezTo>
                  <a:pt x="185" y="4"/>
                  <a:pt x="171" y="0"/>
                  <a:pt x="162" y="1"/>
                </a:cubicBezTo>
                <a:cubicBezTo>
                  <a:pt x="148" y="2"/>
                  <a:pt x="123" y="15"/>
                  <a:pt x="115" y="19"/>
                </a:cubicBezTo>
                <a:cubicBezTo>
                  <a:pt x="115" y="19"/>
                  <a:pt x="115" y="19"/>
                  <a:pt x="115" y="19"/>
                </a:cubicBezTo>
                <a:cubicBezTo>
                  <a:pt x="45" y="19"/>
                  <a:pt x="45" y="19"/>
                  <a:pt x="45" y="19"/>
                </a:cubicBezTo>
                <a:cubicBezTo>
                  <a:pt x="42" y="19"/>
                  <a:pt x="40" y="21"/>
                  <a:pt x="39" y="23"/>
                </a:cubicBezTo>
                <a:cubicBezTo>
                  <a:pt x="1" y="128"/>
                  <a:pt x="1" y="128"/>
                  <a:pt x="1" y="128"/>
                </a:cubicBezTo>
                <a:cubicBezTo>
                  <a:pt x="0" y="131"/>
                  <a:pt x="1" y="134"/>
                  <a:pt x="3" y="136"/>
                </a:cubicBezTo>
                <a:cubicBezTo>
                  <a:pt x="21" y="148"/>
                  <a:pt x="21" y="148"/>
                  <a:pt x="21" y="148"/>
                </a:cubicBezTo>
                <a:cubicBezTo>
                  <a:pt x="21" y="148"/>
                  <a:pt x="21" y="148"/>
                  <a:pt x="21" y="148"/>
                </a:cubicBezTo>
                <a:cubicBezTo>
                  <a:pt x="16" y="156"/>
                  <a:pt x="11" y="168"/>
                  <a:pt x="14" y="175"/>
                </a:cubicBezTo>
                <a:cubicBezTo>
                  <a:pt x="17" y="184"/>
                  <a:pt x="33" y="196"/>
                  <a:pt x="44" y="199"/>
                </a:cubicBezTo>
                <a:cubicBezTo>
                  <a:pt x="44" y="199"/>
                  <a:pt x="44" y="199"/>
                  <a:pt x="44" y="199"/>
                </a:cubicBezTo>
                <a:cubicBezTo>
                  <a:pt x="44" y="199"/>
                  <a:pt x="44" y="199"/>
                  <a:pt x="44" y="199"/>
                </a:cubicBezTo>
                <a:cubicBezTo>
                  <a:pt x="44" y="200"/>
                  <a:pt x="44" y="201"/>
                  <a:pt x="44" y="201"/>
                </a:cubicBezTo>
                <a:cubicBezTo>
                  <a:pt x="46" y="208"/>
                  <a:pt x="51" y="213"/>
                  <a:pt x="60" y="217"/>
                </a:cubicBezTo>
                <a:cubicBezTo>
                  <a:pt x="65" y="219"/>
                  <a:pt x="70" y="220"/>
                  <a:pt x="74" y="220"/>
                </a:cubicBezTo>
                <a:cubicBezTo>
                  <a:pt x="74" y="220"/>
                  <a:pt x="74" y="220"/>
                  <a:pt x="74" y="220"/>
                </a:cubicBezTo>
                <a:cubicBezTo>
                  <a:pt x="74" y="220"/>
                  <a:pt x="74" y="220"/>
                  <a:pt x="74" y="220"/>
                </a:cubicBezTo>
                <a:cubicBezTo>
                  <a:pt x="76" y="223"/>
                  <a:pt x="79" y="225"/>
                  <a:pt x="82" y="228"/>
                </a:cubicBezTo>
                <a:cubicBezTo>
                  <a:pt x="89" y="233"/>
                  <a:pt x="99" y="235"/>
                  <a:pt x="106" y="234"/>
                </a:cubicBezTo>
                <a:cubicBezTo>
                  <a:pt x="106" y="234"/>
                  <a:pt x="106" y="234"/>
                  <a:pt x="106" y="234"/>
                </a:cubicBezTo>
                <a:cubicBezTo>
                  <a:pt x="106" y="234"/>
                  <a:pt x="106" y="234"/>
                  <a:pt x="106" y="234"/>
                </a:cubicBezTo>
                <a:cubicBezTo>
                  <a:pt x="111" y="239"/>
                  <a:pt x="119" y="244"/>
                  <a:pt x="128" y="244"/>
                </a:cubicBezTo>
                <a:cubicBezTo>
                  <a:pt x="128" y="244"/>
                  <a:pt x="128" y="244"/>
                  <a:pt x="128" y="244"/>
                </a:cubicBezTo>
                <a:cubicBezTo>
                  <a:pt x="132" y="244"/>
                  <a:pt x="136" y="243"/>
                  <a:pt x="139" y="241"/>
                </a:cubicBezTo>
                <a:cubicBezTo>
                  <a:pt x="142" y="239"/>
                  <a:pt x="145" y="237"/>
                  <a:pt x="147" y="233"/>
                </a:cubicBezTo>
                <a:cubicBezTo>
                  <a:pt x="147" y="233"/>
                  <a:pt x="147" y="233"/>
                  <a:pt x="147" y="233"/>
                </a:cubicBezTo>
                <a:cubicBezTo>
                  <a:pt x="147" y="233"/>
                  <a:pt x="147" y="233"/>
                  <a:pt x="147" y="233"/>
                </a:cubicBezTo>
                <a:cubicBezTo>
                  <a:pt x="156" y="237"/>
                  <a:pt x="167" y="239"/>
                  <a:pt x="176" y="239"/>
                </a:cubicBezTo>
                <a:close/>
                <a:moveTo>
                  <a:pt x="122" y="30"/>
                </a:moveTo>
                <a:cubicBezTo>
                  <a:pt x="122" y="30"/>
                  <a:pt x="122" y="30"/>
                  <a:pt x="122" y="30"/>
                </a:cubicBezTo>
                <a:cubicBezTo>
                  <a:pt x="132" y="25"/>
                  <a:pt x="153" y="14"/>
                  <a:pt x="163" y="14"/>
                </a:cubicBezTo>
                <a:cubicBezTo>
                  <a:pt x="163" y="14"/>
                  <a:pt x="164" y="14"/>
                  <a:pt x="164" y="14"/>
                </a:cubicBezTo>
                <a:cubicBezTo>
                  <a:pt x="171" y="14"/>
                  <a:pt x="184" y="17"/>
                  <a:pt x="194" y="20"/>
                </a:cubicBezTo>
                <a:cubicBezTo>
                  <a:pt x="194" y="20"/>
                  <a:pt x="194" y="20"/>
                  <a:pt x="194" y="20"/>
                </a:cubicBezTo>
                <a:cubicBezTo>
                  <a:pt x="203" y="23"/>
                  <a:pt x="211" y="25"/>
                  <a:pt x="216" y="25"/>
                </a:cubicBezTo>
                <a:cubicBezTo>
                  <a:pt x="222" y="25"/>
                  <a:pt x="245" y="29"/>
                  <a:pt x="262" y="31"/>
                </a:cubicBezTo>
                <a:cubicBezTo>
                  <a:pt x="263" y="31"/>
                  <a:pt x="263" y="31"/>
                  <a:pt x="263" y="31"/>
                </a:cubicBezTo>
                <a:cubicBezTo>
                  <a:pt x="263" y="31"/>
                  <a:pt x="263" y="31"/>
                  <a:pt x="263" y="31"/>
                </a:cubicBezTo>
                <a:cubicBezTo>
                  <a:pt x="295" y="129"/>
                  <a:pt x="295" y="129"/>
                  <a:pt x="295" y="129"/>
                </a:cubicBezTo>
                <a:cubicBezTo>
                  <a:pt x="294" y="129"/>
                  <a:pt x="294" y="129"/>
                  <a:pt x="294" y="129"/>
                </a:cubicBezTo>
                <a:cubicBezTo>
                  <a:pt x="279" y="143"/>
                  <a:pt x="279" y="143"/>
                  <a:pt x="279" y="143"/>
                </a:cubicBezTo>
                <a:cubicBezTo>
                  <a:pt x="278" y="143"/>
                  <a:pt x="278" y="143"/>
                  <a:pt x="278" y="143"/>
                </a:cubicBezTo>
                <a:cubicBezTo>
                  <a:pt x="241" y="106"/>
                  <a:pt x="241" y="106"/>
                  <a:pt x="241" y="106"/>
                </a:cubicBezTo>
                <a:cubicBezTo>
                  <a:pt x="232" y="96"/>
                  <a:pt x="202" y="64"/>
                  <a:pt x="191" y="61"/>
                </a:cubicBezTo>
                <a:cubicBezTo>
                  <a:pt x="174" y="56"/>
                  <a:pt x="159" y="59"/>
                  <a:pt x="147" y="69"/>
                </a:cubicBezTo>
                <a:cubicBezTo>
                  <a:pt x="142" y="74"/>
                  <a:pt x="139" y="79"/>
                  <a:pt x="136" y="85"/>
                </a:cubicBezTo>
                <a:cubicBezTo>
                  <a:pt x="131" y="94"/>
                  <a:pt x="127" y="102"/>
                  <a:pt x="111" y="103"/>
                </a:cubicBezTo>
                <a:cubicBezTo>
                  <a:pt x="104" y="104"/>
                  <a:pt x="98" y="103"/>
                  <a:pt x="96" y="100"/>
                </a:cubicBezTo>
                <a:cubicBezTo>
                  <a:pt x="94" y="98"/>
                  <a:pt x="94" y="96"/>
                  <a:pt x="95" y="95"/>
                </a:cubicBezTo>
                <a:lnTo>
                  <a:pt x="122" y="30"/>
                </a:lnTo>
                <a:close/>
                <a:moveTo>
                  <a:pt x="52" y="170"/>
                </a:moveTo>
                <a:cubicBezTo>
                  <a:pt x="50" y="175"/>
                  <a:pt x="47" y="180"/>
                  <a:pt x="46" y="186"/>
                </a:cubicBezTo>
                <a:cubicBezTo>
                  <a:pt x="46" y="186"/>
                  <a:pt x="46" y="186"/>
                  <a:pt x="46" y="186"/>
                </a:cubicBezTo>
                <a:cubicBezTo>
                  <a:pt x="45" y="186"/>
                  <a:pt x="45" y="186"/>
                  <a:pt x="45" y="186"/>
                </a:cubicBezTo>
                <a:cubicBezTo>
                  <a:pt x="39" y="183"/>
                  <a:pt x="28" y="176"/>
                  <a:pt x="26" y="171"/>
                </a:cubicBezTo>
                <a:cubicBezTo>
                  <a:pt x="26" y="171"/>
                  <a:pt x="26" y="171"/>
                  <a:pt x="26" y="171"/>
                </a:cubicBezTo>
                <a:cubicBezTo>
                  <a:pt x="25" y="169"/>
                  <a:pt x="28" y="161"/>
                  <a:pt x="31" y="156"/>
                </a:cubicBezTo>
                <a:cubicBezTo>
                  <a:pt x="32" y="155"/>
                  <a:pt x="32" y="155"/>
                  <a:pt x="32" y="155"/>
                </a:cubicBezTo>
                <a:cubicBezTo>
                  <a:pt x="32" y="155"/>
                  <a:pt x="32" y="155"/>
                  <a:pt x="32" y="155"/>
                </a:cubicBezTo>
                <a:cubicBezTo>
                  <a:pt x="52" y="170"/>
                  <a:pt x="52" y="170"/>
                  <a:pt x="52" y="170"/>
                </a:cubicBezTo>
                <a:close/>
                <a:moveTo>
                  <a:pt x="73" y="206"/>
                </a:moveTo>
                <a:cubicBezTo>
                  <a:pt x="73" y="206"/>
                  <a:pt x="73" y="206"/>
                  <a:pt x="73" y="206"/>
                </a:cubicBezTo>
                <a:cubicBezTo>
                  <a:pt x="73" y="206"/>
                  <a:pt x="72" y="206"/>
                  <a:pt x="72" y="206"/>
                </a:cubicBezTo>
                <a:cubicBezTo>
                  <a:pt x="71" y="206"/>
                  <a:pt x="68" y="206"/>
                  <a:pt x="65" y="205"/>
                </a:cubicBezTo>
                <a:cubicBezTo>
                  <a:pt x="60" y="203"/>
                  <a:pt x="57" y="200"/>
                  <a:pt x="57" y="198"/>
                </a:cubicBezTo>
                <a:cubicBezTo>
                  <a:pt x="57" y="197"/>
                  <a:pt x="57" y="196"/>
                  <a:pt x="57" y="195"/>
                </a:cubicBezTo>
                <a:cubicBezTo>
                  <a:pt x="57" y="195"/>
                  <a:pt x="57" y="194"/>
                  <a:pt x="57" y="194"/>
                </a:cubicBezTo>
                <a:cubicBezTo>
                  <a:pt x="58" y="188"/>
                  <a:pt x="62" y="179"/>
                  <a:pt x="65" y="173"/>
                </a:cubicBezTo>
                <a:cubicBezTo>
                  <a:pt x="65" y="173"/>
                  <a:pt x="65" y="173"/>
                  <a:pt x="65" y="173"/>
                </a:cubicBezTo>
                <a:cubicBezTo>
                  <a:pt x="66" y="173"/>
                  <a:pt x="67" y="172"/>
                  <a:pt x="67" y="172"/>
                </a:cubicBezTo>
                <a:cubicBezTo>
                  <a:pt x="67" y="171"/>
                  <a:pt x="68" y="170"/>
                  <a:pt x="68" y="169"/>
                </a:cubicBezTo>
                <a:cubicBezTo>
                  <a:pt x="68" y="169"/>
                  <a:pt x="68" y="169"/>
                  <a:pt x="68" y="169"/>
                </a:cubicBezTo>
                <a:cubicBezTo>
                  <a:pt x="70" y="166"/>
                  <a:pt x="71" y="165"/>
                  <a:pt x="72" y="164"/>
                </a:cubicBezTo>
                <a:cubicBezTo>
                  <a:pt x="76" y="163"/>
                  <a:pt x="84" y="169"/>
                  <a:pt x="85" y="171"/>
                </a:cubicBezTo>
                <a:cubicBezTo>
                  <a:pt x="85" y="172"/>
                  <a:pt x="85" y="172"/>
                  <a:pt x="85" y="172"/>
                </a:cubicBezTo>
                <a:cubicBezTo>
                  <a:pt x="86" y="172"/>
                  <a:pt x="86" y="173"/>
                  <a:pt x="85" y="175"/>
                </a:cubicBezTo>
                <a:cubicBezTo>
                  <a:pt x="85" y="175"/>
                  <a:pt x="85" y="175"/>
                  <a:pt x="85" y="175"/>
                </a:cubicBezTo>
                <a:lnTo>
                  <a:pt x="73" y="206"/>
                </a:lnTo>
                <a:close/>
                <a:moveTo>
                  <a:pt x="110" y="197"/>
                </a:moveTo>
                <a:cubicBezTo>
                  <a:pt x="110" y="197"/>
                  <a:pt x="110" y="197"/>
                  <a:pt x="110" y="197"/>
                </a:cubicBezTo>
                <a:cubicBezTo>
                  <a:pt x="102" y="221"/>
                  <a:pt x="102" y="221"/>
                  <a:pt x="102" y="221"/>
                </a:cubicBezTo>
                <a:cubicBezTo>
                  <a:pt x="102" y="221"/>
                  <a:pt x="102" y="221"/>
                  <a:pt x="102" y="221"/>
                </a:cubicBezTo>
                <a:cubicBezTo>
                  <a:pt x="99" y="221"/>
                  <a:pt x="94" y="220"/>
                  <a:pt x="90" y="217"/>
                </a:cubicBezTo>
                <a:cubicBezTo>
                  <a:pt x="87" y="215"/>
                  <a:pt x="86" y="214"/>
                  <a:pt x="85" y="212"/>
                </a:cubicBezTo>
                <a:cubicBezTo>
                  <a:pt x="85" y="212"/>
                  <a:pt x="85" y="212"/>
                  <a:pt x="85" y="212"/>
                </a:cubicBezTo>
                <a:cubicBezTo>
                  <a:pt x="97" y="181"/>
                  <a:pt x="97" y="181"/>
                  <a:pt x="97" y="181"/>
                </a:cubicBezTo>
                <a:cubicBezTo>
                  <a:pt x="97" y="181"/>
                  <a:pt x="97" y="181"/>
                  <a:pt x="97" y="181"/>
                </a:cubicBezTo>
                <a:cubicBezTo>
                  <a:pt x="103" y="182"/>
                  <a:pt x="109" y="185"/>
                  <a:pt x="110" y="187"/>
                </a:cubicBezTo>
                <a:cubicBezTo>
                  <a:pt x="110" y="187"/>
                  <a:pt x="110" y="187"/>
                  <a:pt x="110" y="187"/>
                </a:cubicBezTo>
                <a:cubicBezTo>
                  <a:pt x="110" y="188"/>
                  <a:pt x="111" y="191"/>
                  <a:pt x="110" y="197"/>
                </a:cubicBezTo>
                <a:close/>
                <a:moveTo>
                  <a:pt x="138" y="218"/>
                </a:moveTo>
                <a:cubicBezTo>
                  <a:pt x="138" y="218"/>
                  <a:pt x="138" y="218"/>
                  <a:pt x="138" y="218"/>
                </a:cubicBezTo>
                <a:cubicBezTo>
                  <a:pt x="138" y="218"/>
                  <a:pt x="138" y="218"/>
                  <a:pt x="138" y="218"/>
                </a:cubicBezTo>
                <a:cubicBezTo>
                  <a:pt x="138" y="219"/>
                  <a:pt x="137" y="219"/>
                  <a:pt x="137" y="219"/>
                </a:cubicBezTo>
                <a:cubicBezTo>
                  <a:pt x="136" y="221"/>
                  <a:pt x="136" y="223"/>
                  <a:pt x="136" y="225"/>
                </a:cubicBezTo>
                <a:cubicBezTo>
                  <a:pt x="136" y="225"/>
                  <a:pt x="136" y="225"/>
                  <a:pt x="136" y="225"/>
                </a:cubicBezTo>
                <a:cubicBezTo>
                  <a:pt x="136" y="225"/>
                  <a:pt x="136" y="225"/>
                  <a:pt x="136" y="225"/>
                </a:cubicBezTo>
                <a:cubicBezTo>
                  <a:pt x="135" y="227"/>
                  <a:pt x="134" y="229"/>
                  <a:pt x="132" y="230"/>
                </a:cubicBezTo>
                <a:cubicBezTo>
                  <a:pt x="131" y="231"/>
                  <a:pt x="130" y="231"/>
                  <a:pt x="128" y="231"/>
                </a:cubicBezTo>
                <a:cubicBezTo>
                  <a:pt x="124" y="231"/>
                  <a:pt x="118" y="228"/>
                  <a:pt x="115" y="225"/>
                </a:cubicBezTo>
                <a:cubicBezTo>
                  <a:pt x="115" y="225"/>
                  <a:pt x="115" y="225"/>
                  <a:pt x="115" y="225"/>
                </a:cubicBezTo>
                <a:cubicBezTo>
                  <a:pt x="115" y="225"/>
                  <a:pt x="115" y="225"/>
                  <a:pt x="115" y="225"/>
                </a:cubicBezTo>
                <a:cubicBezTo>
                  <a:pt x="122" y="201"/>
                  <a:pt x="122" y="201"/>
                  <a:pt x="122" y="201"/>
                </a:cubicBezTo>
                <a:cubicBezTo>
                  <a:pt x="122" y="201"/>
                  <a:pt x="122" y="201"/>
                  <a:pt x="122" y="201"/>
                </a:cubicBezTo>
                <a:cubicBezTo>
                  <a:pt x="124" y="200"/>
                  <a:pt x="127" y="199"/>
                  <a:pt x="129" y="200"/>
                </a:cubicBezTo>
                <a:cubicBezTo>
                  <a:pt x="132" y="200"/>
                  <a:pt x="137" y="201"/>
                  <a:pt x="138" y="205"/>
                </a:cubicBezTo>
                <a:cubicBezTo>
                  <a:pt x="139" y="208"/>
                  <a:pt x="139" y="213"/>
                  <a:pt x="138" y="218"/>
                </a:cubicBezTo>
                <a:close/>
                <a:moveTo>
                  <a:pt x="131" y="187"/>
                </a:moveTo>
                <a:cubicBezTo>
                  <a:pt x="129" y="187"/>
                  <a:pt x="126" y="187"/>
                  <a:pt x="124" y="187"/>
                </a:cubicBezTo>
                <a:cubicBezTo>
                  <a:pt x="123" y="187"/>
                  <a:pt x="123" y="187"/>
                  <a:pt x="123" y="187"/>
                </a:cubicBezTo>
                <a:cubicBezTo>
                  <a:pt x="123" y="187"/>
                  <a:pt x="123" y="187"/>
                  <a:pt x="123" y="187"/>
                </a:cubicBezTo>
                <a:cubicBezTo>
                  <a:pt x="123" y="185"/>
                  <a:pt x="123" y="184"/>
                  <a:pt x="123" y="184"/>
                </a:cubicBezTo>
                <a:cubicBezTo>
                  <a:pt x="121" y="175"/>
                  <a:pt x="109" y="169"/>
                  <a:pt x="98" y="168"/>
                </a:cubicBezTo>
                <a:cubicBezTo>
                  <a:pt x="98" y="168"/>
                  <a:pt x="98" y="168"/>
                  <a:pt x="98" y="168"/>
                </a:cubicBezTo>
                <a:cubicBezTo>
                  <a:pt x="98" y="168"/>
                  <a:pt x="98" y="168"/>
                  <a:pt x="98" y="168"/>
                </a:cubicBezTo>
                <a:cubicBezTo>
                  <a:pt x="98" y="168"/>
                  <a:pt x="98" y="168"/>
                  <a:pt x="98" y="167"/>
                </a:cubicBezTo>
                <a:cubicBezTo>
                  <a:pt x="96" y="162"/>
                  <a:pt x="90" y="156"/>
                  <a:pt x="84" y="154"/>
                </a:cubicBezTo>
                <a:cubicBezTo>
                  <a:pt x="78" y="151"/>
                  <a:pt x="73" y="150"/>
                  <a:pt x="68" y="152"/>
                </a:cubicBezTo>
                <a:cubicBezTo>
                  <a:pt x="65" y="153"/>
                  <a:pt x="63" y="155"/>
                  <a:pt x="60" y="158"/>
                </a:cubicBezTo>
                <a:cubicBezTo>
                  <a:pt x="60" y="159"/>
                  <a:pt x="60" y="159"/>
                  <a:pt x="60" y="159"/>
                </a:cubicBezTo>
                <a:cubicBezTo>
                  <a:pt x="59" y="158"/>
                  <a:pt x="59" y="158"/>
                  <a:pt x="59" y="158"/>
                </a:cubicBezTo>
                <a:cubicBezTo>
                  <a:pt x="15" y="128"/>
                  <a:pt x="15" y="128"/>
                  <a:pt x="15" y="128"/>
                </a:cubicBezTo>
                <a:cubicBezTo>
                  <a:pt x="15" y="128"/>
                  <a:pt x="15" y="128"/>
                  <a:pt x="15" y="128"/>
                </a:cubicBezTo>
                <a:cubicBezTo>
                  <a:pt x="50" y="32"/>
                  <a:pt x="50" y="32"/>
                  <a:pt x="50" y="32"/>
                </a:cubicBezTo>
                <a:cubicBezTo>
                  <a:pt x="107" y="32"/>
                  <a:pt x="107" y="32"/>
                  <a:pt x="107" y="32"/>
                </a:cubicBezTo>
                <a:cubicBezTo>
                  <a:pt x="107" y="32"/>
                  <a:pt x="107" y="32"/>
                  <a:pt x="107" y="32"/>
                </a:cubicBezTo>
                <a:cubicBezTo>
                  <a:pt x="82" y="90"/>
                  <a:pt x="82" y="90"/>
                  <a:pt x="82" y="90"/>
                </a:cubicBezTo>
                <a:cubicBezTo>
                  <a:pt x="82" y="90"/>
                  <a:pt x="82" y="91"/>
                  <a:pt x="82" y="91"/>
                </a:cubicBezTo>
                <a:cubicBezTo>
                  <a:pt x="82" y="92"/>
                  <a:pt x="79" y="101"/>
                  <a:pt x="86" y="108"/>
                </a:cubicBezTo>
                <a:cubicBezTo>
                  <a:pt x="91" y="115"/>
                  <a:pt x="100" y="117"/>
                  <a:pt x="113" y="116"/>
                </a:cubicBezTo>
                <a:cubicBezTo>
                  <a:pt x="135" y="114"/>
                  <a:pt x="142" y="101"/>
                  <a:pt x="148" y="91"/>
                </a:cubicBezTo>
                <a:cubicBezTo>
                  <a:pt x="150" y="86"/>
                  <a:pt x="152" y="82"/>
                  <a:pt x="155" y="79"/>
                </a:cubicBezTo>
                <a:cubicBezTo>
                  <a:pt x="164" y="72"/>
                  <a:pt x="174" y="70"/>
                  <a:pt x="187" y="74"/>
                </a:cubicBezTo>
                <a:cubicBezTo>
                  <a:pt x="193" y="75"/>
                  <a:pt x="214" y="96"/>
                  <a:pt x="231" y="115"/>
                </a:cubicBezTo>
                <a:cubicBezTo>
                  <a:pt x="231" y="115"/>
                  <a:pt x="231" y="115"/>
                  <a:pt x="231" y="115"/>
                </a:cubicBezTo>
                <a:cubicBezTo>
                  <a:pt x="272" y="155"/>
                  <a:pt x="272" y="155"/>
                  <a:pt x="272" y="155"/>
                </a:cubicBezTo>
                <a:cubicBezTo>
                  <a:pt x="272" y="155"/>
                  <a:pt x="272" y="155"/>
                  <a:pt x="272" y="155"/>
                </a:cubicBezTo>
                <a:cubicBezTo>
                  <a:pt x="271" y="159"/>
                  <a:pt x="268" y="164"/>
                  <a:pt x="264" y="167"/>
                </a:cubicBezTo>
                <a:cubicBezTo>
                  <a:pt x="261" y="170"/>
                  <a:pt x="257" y="172"/>
                  <a:pt x="254" y="172"/>
                </a:cubicBezTo>
                <a:cubicBezTo>
                  <a:pt x="254" y="172"/>
                  <a:pt x="254" y="172"/>
                  <a:pt x="254" y="172"/>
                </a:cubicBezTo>
                <a:cubicBezTo>
                  <a:pt x="253" y="172"/>
                  <a:pt x="253" y="172"/>
                  <a:pt x="253" y="172"/>
                </a:cubicBezTo>
                <a:cubicBezTo>
                  <a:pt x="220" y="145"/>
                  <a:pt x="220" y="145"/>
                  <a:pt x="220" y="145"/>
                </a:cubicBezTo>
                <a:cubicBezTo>
                  <a:pt x="217" y="142"/>
                  <a:pt x="212" y="135"/>
                  <a:pt x="212" y="132"/>
                </a:cubicBezTo>
                <a:cubicBezTo>
                  <a:pt x="212" y="128"/>
                  <a:pt x="209" y="126"/>
                  <a:pt x="205" y="126"/>
                </a:cubicBezTo>
                <a:cubicBezTo>
                  <a:pt x="205" y="126"/>
                  <a:pt x="205" y="126"/>
                  <a:pt x="205" y="126"/>
                </a:cubicBezTo>
                <a:cubicBezTo>
                  <a:pt x="201" y="126"/>
                  <a:pt x="199" y="129"/>
                  <a:pt x="199" y="133"/>
                </a:cubicBezTo>
                <a:cubicBezTo>
                  <a:pt x="200" y="142"/>
                  <a:pt x="209" y="152"/>
                  <a:pt x="211" y="154"/>
                </a:cubicBezTo>
                <a:cubicBezTo>
                  <a:pt x="211" y="155"/>
                  <a:pt x="211" y="155"/>
                  <a:pt x="212" y="155"/>
                </a:cubicBezTo>
                <a:cubicBezTo>
                  <a:pt x="245" y="182"/>
                  <a:pt x="245" y="182"/>
                  <a:pt x="245" y="182"/>
                </a:cubicBezTo>
                <a:cubicBezTo>
                  <a:pt x="245" y="182"/>
                  <a:pt x="245" y="183"/>
                  <a:pt x="246" y="183"/>
                </a:cubicBezTo>
                <a:cubicBezTo>
                  <a:pt x="246" y="183"/>
                  <a:pt x="246" y="183"/>
                  <a:pt x="246" y="183"/>
                </a:cubicBezTo>
                <a:cubicBezTo>
                  <a:pt x="246" y="183"/>
                  <a:pt x="246" y="183"/>
                  <a:pt x="246" y="183"/>
                </a:cubicBezTo>
                <a:cubicBezTo>
                  <a:pt x="245" y="186"/>
                  <a:pt x="243" y="189"/>
                  <a:pt x="240" y="192"/>
                </a:cubicBezTo>
                <a:cubicBezTo>
                  <a:pt x="236" y="195"/>
                  <a:pt x="232" y="197"/>
                  <a:pt x="228" y="197"/>
                </a:cubicBezTo>
                <a:cubicBezTo>
                  <a:pt x="228" y="197"/>
                  <a:pt x="228" y="197"/>
                  <a:pt x="228" y="197"/>
                </a:cubicBezTo>
                <a:cubicBezTo>
                  <a:pt x="228" y="197"/>
                  <a:pt x="228" y="197"/>
                  <a:pt x="228" y="197"/>
                </a:cubicBezTo>
                <a:cubicBezTo>
                  <a:pt x="193" y="168"/>
                  <a:pt x="193" y="168"/>
                  <a:pt x="193" y="168"/>
                </a:cubicBezTo>
                <a:cubicBezTo>
                  <a:pt x="192" y="167"/>
                  <a:pt x="190" y="167"/>
                  <a:pt x="188" y="167"/>
                </a:cubicBezTo>
                <a:cubicBezTo>
                  <a:pt x="186" y="167"/>
                  <a:pt x="185" y="168"/>
                  <a:pt x="184" y="169"/>
                </a:cubicBezTo>
                <a:cubicBezTo>
                  <a:pt x="183" y="171"/>
                  <a:pt x="182" y="172"/>
                  <a:pt x="182" y="174"/>
                </a:cubicBezTo>
                <a:cubicBezTo>
                  <a:pt x="182" y="176"/>
                  <a:pt x="183" y="177"/>
                  <a:pt x="185" y="178"/>
                </a:cubicBezTo>
                <a:cubicBezTo>
                  <a:pt x="219" y="206"/>
                  <a:pt x="219" y="206"/>
                  <a:pt x="219" y="206"/>
                </a:cubicBezTo>
                <a:cubicBezTo>
                  <a:pt x="219" y="206"/>
                  <a:pt x="219" y="206"/>
                  <a:pt x="219" y="206"/>
                </a:cubicBezTo>
                <a:cubicBezTo>
                  <a:pt x="218" y="210"/>
                  <a:pt x="216" y="213"/>
                  <a:pt x="213" y="215"/>
                </a:cubicBezTo>
                <a:cubicBezTo>
                  <a:pt x="211" y="218"/>
                  <a:pt x="207" y="219"/>
                  <a:pt x="204" y="219"/>
                </a:cubicBezTo>
                <a:cubicBezTo>
                  <a:pt x="204" y="219"/>
                  <a:pt x="204" y="219"/>
                  <a:pt x="204" y="219"/>
                </a:cubicBezTo>
                <a:cubicBezTo>
                  <a:pt x="204" y="219"/>
                  <a:pt x="204" y="219"/>
                  <a:pt x="204" y="219"/>
                </a:cubicBezTo>
                <a:cubicBezTo>
                  <a:pt x="171" y="194"/>
                  <a:pt x="171" y="194"/>
                  <a:pt x="171" y="194"/>
                </a:cubicBezTo>
                <a:cubicBezTo>
                  <a:pt x="170" y="193"/>
                  <a:pt x="168" y="193"/>
                  <a:pt x="166" y="193"/>
                </a:cubicBezTo>
                <a:cubicBezTo>
                  <a:pt x="165" y="193"/>
                  <a:pt x="163" y="194"/>
                  <a:pt x="162" y="196"/>
                </a:cubicBezTo>
                <a:cubicBezTo>
                  <a:pt x="161" y="197"/>
                  <a:pt x="161" y="199"/>
                  <a:pt x="161" y="201"/>
                </a:cubicBezTo>
                <a:cubicBezTo>
                  <a:pt x="161" y="202"/>
                  <a:pt x="162" y="204"/>
                  <a:pt x="163" y="205"/>
                </a:cubicBezTo>
                <a:cubicBezTo>
                  <a:pt x="188" y="224"/>
                  <a:pt x="188" y="224"/>
                  <a:pt x="188" y="224"/>
                </a:cubicBezTo>
                <a:cubicBezTo>
                  <a:pt x="188" y="224"/>
                  <a:pt x="188" y="224"/>
                  <a:pt x="188" y="224"/>
                </a:cubicBezTo>
                <a:cubicBezTo>
                  <a:pt x="187" y="224"/>
                  <a:pt x="186" y="225"/>
                  <a:pt x="185" y="225"/>
                </a:cubicBezTo>
                <a:cubicBezTo>
                  <a:pt x="182" y="225"/>
                  <a:pt x="179" y="226"/>
                  <a:pt x="176" y="226"/>
                </a:cubicBezTo>
                <a:cubicBezTo>
                  <a:pt x="168" y="226"/>
                  <a:pt x="158" y="223"/>
                  <a:pt x="151" y="220"/>
                </a:cubicBezTo>
                <a:cubicBezTo>
                  <a:pt x="151" y="220"/>
                  <a:pt x="151" y="220"/>
                  <a:pt x="151" y="220"/>
                </a:cubicBezTo>
                <a:cubicBezTo>
                  <a:pt x="151" y="220"/>
                  <a:pt x="151" y="220"/>
                  <a:pt x="151" y="220"/>
                </a:cubicBezTo>
                <a:cubicBezTo>
                  <a:pt x="153" y="212"/>
                  <a:pt x="152" y="205"/>
                  <a:pt x="151" y="201"/>
                </a:cubicBezTo>
                <a:cubicBezTo>
                  <a:pt x="149" y="193"/>
                  <a:pt x="141" y="188"/>
                  <a:pt x="131" y="18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nvGrpSpPr>
          <p:cNvPr id="32" name="Group 31">
            <a:extLst>
              <a:ext uri="{FF2B5EF4-FFF2-40B4-BE49-F238E27FC236}">
                <a16:creationId xmlns:a16="http://schemas.microsoft.com/office/drawing/2014/main" id="{DE8D8CA6-2132-3B4A-BC60-9F91E4B1458B}"/>
              </a:ext>
            </a:extLst>
          </p:cNvPr>
          <p:cNvGrpSpPr/>
          <p:nvPr userDrawn="1"/>
        </p:nvGrpSpPr>
        <p:grpSpPr>
          <a:xfrm>
            <a:off x="380999" y="1577830"/>
            <a:ext cx="11429980" cy="4734070"/>
            <a:chOff x="380999" y="1577845"/>
            <a:chExt cx="11520823" cy="5122866"/>
          </a:xfrm>
          <a:noFill/>
        </p:grpSpPr>
        <p:sp>
          <p:nvSpPr>
            <p:cNvPr id="3" name="Rectangle 2">
              <a:extLst>
                <a:ext uri="{FF2B5EF4-FFF2-40B4-BE49-F238E27FC236}">
                  <a16:creationId xmlns:a16="http://schemas.microsoft.com/office/drawing/2014/main" id="{6AE293C8-14C3-874B-8890-DD874D9F5187}"/>
                </a:ext>
              </a:extLst>
            </p:cNvPr>
            <p:cNvSpPr/>
            <p:nvPr userDrawn="1"/>
          </p:nvSpPr>
          <p:spPr>
            <a:xfrm>
              <a:off x="380999"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11" name="Rectangle 10">
              <a:extLst>
                <a:ext uri="{FF2B5EF4-FFF2-40B4-BE49-F238E27FC236}">
                  <a16:creationId xmlns:a16="http://schemas.microsoft.com/office/drawing/2014/main" id="{5956D8B7-72A3-4147-AD60-AFE0126E0C59}"/>
                </a:ext>
              </a:extLst>
            </p:cNvPr>
            <p:cNvSpPr/>
            <p:nvPr userDrawn="1"/>
          </p:nvSpPr>
          <p:spPr>
            <a:xfrm>
              <a:off x="1661715"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12" name="Rectangle 11">
              <a:extLst>
                <a:ext uri="{FF2B5EF4-FFF2-40B4-BE49-F238E27FC236}">
                  <a16:creationId xmlns:a16="http://schemas.microsoft.com/office/drawing/2014/main" id="{088FFDCF-08AC-A745-A14B-1FB83D20EF87}"/>
                </a:ext>
              </a:extLst>
            </p:cNvPr>
            <p:cNvSpPr/>
            <p:nvPr userDrawn="1"/>
          </p:nvSpPr>
          <p:spPr>
            <a:xfrm>
              <a:off x="2942432"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13" name="Rectangle 12">
              <a:extLst>
                <a:ext uri="{FF2B5EF4-FFF2-40B4-BE49-F238E27FC236}">
                  <a16:creationId xmlns:a16="http://schemas.microsoft.com/office/drawing/2014/main" id="{02B6DE6F-DAF8-E246-AB81-6B639342348F}"/>
                </a:ext>
              </a:extLst>
            </p:cNvPr>
            <p:cNvSpPr/>
            <p:nvPr userDrawn="1"/>
          </p:nvSpPr>
          <p:spPr>
            <a:xfrm>
              <a:off x="4223148"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14" name="Rectangle 13">
              <a:extLst>
                <a:ext uri="{FF2B5EF4-FFF2-40B4-BE49-F238E27FC236}">
                  <a16:creationId xmlns:a16="http://schemas.microsoft.com/office/drawing/2014/main" id="{23841CF2-263C-B04E-9960-36397C49999B}"/>
                </a:ext>
              </a:extLst>
            </p:cNvPr>
            <p:cNvSpPr/>
            <p:nvPr userDrawn="1"/>
          </p:nvSpPr>
          <p:spPr>
            <a:xfrm>
              <a:off x="5503865"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22" name="Rectangle 21">
              <a:extLst>
                <a:ext uri="{FF2B5EF4-FFF2-40B4-BE49-F238E27FC236}">
                  <a16:creationId xmlns:a16="http://schemas.microsoft.com/office/drawing/2014/main" id="{82987178-6410-AF4D-A95C-0F3F1BDEE23D}"/>
                </a:ext>
              </a:extLst>
            </p:cNvPr>
            <p:cNvSpPr/>
            <p:nvPr userDrawn="1"/>
          </p:nvSpPr>
          <p:spPr>
            <a:xfrm>
              <a:off x="380999"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23" name="Rectangle 22">
              <a:extLst>
                <a:ext uri="{FF2B5EF4-FFF2-40B4-BE49-F238E27FC236}">
                  <a16:creationId xmlns:a16="http://schemas.microsoft.com/office/drawing/2014/main" id="{2970435B-0CE9-444F-B4A6-D7E0FE1E8098}"/>
                </a:ext>
              </a:extLst>
            </p:cNvPr>
            <p:cNvSpPr/>
            <p:nvPr userDrawn="1"/>
          </p:nvSpPr>
          <p:spPr>
            <a:xfrm>
              <a:off x="1661715"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24" name="Rectangle 23">
              <a:extLst>
                <a:ext uri="{FF2B5EF4-FFF2-40B4-BE49-F238E27FC236}">
                  <a16:creationId xmlns:a16="http://schemas.microsoft.com/office/drawing/2014/main" id="{D637EA29-2A06-9242-B2F2-EA7F43329956}"/>
                </a:ext>
              </a:extLst>
            </p:cNvPr>
            <p:cNvSpPr/>
            <p:nvPr userDrawn="1"/>
          </p:nvSpPr>
          <p:spPr>
            <a:xfrm>
              <a:off x="2942432"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25" name="Rectangle 24">
              <a:extLst>
                <a:ext uri="{FF2B5EF4-FFF2-40B4-BE49-F238E27FC236}">
                  <a16:creationId xmlns:a16="http://schemas.microsoft.com/office/drawing/2014/main" id="{EA48AEFC-712D-D044-81E5-6C1E41110759}"/>
                </a:ext>
              </a:extLst>
            </p:cNvPr>
            <p:cNvSpPr/>
            <p:nvPr userDrawn="1"/>
          </p:nvSpPr>
          <p:spPr>
            <a:xfrm>
              <a:off x="4223148"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26" name="Rectangle 25">
              <a:extLst>
                <a:ext uri="{FF2B5EF4-FFF2-40B4-BE49-F238E27FC236}">
                  <a16:creationId xmlns:a16="http://schemas.microsoft.com/office/drawing/2014/main" id="{A7CBE003-D5E8-864C-98FA-9796248CE2AC}"/>
                </a:ext>
              </a:extLst>
            </p:cNvPr>
            <p:cNvSpPr/>
            <p:nvPr userDrawn="1"/>
          </p:nvSpPr>
          <p:spPr>
            <a:xfrm>
              <a:off x="5503865"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27" name="Rectangle 26">
              <a:extLst>
                <a:ext uri="{FF2B5EF4-FFF2-40B4-BE49-F238E27FC236}">
                  <a16:creationId xmlns:a16="http://schemas.microsoft.com/office/drawing/2014/main" id="{BADE82A5-95E4-6C4B-B11D-D53B6705F30D}"/>
                </a:ext>
              </a:extLst>
            </p:cNvPr>
            <p:cNvSpPr/>
            <p:nvPr userDrawn="1"/>
          </p:nvSpPr>
          <p:spPr>
            <a:xfrm>
              <a:off x="380999"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28" name="Rectangle 27">
              <a:extLst>
                <a:ext uri="{FF2B5EF4-FFF2-40B4-BE49-F238E27FC236}">
                  <a16:creationId xmlns:a16="http://schemas.microsoft.com/office/drawing/2014/main" id="{6D3153DA-7E96-5A48-85FB-7AA1D84749D2}"/>
                </a:ext>
              </a:extLst>
            </p:cNvPr>
            <p:cNvSpPr/>
            <p:nvPr userDrawn="1"/>
          </p:nvSpPr>
          <p:spPr>
            <a:xfrm>
              <a:off x="1661715"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29" name="Rectangle 28">
              <a:extLst>
                <a:ext uri="{FF2B5EF4-FFF2-40B4-BE49-F238E27FC236}">
                  <a16:creationId xmlns:a16="http://schemas.microsoft.com/office/drawing/2014/main" id="{784E1B72-B1CA-DE40-964D-0211741FA050}"/>
                </a:ext>
              </a:extLst>
            </p:cNvPr>
            <p:cNvSpPr/>
            <p:nvPr userDrawn="1"/>
          </p:nvSpPr>
          <p:spPr>
            <a:xfrm>
              <a:off x="2942432"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30" name="Rectangle 29">
              <a:extLst>
                <a:ext uri="{FF2B5EF4-FFF2-40B4-BE49-F238E27FC236}">
                  <a16:creationId xmlns:a16="http://schemas.microsoft.com/office/drawing/2014/main" id="{0EDEA1F2-0336-5941-9F8D-A8F560A28115}"/>
                </a:ext>
              </a:extLst>
            </p:cNvPr>
            <p:cNvSpPr/>
            <p:nvPr userDrawn="1"/>
          </p:nvSpPr>
          <p:spPr>
            <a:xfrm>
              <a:off x="4223148"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31" name="Rectangle 30">
              <a:extLst>
                <a:ext uri="{FF2B5EF4-FFF2-40B4-BE49-F238E27FC236}">
                  <a16:creationId xmlns:a16="http://schemas.microsoft.com/office/drawing/2014/main" id="{C57AB087-9AA7-2D4E-A82A-605B50372D51}"/>
                </a:ext>
              </a:extLst>
            </p:cNvPr>
            <p:cNvSpPr/>
            <p:nvPr userDrawn="1"/>
          </p:nvSpPr>
          <p:spPr>
            <a:xfrm>
              <a:off x="5503865"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42" name="Rectangle 41">
              <a:extLst>
                <a:ext uri="{FF2B5EF4-FFF2-40B4-BE49-F238E27FC236}">
                  <a16:creationId xmlns:a16="http://schemas.microsoft.com/office/drawing/2014/main" id="{0F447629-D1B9-0546-851F-E0D5ED605B7A}"/>
                </a:ext>
              </a:extLst>
            </p:cNvPr>
            <p:cNvSpPr/>
            <p:nvPr userDrawn="1"/>
          </p:nvSpPr>
          <p:spPr>
            <a:xfrm>
              <a:off x="6784581"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43" name="Rectangle 42">
              <a:extLst>
                <a:ext uri="{FF2B5EF4-FFF2-40B4-BE49-F238E27FC236}">
                  <a16:creationId xmlns:a16="http://schemas.microsoft.com/office/drawing/2014/main" id="{FE9B1291-33A4-EE48-806C-B5D7A1613345}"/>
                </a:ext>
              </a:extLst>
            </p:cNvPr>
            <p:cNvSpPr/>
            <p:nvPr userDrawn="1"/>
          </p:nvSpPr>
          <p:spPr>
            <a:xfrm>
              <a:off x="6784581"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44" name="Rectangle 43">
              <a:extLst>
                <a:ext uri="{FF2B5EF4-FFF2-40B4-BE49-F238E27FC236}">
                  <a16:creationId xmlns:a16="http://schemas.microsoft.com/office/drawing/2014/main" id="{69CEBC75-F9B2-DF40-8FAB-B56A760AED4B}"/>
                </a:ext>
              </a:extLst>
            </p:cNvPr>
            <p:cNvSpPr/>
            <p:nvPr userDrawn="1"/>
          </p:nvSpPr>
          <p:spPr>
            <a:xfrm>
              <a:off x="6784581"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45" name="Rectangle 44">
              <a:extLst>
                <a:ext uri="{FF2B5EF4-FFF2-40B4-BE49-F238E27FC236}">
                  <a16:creationId xmlns:a16="http://schemas.microsoft.com/office/drawing/2014/main" id="{EE5FF759-951A-054F-9F4A-482FE7225052}"/>
                </a:ext>
              </a:extLst>
            </p:cNvPr>
            <p:cNvSpPr/>
            <p:nvPr userDrawn="1"/>
          </p:nvSpPr>
          <p:spPr>
            <a:xfrm>
              <a:off x="8065298"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46" name="Rectangle 45">
              <a:extLst>
                <a:ext uri="{FF2B5EF4-FFF2-40B4-BE49-F238E27FC236}">
                  <a16:creationId xmlns:a16="http://schemas.microsoft.com/office/drawing/2014/main" id="{90EB0590-F226-6748-B645-71C913F9B674}"/>
                </a:ext>
              </a:extLst>
            </p:cNvPr>
            <p:cNvSpPr/>
            <p:nvPr userDrawn="1"/>
          </p:nvSpPr>
          <p:spPr>
            <a:xfrm>
              <a:off x="8065298"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47" name="Rectangle 46">
              <a:extLst>
                <a:ext uri="{FF2B5EF4-FFF2-40B4-BE49-F238E27FC236}">
                  <a16:creationId xmlns:a16="http://schemas.microsoft.com/office/drawing/2014/main" id="{5D31B860-B762-A94B-B4E7-355AC4826289}"/>
                </a:ext>
              </a:extLst>
            </p:cNvPr>
            <p:cNvSpPr/>
            <p:nvPr userDrawn="1"/>
          </p:nvSpPr>
          <p:spPr>
            <a:xfrm>
              <a:off x="8065298"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48" name="Rectangle 47">
              <a:extLst>
                <a:ext uri="{FF2B5EF4-FFF2-40B4-BE49-F238E27FC236}">
                  <a16:creationId xmlns:a16="http://schemas.microsoft.com/office/drawing/2014/main" id="{982F9D60-F80B-2F4A-9903-3996F96A22C1}"/>
                </a:ext>
              </a:extLst>
            </p:cNvPr>
            <p:cNvSpPr/>
            <p:nvPr userDrawn="1"/>
          </p:nvSpPr>
          <p:spPr>
            <a:xfrm>
              <a:off x="380999" y="5419994"/>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49" name="Rectangle 48">
              <a:extLst>
                <a:ext uri="{FF2B5EF4-FFF2-40B4-BE49-F238E27FC236}">
                  <a16:creationId xmlns:a16="http://schemas.microsoft.com/office/drawing/2014/main" id="{69C6B9A7-FBBB-F541-A935-BD7AF34D2A23}"/>
                </a:ext>
              </a:extLst>
            </p:cNvPr>
            <p:cNvSpPr/>
            <p:nvPr userDrawn="1"/>
          </p:nvSpPr>
          <p:spPr>
            <a:xfrm>
              <a:off x="1661715"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0" name="Rectangle 49">
              <a:extLst>
                <a:ext uri="{FF2B5EF4-FFF2-40B4-BE49-F238E27FC236}">
                  <a16:creationId xmlns:a16="http://schemas.microsoft.com/office/drawing/2014/main" id="{D53EEC05-B7DA-1540-9D32-177152835D78}"/>
                </a:ext>
              </a:extLst>
            </p:cNvPr>
            <p:cNvSpPr/>
            <p:nvPr userDrawn="1"/>
          </p:nvSpPr>
          <p:spPr>
            <a:xfrm>
              <a:off x="2942432"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1" name="Rectangle 50">
              <a:extLst>
                <a:ext uri="{FF2B5EF4-FFF2-40B4-BE49-F238E27FC236}">
                  <a16:creationId xmlns:a16="http://schemas.microsoft.com/office/drawing/2014/main" id="{4FF87792-0038-E245-A756-AFA193BEC33C}"/>
                </a:ext>
              </a:extLst>
            </p:cNvPr>
            <p:cNvSpPr/>
            <p:nvPr userDrawn="1"/>
          </p:nvSpPr>
          <p:spPr>
            <a:xfrm>
              <a:off x="4223148"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2" name="Rectangle 51">
              <a:extLst>
                <a:ext uri="{FF2B5EF4-FFF2-40B4-BE49-F238E27FC236}">
                  <a16:creationId xmlns:a16="http://schemas.microsoft.com/office/drawing/2014/main" id="{563EA47D-7036-6149-BFDD-AE64B4F0440E}"/>
                </a:ext>
              </a:extLst>
            </p:cNvPr>
            <p:cNvSpPr/>
            <p:nvPr userDrawn="1"/>
          </p:nvSpPr>
          <p:spPr>
            <a:xfrm>
              <a:off x="5503865"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3" name="Rectangle 52">
              <a:extLst>
                <a:ext uri="{FF2B5EF4-FFF2-40B4-BE49-F238E27FC236}">
                  <a16:creationId xmlns:a16="http://schemas.microsoft.com/office/drawing/2014/main" id="{04CBC1BB-E618-4143-8102-0EE9DB6F72F6}"/>
                </a:ext>
              </a:extLst>
            </p:cNvPr>
            <p:cNvSpPr/>
            <p:nvPr userDrawn="1"/>
          </p:nvSpPr>
          <p:spPr>
            <a:xfrm>
              <a:off x="6784581"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4" name="Rectangle 53">
              <a:extLst>
                <a:ext uri="{FF2B5EF4-FFF2-40B4-BE49-F238E27FC236}">
                  <a16:creationId xmlns:a16="http://schemas.microsoft.com/office/drawing/2014/main" id="{16302F22-33DC-404D-B9F7-4999125BE1C0}"/>
                </a:ext>
              </a:extLst>
            </p:cNvPr>
            <p:cNvSpPr/>
            <p:nvPr userDrawn="1"/>
          </p:nvSpPr>
          <p:spPr>
            <a:xfrm>
              <a:off x="8065298"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5" name="Rectangle 54">
              <a:extLst>
                <a:ext uri="{FF2B5EF4-FFF2-40B4-BE49-F238E27FC236}">
                  <a16:creationId xmlns:a16="http://schemas.microsoft.com/office/drawing/2014/main" id="{63913E2F-D6C7-6E4C-AF84-F30990D1C5F1}"/>
                </a:ext>
              </a:extLst>
            </p:cNvPr>
            <p:cNvSpPr/>
            <p:nvPr userDrawn="1"/>
          </p:nvSpPr>
          <p:spPr>
            <a:xfrm>
              <a:off x="9343202"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6" name="Rectangle 55">
              <a:extLst>
                <a:ext uri="{FF2B5EF4-FFF2-40B4-BE49-F238E27FC236}">
                  <a16:creationId xmlns:a16="http://schemas.microsoft.com/office/drawing/2014/main" id="{98F6AD2D-9784-F642-A106-04B3A189A305}"/>
                </a:ext>
              </a:extLst>
            </p:cNvPr>
            <p:cNvSpPr/>
            <p:nvPr userDrawn="1"/>
          </p:nvSpPr>
          <p:spPr>
            <a:xfrm>
              <a:off x="9343202"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7" name="Rectangle 56">
              <a:extLst>
                <a:ext uri="{FF2B5EF4-FFF2-40B4-BE49-F238E27FC236}">
                  <a16:creationId xmlns:a16="http://schemas.microsoft.com/office/drawing/2014/main" id="{15BAA71B-3977-2C45-BFCD-DD42EE282F3A}"/>
                </a:ext>
              </a:extLst>
            </p:cNvPr>
            <p:cNvSpPr/>
            <p:nvPr userDrawn="1"/>
          </p:nvSpPr>
          <p:spPr>
            <a:xfrm>
              <a:off x="9343202"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8" name="Rectangle 57">
              <a:extLst>
                <a:ext uri="{FF2B5EF4-FFF2-40B4-BE49-F238E27FC236}">
                  <a16:creationId xmlns:a16="http://schemas.microsoft.com/office/drawing/2014/main" id="{009A6B8D-0BC6-844C-98BC-26714B74B89C}"/>
                </a:ext>
              </a:extLst>
            </p:cNvPr>
            <p:cNvSpPr/>
            <p:nvPr userDrawn="1"/>
          </p:nvSpPr>
          <p:spPr>
            <a:xfrm>
              <a:off x="9343202"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59" name="Rectangle 58">
              <a:extLst>
                <a:ext uri="{FF2B5EF4-FFF2-40B4-BE49-F238E27FC236}">
                  <a16:creationId xmlns:a16="http://schemas.microsoft.com/office/drawing/2014/main" id="{D8F3FD9C-200A-6341-94B3-0C1EB6DACAB0}"/>
                </a:ext>
              </a:extLst>
            </p:cNvPr>
            <p:cNvSpPr/>
            <p:nvPr userDrawn="1"/>
          </p:nvSpPr>
          <p:spPr>
            <a:xfrm>
              <a:off x="10621105"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60" name="Rectangle 59">
              <a:extLst>
                <a:ext uri="{FF2B5EF4-FFF2-40B4-BE49-F238E27FC236}">
                  <a16:creationId xmlns:a16="http://schemas.microsoft.com/office/drawing/2014/main" id="{138373EE-C7AD-A948-BF2D-EFDCBD86A63D}"/>
                </a:ext>
              </a:extLst>
            </p:cNvPr>
            <p:cNvSpPr/>
            <p:nvPr userDrawn="1"/>
          </p:nvSpPr>
          <p:spPr>
            <a:xfrm>
              <a:off x="10621105"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61" name="Rectangle 60">
              <a:extLst>
                <a:ext uri="{FF2B5EF4-FFF2-40B4-BE49-F238E27FC236}">
                  <a16:creationId xmlns:a16="http://schemas.microsoft.com/office/drawing/2014/main" id="{1D9BF3B8-1553-CB43-861A-0C55AC833BFD}"/>
                </a:ext>
              </a:extLst>
            </p:cNvPr>
            <p:cNvSpPr/>
            <p:nvPr userDrawn="1"/>
          </p:nvSpPr>
          <p:spPr>
            <a:xfrm>
              <a:off x="10621105"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sp>
          <p:nvSpPr>
            <p:cNvPr id="62" name="Rectangle 61">
              <a:extLst>
                <a:ext uri="{FF2B5EF4-FFF2-40B4-BE49-F238E27FC236}">
                  <a16:creationId xmlns:a16="http://schemas.microsoft.com/office/drawing/2014/main" id="{A6D0F4D3-BA10-E141-99A5-7B49C20DF11A}"/>
                </a:ext>
              </a:extLst>
            </p:cNvPr>
            <p:cNvSpPr/>
            <p:nvPr userDrawn="1"/>
          </p:nvSpPr>
          <p:spPr>
            <a:xfrm>
              <a:off x="10621105"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rtl="0"/>
              <a:endParaRPr lang="en-US" dirty="0"/>
            </a:p>
          </p:txBody>
        </p:sp>
      </p:grpSp>
      <p:sp>
        <p:nvSpPr>
          <p:cNvPr id="37" name="Freeform 69">
            <a:extLst>
              <a:ext uri="{FF2B5EF4-FFF2-40B4-BE49-F238E27FC236}">
                <a16:creationId xmlns:a16="http://schemas.microsoft.com/office/drawing/2014/main" id="{3634B592-2BB6-5C4B-A72F-5EE93BA6F81A}"/>
              </a:ext>
            </a:extLst>
          </p:cNvPr>
          <p:cNvSpPr>
            <a:spLocks noEditPoints="1"/>
          </p:cNvSpPr>
          <p:nvPr userDrawn="1"/>
        </p:nvSpPr>
        <p:spPr bwMode="auto">
          <a:xfrm>
            <a:off x="3325653" y="1967482"/>
            <a:ext cx="499664" cy="424950"/>
          </a:xfrm>
          <a:custGeom>
            <a:avLst/>
            <a:gdLst>
              <a:gd name="T0" fmla="*/ 90 w 289"/>
              <a:gd name="T1" fmla="*/ 246 h 246"/>
              <a:gd name="T2" fmla="*/ 86 w 289"/>
              <a:gd name="T3" fmla="*/ 244 h 246"/>
              <a:gd name="T4" fmla="*/ 2 w 289"/>
              <a:gd name="T5" fmla="*/ 160 h 246"/>
              <a:gd name="T6" fmla="*/ 2 w 289"/>
              <a:gd name="T7" fmla="*/ 152 h 246"/>
              <a:gd name="T8" fmla="*/ 44 w 289"/>
              <a:gd name="T9" fmla="*/ 110 h 246"/>
              <a:gd name="T10" fmla="*/ 53 w 289"/>
              <a:gd name="T11" fmla="*/ 110 h 246"/>
              <a:gd name="T12" fmla="*/ 90 w 289"/>
              <a:gd name="T13" fmla="*/ 148 h 246"/>
              <a:gd name="T14" fmla="*/ 236 w 289"/>
              <a:gd name="T15" fmla="*/ 2 h 246"/>
              <a:gd name="T16" fmla="*/ 245 w 289"/>
              <a:gd name="T17" fmla="*/ 2 h 246"/>
              <a:gd name="T18" fmla="*/ 287 w 289"/>
              <a:gd name="T19" fmla="*/ 44 h 246"/>
              <a:gd name="T20" fmla="*/ 287 w 289"/>
              <a:gd name="T21" fmla="*/ 52 h 246"/>
              <a:gd name="T22" fmla="*/ 95 w 289"/>
              <a:gd name="T23" fmla="*/ 244 h 246"/>
              <a:gd name="T24" fmla="*/ 90 w 289"/>
              <a:gd name="T25" fmla="*/ 246 h 246"/>
              <a:gd name="T26" fmla="*/ 15 w 289"/>
              <a:gd name="T27" fmla="*/ 156 h 246"/>
              <a:gd name="T28" fmla="*/ 90 w 289"/>
              <a:gd name="T29" fmla="*/ 232 h 246"/>
              <a:gd name="T30" fmla="*/ 274 w 289"/>
              <a:gd name="T31" fmla="*/ 48 h 246"/>
              <a:gd name="T32" fmla="*/ 240 w 289"/>
              <a:gd name="T33" fmla="*/ 15 h 246"/>
              <a:gd name="T34" fmla="*/ 95 w 289"/>
              <a:gd name="T35" fmla="*/ 160 h 246"/>
              <a:gd name="T36" fmla="*/ 86 w 289"/>
              <a:gd name="T37" fmla="*/ 160 h 246"/>
              <a:gd name="T38" fmla="*/ 48 w 289"/>
              <a:gd name="T39" fmla="*/ 123 h 246"/>
              <a:gd name="T40" fmla="*/ 15 w 289"/>
              <a:gd name="T41" fmla="*/ 156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9" h="246">
                <a:moveTo>
                  <a:pt x="90" y="246"/>
                </a:moveTo>
                <a:cubicBezTo>
                  <a:pt x="89" y="246"/>
                  <a:pt x="87" y="246"/>
                  <a:pt x="86" y="244"/>
                </a:cubicBezTo>
                <a:cubicBezTo>
                  <a:pt x="2" y="160"/>
                  <a:pt x="2" y="160"/>
                  <a:pt x="2" y="160"/>
                </a:cubicBezTo>
                <a:cubicBezTo>
                  <a:pt x="0" y="158"/>
                  <a:pt x="0" y="154"/>
                  <a:pt x="2" y="152"/>
                </a:cubicBezTo>
                <a:cubicBezTo>
                  <a:pt x="44" y="110"/>
                  <a:pt x="44" y="110"/>
                  <a:pt x="44" y="110"/>
                </a:cubicBezTo>
                <a:cubicBezTo>
                  <a:pt x="47" y="108"/>
                  <a:pt x="50" y="108"/>
                  <a:pt x="53" y="110"/>
                </a:cubicBezTo>
                <a:cubicBezTo>
                  <a:pt x="90" y="148"/>
                  <a:pt x="90" y="148"/>
                  <a:pt x="90" y="148"/>
                </a:cubicBezTo>
                <a:cubicBezTo>
                  <a:pt x="236" y="2"/>
                  <a:pt x="236" y="2"/>
                  <a:pt x="236" y="2"/>
                </a:cubicBezTo>
                <a:cubicBezTo>
                  <a:pt x="239" y="0"/>
                  <a:pt x="242" y="0"/>
                  <a:pt x="245" y="2"/>
                </a:cubicBezTo>
                <a:cubicBezTo>
                  <a:pt x="287" y="44"/>
                  <a:pt x="287" y="44"/>
                  <a:pt x="287" y="44"/>
                </a:cubicBezTo>
                <a:cubicBezTo>
                  <a:pt x="289" y="46"/>
                  <a:pt x="289" y="50"/>
                  <a:pt x="287" y="52"/>
                </a:cubicBezTo>
                <a:cubicBezTo>
                  <a:pt x="95" y="244"/>
                  <a:pt x="95" y="244"/>
                  <a:pt x="95" y="244"/>
                </a:cubicBezTo>
                <a:cubicBezTo>
                  <a:pt x="94" y="246"/>
                  <a:pt x="92" y="246"/>
                  <a:pt x="90" y="246"/>
                </a:cubicBezTo>
                <a:close/>
                <a:moveTo>
                  <a:pt x="15" y="156"/>
                </a:moveTo>
                <a:cubicBezTo>
                  <a:pt x="90" y="232"/>
                  <a:pt x="90" y="232"/>
                  <a:pt x="90" y="232"/>
                </a:cubicBezTo>
                <a:cubicBezTo>
                  <a:pt x="274" y="48"/>
                  <a:pt x="274" y="48"/>
                  <a:pt x="274" y="48"/>
                </a:cubicBezTo>
                <a:cubicBezTo>
                  <a:pt x="240" y="15"/>
                  <a:pt x="240" y="15"/>
                  <a:pt x="240" y="15"/>
                </a:cubicBezTo>
                <a:cubicBezTo>
                  <a:pt x="95" y="160"/>
                  <a:pt x="95" y="160"/>
                  <a:pt x="95" y="160"/>
                </a:cubicBezTo>
                <a:cubicBezTo>
                  <a:pt x="92" y="163"/>
                  <a:pt x="89" y="163"/>
                  <a:pt x="86" y="160"/>
                </a:cubicBezTo>
                <a:cubicBezTo>
                  <a:pt x="48" y="123"/>
                  <a:pt x="48" y="123"/>
                  <a:pt x="48" y="123"/>
                </a:cubicBezTo>
                <a:lnTo>
                  <a:pt x="15" y="156"/>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rtl="0"/>
            <a:endParaRPr lang="en-US" dirty="0">
              <a:solidFill>
                <a:schemeClr val="bg2"/>
              </a:solidFill>
              <a:latin typeface="+mj-lt"/>
            </a:endParaRPr>
          </a:p>
        </p:txBody>
      </p:sp>
      <p:grpSp>
        <p:nvGrpSpPr>
          <p:cNvPr id="91" name="Group 98">
            <a:extLst>
              <a:ext uri="{FF2B5EF4-FFF2-40B4-BE49-F238E27FC236}">
                <a16:creationId xmlns:a16="http://schemas.microsoft.com/office/drawing/2014/main" id="{9AC922D9-7CEE-B448-86D3-66DA557B7FF2}"/>
              </a:ext>
            </a:extLst>
          </p:cNvPr>
          <p:cNvGrpSpPr>
            <a:grpSpLocks noChangeAspect="1"/>
          </p:cNvGrpSpPr>
          <p:nvPr userDrawn="1"/>
        </p:nvGrpSpPr>
        <p:grpSpPr bwMode="auto">
          <a:xfrm>
            <a:off x="2084826" y="5548256"/>
            <a:ext cx="448560" cy="372925"/>
            <a:chOff x="1371" y="1755"/>
            <a:chExt cx="427" cy="355"/>
          </a:xfrm>
          <a:solidFill>
            <a:schemeClr val="accent1"/>
          </a:solidFill>
        </p:grpSpPr>
        <p:sp>
          <p:nvSpPr>
            <p:cNvPr id="92" name="Freeform 99">
              <a:extLst>
                <a:ext uri="{FF2B5EF4-FFF2-40B4-BE49-F238E27FC236}">
                  <a16:creationId xmlns:a16="http://schemas.microsoft.com/office/drawing/2014/main" id="{6DD3FF56-53E8-3945-A690-6D0C81F64008}"/>
                </a:ext>
              </a:extLst>
            </p:cNvPr>
            <p:cNvSpPr>
              <a:spLocks noEditPoints="1"/>
            </p:cNvSpPr>
            <p:nvPr/>
          </p:nvSpPr>
          <p:spPr bwMode="auto">
            <a:xfrm>
              <a:off x="1371" y="1755"/>
              <a:ext cx="427" cy="355"/>
            </a:xfrm>
            <a:custGeom>
              <a:avLst/>
              <a:gdLst>
                <a:gd name="T0" fmla="*/ 282 w 288"/>
                <a:gd name="T1" fmla="*/ 240 h 240"/>
                <a:gd name="T2" fmla="*/ 6 w 288"/>
                <a:gd name="T3" fmla="*/ 240 h 240"/>
                <a:gd name="T4" fmla="*/ 0 w 288"/>
                <a:gd name="T5" fmla="*/ 234 h 240"/>
                <a:gd name="T6" fmla="*/ 0 w 288"/>
                <a:gd name="T7" fmla="*/ 6 h 240"/>
                <a:gd name="T8" fmla="*/ 6 w 288"/>
                <a:gd name="T9" fmla="*/ 0 h 240"/>
                <a:gd name="T10" fmla="*/ 282 w 288"/>
                <a:gd name="T11" fmla="*/ 0 h 240"/>
                <a:gd name="T12" fmla="*/ 288 w 288"/>
                <a:gd name="T13" fmla="*/ 6 h 240"/>
                <a:gd name="T14" fmla="*/ 288 w 288"/>
                <a:gd name="T15" fmla="*/ 234 h 240"/>
                <a:gd name="T16" fmla="*/ 282 w 288"/>
                <a:gd name="T17" fmla="*/ 240 h 240"/>
                <a:gd name="T18" fmla="*/ 12 w 288"/>
                <a:gd name="T19" fmla="*/ 228 h 240"/>
                <a:gd name="T20" fmla="*/ 276 w 288"/>
                <a:gd name="T21" fmla="*/ 228 h 240"/>
                <a:gd name="T22" fmla="*/ 276 w 288"/>
                <a:gd name="T23" fmla="*/ 12 h 240"/>
                <a:gd name="T24" fmla="*/ 12 w 288"/>
                <a:gd name="T25" fmla="*/ 12 h 240"/>
                <a:gd name="T26" fmla="*/ 12 w 288"/>
                <a:gd name="T27" fmla="*/ 228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240">
                  <a:moveTo>
                    <a:pt x="282" y="240"/>
                  </a:moveTo>
                  <a:cubicBezTo>
                    <a:pt x="6" y="240"/>
                    <a:pt x="6" y="240"/>
                    <a:pt x="6" y="240"/>
                  </a:cubicBezTo>
                  <a:cubicBezTo>
                    <a:pt x="3" y="240"/>
                    <a:pt x="0" y="237"/>
                    <a:pt x="0" y="234"/>
                  </a:cubicBezTo>
                  <a:cubicBezTo>
                    <a:pt x="0" y="6"/>
                    <a:pt x="0" y="6"/>
                    <a:pt x="0" y="6"/>
                  </a:cubicBezTo>
                  <a:cubicBezTo>
                    <a:pt x="0" y="3"/>
                    <a:pt x="3" y="0"/>
                    <a:pt x="6" y="0"/>
                  </a:cubicBezTo>
                  <a:cubicBezTo>
                    <a:pt x="282" y="0"/>
                    <a:pt x="282" y="0"/>
                    <a:pt x="282" y="0"/>
                  </a:cubicBezTo>
                  <a:cubicBezTo>
                    <a:pt x="285" y="0"/>
                    <a:pt x="288" y="3"/>
                    <a:pt x="288" y="6"/>
                  </a:cubicBezTo>
                  <a:cubicBezTo>
                    <a:pt x="288" y="234"/>
                    <a:pt x="288" y="234"/>
                    <a:pt x="288" y="234"/>
                  </a:cubicBezTo>
                  <a:cubicBezTo>
                    <a:pt x="288" y="237"/>
                    <a:pt x="285" y="240"/>
                    <a:pt x="282" y="240"/>
                  </a:cubicBezTo>
                  <a:close/>
                  <a:moveTo>
                    <a:pt x="12" y="228"/>
                  </a:moveTo>
                  <a:cubicBezTo>
                    <a:pt x="276" y="228"/>
                    <a:pt x="276" y="228"/>
                    <a:pt x="276" y="228"/>
                  </a:cubicBezTo>
                  <a:cubicBezTo>
                    <a:pt x="276" y="12"/>
                    <a:pt x="276" y="12"/>
                    <a:pt x="276" y="12"/>
                  </a:cubicBezTo>
                  <a:cubicBezTo>
                    <a:pt x="12" y="12"/>
                    <a:pt x="12" y="12"/>
                    <a:pt x="12" y="12"/>
                  </a:cubicBezTo>
                  <a:lnTo>
                    <a:pt x="12" y="2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93" name="Freeform 100">
              <a:extLst>
                <a:ext uri="{FF2B5EF4-FFF2-40B4-BE49-F238E27FC236}">
                  <a16:creationId xmlns:a16="http://schemas.microsoft.com/office/drawing/2014/main" id="{B9DD30D6-7FC5-4E4B-AA29-A488CEB79813}"/>
                </a:ext>
              </a:extLst>
            </p:cNvPr>
            <p:cNvSpPr>
              <a:spLocks/>
            </p:cNvSpPr>
            <p:nvPr/>
          </p:nvSpPr>
          <p:spPr bwMode="auto">
            <a:xfrm>
              <a:off x="1407" y="1790"/>
              <a:ext cx="71" cy="71"/>
            </a:xfrm>
            <a:custGeom>
              <a:avLst/>
              <a:gdLst>
                <a:gd name="T0" fmla="*/ 6 w 48"/>
                <a:gd name="T1" fmla="*/ 48 h 48"/>
                <a:gd name="T2" fmla="*/ 0 w 48"/>
                <a:gd name="T3" fmla="*/ 42 h 48"/>
                <a:gd name="T4" fmla="*/ 0 w 48"/>
                <a:gd name="T5" fmla="*/ 6 h 48"/>
                <a:gd name="T6" fmla="*/ 6 w 48"/>
                <a:gd name="T7" fmla="*/ 0 h 48"/>
                <a:gd name="T8" fmla="*/ 42 w 48"/>
                <a:gd name="T9" fmla="*/ 0 h 48"/>
                <a:gd name="T10" fmla="*/ 48 w 48"/>
                <a:gd name="T11" fmla="*/ 6 h 48"/>
                <a:gd name="T12" fmla="*/ 42 w 48"/>
                <a:gd name="T13" fmla="*/ 12 h 48"/>
                <a:gd name="T14" fmla="*/ 12 w 48"/>
                <a:gd name="T15" fmla="*/ 12 h 48"/>
                <a:gd name="T16" fmla="*/ 12 w 48"/>
                <a:gd name="T17" fmla="*/ 42 h 48"/>
                <a:gd name="T18" fmla="*/ 6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6" y="48"/>
                  </a:moveTo>
                  <a:cubicBezTo>
                    <a:pt x="3" y="48"/>
                    <a:pt x="0" y="45"/>
                    <a:pt x="0" y="42"/>
                  </a:cubicBezTo>
                  <a:cubicBezTo>
                    <a:pt x="0" y="6"/>
                    <a:pt x="0" y="6"/>
                    <a:pt x="0" y="6"/>
                  </a:cubicBezTo>
                  <a:cubicBezTo>
                    <a:pt x="0" y="3"/>
                    <a:pt x="3" y="0"/>
                    <a:pt x="6" y="0"/>
                  </a:cubicBezTo>
                  <a:cubicBezTo>
                    <a:pt x="42" y="0"/>
                    <a:pt x="42" y="0"/>
                    <a:pt x="42" y="0"/>
                  </a:cubicBezTo>
                  <a:cubicBezTo>
                    <a:pt x="45" y="0"/>
                    <a:pt x="48" y="3"/>
                    <a:pt x="48" y="6"/>
                  </a:cubicBezTo>
                  <a:cubicBezTo>
                    <a:pt x="48" y="9"/>
                    <a:pt x="45" y="12"/>
                    <a:pt x="42" y="12"/>
                  </a:cubicBezTo>
                  <a:cubicBezTo>
                    <a:pt x="12" y="12"/>
                    <a:pt x="12" y="12"/>
                    <a:pt x="12" y="12"/>
                  </a:cubicBezTo>
                  <a:cubicBezTo>
                    <a:pt x="12" y="42"/>
                    <a:pt x="12" y="42"/>
                    <a:pt x="12" y="42"/>
                  </a:cubicBezTo>
                  <a:cubicBezTo>
                    <a:pt x="12" y="45"/>
                    <a:pt x="9" y="48"/>
                    <a:pt x="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94" name="Freeform 101">
              <a:extLst>
                <a:ext uri="{FF2B5EF4-FFF2-40B4-BE49-F238E27FC236}">
                  <a16:creationId xmlns:a16="http://schemas.microsoft.com/office/drawing/2014/main" id="{B598F935-A581-034B-89D4-127294ECEFE4}"/>
                </a:ext>
              </a:extLst>
            </p:cNvPr>
            <p:cNvSpPr>
              <a:spLocks/>
            </p:cNvSpPr>
            <p:nvPr/>
          </p:nvSpPr>
          <p:spPr bwMode="auto">
            <a:xfrm>
              <a:off x="1691" y="1790"/>
              <a:ext cx="71" cy="71"/>
            </a:xfrm>
            <a:custGeom>
              <a:avLst/>
              <a:gdLst>
                <a:gd name="T0" fmla="*/ 42 w 48"/>
                <a:gd name="T1" fmla="*/ 48 h 48"/>
                <a:gd name="T2" fmla="*/ 36 w 48"/>
                <a:gd name="T3" fmla="*/ 42 h 48"/>
                <a:gd name="T4" fmla="*/ 36 w 48"/>
                <a:gd name="T5" fmla="*/ 12 h 48"/>
                <a:gd name="T6" fmla="*/ 6 w 48"/>
                <a:gd name="T7" fmla="*/ 12 h 48"/>
                <a:gd name="T8" fmla="*/ 0 w 48"/>
                <a:gd name="T9" fmla="*/ 6 h 48"/>
                <a:gd name="T10" fmla="*/ 6 w 48"/>
                <a:gd name="T11" fmla="*/ 0 h 48"/>
                <a:gd name="T12" fmla="*/ 42 w 48"/>
                <a:gd name="T13" fmla="*/ 0 h 48"/>
                <a:gd name="T14" fmla="*/ 48 w 48"/>
                <a:gd name="T15" fmla="*/ 6 h 48"/>
                <a:gd name="T16" fmla="*/ 48 w 48"/>
                <a:gd name="T17" fmla="*/ 42 h 48"/>
                <a:gd name="T18" fmla="*/ 42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42" y="48"/>
                  </a:moveTo>
                  <a:cubicBezTo>
                    <a:pt x="39" y="48"/>
                    <a:pt x="36" y="45"/>
                    <a:pt x="36" y="42"/>
                  </a:cubicBezTo>
                  <a:cubicBezTo>
                    <a:pt x="36" y="12"/>
                    <a:pt x="36" y="12"/>
                    <a:pt x="36" y="12"/>
                  </a:cubicBezTo>
                  <a:cubicBezTo>
                    <a:pt x="6" y="12"/>
                    <a:pt x="6" y="12"/>
                    <a:pt x="6" y="12"/>
                  </a:cubicBezTo>
                  <a:cubicBezTo>
                    <a:pt x="3" y="12"/>
                    <a:pt x="0" y="9"/>
                    <a:pt x="0" y="6"/>
                  </a:cubicBezTo>
                  <a:cubicBezTo>
                    <a:pt x="0" y="3"/>
                    <a:pt x="3" y="0"/>
                    <a:pt x="6" y="0"/>
                  </a:cubicBezTo>
                  <a:cubicBezTo>
                    <a:pt x="42" y="0"/>
                    <a:pt x="42" y="0"/>
                    <a:pt x="42" y="0"/>
                  </a:cubicBezTo>
                  <a:cubicBezTo>
                    <a:pt x="45" y="0"/>
                    <a:pt x="48" y="3"/>
                    <a:pt x="48" y="6"/>
                  </a:cubicBezTo>
                  <a:cubicBezTo>
                    <a:pt x="48" y="42"/>
                    <a:pt x="48" y="42"/>
                    <a:pt x="48" y="42"/>
                  </a:cubicBezTo>
                  <a:cubicBezTo>
                    <a:pt x="48" y="45"/>
                    <a:pt x="45" y="48"/>
                    <a:pt x="4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95" name="Freeform 102">
              <a:extLst>
                <a:ext uri="{FF2B5EF4-FFF2-40B4-BE49-F238E27FC236}">
                  <a16:creationId xmlns:a16="http://schemas.microsoft.com/office/drawing/2014/main" id="{24EC5BA8-8063-3241-A2BA-5D3F0C810EF9}"/>
                </a:ext>
              </a:extLst>
            </p:cNvPr>
            <p:cNvSpPr>
              <a:spLocks/>
            </p:cNvSpPr>
            <p:nvPr/>
          </p:nvSpPr>
          <p:spPr bwMode="auto">
            <a:xfrm>
              <a:off x="1407" y="2004"/>
              <a:ext cx="71" cy="71"/>
            </a:xfrm>
            <a:custGeom>
              <a:avLst/>
              <a:gdLst>
                <a:gd name="T0" fmla="*/ 42 w 48"/>
                <a:gd name="T1" fmla="*/ 48 h 48"/>
                <a:gd name="T2" fmla="*/ 6 w 48"/>
                <a:gd name="T3" fmla="*/ 48 h 48"/>
                <a:gd name="T4" fmla="*/ 0 w 48"/>
                <a:gd name="T5" fmla="*/ 42 h 48"/>
                <a:gd name="T6" fmla="*/ 0 w 48"/>
                <a:gd name="T7" fmla="*/ 6 h 48"/>
                <a:gd name="T8" fmla="*/ 6 w 48"/>
                <a:gd name="T9" fmla="*/ 0 h 48"/>
                <a:gd name="T10" fmla="*/ 12 w 48"/>
                <a:gd name="T11" fmla="*/ 6 h 48"/>
                <a:gd name="T12" fmla="*/ 12 w 48"/>
                <a:gd name="T13" fmla="*/ 36 h 48"/>
                <a:gd name="T14" fmla="*/ 42 w 48"/>
                <a:gd name="T15" fmla="*/ 36 h 48"/>
                <a:gd name="T16" fmla="*/ 48 w 48"/>
                <a:gd name="T17" fmla="*/ 42 h 48"/>
                <a:gd name="T18" fmla="*/ 42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42" y="48"/>
                  </a:moveTo>
                  <a:cubicBezTo>
                    <a:pt x="6" y="48"/>
                    <a:pt x="6" y="48"/>
                    <a:pt x="6" y="48"/>
                  </a:cubicBezTo>
                  <a:cubicBezTo>
                    <a:pt x="3" y="48"/>
                    <a:pt x="0" y="45"/>
                    <a:pt x="0" y="42"/>
                  </a:cubicBezTo>
                  <a:cubicBezTo>
                    <a:pt x="0" y="6"/>
                    <a:pt x="0" y="6"/>
                    <a:pt x="0" y="6"/>
                  </a:cubicBezTo>
                  <a:cubicBezTo>
                    <a:pt x="0" y="3"/>
                    <a:pt x="3" y="0"/>
                    <a:pt x="6" y="0"/>
                  </a:cubicBezTo>
                  <a:cubicBezTo>
                    <a:pt x="9" y="0"/>
                    <a:pt x="12" y="3"/>
                    <a:pt x="12" y="6"/>
                  </a:cubicBezTo>
                  <a:cubicBezTo>
                    <a:pt x="12" y="36"/>
                    <a:pt x="12" y="36"/>
                    <a:pt x="12" y="36"/>
                  </a:cubicBezTo>
                  <a:cubicBezTo>
                    <a:pt x="42" y="36"/>
                    <a:pt x="42" y="36"/>
                    <a:pt x="42" y="36"/>
                  </a:cubicBezTo>
                  <a:cubicBezTo>
                    <a:pt x="45" y="36"/>
                    <a:pt x="48" y="39"/>
                    <a:pt x="48" y="42"/>
                  </a:cubicBezTo>
                  <a:cubicBezTo>
                    <a:pt x="48" y="45"/>
                    <a:pt x="45" y="48"/>
                    <a:pt x="4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96" name="Freeform 103">
              <a:extLst>
                <a:ext uri="{FF2B5EF4-FFF2-40B4-BE49-F238E27FC236}">
                  <a16:creationId xmlns:a16="http://schemas.microsoft.com/office/drawing/2014/main" id="{CF8C2DB6-381F-254A-B48E-15AFF4C7C781}"/>
                </a:ext>
              </a:extLst>
            </p:cNvPr>
            <p:cNvSpPr>
              <a:spLocks/>
            </p:cNvSpPr>
            <p:nvPr/>
          </p:nvSpPr>
          <p:spPr bwMode="auto">
            <a:xfrm>
              <a:off x="1691" y="2004"/>
              <a:ext cx="71" cy="71"/>
            </a:xfrm>
            <a:custGeom>
              <a:avLst/>
              <a:gdLst>
                <a:gd name="T0" fmla="*/ 42 w 48"/>
                <a:gd name="T1" fmla="*/ 48 h 48"/>
                <a:gd name="T2" fmla="*/ 6 w 48"/>
                <a:gd name="T3" fmla="*/ 48 h 48"/>
                <a:gd name="T4" fmla="*/ 0 w 48"/>
                <a:gd name="T5" fmla="*/ 42 h 48"/>
                <a:gd name="T6" fmla="*/ 6 w 48"/>
                <a:gd name="T7" fmla="*/ 36 h 48"/>
                <a:gd name="T8" fmla="*/ 36 w 48"/>
                <a:gd name="T9" fmla="*/ 36 h 48"/>
                <a:gd name="T10" fmla="*/ 36 w 48"/>
                <a:gd name="T11" fmla="*/ 6 h 48"/>
                <a:gd name="T12" fmla="*/ 42 w 48"/>
                <a:gd name="T13" fmla="*/ 0 h 48"/>
                <a:gd name="T14" fmla="*/ 48 w 48"/>
                <a:gd name="T15" fmla="*/ 6 h 48"/>
                <a:gd name="T16" fmla="*/ 48 w 48"/>
                <a:gd name="T17" fmla="*/ 42 h 48"/>
                <a:gd name="T18" fmla="*/ 42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42" y="48"/>
                  </a:moveTo>
                  <a:cubicBezTo>
                    <a:pt x="6" y="48"/>
                    <a:pt x="6" y="48"/>
                    <a:pt x="6" y="48"/>
                  </a:cubicBezTo>
                  <a:cubicBezTo>
                    <a:pt x="3" y="48"/>
                    <a:pt x="0" y="45"/>
                    <a:pt x="0" y="42"/>
                  </a:cubicBezTo>
                  <a:cubicBezTo>
                    <a:pt x="0" y="39"/>
                    <a:pt x="3" y="36"/>
                    <a:pt x="6" y="36"/>
                  </a:cubicBezTo>
                  <a:cubicBezTo>
                    <a:pt x="36" y="36"/>
                    <a:pt x="36" y="36"/>
                    <a:pt x="36" y="36"/>
                  </a:cubicBezTo>
                  <a:cubicBezTo>
                    <a:pt x="36" y="6"/>
                    <a:pt x="36" y="6"/>
                    <a:pt x="36" y="6"/>
                  </a:cubicBezTo>
                  <a:cubicBezTo>
                    <a:pt x="36" y="3"/>
                    <a:pt x="39" y="0"/>
                    <a:pt x="42" y="0"/>
                  </a:cubicBezTo>
                  <a:cubicBezTo>
                    <a:pt x="45" y="0"/>
                    <a:pt x="48" y="3"/>
                    <a:pt x="48" y="6"/>
                  </a:cubicBezTo>
                  <a:cubicBezTo>
                    <a:pt x="48" y="42"/>
                    <a:pt x="48" y="42"/>
                    <a:pt x="48" y="42"/>
                  </a:cubicBezTo>
                  <a:cubicBezTo>
                    <a:pt x="48" y="45"/>
                    <a:pt x="45" y="48"/>
                    <a:pt x="4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97" name="Freeform 104">
              <a:extLst>
                <a:ext uri="{FF2B5EF4-FFF2-40B4-BE49-F238E27FC236}">
                  <a16:creationId xmlns:a16="http://schemas.microsoft.com/office/drawing/2014/main" id="{0667E557-C3C5-454F-BFFD-0892A85D1147}"/>
                </a:ext>
              </a:extLst>
            </p:cNvPr>
            <p:cNvSpPr>
              <a:spLocks noEditPoints="1"/>
            </p:cNvSpPr>
            <p:nvPr/>
          </p:nvSpPr>
          <p:spPr bwMode="auto">
            <a:xfrm>
              <a:off x="1441" y="1844"/>
              <a:ext cx="286" cy="177"/>
            </a:xfrm>
            <a:custGeom>
              <a:avLst/>
              <a:gdLst>
                <a:gd name="T0" fmla="*/ 97 w 193"/>
                <a:gd name="T1" fmla="*/ 120 h 120"/>
                <a:gd name="T2" fmla="*/ 2 w 193"/>
                <a:gd name="T3" fmla="*/ 64 h 120"/>
                <a:gd name="T4" fmla="*/ 2 w 193"/>
                <a:gd name="T5" fmla="*/ 56 h 120"/>
                <a:gd name="T6" fmla="*/ 97 w 193"/>
                <a:gd name="T7" fmla="*/ 0 h 120"/>
                <a:gd name="T8" fmla="*/ 191 w 193"/>
                <a:gd name="T9" fmla="*/ 56 h 120"/>
                <a:gd name="T10" fmla="*/ 191 w 193"/>
                <a:gd name="T11" fmla="*/ 64 h 120"/>
                <a:gd name="T12" fmla="*/ 97 w 193"/>
                <a:gd name="T13" fmla="*/ 120 h 120"/>
                <a:gd name="T14" fmla="*/ 15 w 193"/>
                <a:gd name="T15" fmla="*/ 60 h 120"/>
                <a:gd name="T16" fmla="*/ 97 w 193"/>
                <a:gd name="T17" fmla="*/ 108 h 120"/>
                <a:gd name="T18" fmla="*/ 179 w 193"/>
                <a:gd name="T19" fmla="*/ 60 h 120"/>
                <a:gd name="T20" fmla="*/ 97 w 193"/>
                <a:gd name="T21" fmla="*/ 12 h 120"/>
                <a:gd name="T22" fmla="*/ 15 w 193"/>
                <a:gd name="T23" fmla="*/ 6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3" h="120">
                  <a:moveTo>
                    <a:pt x="97" y="120"/>
                  </a:moveTo>
                  <a:cubicBezTo>
                    <a:pt x="53" y="120"/>
                    <a:pt x="4" y="66"/>
                    <a:pt x="2" y="64"/>
                  </a:cubicBezTo>
                  <a:cubicBezTo>
                    <a:pt x="0" y="62"/>
                    <a:pt x="0" y="58"/>
                    <a:pt x="2" y="56"/>
                  </a:cubicBezTo>
                  <a:cubicBezTo>
                    <a:pt x="4" y="54"/>
                    <a:pt x="53" y="0"/>
                    <a:pt x="97" y="0"/>
                  </a:cubicBezTo>
                  <a:cubicBezTo>
                    <a:pt x="141" y="0"/>
                    <a:pt x="189" y="54"/>
                    <a:pt x="191" y="56"/>
                  </a:cubicBezTo>
                  <a:cubicBezTo>
                    <a:pt x="193" y="58"/>
                    <a:pt x="193" y="62"/>
                    <a:pt x="191" y="64"/>
                  </a:cubicBezTo>
                  <a:cubicBezTo>
                    <a:pt x="189" y="66"/>
                    <a:pt x="141" y="120"/>
                    <a:pt x="97" y="120"/>
                  </a:cubicBezTo>
                  <a:close/>
                  <a:moveTo>
                    <a:pt x="15" y="60"/>
                  </a:moveTo>
                  <a:cubicBezTo>
                    <a:pt x="27" y="72"/>
                    <a:pt x="64" y="108"/>
                    <a:pt x="97" y="108"/>
                  </a:cubicBezTo>
                  <a:cubicBezTo>
                    <a:pt x="129" y="108"/>
                    <a:pt x="167" y="72"/>
                    <a:pt x="179" y="60"/>
                  </a:cubicBezTo>
                  <a:cubicBezTo>
                    <a:pt x="167" y="48"/>
                    <a:pt x="129" y="12"/>
                    <a:pt x="97" y="12"/>
                  </a:cubicBezTo>
                  <a:cubicBezTo>
                    <a:pt x="64" y="12"/>
                    <a:pt x="27" y="48"/>
                    <a:pt x="15"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98" name="Freeform 105">
              <a:extLst>
                <a:ext uri="{FF2B5EF4-FFF2-40B4-BE49-F238E27FC236}">
                  <a16:creationId xmlns:a16="http://schemas.microsoft.com/office/drawing/2014/main" id="{3BB22AA7-DF3C-C443-90C8-1FB2B5423AB0}"/>
                </a:ext>
              </a:extLst>
            </p:cNvPr>
            <p:cNvSpPr>
              <a:spLocks noEditPoints="1"/>
            </p:cNvSpPr>
            <p:nvPr/>
          </p:nvSpPr>
          <p:spPr bwMode="auto">
            <a:xfrm>
              <a:off x="1531" y="1879"/>
              <a:ext cx="107"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99" name="Oval 106">
              <a:extLst>
                <a:ext uri="{FF2B5EF4-FFF2-40B4-BE49-F238E27FC236}">
                  <a16:creationId xmlns:a16="http://schemas.microsoft.com/office/drawing/2014/main" id="{840F5257-5088-364D-878D-3C2254FB2EC8}"/>
                </a:ext>
              </a:extLst>
            </p:cNvPr>
            <p:cNvSpPr>
              <a:spLocks noChangeArrowheads="1"/>
            </p:cNvSpPr>
            <p:nvPr/>
          </p:nvSpPr>
          <p:spPr bwMode="auto">
            <a:xfrm>
              <a:off x="1567" y="1915"/>
              <a:ext cx="35" cy="3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111" name="Group 41">
            <a:extLst>
              <a:ext uri="{FF2B5EF4-FFF2-40B4-BE49-F238E27FC236}">
                <a16:creationId xmlns:a16="http://schemas.microsoft.com/office/drawing/2014/main" id="{CAE15CC3-F3B0-4346-93C0-B55CF2674050}"/>
              </a:ext>
            </a:extLst>
          </p:cNvPr>
          <p:cNvGrpSpPr>
            <a:grpSpLocks noChangeAspect="1"/>
          </p:cNvGrpSpPr>
          <p:nvPr userDrawn="1"/>
        </p:nvGrpSpPr>
        <p:grpSpPr bwMode="auto">
          <a:xfrm>
            <a:off x="9695631" y="5524348"/>
            <a:ext cx="459581" cy="420743"/>
            <a:chOff x="3439" y="460"/>
            <a:chExt cx="426" cy="390"/>
          </a:xfrm>
          <a:solidFill>
            <a:schemeClr val="accent1"/>
          </a:solidFill>
        </p:grpSpPr>
        <p:sp>
          <p:nvSpPr>
            <p:cNvPr id="112" name="Freeform 42">
              <a:extLst>
                <a:ext uri="{FF2B5EF4-FFF2-40B4-BE49-F238E27FC236}">
                  <a16:creationId xmlns:a16="http://schemas.microsoft.com/office/drawing/2014/main" id="{FC866253-99F8-F940-8BD2-B8A0B5BABFB5}"/>
                </a:ext>
              </a:extLst>
            </p:cNvPr>
            <p:cNvSpPr>
              <a:spLocks noEditPoints="1"/>
            </p:cNvSpPr>
            <p:nvPr/>
          </p:nvSpPr>
          <p:spPr bwMode="auto">
            <a:xfrm>
              <a:off x="3439" y="584"/>
              <a:ext cx="426" cy="266"/>
            </a:xfrm>
            <a:custGeom>
              <a:avLst/>
              <a:gdLst>
                <a:gd name="T0" fmla="*/ 265 w 288"/>
                <a:gd name="T1" fmla="*/ 180 h 180"/>
                <a:gd name="T2" fmla="*/ 23 w 288"/>
                <a:gd name="T3" fmla="*/ 180 h 180"/>
                <a:gd name="T4" fmla="*/ 0 w 288"/>
                <a:gd name="T5" fmla="*/ 157 h 180"/>
                <a:gd name="T6" fmla="*/ 0 w 288"/>
                <a:gd name="T7" fmla="*/ 6 h 180"/>
                <a:gd name="T8" fmla="*/ 6 w 288"/>
                <a:gd name="T9" fmla="*/ 0 h 180"/>
                <a:gd name="T10" fmla="*/ 282 w 288"/>
                <a:gd name="T11" fmla="*/ 0 h 180"/>
                <a:gd name="T12" fmla="*/ 288 w 288"/>
                <a:gd name="T13" fmla="*/ 6 h 180"/>
                <a:gd name="T14" fmla="*/ 288 w 288"/>
                <a:gd name="T15" fmla="*/ 157 h 180"/>
                <a:gd name="T16" fmla="*/ 265 w 288"/>
                <a:gd name="T17" fmla="*/ 180 h 180"/>
                <a:gd name="T18" fmla="*/ 12 w 288"/>
                <a:gd name="T19" fmla="*/ 12 h 180"/>
                <a:gd name="T20" fmla="*/ 12 w 288"/>
                <a:gd name="T21" fmla="*/ 157 h 180"/>
                <a:gd name="T22" fmla="*/ 23 w 288"/>
                <a:gd name="T23" fmla="*/ 168 h 180"/>
                <a:gd name="T24" fmla="*/ 265 w 288"/>
                <a:gd name="T25" fmla="*/ 168 h 180"/>
                <a:gd name="T26" fmla="*/ 276 w 288"/>
                <a:gd name="T27" fmla="*/ 157 h 180"/>
                <a:gd name="T28" fmla="*/ 276 w 288"/>
                <a:gd name="T29" fmla="*/ 12 h 180"/>
                <a:gd name="T30" fmla="*/ 12 w 288"/>
                <a:gd name="T31" fmla="*/ 12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 h="180">
                  <a:moveTo>
                    <a:pt x="265" y="180"/>
                  </a:moveTo>
                  <a:cubicBezTo>
                    <a:pt x="23" y="180"/>
                    <a:pt x="23" y="180"/>
                    <a:pt x="23" y="180"/>
                  </a:cubicBezTo>
                  <a:cubicBezTo>
                    <a:pt x="10" y="180"/>
                    <a:pt x="0" y="170"/>
                    <a:pt x="0" y="157"/>
                  </a:cubicBezTo>
                  <a:cubicBezTo>
                    <a:pt x="0" y="6"/>
                    <a:pt x="0" y="6"/>
                    <a:pt x="0" y="6"/>
                  </a:cubicBezTo>
                  <a:cubicBezTo>
                    <a:pt x="0" y="3"/>
                    <a:pt x="3" y="0"/>
                    <a:pt x="6" y="0"/>
                  </a:cubicBezTo>
                  <a:cubicBezTo>
                    <a:pt x="282" y="0"/>
                    <a:pt x="282" y="0"/>
                    <a:pt x="282" y="0"/>
                  </a:cubicBezTo>
                  <a:cubicBezTo>
                    <a:pt x="285" y="0"/>
                    <a:pt x="288" y="3"/>
                    <a:pt x="288" y="6"/>
                  </a:cubicBezTo>
                  <a:cubicBezTo>
                    <a:pt x="288" y="157"/>
                    <a:pt x="288" y="157"/>
                    <a:pt x="288" y="157"/>
                  </a:cubicBezTo>
                  <a:cubicBezTo>
                    <a:pt x="288" y="170"/>
                    <a:pt x="277" y="180"/>
                    <a:pt x="265" y="180"/>
                  </a:cubicBezTo>
                  <a:close/>
                  <a:moveTo>
                    <a:pt x="12" y="12"/>
                  </a:moveTo>
                  <a:cubicBezTo>
                    <a:pt x="12" y="157"/>
                    <a:pt x="12" y="157"/>
                    <a:pt x="12" y="157"/>
                  </a:cubicBezTo>
                  <a:cubicBezTo>
                    <a:pt x="12" y="163"/>
                    <a:pt x="17" y="168"/>
                    <a:pt x="23" y="168"/>
                  </a:cubicBezTo>
                  <a:cubicBezTo>
                    <a:pt x="265" y="168"/>
                    <a:pt x="265" y="168"/>
                    <a:pt x="265" y="168"/>
                  </a:cubicBezTo>
                  <a:cubicBezTo>
                    <a:pt x="271" y="168"/>
                    <a:pt x="276" y="163"/>
                    <a:pt x="276" y="157"/>
                  </a:cubicBezTo>
                  <a:cubicBezTo>
                    <a:pt x="276" y="12"/>
                    <a:pt x="276" y="12"/>
                    <a:pt x="276" y="12"/>
                  </a:cubicBez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13" name="Freeform 43">
              <a:extLst>
                <a:ext uri="{FF2B5EF4-FFF2-40B4-BE49-F238E27FC236}">
                  <a16:creationId xmlns:a16="http://schemas.microsoft.com/office/drawing/2014/main" id="{DAD71534-CAEB-4342-9B3B-ACB93687E4EC}"/>
                </a:ext>
              </a:extLst>
            </p:cNvPr>
            <p:cNvSpPr>
              <a:spLocks noEditPoints="1"/>
            </p:cNvSpPr>
            <p:nvPr/>
          </p:nvSpPr>
          <p:spPr bwMode="auto">
            <a:xfrm>
              <a:off x="3581" y="637"/>
              <a:ext cx="160" cy="160"/>
            </a:xfrm>
            <a:custGeom>
              <a:avLst/>
              <a:gdLst>
                <a:gd name="T0" fmla="*/ 6 w 108"/>
                <a:gd name="T1" fmla="*/ 108 h 108"/>
                <a:gd name="T2" fmla="*/ 3 w 108"/>
                <a:gd name="T3" fmla="*/ 107 h 108"/>
                <a:gd name="T4" fmla="*/ 0 w 108"/>
                <a:gd name="T5" fmla="*/ 102 h 108"/>
                <a:gd name="T6" fmla="*/ 0 w 108"/>
                <a:gd name="T7" fmla="*/ 6 h 108"/>
                <a:gd name="T8" fmla="*/ 3 w 108"/>
                <a:gd name="T9" fmla="*/ 1 h 108"/>
                <a:gd name="T10" fmla="*/ 9 w 108"/>
                <a:gd name="T11" fmla="*/ 1 h 108"/>
                <a:gd name="T12" fmla="*/ 105 w 108"/>
                <a:gd name="T13" fmla="*/ 49 h 108"/>
                <a:gd name="T14" fmla="*/ 108 w 108"/>
                <a:gd name="T15" fmla="*/ 54 h 108"/>
                <a:gd name="T16" fmla="*/ 105 w 108"/>
                <a:gd name="T17" fmla="*/ 60 h 108"/>
                <a:gd name="T18" fmla="*/ 9 w 108"/>
                <a:gd name="T19" fmla="*/ 108 h 108"/>
                <a:gd name="T20" fmla="*/ 6 w 108"/>
                <a:gd name="T21" fmla="*/ 108 h 108"/>
                <a:gd name="T22" fmla="*/ 12 w 108"/>
                <a:gd name="T23" fmla="*/ 16 h 108"/>
                <a:gd name="T24" fmla="*/ 12 w 108"/>
                <a:gd name="T25" fmla="*/ 93 h 108"/>
                <a:gd name="T26" fmla="*/ 88 w 108"/>
                <a:gd name="T27" fmla="*/ 54 h 108"/>
                <a:gd name="T28" fmla="*/ 12 w 108"/>
                <a:gd name="T29" fmla="*/ 1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8" h="108">
                  <a:moveTo>
                    <a:pt x="6" y="108"/>
                  </a:moveTo>
                  <a:cubicBezTo>
                    <a:pt x="5" y="108"/>
                    <a:pt x="4" y="108"/>
                    <a:pt x="3" y="107"/>
                  </a:cubicBezTo>
                  <a:cubicBezTo>
                    <a:pt x="1" y="106"/>
                    <a:pt x="0" y="104"/>
                    <a:pt x="0" y="102"/>
                  </a:cubicBezTo>
                  <a:cubicBezTo>
                    <a:pt x="0" y="6"/>
                    <a:pt x="0" y="6"/>
                    <a:pt x="0" y="6"/>
                  </a:cubicBezTo>
                  <a:cubicBezTo>
                    <a:pt x="0" y="4"/>
                    <a:pt x="1" y="2"/>
                    <a:pt x="3" y="1"/>
                  </a:cubicBezTo>
                  <a:cubicBezTo>
                    <a:pt x="4" y="0"/>
                    <a:pt x="7" y="0"/>
                    <a:pt x="9" y="1"/>
                  </a:cubicBezTo>
                  <a:cubicBezTo>
                    <a:pt x="105" y="49"/>
                    <a:pt x="105" y="49"/>
                    <a:pt x="105" y="49"/>
                  </a:cubicBezTo>
                  <a:cubicBezTo>
                    <a:pt x="107" y="50"/>
                    <a:pt x="108" y="52"/>
                    <a:pt x="108" y="54"/>
                  </a:cubicBezTo>
                  <a:cubicBezTo>
                    <a:pt x="108" y="57"/>
                    <a:pt x="107" y="59"/>
                    <a:pt x="105" y="60"/>
                  </a:cubicBezTo>
                  <a:cubicBezTo>
                    <a:pt x="9" y="108"/>
                    <a:pt x="9" y="108"/>
                    <a:pt x="9" y="108"/>
                  </a:cubicBezTo>
                  <a:cubicBezTo>
                    <a:pt x="8" y="108"/>
                    <a:pt x="7" y="108"/>
                    <a:pt x="6" y="108"/>
                  </a:cubicBezTo>
                  <a:close/>
                  <a:moveTo>
                    <a:pt x="12" y="16"/>
                  </a:moveTo>
                  <a:cubicBezTo>
                    <a:pt x="12" y="93"/>
                    <a:pt x="12" y="93"/>
                    <a:pt x="12" y="93"/>
                  </a:cubicBezTo>
                  <a:cubicBezTo>
                    <a:pt x="88" y="54"/>
                    <a:pt x="88" y="54"/>
                    <a:pt x="88" y="54"/>
                  </a:cubicBezTo>
                  <a:lnTo>
                    <a:pt x="1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14" name="Freeform 44">
              <a:extLst>
                <a:ext uri="{FF2B5EF4-FFF2-40B4-BE49-F238E27FC236}">
                  <a16:creationId xmlns:a16="http://schemas.microsoft.com/office/drawing/2014/main" id="{69604E24-F016-194E-9E2B-1ACF8EBA526D}"/>
                </a:ext>
              </a:extLst>
            </p:cNvPr>
            <p:cNvSpPr>
              <a:spLocks noEditPoints="1"/>
            </p:cNvSpPr>
            <p:nvPr/>
          </p:nvSpPr>
          <p:spPr bwMode="auto">
            <a:xfrm>
              <a:off x="3439" y="460"/>
              <a:ext cx="426" cy="106"/>
            </a:xfrm>
            <a:custGeom>
              <a:avLst/>
              <a:gdLst>
                <a:gd name="T0" fmla="*/ 282 w 288"/>
                <a:gd name="T1" fmla="*/ 72 h 72"/>
                <a:gd name="T2" fmla="*/ 6 w 288"/>
                <a:gd name="T3" fmla="*/ 72 h 72"/>
                <a:gd name="T4" fmla="*/ 0 w 288"/>
                <a:gd name="T5" fmla="*/ 66 h 72"/>
                <a:gd name="T6" fmla="*/ 0 w 288"/>
                <a:gd name="T7" fmla="*/ 18 h 72"/>
                <a:gd name="T8" fmla="*/ 18 w 288"/>
                <a:gd name="T9" fmla="*/ 0 h 72"/>
                <a:gd name="T10" fmla="*/ 270 w 288"/>
                <a:gd name="T11" fmla="*/ 0 h 72"/>
                <a:gd name="T12" fmla="*/ 288 w 288"/>
                <a:gd name="T13" fmla="*/ 18 h 72"/>
                <a:gd name="T14" fmla="*/ 288 w 288"/>
                <a:gd name="T15" fmla="*/ 66 h 72"/>
                <a:gd name="T16" fmla="*/ 282 w 288"/>
                <a:gd name="T17" fmla="*/ 72 h 72"/>
                <a:gd name="T18" fmla="*/ 12 w 288"/>
                <a:gd name="T19" fmla="*/ 60 h 72"/>
                <a:gd name="T20" fmla="*/ 276 w 288"/>
                <a:gd name="T21" fmla="*/ 60 h 72"/>
                <a:gd name="T22" fmla="*/ 276 w 288"/>
                <a:gd name="T23" fmla="*/ 18 h 72"/>
                <a:gd name="T24" fmla="*/ 270 w 288"/>
                <a:gd name="T25" fmla="*/ 12 h 72"/>
                <a:gd name="T26" fmla="*/ 18 w 288"/>
                <a:gd name="T27" fmla="*/ 12 h 72"/>
                <a:gd name="T28" fmla="*/ 12 w 288"/>
                <a:gd name="T29" fmla="*/ 18 h 72"/>
                <a:gd name="T30" fmla="*/ 12 w 288"/>
                <a:gd name="T31"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 h="72">
                  <a:moveTo>
                    <a:pt x="282" y="72"/>
                  </a:moveTo>
                  <a:cubicBezTo>
                    <a:pt x="6" y="72"/>
                    <a:pt x="6" y="72"/>
                    <a:pt x="6" y="72"/>
                  </a:cubicBezTo>
                  <a:cubicBezTo>
                    <a:pt x="3" y="72"/>
                    <a:pt x="0" y="70"/>
                    <a:pt x="0" y="66"/>
                  </a:cubicBezTo>
                  <a:cubicBezTo>
                    <a:pt x="0" y="18"/>
                    <a:pt x="0" y="18"/>
                    <a:pt x="0" y="18"/>
                  </a:cubicBezTo>
                  <a:cubicBezTo>
                    <a:pt x="0" y="8"/>
                    <a:pt x="8" y="0"/>
                    <a:pt x="18" y="0"/>
                  </a:cubicBezTo>
                  <a:cubicBezTo>
                    <a:pt x="270" y="0"/>
                    <a:pt x="270" y="0"/>
                    <a:pt x="270" y="0"/>
                  </a:cubicBezTo>
                  <a:cubicBezTo>
                    <a:pt x="280" y="0"/>
                    <a:pt x="288" y="8"/>
                    <a:pt x="288" y="18"/>
                  </a:cubicBezTo>
                  <a:cubicBezTo>
                    <a:pt x="288" y="66"/>
                    <a:pt x="288" y="66"/>
                    <a:pt x="288" y="66"/>
                  </a:cubicBezTo>
                  <a:cubicBezTo>
                    <a:pt x="288" y="70"/>
                    <a:pt x="285" y="72"/>
                    <a:pt x="282" y="72"/>
                  </a:cubicBezTo>
                  <a:close/>
                  <a:moveTo>
                    <a:pt x="12" y="60"/>
                  </a:moveTo>
                  <a:cubicBezTo>
                    <a:pt x="276" y="60"/>
                    <a:pt x="276" y="60"/>
                    <a:pt x="276" y="60"/>
                  </a:cubicBezTo>
                  <a:cubicBezTo>
                    <a:pt x="276" y="18"/>
                    <a:pt x="276" y="18"/>
                    <a:pt x="276" y="18"/>
                  </a:cubicBezTo>
                  <a:cubicBezTo>
                    <a:pt x="276" y="15"/>
                    <a:pt x="273" y="12"/>
                    <a:pt x="270" y="12"/>
                  </a:cubicBezTo>
                  <a:cubicBezTo>
                    <a:pt x="18" y="12"/>
                    <a:pt x="18" y="12"/>
                    <a:pt x="18" y="12"/>
                  </a:cubicBezTo>
                  <a:cubicBezTo>
                    <a:pt x="15" y="12"/>
                    <a:pt x="12" y="15"/>
                    <a:pt x="12" y="18"/>
                  </a:cubicBezTo>
                  <a:lnTo>
                    <a:pt x="12"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15" name="Freeform 45">
              <a:extLst>
                <a:ext uri="{FF2B5EF4-FFF2-40B4-BE49-F238E27FC236}">
                  <a16:creationId xmlns:a16="http://schemas.microsoft.com/office/drawing/2014/main" id="{0272F795-CB5C-EC40-AB73-8271C831B7E3}"/>
                </a:ext>
              </a:extLst>
            </p:cNvPr>
            <p:cNvSpPr>
              <a:spLocks/>
            </p:cNvSpPr>
            <p:nvPr/>
          </p:nvSpPr>
          <p:spPr bwMode="auto">
            <a:xfrm>
              <a:off x="3442" y="463"/>
              <a:ext cx="92" cy="91"/>
            </a:xfrm>
            <a:custGeom>
              <a:avLst/>
              <a:gdLst>
                <a:gd name="T0" fmla="*/ 12 w 92"/>
                <a:gd name="T1" fmla="*/ 91 h 91"/>
                <a:gd name="T2" fmla="*/ 0 w 92"/>
                <a:gd name="T3" fmla="*/ 80 h 91"/>
                <a:gd name="T4" fmla="*/ 80 w 92"/>
                <a:gd name="T5" fmla="*/ 0 h 91"/>
                <a:gd name="T6" fmla="*/ 92 w 92"/>
                <a:gd name="T7" fmla="*/ 11 h 91"/>
                <a:gd name="T8" fmla="*/ 12 w 92"/>
                <a:gd name="T9" fmla="*/ 91 h 91"/>
              </a:gdLst>
              <a:ahLst/>
              <a:cxnLst>
                <a:cxn ang="0">
                  <a:pos x="T0" y="T1"/>
                </a:cxn>
                <a:cxn ang="0">
                  <a:pos x="T2" y="T3"/>
                </a:cxn>
                <a:cxn ang="0">
                  <a:pos x="T4" y="T5"/>
                </a:cxn>
                <a:cxn ang="0">
                  <a:pos x="T6" y="T7"/>
                </a:cxn>
                <a:cxn ang="0">
                  <a:pos x="T8" y="T9"/>
                </a:cxn>
              </a:cxnLst>
              <a:rect l="0" t="0" r="r" b="b"/>
              <a:pathLst>
                <a:path w="92" h="91">
                  <a:moveTo>
                    <a:pt x="12" y="91"/>
                  </a:moveTo>
                  <a:lnTo>
                    <a:pt x="0" y="80"/>
                  </a:lnTo>
                  <a:lnTo>
                    <a:pt x="80" y="0"/>
                  </a:lnTo>
                  <a:lnTo>
                    <a:pt x="92" y="11"/>
                  </a:lnTo>
                  <a:lnTo>
                    <a:pt x="12"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16" name="Freeform 46">
              <a:extLst>
                <a:ext uri="{FF2B5EF4-FFF2-40B4-BE49-F238E27FC236}">
                  <a16:creationId xmlns:a16="http://schemas.microsoft.com/office/drawing/2014/main" id="{58894E59-5B8C-E746-BE36-282800DC218E}"/>
                </a:ext>
              </a:extLst>
            </p:cNvPr>
            <p:cNvSpPr>
              <a:spLocks/>
            </p:cNvSpPr>
            <p:nvPr/>
          </p:nvSpPr>
          <p:spPr bwMode="auto">
            <a:xfrm>
              <a:off x="3495" y="463"/>
              <a:ext cx="101" cy="102"/>
            </a:xfrm>
            <a:custGeom>
              <a:avLst/>
              <a:gdLst>
                <a:gd name="T0" fmla="*/ 12 w 101"/>
                <a:gd name="T1" fmla="*/ 102 h 102"/>
                <a:gd name="T2" fmla="*/ 0 w 101"/>
                <a:gd name="T3" fmla="*/ 88 h 102"/>
                <a:gd name="T4" fmla="*/ 89 w 101"/>
                <a:gd name="T5" fmla="*/ 0 h 102"/>
                <a:gd name="T6" fmla="*/ 101 w 101"/>
                <a:gd name="T7" fmla="*/ 11 h 102"/>
                <a:gd name="T8" fmla="*/ 12 w 101"/>
                <a:gd name="T9" fmla="*/ 102 h 102"/>
              </a:gdLst>
              <a:ahLst/>
              <a:cxnLst>
                <a:cxn ang="0">
                  <a:pos x="T0" y="T1"/>
                </a:cxn>
                <a:cxn ang="0">
                  <a:pos x="T2" y="T3"/>
                </a:cxn>
                <a:cxn ang="0">
                  <a:pos x="T4" y="T5"/>
                </a:cxn>
                <a:cxn ang="0">
                  <a:pos x="T6" y="T7"/>
                </a:cxn>
                <a:cxn ang="0">
                  <a:pos x="T8" y="T9"/>
                </a:cxn>
              </a:cxnLst>
              <a:rect l="0" t="0" r="r" b="b"/>
              <a:pathLst>
                <a:path w="101" h="102">
                  <a:moveTo>
                    <a:pt x="12" y="102"/>
                  </a:moveTo>
                  <a:lnTo>
                    <a:pt x="0" y="88"/>
                  </a:lnTo>
                  <a:lnTo>
                    <a:pt x="89" y="0"/>
                  </a:lnTo>
                  <a:lnTo>
                    <a:pt x="101" y="11"/>
                  </a:lnTo>
                  <a:lnTo>
                    <a:pt x="1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17" name="Freeform 47">
              <a:extLst>
                <a:ext uri="{FF2B5EF4-FFF2-40B4-BE49-F238E27FC236}">
                  <a16:creationId xmlns:a16="http://schemas.microsoft.com/office/drawing/2014/main" id="{89C3B5C2-0698-134A-8C5B-F8C984B3D30A}"/>
                </a:ext>
              </a:extLst>
            </p:cNvPr>
            <p:cNvSpPr>
              <a:spLocks/>
            </p:cNvSpPr>
            <p:nvPr/>
          </p:nvSpPr>
          <p:spPr bwMode="auto">
            <a:xfrm>
              <a:off x="3566" y="463"/>
              <a:ext cx="101" cy="102"/>
            </a:xfrm>
            <a:custGeom>
              <a:avLst/>
              <a:gdLst>
                <a:gd name="T0" fmla="*/ 12 w 101"/>
                <a:gd name="T1" fmla="*/ 102 h 102"/>
                <a:gd name="T2" fmla="*/ 0 w 101"/>
                <a:gd name="T3" fmla="*/ 88 h 102"/>
                <a:gd name="T4" fmla="*/ 89 w 101"/>
                <a:gd name="T5" fmla="*/ 0 h 102"/>
                <a:gd name="T6" fmla="*/ 101 w 101"/>
                <a:gd name="T7" fmla="*/ 11 h 102"/>
                <a:gd name="T8" fmla="*/ 12 w 101"/>
                <a:gd name="T9" fmla="*/ 102 h 102"/>
              </a:gdLst>
              <a:ahLst/>
              <a:cxnLst>
                <a:cxn ang="0">
                  <a:pos x="T0" y="T1"/>
                </a:cxn>
                <a:cxn ang="0">
                  <a:pos x="T2" y="T3"/>
                </a:cxn>
                <a:cxn ang="0">
                  <a:pos x="T4" y="T5"/>
                </a:cxn>
                <a:cxn ang="0">
                  <a:pos x="T6" y="T7"/>
                </a:cxn>
                <a:cxn ang="0">
                  <a:pos x="T8" y="T9"/>
                </a:cxn>
              </a:cxnLst>
              <a:rect l="0" t="0" r="r" b="b"/>
              <a:pathLst>
                <a:path w="101" h="102">
                  <a:moveTo>
                    <a:pt x="12" y="102"/>
                  </a:moveTo>
                  <a:lnTo>
                    <a:pt x="0" y="88"/>
                  </a:lnTo>
                  <a:lnTo>
                    <a:pt x="89" y="0"/>
                  </a:lnTo>
                  <a:lnTo>
                    <a:pt x="101" y="11"/>
                  </a:lnTo>
                  <a:lnTo>
                    <a:pt x="1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18" name="Freeform 48">
              <a:extLst>
                <a:ext uri="{FF2B5EF4-FFF2-40B4-BE49-F238E27FC236}">
                  <a16:creationId xmlns:a16="http://schemas.microsoft.com/office/drawing/2014/main" id="{98ED0FAF-2170-CC4B-893D-B4DFEB1E987B}"/>
                </a:ext>
              </a:extLst>
            </p:cNvPr>
            <p:cNvSpPr>
              <a:spLocks/>
            </p:cNvSpPr>
            <p:nvPr/>
          </p:nvSpPr>
          <p:spPr bwMode="auto">
            <a:xfrm>
              <a:off x="3637" y="463"/>
              <a:ext cx="101" cy="102"/>
            </a:xfrm>
            <a:custGeom>
              <a:avLst/>
              <a:gdLst>
                <a:gd name="T0" fmla="*/ 12 w 101"/>
                <a:gd name="T1" fmla="*/ 102 h 102"/>
                <a:gd name="T2" fmla="*/ 0 w 101"/>
                <a:gd name="T3" fmla="*/ 88 h 102"/>
                <a:gd name="T4" fmla="*/ 89 w 101"/>
                <a:gd name="T5" fmla="*/ 0 h 102"/>
                <a:gd name="T6" fmla="*/ 101 w 101"/>
                <a:gd name="T7" fmla="*/ 11 h 102"/>
                <a:gd name="T8" fmla="*/ 12 w 101"/>
                <a:gd name="T9" fmla="*/ 102 h 102"/>
              </a:gdLst>
              <a:ahLst/>
              <a:cxnLst>
                <a:cxn ang="0">
                  <a:pos x="T0" y="T1"/>
                </a:cxn>
                <a:cxn ang="0">
                  <a:pos x="T2" y="T3"/>
                </a:cxn>
                <a:cxn ang="0">
                  <a:pos x="T4" y="T5"/>
                </a:cxn>
                <a:cxn ang="0">
                  <a:pos x="T6" y="T7"/>
                </a:cxn>
                <a:cxn ang="0">
                  <a:pos x="T8" y="T9"/>
                </a:cxn>
              </a:cxnLst>
              <a:rect l="0" t="0" r="r" b="b"/>
              <a:pathLst>
                <a:path w="101" h="102">
                  <a:moveTo>
                    <a:pt x="12" y="102"/>
                  </a:moveTo>
                  <a:lnTo>
                    <a:pt x="0" y="88"/>
                  </a:lnTo>
                  <a:lnTo>
                    <a:pt x="89" y="0"/>
                  </a:lnTo>
                  <a:lnTo>
                    <a:pt x="101" y="11"/>
                  </a:lnTo>
                  <a:lnTo>
                    <a:pt x="1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19" name="Freeform 49">
              <a:extLst>
                <a:ext uri="{FF2B5EF4-FFF2-40B4-BE49-F238E27FC236}">
                  <a16:creationId xmlns:a16="http://schemas.microsoft.com/office/drawing/2014/main" id="{E93B3885-01CD-824B-9BBD-D9A7BC873F3E}"/>
                </a:ext>
              </a:extLst>
            </p:cNvPr>
            <p:cNvSpPr>
              <a:spLocks/>
            </p:cNvSpPr>
            <p:nvPr/>
          </p:nvSpPr>
          <p:spPr bwMode="auto">
            <a:xfrm>
              <a:off x="3708" y="463"/>
              <a:ext cx="100" cy="100"/>
            </a:xfrm>
            <a:custGeom>
              <a:avLst/>
              <a:gdLst>
                <a:gd name="T0" fmla="*/ 12 w 100"/>
                <a:gd name="T1" fmla="*/ 100 h 100"/>
                <a:gd name="T2" fmla="*/ 0 w 100"/>
                <a:gd name="T3" fmla="*/ 88 h 100"/>
                <a:gd name="T4" fmla="*/ 89 w 100"/>
                <a:gd name="T5" fmla="*/ 0 h 100"/>
                <a:gd name="T6" fmla="*/ 100 w 100"/>
                <a:gd name="T7" fmla="*/ 11 h 100"/>
                <a:gd name="T8" fmla="*/ 12 w 100"/>
                <a:gd name="T9" fmla="*/ 100 h 100"/>
              </a:gdLst>
              <a:ahLst/>
              <a:cxnLst>
                <a:cxn ang="0">
                  <a:pos x="T0" y="T1"/>
                </a:cxn>
                <a:cxn ang="0">
                  <a:pos x="T2" y="T3"/>
                </a:cxn>
                <a:cxn ang="0">
                  <a:pos x="T4" y="T5"/>
                </a:cxn>
                <a:cxn ang="0">
                  <a:pos x="T6" y="T7"/>
                </a:cxn>
                <a:cxn ang="0">
                  <a:pos x="T8" y="T9"/>
                </a:cxn>
              </a:cxnLst>
              <a:rect l="0" t="0" r="r" b="b"/>
              <a:pathLst>
                <a:path w="100" h="100">
                  <a:moveTo>
                    <a:pt x="12" y="100"/>
                  </a:moveTo>
                  <a:lnTo>
                    <a:pt x="0" y="88"/>
                  </a:lnTo>
                  <a:lnTo>
                    <a:pt x="89" y="0"/>
                  </a:lnTo>
                  <a:lnTo>
                    <a:pt x="100" y="11"/>
                  </a:lnTo>
                  <a:lnTo>
                    <a:pt x="12" y="1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20" name="Freeform 50">
              <a:extLst>
                <a:ext uri="{FF2B5EF4-FFF2-40B4-BE49-F238E27FC236}">
                  <a16:creationId xmlns:a16="http://schemas.microsoft.com/office/drawing/2014/main" id="{4B94C46B-FB83-4F43-83C7-AC36E95C6A04}"/>
                </a:ext>
              </a:extLst>
            </p:cNvPr>
            <p:cNvSpPr>
              <a:spLocks/>
            </p:cNvSpPr>
            <p:nvPr/>
          </p:nvSpPr>
          <p:spPr bwMode="auto">
            <a:xfrm>
              <a:off x="3779" y="480"/>
              <a:ext cx="83" cy="83"/>
            </a:xfrm>
            <a:custGeom>
              <a:avLst/>
              <a:gdLst>
                <a:gd name="T0" fmla="*/ 12 w 83"/>
                <a:gd name="T1" fmla="*/ 83 h 83"/>
                <a:gd name="T2" fmla="*/ 0 w 83"/>
                <a:gd name="T3" fmla="*/ 71 h 83"/>
                <a:gd name="T4" fmla="*/ 71 w 83"/>
                <a:gd name="T5" fmla="*/ 0 h 83"/>
                <a:gd name="T6" fmla="*/ 83 w 83"/>
                <a:gd name="T7" fmla="*/ 12 h 83"/>
                <a:gd name="T8" fmla="*/ 12 w 83"/>
                <a:gd name="T9" fmla="*/ 83 h 83"/>
              </a:gdLst>
              <a:ahLst/>
              <a:cxnLst>
                <a:cxn ang="0">
                  <a:pos x="T0" y="T1"/>
                </a:cxn>
                <a:cxn ang="0">
                  <a:pos x="T2" y="T3"/>
                </a:cxn>
                <a:cxn ang="0">
                  <a:pos x="T4" y="T5"/>
                </a:cxn>
                <a:cxn ang="0">
                  <a:pos x="T6" y="T7"/>
                </a:cxn>
                <a:cxn ang="0">
                  <a:pos x="T8" y="T9"/>
                </a:cxn>
              </a:cxnLst>
              <a:rect l="0" t="0" r="r" b="b"/>
              <a:pathLst>
                <a:path w="83" h="83">
                  <a:moveTo>
                    <a:pt x="12" y="83"/>
                  </a:moveTo>
                  <a:lnTo>
                    <a:pt x="0" y="71"/>
                  </a:lnTo>
                  <a:lnTo>
                    <a:pt x="71" y="0"/>
                  </a:lnTo>
                  <a:lnTo>
                    <a:pt x="83" y="12"/>
                  </a:lnTo>
                  <a:lnTo>
                    <a:pt x="1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grpSp>
      <p:grpSp>
        <p:nvGrpSpPr>
          <p:cNvPr id="121" name="Group 10">
            <a:extLst>
              <a:ext uri="{FF2B5EF4-FFF2-40B4-BE49-F238E27FC236}">
                <a16:creationId xmlns:a16="http://schemas.microsoft.com/office/drawing/2014/main" id="{EDE454D0-8C87-B549-B592-7DDDDDA65FAD}"/>
              </a:ext>
            </a:extLst>
          </p:cNvPr>
          <p:cNvGrpSpPr>
            <a:grpSpLocks noChangeAspect="1"/>
          </p:cNvGrpSpPr>
          <p:nvPr userDrawn="1"/>
        </p:nvGrpSpPr>
        <p:grpSpPr bwMode="auto">
          <a:xfrm>
            <a:off x="10965185" y="5500310"/>
            <a:ext cx="467720" cy="468818"/>
            <a:chOff x="1374" y="442"/>
            <a:chExt cx="425" cy="426"/>
          </a:xfrm>
          <a:solidFill>
            <a:schemeClr val="accent1"/>
          </a:solidFill>
        </p:grpSpPr>
        <p:sp>
          <p:nvSpPr>
            <p:cNvPr id="122" name="Freeform 11">
              <a:extLst>
                <a:ext uri="{FF2B5EF4-FFF2-40B4-BE49-F238E27FC236}">
                  <a16:creationId xmlns:a16="http://schemas.microsoft.com/office/drawing/2014/main" id="{81B4BA5C-5D57-5243-95A0-B0939E103188}"/>
                </a:ext>
              </a:extLst>
            </p:cNvPr>
            <p:cNvSpPr>
              <a:spLocks noEditPoints="1"/>
            </p:cNvSpPr>
            <p:nvPr/>
          </p:nvSpPr>
          <p:spPr bwMode="auto">
            <a:xfrm>
              <a:off x="1374" y="442"/>
              <a:ext cx="425" cy="426"/>
            </a:xfrm>
            <a:custGeom>
              <a:avLst/>
              <a:gdLst>
                <a:gd name="T0" fmla="*/ 144 w 288"/>
                <a:gd name="T1" fmla="*/ 288 h 288"/>
                <a:gd name="T2" fmla="*/ 0 w 288"/>
                <a:gd name="T3" fmla="*/ 144 h 288"/>
                <a:gd name="T4" fmla="*/ 144 w 288"/>
                <a:gd name="T5" fmla="*/ 0 h 288"/>
                <a:gd name="T6" fmla="*/ 288 w 288"/>
                <a:gd name="T7" fmla="*/ 144 h 288"/>
                <a:gd name="T8" fmla="*/ 144 w 288"/>
                <a:gd name="T9" fmla="*/ 288 h 288"/>
                <a:gd name="T10" fmla="*/ 144 w 288"/>
                <a:gd name="T11" fmla="*/ 12 h 288"/>
                <a:gd name="T12" fmla="*/ 12 w 288"/>
                <a:gd name="T13" fmla="*/ 144 h 288"/>
                <a:gd name="T14" fmla="*/ 144 w 288"/>
                <a:gd name="T15" fmla="*/ 276 h 288"/>
                <a:gd name="T16" fmla="*/ 276 w 288"/>
                <a:gd name="T17" fmla="*/ 144 h 288"/>
                <a:gd name="T18" fmla="*/ 144 w 288"/>
                <a:gd name="T19"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 h="288">
                  <a:moveTo>
                    <a:pt x="144" y="288"/>
                  </a:moveTo>
                  <a:cubicBezTo>
                    <a:pt x="64" y="288"/>
                    <a:pt x="0" y="223"/>
                    <a:pt x="0" y="144"/>
                  </a:cubicBezTo>
                  <a:cubicBezTo>
                    <a:pt x="0" y="64"/>
                    <a:pt x="64" y="0"/>
                    <a:pt x="144" y="0"/>
                  </a:cubicBezTo>
                  <a:cubicBezTo>
                    <a:pt x="223" y="0"/>
                    <a:pt x="288" y="64"/>
                    <a:pt x="288" y="144"/>
                  </a:cubicBezTo>
                  <a:cubicBezTo>
                    <a:pt x="288" y="223"/>
                    <a:pt x="223" y="288"/>
                    <a:pt x="144" y="288"/>
                  </a:cubicBezTo>
                  <a:close/>
                  <a:moveTo>
                    <a:pt x="144" y="12"/>
                  </a:moveTo>
                  <a:cubicBezTo>
                    <a:pt x="71" y="12"/>
                    <a:pt x="12" y="71"/>
                    <a:pt x="12" y="144"/>
                  </a:cubicBezTo>
                  <a:cubicBezTo>
                    <a:pt x="12" y="216"/>
                    <a:pt x="71" y="276"/>
                    <a:pt x="144" y="276"/>
                  </a:cubicBezTo>
                  <a:cubicBezTo>
                    <a:pt x="216" y="276"/>
                    <a:pt x="276" y="216"/>
                    <a:pt x="276" y="144"/>
                  </a:cubicBezTo>
                  <a:cubicBezTo>
                    <a:pt x="276" y="71"/>
                    <a:pt x="216"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23" name="Freeform 12">
              <a:extLst>
                <a:ext uri="{FF2B5EF4-FFF2-40B4-BE49-F238E27FC236}">
                  <a16:creationId xmlns:a16="http://schemas.microsoft.com/office/drawing/2014/main" id="{DBE386C7-E758-5C4A-95CF-157D349ABDEC}"/>
                </a:ext>
              </a:extLst>
            </p:cNvPr>
            <p:cNvSpPr>
              <a:spLocks noEditPoints="1"/>
            </p:cNvSpPr>
            <p:nvPr/>
          </p:nvSpPr>
          <p:spPr bwMode="auto">
            <a:xfrm>
              <a:off x="1516" y="565"/>
              <a:ext cx="177" cy="179"/>
            </a:xfrm>
            <a:custGeom>
              <a:avLst/>
              <a:gdLst>
                <a:gd name="T0" fmla="*/ 6 w 120"/>
                <a:gd name="T1" fmla="*/ 121 h 121"/>
                <a:gd name="T2" fmla="*/ 2 w 120"/>
                <a:gd name="T3" fmla="*/ 120 h 121"/>
                <a:gd name="T4" fmla="*/ 0 w 120"/>
                <a:gd name="T5" fmla="*/ 115 h 121"/>
                <a:gd name="T6" fmla="*/ 0 w 120"/>
                <a:gd name="T7" fmla="*/ 7 h 121"/>
                <a:gd name="T8" fmla="*/ 2 w 120"/>
                <a:gd name="T9" fmla="*/ 2 h 121"/>
                <a:gd name="T10" fmla="*/ 8 w 120"/>
                <a:gd name="T11" fmla="*/ 1 h 121"/>
                <a:gd name="T12" fmla="*/ 116 w 120"/>
                <a:gd name="T13" fmla="*/ 55 h 121"/>
                <a:gd name="T14" fmla="*/ 120 w 120"/>
                <a:gd name="T15" fmla="*/ 61 h 121"/>
                <a:gd name="T16" fmla="*/ 116 w 120"/>
                <a:gd name="T17" fmla="*/ 66 h 121"/>
                <a:gd name="T18" fmla="*/ 8 w 120"/>
                <a:gd name="T19" fmla="*/ 120 h 121"/>
                <a:gd name="T20" fmla="*/ 6 w 120"/>
                <a:gd name="T21" fmla="*/ 121 h 121"/>
                <a:gd name="T22" fmla="*/ 12 w 120"/>
                <a:gd name="T23" fmla="*/ 16 h 121"/>
                <a:gd name="T24" fmla="*/ 12 w 120"/>
                <a:gd name="T25" fmla="*/ 105 h 121"/>
                <a:gd name="T26" fmla="*/ 100 w 120"/>
                <a:gd name="T27" fmla="*/ 61 h 121"/>
                <a:gd name="T28" fmla="*/ 12 w 120"/>
                <a:gd name="T29" fmla="*/ 1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0" h="121">
                  <a:moveTo>
                    <a:pt x="6" y="121"/>
                  </a:moveTo>
                  <a:cubicBezTo>
                    <a:pt x="5" y="121"/>
                    <a:pt x="3" y="120"/>
                    <a:pt x="2" y="120"/>
                  </a:cubicBezTo>
                  <a:cubicBezTo>
                    <a:pt x="1" y="119"/>
                    <a:pt x="0" y="117"/>
                    <a:pt x="0" y="115"/>
                  </a:cubicBezTo>
                  <a:cubicBezTo>
                    <a:pt x="0" y="7"/>
                    <a:pt x="0" y="7"/>
                    <a:pt x="0" y="7"/>
                  </a:cubicBezTo>
                  <a:cubicBezTo>
                    <a:pt x="0" y="5"/>
                    <a:pt x="1" y="3"/>
                    <a:pt x="2" y="2"/>
                  </a:cubicBezTo>
                  <a:cubicBezTo>
                    <a:pt x="4" y="0"/>
                    <a:pt x="6" y="0"/>
                    <a:pt x="8" y="1"/>
                  </a:cubicBezTo>
                  <a:cubicBezTo>
                    <a:pt x="116" y="55"/>
                    <a:pt x="116" y="55"/>
                    <a:pt x="116" y="55"/>
                  </a:cubicBezTo>
                  <a:cubicBezTo>
                    <a:pt x="118" y="56"/>
                    <a:pt x="120" y="58"/>
                    <a:pt x="120" y="61"/>
                  </a:cubicBezTo>
                  <a:cubicBezTo>
                    <a:pt x="120" y="63"/>
                    <a:pt x="118" y="65"/>
                    <a:pt x="116" y="66"/>
                  </a:cubicBezTo>
                  <a:cubicBezTo>
                    <a:pt x="8" y="120"/>
                    <a:pt x="8" y="120"/>
                    <a:pt x="8" y="120"/>
                  </a:cubicBezTo>
                  <a:cubicBezTo>
                    <a:pt x="7" y="120"/>
                    <a:pt x="7" y="121"/>
                    <a:pt x="6" y="121"/>
                  </a:cubicBezTo>
                  <a:close/>
                  <a:moveTo>
                    <a:pt x="12" y="16"/>
                  </a:moveTo>
                  <a:cubicBezTo>
                    <a:pt x="12" y="105"/>
                    <a:pt x="12" y="105"/>
                    <a:pt x="12" y="105"/>
                  </a:cubicBezTo>
                  <a:cubicBezTo>
                    <a:pt x="100" y="61"/>
                    <a:pt x="100" y="61"/>
                    <a:pt x="100" y="61"/>
                  </a:cubicBezTo>
                  <a:lnTo>
                    <a:pt x="1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124" name="Group 87">
            <a:extLst>
              <a:ext uri="{FF2B5EF4-FFF2-40B4-BE49-F238E27FC236}">
                <a16:creationId xmlns:a16="http://schemas.microsoft.com/office/drawing/2014/main" id="{6BDE5202-854C-CC41-965A-533F32430AEE}"/>
              </a:ext>
            </a:extLst>
          </p:cNvPr>
          <p:cNvGrpSpPr>
            <a:grpSpLocks noChangeAspect="1"/>
          </p:cNvGrpSpPr>
          <p:nvPr userDrawn="1"/>
        </p:nvGrpSpPr>
        <p:grpSpPr bwMode="auto">
          <a:xfrm>
            <a:off x="4599644" y="1930124"/>
            <a:ext cx="499666" cy="499666"/>
            <a:chOff x="5510" y="1717"/>
            <a:chExt cx="428" cy="428"/>
          </a:xfrm>
          <a:solidFill>
            <a:schemeClr val="accent1"/>
          </a:solidFill>
        </p:grpSpPr>
        <p:sp>
          <p:nvSpPr>
            <p:cNvPr id="125" name="Freeform 88">
              <a:extLst>
                <a:ext uri="{FF2B5EF4-FFF2-40B4-BE49-F238E27FC236}">
                  <a16:creationId xmlns:a16="http://schemas.microsoft.com/office/drawing/2014/main" id="{5B0A10F8-A96B-5844-8703-D5883AC797AC}"/>
                </a:ext>
              </a:extLst>
            </p:cNvPr>
            <p:cNvSpPr>
              <a:spLocks/>
            </p:cNvSpPr>
            <p:nvPr/>
          </p:nvSpPr>
          <p:spPr bwMode="auto">
            <a:xfrm>
              <a:off x="5572" y="1717"/>
              <a:ext cx="366" cy="339"/>
            </a:xfrm>
            <a:custGeom>
              <a:avLst/>
              <a:gdLst>
                <a:gd name="T0" fmla="*/ 66 w 247"/>
                <a:gd name="T1" fmla="*/ 229 h 229"/>
                <a:gd name="T2" fmla="*/ 62 w 247"/>
                <a:gd name="T3" fmla="*/ 227 h 229"/>
                <a:gd name="T4" fmla="*/ 2 w 247"/>
                <a:gd name="T5" fmla="*/ 167 h 229"/>
                <a:gd name="T6" fmla="*/ 2 w 247"/>
                <a:gd name="T7" fmla="*/ 159 h 229"/>
                <a:gd name="T8" fmla="*/ 10 w 247"/>
                <a:gd name="T9" fmla="*/ 159 h 229"/>
                <a:gd name="T10" fmla="*/ 66 w 247"/>
                <a:gd name="T11" fmla="*/ 214 h 229"/>
                <a:gd name="T12" fmla="*/ 235 w 247"/>
                <a:gd name="T13" fmla="*/ 3 h 229"/>
                <a:gd name="T14" fmla="*/ 244 w 247"/>
                <a:gd name="T15" fmla="*/ 3 h 229"/>
                <a:gd name="T16" fmla="*/ 245 w 247"/>
                <a:gd name="T17" fmla="*/ 11 h 229"/>
                <a:gd name="T18" fmla="*/ 71 w 247"/>
                <a:gd name="T19" fmla="*/ 227 h 229"/>
                <a:gd name="T20" fmla="*/ 66 w 247"/>
                <a:gd name="T21" fmla="*/ 229 h 229"/>
                <a:gd name="T22" fmla="*/ 66 w 247"/>
                <a:gd name="T23" fmla="*/ 229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7" h="229">
                  <a:moveTo>
                    <a:pt x="66" y="229"/>
                  </a:moveTo>
                  <a:cubicBezTo>
                    <a:pt x="65" y="229"/>
                    <a:pt x="63" y="229"/>
                    <a:pt x="62" y="227"/>
                  </a:cubicBezTo>
                  <a:cubicBezTo>
                    <a:pt x="2" y="167"/>
                    <a:pt x="2" y="167"/>
                    <a:pt x="2" y="167"/>
                  </a:cubicBezTo>
                  <a:cubicBezTo>
                    <a:pt x="0" y="165"/>
                    <a:pt x="0" y="161"/>
                    <a:pt x="2" y="159"/>
                  </a:cubicBezTo>
                  <a:cubicBezTo>
                    <a:pt x="4" y="157"/>
                    <a:pt x="8" y="157"/>
                    <a:pt x="10" y="159"/>
                  </a:cubicBezTo>
                  <a:cubicBezTo>
                    <a:pt x="66" y="214"/>
                    <a:pt x="66" y="214"/>
                    <a:pt x="66" y="214"/>
                  </a:cubicBezTo>
                  <a:cubicBezTo>
                    <a:pt x="235" y="3"/>
                    <a:pt x="235" y="3"/>
                    <a:pt x="235" y="3"/>
                  </a:cubicBezTo>
                  <a:cubicBezTo>
                    <a:pt x="238" y="1"/>
                    <a:pt x="241" y="0"/>
                    <a:pt x="244" y="3"/>
                  </a:cubicBezTo>
                  <a:cubicBezTo>
                    <a:pt x="246" y="5"/>
                    <a:pt x="247" y="8"/>
                    <a:pt x="245" y="11"/>
                  </a:cubicBezTo>
                  <a:cubicBezTo>
                    <a:pt x="71" y="227"/>
                    <a:pt x="71" y="227"/>
                    <a:pt x="71" y="227"/>
                  </a:cubicBezTo>
                  <a:cubicBezTo>
                    <a:pt x="70" y="228"/>
                    <a:pt x="68" y="229"/>
                    <a:pt x="66" y="229"/>
                  </a:cubicBezTo>
                  <a:cubicBezTo>
                    <a:pt x="66" y="229"/>
                    <a:pt x="66" y="229"/>
                    <a:pt x="6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latin typeface="+mj-lt"/>
              </a:endParaRPr>
            </a:p>
          </p:txBody>
        </p:sp>
        <p:sp>
          <p:nvSpPr>
            <p:cNvPr id="126" name="Freeform 89">
              <a:extLst>
                <a:ext uri="{FF2B5EF4-FFF2-40B4-BE49-F238E27FC236}">
                  <a16:creationId xmlns:a16="http://schemas.microsoft.com/office/drawing/2014/main" id="{04185316-B34F-294A-A34C-BE4AAF5B7697}"/>
                </a:ext>
              </a:extLst>
            </p:cNvPr>
            <p:cNvSpPr>
              <a:spLocks/>
            </p:cNvSpPr>
            <p:nvPr/>
          </p:nvSpPr>
          <p:spPr bwMode="auto">
            <a:xfrm>
              <a:off x="5510" y="1808"/>
              <a:ext cx="337" cy="337"/>
            </a:xfrm>
            <a:custGeom>
              <a:avLst/>
              <a:gdLst>
                <a:gd name="T0" fmla="*/ 114 w 228"/>
                <a:gd name="T1" fmla="*/ 228 h 228"/>
                <a:gd name="T2" fmla="*/ 0 w 228"/>
                <a:gd name="T3" fmla="*/ 114 h 228"/>
                <a:gd name="T4" fmla="*/ 114 w 228"/>
                <a:gd name="T5" fmla="*/ 0 h 228"/>
                <a:gd name="T6" fmla="*/ 165 w 228"/>
                <a:gd name="T7" fmla="*/ 12 h 228"/>
                <a:gd name="T8" fmla="*/ 168 w 228"/>
                <a:gd name="T9" fmla="*/ 20 h 228"/>
                <a:gd name="T10" fmla="*/ 159 w 228"/>
                <a:gd name="T11" fmla="*/ 23 h 228"/>
                <a:gd name="T12" fmla="*/ 114 w 228"/>
                <a:gd name="T13" fmla="*/ 12 h 228"/>
                <a:gd name="T14" fmla="*/ 12 w 228"/>
                <a:gd name="T15" fmla="*/ 114 h 228"/>
                <a:gd name="T16" fmla="*/ 114 w 228"/>
                <a:gd name="T17" fmla="*/ 216 h 228"/>
                <a:gd name="T18" fmla="*/ 216 w 228"/>
                <a:gd name="T19" fmla="*/ 114 h 228"/>
                <a:gd name="T20" fmla="*/ 214 w 228"/>
                <a:gd name="T21" fmla="*/ 92 h 228"/>
                <a:gd name="T22" fmla="*/ 218 w 228"/>
                <a:gd name="T23" fmla="*/ 84 h 228"/>
                <a:gd name="T24" fmla="*/ 225 w 228"/>
                <a:gd name="T25" fmla="*/ 89 h 228"/>
                <a:gd name="T26" fmla="*/ 228 w 228"/>
                <a:gd name="T27" fmla="*/ 114 h 228"/>
                <a:gd name="T28" fmla="*/ 114 w 228"/>
                <a:gd name="T29"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8" h="228">
                  <a:moveTo>
                    <a:pt x="114" y="228"/>
                  </a:moveTo>
                  <a:cubicBezTo>
                    <a:pt x="51" y="228"/>
                    <a:pt x="0" y="177"/>
                    <a:pt x="0" y="114"/>
                  </a:cubicBezTo>
                  <a:cubicBezTo>
                    <a:pt x="0" y="51"/>
                    <a:pt x="51" y="0"/>
                    <a:pt x="114" y="0"/>
                  </a:cubicBezTo>
                  <a:cubicBezTo>
                    <a:pt x="132" y="0"/>
                    <a:pt x="149" y="4"/>
                    <a:pt x="165" y="12"/>
                  </a:cubicBezTo>
                  <a:cubicBezTo>
                    <a:pt x="168" y="14"/>
                    <a:pt x="169" y="17"/>
                    <a:pt x="168" y="20"/>
                  </a:cubicBezTo>
                  <a:cubicBezTo>
                    <a:pt x="166" y="23"/>
                    <a:pt x="162" y="24"/>
                    <a:pt x="159" y="23"/>
                  </a:cubicBezTo>
                  <a:cubicBezTo>
                    <a:pt x="145" y="16"/>
                    <a:pt x="130" y="12"/>
                    <a:pt x="114" y="12"/>
                  </a:cubicBezTo>
                  <a:cubicBezTo>
                    <a:pt x="58" y="12"/>
                    <a:pt x="12" y="58"/>
                    <a:pt x="12" y="114"/>
                  </a:cubicBezTo>
                  <a:cubicBezTo>
                    <a:pt x="12" y="170"/>
                    <a:pt x="58" y="216"/>
                    <a:pt x="114" y="216"/>
                  </a:cubicBezTo>
                  <a:cubicBezTo>
                    <a:pt x="170" y="216"/>
                    <a:pt x="216" y="170"/>
                    <a:pt x="216" y="114"/>
                  </a:cubicBezTo>
                  <a:cubicBezTo>
                    <a:pt x="216" y="107"/>
                    <a:pt x="215" y="99"/>
                    <a:pt x="214" y="92"/>
                  </a:cubicBezTo>
                  <a:cubicBezTo>
                    <a:pt x="213" y="88"/>
                    <a:pt x="215" y="85"/>
                    <a:pt x="218" y="84"/>
                  </a:cubicBezTo>
                  <a:cubicBezTo>
                    <a:pt x="221" y="84"/>
                    <a:pt x="225" y="86"/>
                    <a:pt x="225" y="89"/>
                  </a:cubicBezTo>
                  <a:cubicBezTo>
                    <a:pt x="227" y="97"/>
                    <a:pt x="228" y="106"/>
                    <a:pt x="228" y="114"/>
                  </a:cubicBezTo>
                  <a:cubicBezTo>
                    <a:pt x="228" y="177"/>
                    <a:pt x="177" y="228"/>
                    <a:pt x="114" y="2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latin typeface="+mj-lt"/>
              </a:endParaRPr>
            </a:p>
          </p:txBody>
        </p:sp>
      </p:grpSp>
      <p:grpSp>
        <p:nvGrpSpPr>
          <p:cNvPr id="127" name="Group 78">
            <a:extLst>
              <a:ext uri="{FF2B5EF4-FFF2-40B4-BE49-F238E27FC236}">
                <a16:creationId xmlns:a16="http://schemas.microsoft.com/office/drawing/2014/main" id="{11722946-2303-184D-8463-D62F3154D89B}"/>
              </a:ext>
            </a:extLst>
          </p:cNvPr>
          <p:cNvGrpSpPr>
            <a:grpSpLocks noChangeAspect="1"/>
          </p:cNvGrpSpPr>
          <p:nvPr userDrawn="1"/>
        </p:nvGrpSpPr>
        <p:grpSpPr bwMode="auto">
          <a:xfrm>
            <a:off x="5953323" y="1958607"/>
            <a:ext cx="332545" cy="442701"/>
            <a:chOff x="5561" y="440"/>
            <a:chExt cx="320" cy="426"/>
          </a:xfrm>
          <a:solidFill>
            <a:schemeClr val="accent1"/>
          </a:solidFill>
        </p:grpSpPr>
        <p:sp>
          <p:nvSpPr>
            <p:cNvPr id="128" name="Freeform 79">
              <a:extLst>
                <a:ext uri="{FF2B5EF4-FFF2-40B4-BE49-F238E27FC236}">
                  <a16:creationId xmlns:a16="http://schemas.microsoft.com/office/drawing/2014/main" id="{B5E1DA5A-F0CE-4447-9220-974C2855E08C}"/>
                </a:ext>
              </a:extLst>
            </p:cNvPr>
            <p:cNvSpPr>
              <a:spLocks noEditPoints="1"/>
            </p:cNvSpPr>
            <p:nvPr/>
          </p:nvSpPr>
          <p:spPr bwMode="auto">
            <a:xfrm>
              <a:off x="5561" y="440"/>
              <a:ext cx="320" cy="426"/>
            </a:xfrm>
            <a:custGeom>
              <a:avLst/>
              <a:gdLst>
                <a:gd name="T0" fmla="*/ 210 w 216"/>
                <a:gd name="T1" fmla="*/ 288 h 288"/>
                <a:gd name="T2" fmla="*/ 6 w 216"/>
                <a:gd name="T3" fmla="*/ 288 h 288"/>
                <a:gd name="T4" fmla="*/ 0 w 216"/>
                <a:gd name="T5" fmla="*/ 282 h 288"/>
                <a:gd name="T6" fmla="*/ 0 w 216"/>
                <a:gd name="T7" fmla="*/ 6 h 288"/>
                <a:gd name="T8" fmla="*/ 6 w 216"/>
                <a:gd name="T9" fmla="*/ 0 h 288"/>
                <a:gd name="T10" fmla="*/ 138 w 216"/>
                <a:gd name="T11" fmla="*/ 0 h 288"/>
                <a:gd name="T12" fmla="*/ 142 w 216"/>
                <a:gd name="T13" fmla="*/ 2 h 288"/>
                <a:gd name="T14" fmla="*/ 214 w 216"/>
                <a:gd name="T15" fmla="*/ 74 h 288"/>
                <a:gd name="T16" fmla="*/ 216 w 216"/>
                <a:gd name="T17" fmla="*/ 78 h 288"/>
                <a:gd name="T18" fmla="*/ 216 w 216"/>
                <a:gd name="T19" fmla="*/ 282 h 288"/>
                <a:gd name="T20" fmla="*/ 210 w 216"/>
                <a:gd name="T21" fmla="*/ 288 h 288"/>
                <a:gd name="T22" fmla="*/ 12 w 216"/>
                <a:gd name="T23" fmla="*/ 276 h 288"/>
                <a:gd name="T24" fmla="*/ 204 w 216"/>
                <a:gd name="T25" fmla="*/ 276 h 288"/>
                <a:gd name="T26" fmla="*/ 204 w 216"/>
                <a:gd name="T27" fmla="*/ 81 h 288"/>
                <a:gd name="T28" fmla="*/ 136 w 216"/>
                <a:gd name="T29" fmla="*/ 12 h 288"/>
                <a:gd name="T30" fmla="*/ 12 w 216"/>
                <a:gd name="T31" fmla="*/ 12 h 288"/>
                <a:gd name="T32" fmla="*/ 12 w 216"/>
                <a:gd name="T33" fmla="*/ 27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6" h="288">
                  <a:moveTo>
                    <a:pt x="210" y="288"/>
                  </a:moveTo>
                  <a:cubicBezTo>
                    <a:pt x="6" y="288"/>
                    <a:pt x="6" y="288"/>
                    <a:pt x="6" y="288"/>
                  </a:cubicBezTo>
                  <a:cubicBezTo>
                    <a:pt x="3" y="288"/>
                    <a:pt x="0" y="286"/>
                    <a:pt x="0" y="282"/>
                  </a:cubicBezTo>
                  <a:cubicBezTo>
                    <a:pt x="0" y="6"/>
                    <a:pt x="0" y="6"/>
                    <a:pt x="0" y="6"/>
                  </a:cubicBezTo>
                  <a:cubicBezTo>
                    <a:pt x="0" y="3"/>
                    <a:pt x="3" y="0"/>
                    <a:pt x="6" y="0"/>
                  </a:cubicBezTo>
                  <a:cubicBezTo>
                    <a:pt x="138" y="0"/>
                    <a:pt x="138" y="0"/>
                    <a:pt x="138" y="0"/>
                  </a:cubicBezTo>
                  <a:cubicBezTo>
                    <a:pt x="140" y="0"/>
                    <a:pt x="141" y="1"/>
                    <a:pt x="142" y="2"/>
                  </a:cubicBezTo>
                  <a:cubicBezTo>
                    <a:pt x="214" y="74"/>
                    <a:pt x="214" y="74"/>
                    <a:pt x="214" y="74"/>
                  </a:cubicBezTo>
                  <a:cubicBezTo>
                    <a:pt x="216" y="75"/>
                    <a:pt x="216" y="77"/>
                    <a:pt x="216" y="78"/>
                  </a:cubicBezTo>
                  <a:cubicBezTo>
                    <a:pt x="216" y="282"/>
                    <a:pt x="216" y="282"/>
                    <a:pt x="216" y="282"/>
                  </a:cubicBezTo>
                  <a:cubicBezTo>
                    <a:pt x="216" y="286"/>
                    <a:pt x="214" y="288"/>
                    <a:pt x="210" y="288"/>
                  </a:cubicBezTo>
                  <a:close/>
                  <a:moveTo>
                    <a:pt x="12" y="276"/>
                  </a:moveTo>
                  <a:cubicBezTo>
                    <a:pt x="204" y="276"/>
                    <a:pt x="204" y="276"/>
                    <a:pt x="204" y="276"/>
                  </a:cubicBezTo>
                  <a:cubicBezTo>
                    <a:pt x="204" y="81"/>
                    <a:pt x="204" y="81"/>
                    <a:pt x="204" y="81"/>
                  </a:cubicBezTo>
                  <a:cubicBezTo>
                    <a:pt x="136" y="12"/>
                    <a:pt x="136" y="12"/>
                    <a:pt x="136" y="12"/>
                  </a:cubicBezTo>
                  <a:cubicBezTo>
                    <a:pt x="12" y="12"/>
                    <a:pt x="12" y="12"/>
                    <a:pt x="12" y="12"/>
                  </a:cubicBezTo>
                  <a:lnTo>
                    <a:pt x="1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29" name="Freeform 80">
              <a:extLst>
                <a:ext uri="{FF2B5EF4-FFF2-40B4-BE49-F238E27FC236}">
                  <a16:creationId xmlns:a16="http://schemas.microsoft.com/office/drawing/2014/main" id="{ABA3B36B-BE79-3540-89D8-3AD859FC58BF}"/>
                </a:ext>
              </a:extLst>
            </p:cNvPr>
            <p:cNvSpPr>
              <a:spLocks/>
            </p:cNvSpPr>
            <p:nvPr/>
          </p:nvSpPr>
          <p:spPr bwMode="auto">
            <a:xfrm>
              <a:off x="5757" y="440"/>
              <a:ext cx="124" cy="125"/>
            </a:xfrm>
            <a:custGeom>
              <a:avLst/>
              <a:gdLst>
                <a:gd name="T0" fmla="*/ 78 w 84"/>
                <a:gd name="T1" fmla="*/ 84 h 84"/>
                <a:gd name="T2" fmla="*/ 6 w 84"/>
                <a:gd name="T3" fmla="*/ 84 h 84"/>
                <a:gd name="T4" fmla="*/ 0 w 84"/>
                <a:gd name="T5" fmla="*/ 78 h 84"/>
                <a:gd name="T6" fmla="*/ 0 w 84"/>
                <a:gd name="T7" fmla="*/ 6 h 84"/>
                <a:gd name="T8" fmla="*/ 6 w 84"/>
                <a:gd name="T9" fmla="*/ 0 h 84"/>
                <a:gd name="T10" fmla="*/ 12 w 84"/>
                <a:gd name="T11" fmla="*/ 6 h 84"/>
                <a:gd name="T12" fmla="*/ 12 w 84"/>
                <a:gd name="T13" fmla="*/ 72 h 84"/>
                <a:gd name="T14" fmla="*/ 78 w 84"/>
                <a:gd name="T15" fmla="*/ 72 h 84"/>
                <a:gd name="T16" fmla="*/ 84 w 84"/>
                <a:gd name="T17" fmla="*/ 78 h 84"/>
                <a:gd name="T18" fmla="*/ 78 w 84"/>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84">
                  <a:moveTo>
                    <a:pt x="78" y="84"/>
                  </a:moveTo>
                  <a:cubicBezTo>
                    <a:pt x="6" y="84"/>
                    <a:pt x="6" y="84"/>
                    <a:pt x="6" y="84"/>
                  </a:cubicBezTo>
                  <a:cubicBezTo>
                    <a:pt x="3" y="84"/>
                    <a:pt x="0" y="82"/>
                    <a:pt x="0" y="78"/>
                  </a:cubicBezTo>
                  <a:cubicBezTo>
                    <a:pt x="0" y="6"/>
                    <a:pt x="0" y="6"/>
                    <a:pt x="0" y="6"/>
                  </a:cubicBezTo>
                  <a:cubicBezTo>
                    <a:pt x="0" y="3"/>
                    <a:pt x="3" y="0"/>
                    <a:pt x="6" y="0"/>
                  </a:cubicBezTo>
                  <a:cubicBezTo>
                    <a:pt x="10" y="0"/>
                    <a:pt x="12" y="3"/>
                    <a:pt x="12" y="6"/>
                  </a:cubicBezTo>
                  <a:cubicBezTo>
                    <a:pt x="12" y="72"/>
                    <a:pt x="12" y="72"/>
                    <a:pt x="12" y="72"/>
                  </a:cubicBezTo>
                  <a:cubicBezTo>
                    <a:pt x="78" y="72"/>
                    <a:pt x="78" y="72"/>
                    <a:pt x="78" y="72"/>
                  </a:cubicBezTo>
                  <a:cubicBezTo>
                    <a:pt x="82" y="72"/>
                    <a:pt x="84" y="75"/>
                    <a:pt x="84" y="78"/>
                  </a:cubicBezTo>
                  <a:cubicBezTo>
                    <a:pt x="84" y="82"/>
                    <a:pt x="82" y="84"/>
                    <a:pt x="78"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30" name="Freeform 81">
              <a:extLst>
                <a:ext uri="{FF2B5EF4-FFF2-40B4-BE49-F238E27FC236}">
                  <a16:creationId xmlns:a16="http://schemas.microsoft.com/office/drawing/2014/main" id="{25C5AFD0-4C23-1A40-A6D1-BE0869FC7639}"/>
                </a:ext>
              </a:extLst>
            </p:cNvPr>
            <p:cNvSpPr>
              <a:spLocks/>
            </p:cNvSpPr>
            <p:nvPr/>
          </p:nvSpPr>
          <p:spPr bwMode="auto">
            <a:xfrm>
              <a:off x="5721" y="618"/>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31" name="Freeform 82">
              <a:extLst>
                <a:ext uri="{FF2B5EF4-FFF2-40B4-BE49-F238E27FC236}">
                  <a16:creationId xmlns:a16="http://schemas.microsoft.com/office/drawing/2014/main" id="{D412E5BA-BAFD-7249-9FD7-E1C872BDFC99}"/>
                </a:ext>
              </a:extLst>
            </p:cNvPr>
            <p:cNvSpPr>
              <a:spLocks/>
            </p:cNvSpPr>
            <p:nvPr/>
          </p:nvSpPr>
          <p:spPr bwMode="auto">
            <a:xfrm>
              <a:off x="5721" y="689"/>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32" name="Freeform 83">
              <a:extLst>
                <a:ext uri="{FF2B5EF4-FFF2-40B4-BE49-F238E27FC236}">
                  <a16:creationId xmlns:a16="http://schemas.microsoft.com/office/drawing/2014/main" id="{427BAFDA-991B-DF4F-A7FE-4061E7986915}"/>
                </a:ext>
              </a:extLst>
            </p:cNvPr>
            <p:cNvSpPr>
              <a:spLocks/>
            </p:cNvSpPr>
            <p:nvPr/>
          </p:nvSpPr>
          <p:spPr bwMode="auto">
            <a:xfrm>
              <a:off x="5721" y="760"/>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33" name="Freeform 84">
              <a:extLst>
                <a:ext uri="{FF2B5EF4-FFF2-40B4-BE49-F238E27FC236}">
                  <a16:creationId xmlns:a16="http://schemas.microsoft.com/office/drawing/2014/main" id="{B4508F28-8BDC-9245-9C66-6834A3DEBB70}"/>
                </a:ext>
              </a:extLst>
            </p:cNvPr>
            <p:cNvSpPr>
              <a:spLocks/>
            </p:cNvSpPr>
            <p:nvPr/>
          </p:nvSpPr>
          <p:spPr bwMode="auto">
            <a:xfrm>
              <a:off x="5614" y="582"/>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34" name="Freeform 85">
              <a:extLst>
                <a:ext uri="{FF2B5EF4-FFF2-40B4-BE49-F238E27FC236}">
                  <a16:creationId xmlns:a16="http://schemas.microsoft.com/office/drawing/2014/main" id="{4B821B86-B791-D441-90DA-D286CAEB5607}"/>
                </a:ext>
              </a:extLst>
            </p:cNvPr>
            <p:cNvSpPr>
              <a:spLocks/>
            </p:cNvSpPr>
            <p:nvPr/>
          </p:nvSpPr>
          <p:spPr bwMode="auto">
            <a:xfrm>
              <a:off x="5614" y="653"/>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35" name="Freeform 86">
              <a:extLst>
                <a:ext uri="{FF2B5EF4-FFF2-40B4-BE49-F238E27FC236}">
                  <a16:creationId xmlns:a16="http://schemas.microsoft.com/office/drawing/2014/main" id="{0961530D-62F0-7F40-BD08-0D4F17005F35}"/>
                </a:ext>
              </a:extLst>
            </p:cNvPr>
            <p:cNvSpPr>
              <a:spLocks/>
            </p:cNvSpPr>
            <p:nvPr/>
          </p:nvSpPr>
          <p:spPr bwMode="auto">
            <a:xfrm>
              <a:off x="5614" y="724"/>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136" name="Group 45">
            <a:extLst>
              <a:ext uri="{FF2B5EF4-FFF2-40B4-BE49-F238E27FC236}">
                <a16:creationId xmlns:a16="http://schemas.microsoft.com/office/drawing/2014/main" id="{516FF822-0AC6-8F49-982F-1D1D7300DD43}"/>
              </a:ext>
            </a:extLst>
          </p:cNvPr>
          <p:cNvGrpSpPr>
            <a:grpSpLocks noChangeAspect="1"/>
          </p:cNvGrpSpPr>
          <p:nvPr userDrawn="1"/>
        </p:nvGrpSpPr>
        <p:grpSpPr bwMode="auto">
          <a:xfrm>
            <a:off x="783204" y="3116889"/>
            <a:ext cx="481666" cy="481666"/>
            <a:chOff x="5507" y="439"/>
            <a:chExt cx="426" cy="426"/>
          </a:xfrm>
          <a:solidFill>
            <a:schemeClr val="accent1"/>
          </a:solidFill>
        </p:grpSpPr>
        <p:sp>
          <p:nvSpPr>
            <p:cNvPr id="137" name="Freeform 46">
              <a:extLst>
                <a:ext uri="{FF2B5EF4-FFF2-40B4-BE49-F238E27FC236}">
                  <a16:creationId xmlns:a16="http://schemas.microsoft.com/office/drawing/2014/main" id="{F4B73D59-02E7-6541-B93C-C6650620AAF5}"/>
                </a:ext>
              </a:extLst>
            </p:cNvPr>
            <p:cNvSpPr>
              <a:spLocks noEditPoints="1"/>
            </p:cNvSpPr>
            <p:nvPr/>
          </p:nvSpPr>
          <p:spPr bwMode="auto">
            <a:xfrm>
              <a:off x="5596" y="652"/>
              <a:ext cx="124" cy="124"/>
            </a:xfrm>
            <a:custGeom>
              <a:avLst/>
              <a:gdLst>
                <a:gd name="T0" fmla="*/ 42 w 84"/>
                <a:gd name="T1" fmla="*/ 84 h 84"/>
                <a:gd name="T2" fmla="*/ 0 w 84"/>
                <a:gd name="T3" fmla="*/ 42 h 84"/>
                <a:gd name="T4" fmla="*/ 42 w 84"/>
                <a:gd name="T5" fmla="*/ 0 h 84"/>
                <a:gd name="T6" fmla="*/ 84 w 84"/>
                <a:gd name="T7" fmla="*/ 42 h 84"/>
                <a:gd name="T8" fmla="*/ 42 w 84"/>
                <a:gd name="T9" fmla="*/ 84 h 84"/>
                <a:gd name="T10" fmla="*/ 42 w 84"/>
                <a:gd name="T11" fmla="*/ 12 h 84"/>
                <a:gd name="T12" fmla="*/ 12 w 84"/>
                <a:gd name="T13" fmla="*/ 42 h 84"/>
                <a:gd name="T14" fmla="*/ 42 w 84"/>
                <a:gd name="T15" fmla="*/ 72 h 84"/>
                <a:gd name="T16" fmla="*/ 72 w 84"/>
                <a:gd name="T17" fmla="*/ 42 h 84"/>
                <a:gd name="T18" fmla="*/ 42 w 84"/>
                <a:gd name="T19" fmla="*/ 1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84">
                  <a:moveTo>
                    <a:pt x="42" y="84"/>
                  </a:moveTo>
                  <a:cubicBezTo>
                    <a:pt x="19" y="84"/>
                    <a:pt x="0" y="65"/>
                    <a:pt x="0" y="42"/>
                  </a:cubicBezTo>
                  <a:cubicBezTo>
                    <a:pt x="0" y="18"/>
                    <a:pt x="19" y="0"/>
                    <a:pt x="42" y="0"/>
                  </a:cubicBezTo>
                  <a:cubicBezTo>
                    <a:pt x="66" y="0"/>
                    <a:pt x="84" y="18"/>
                    <a:pt x="84" y="42"/>
                  </a:cubicBezTo>
                  <a:cubicBezTo>
                    <a:pt x="84" y="65"/>
                    <a:pt x="66" y="84"/>
                    <a:pt x="42" y="84"/>
                  </a:cubicBezTo>
                  <a:close/>
                  <a:moveTo>
                    <a:pt x="42" y="12"/>
                  </a:moveTo>
                  <a:cubicBezTo>
                    <a:pt x="26" y="12"/>
                    <a:pt x="12" y="25"/>
                    <a:pt x="12" y="42"/>
                  </a:cubicBezTo>
                  <a:cubicBezTo>
                    <a:pt x="12" y="58"/>
                    <a:pt x="26" y="72"/>
                    <a:pt x="42" y="72"/>
                  </a:cubicBezTo>
                  <a:cubicBezTo>
                    <a:pt x="59" y="72"/>
                    <a:pt x="72" y="58"/>
                    <a:pt x="72" y="42"/>
                  </a:cubicBezTo>
                  <a:cubicBezTo>
                    <a:pt x="72" y="25"/>
                    <a:pt x="59"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38" name="Freeform 47">
              <a:extLst>
                <a:ext uri="{FF2B5EF4-FFF2-40B4-BE49-F238E27FC236}">
                  <a16:creationId xmlns:a16="http://schemas.microsoft.com/office/drawing/2014/main" id="{A069EDB2-D1F1-4B46-9633-D4A833BD8A7A}"/>
                </a:ext>
              </a:extLst>
            </p:cNvPr>
            <p:cNvSpPr>
              <a:spLocks noEditPoints="1"/>
            </p:cNvSpPr>
            <p:nvPr/>
          </p:nvSpPr>
          <p:spPr bwMode="auto">
            <a:xfrm>
              <a:off x="5809" y="492"/>
              <a:ext cx="71"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8" y="0"/>
                    <a:pt x="48" y="10"/>
                    <a:pt x="48" y="24"/>
                  </a:cubicBezTo>
                  <a:cubicBezTo>
                    <a:pt x="48" y="37"/>
                    <a:pt x="38"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39" name="Freeform 48">
              <a:extLst>
                <a:ext uri="{FF2B5EF4-FFF2-40B4-BE49-F238E27FC236}">
                  <a16:creationId xmlns:a16="http://schemas.microsoft.com/office/drawing/2014/main" id="{28E39315-063A-D84B-9973-3C71C544EA25}"/>
                </a:ext>
              </a:extLst>
            </p:cNvPr>
            <p:cNvSpPr>
              <a:spLocks noEditPoints="1"/>
            </p:cNvSpPr>
            <p:nvPr/>
          </p:nvSpPr>
          <p:spPr bwMode="auto">
            <a:xfrm>
              <a:off x="5507" y="563"/>
              <a:ext cx="302" cy="302"/>
            </a:xfrm>
            <a:custGeom>
              <a:avLst/>
              <a:gdLst>
                <a:gd name="T0" fmla="*/ 79 w 204"/>
                <a:gd name="T1" fmla="*/ 204 h 204"/>
                <a:gd name="T2" fmla="*/ 73 w 204"/>
                <a:gd name="T3" fmla="*/ 180 h 204"/>
                <a:gd name="T4" fmla="*/ 34 w 204"/>
                <a:gd name="T5" fmla="*/ 176 h 204"/>
                <a:gd name="T6" fmla="*/ 2 w 204"/>
                <a:gd name="T7" fmla="*/ 132 h 204"/>
                <a:gd name="T8" fmla="*/ 19 w 204"/>
                <a:gd name="T9" fmla="*/ 115 h 204"/>
                <a:gd name="T10" fmla="*/ 19 w 204"/>
                <a:gd name="T11" fmla="*/ 88 h 204"/>
                <a:gd name="T12" fmla="*/ 2 w 204"/>
                <a:gd name="T13" fmla="*/ 76 h 204"/>
                <a:gd name="T14" fmla="*/ 26 w 204"/>
                <a:gd name="T15" fmla="*/ 30 h 204"/>
                <a:gd name="T16" fmla="*/ 50 w 204"/>
                <a:gd name="T17" fmla="*/ 36 h 204"/>
                <a:gd name="T18" fmla="*/ 73 w 204"/>
                <a:gd name="T19" fmla="*/ 6 h 204"/>
                <a:gd name="T20" fmla="*/ 127 w 204"/>
                <a:gd name="T21" fmla="*/ 0 h 204"/>
                <a:gd name="T22" fmla="*/ 133 w 204"/>
                <a:gd name="T23" fmla="*/ 23 h 204"/>
                <a:gd name="T24" fmla="*/ 170 w 204"/>
                <a:gd name="T25" fmla="*/ 28 h 204"/>
                <a:gd name="T26" fmla="*/ 179 w 204"/>
                <a:gd name="T27" fmla="*/ 30 h 204"/>
                <a:gd name="T28" fmla="*/ 200 w 204"/>
                <a:gd name="T29" fmla="*/ 80 h 204"/>
                <a:gd name="T30" fmla="*/ 186 w 204"/>
                <a:gd name="T31" fmla="*/ 102 h 204"/>
                <a:gd name="T32" fmla="*/ 201 w 204"/>
                <a:gd name="T33" fmla="*/ 124 h 204"/>
                <a:gd name="T34" fmla="*/ 179 w 204"/>
                <a:gd name="T35" fmla="*/ 173 h 204"/>
                <a:gd name="T36" fmla="*/ 171 w 204"/>
                <a:gd name="T37" fmla="*/ 176 h 204"/>
                <a:gd name="T38" fmla="*/ 133 w 204"/>
                <a:gd name="T39" fmla="*/ 180 h 204"/>
                <a:gd name="T40" fmla="*/ 127 w 204"/>
                <a:gd name="T41" fmla="*/ 204 h 204"/>
                <a:gd name="T42" fmla="*/ 121 w 204"/>
                <a:gd name="T43" fmla="*/ 192 h 204"/>
                <a:gd name="T44" fmla="*/ 126 w 204"/>
                <a:gd name="T45" fmla="*/ 170 h 204"/>
                <a:gd name="T46" fmla="*/ 158 w 204"/>
                <a:gd name="T47" fmla="*/ 154 h 204"/>
                <a:gd name="T48" fmla="*/ 189 w 204"/>
                <a:gd name="T49" fmla="*/ 131 h 204"/>
                <a:gd name="T50" fmla="*/ 173 w 204"/>
                <a:gd name="T51" fmla="*/ 117 h 204"/>
                <a:gd name="T52" fmla="*/ 173 w 204"/>
                <a:gd name="T53" fmla="*/ 87 h 204"/>
                <a:gd name="T54" fmla="*/ 189 w 204"/>
                <a:gd name="T55" fmla="*/ 72 h 204"/>
                <a:gd name="T56" fmla="*/ 158 w 204"/>
                <a:gd name="T57" fmla="*/ 49 h 204"/>
                <a:gd name="T58" fmla="*/ 126 w 204"/>
                <a:gd name="T59" fmla="*/ 33 h 204"/>
                <a:gd name="T60" fmla="*/ 121 w 204"/>
                <a:gd name="T61" fmla="*/ 12 h 204"/>
                <a:gd name="T62" fmla="*/ 85 w 204"/>
                <a:gd name="T63" fmla="*/ 27 h 204"/>
                <a:gd name="T64" fmla="*/ 55 w 204"/>
                <a:gd name="T65" fmla="*/ 48 h 204"/>
                <a:gd name="T66" fmla="*/ 34 w 204"/>
                <a:gd name="T67" fmla="*/ 41 h 204"/>
                <a:gd name="T68" fmla="*/ 29 w 204"/>
                <a:gd name="T69" fmla="*/ 80 h 204"/>
                <a:gd name="T70" fmla="*/ 30 w 204"/>
                <a:gd name="T71" fmla="*/ 102 h 204"/>
                <a:gd name="T72" fmla="*/ 29 w 204"/>
                <a:gd name="T73" fmla="*/ 123 h 204"/>
                <a:gd name="T74" fmla="*/ 33 w 204"/>
                <a:gd name="T75" fmla="*/ 162 h 204"/>
                <a:gd name="T76" fmla="*/ 55 w 204"/>
                <a:gd name="T77" fmla="*/ 155 h 204"/>
                <a:gd name="T78" fmla="*/ 85 w 204"/>
                <a:gd name="T79" fmla="*/ 17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04" h="204">
                  <a:moveTo>
                    <a:pt x="127" y="204"/>
                  </a:moveTo>
                  <a:cubicBezTo>
                    <a:pt x="79" y="204"/>
                    <a:pt x="79" y="204"/>
                    <a:pt x="79" y="204"/>
                  </a:cubicBezTo>
                  <a:cubicBezTo>
                    <a:pt x="76" y="204"/>
                    <a:pt x="73" y="201"/>
                    <a:pt x="73" y="198"/>
                  </a:cubicBezTo>
                  <a:cubicBezTo>
                    <a:pt x="73" y="180"/>
                    <a:pt x="73" y="180"/>
                    <a:pt x="73" y="180"/>
                  </a:cubicBezTo>
                  <a:cubicBezTo>
                    <a:pt x="65" y="177"/>
                    <a:pt x="57" y="173"/>
                    <a:pt x="50" y="167"/>
                  </a:cubicBezTo>
                  <a:cubicBezTo>
                    <a:pt x="34" y="176"/>
                    <a:pt x="34" y="176"/>
                    <a:pt x="34" y="176"/>
                  </a:cubicBezTo>
                  <a:cubicBezTo>
                    <a:pt x="31" y="177"/>
                    <a:pt x="28" y="176"/>
                    <a:pt x="26" y="173"/>
                  </a:cubicBezTo>
                  <a:cubicBezTo>
                    <a:pt x="2" y="132"/>
                    <a:pt x="2" y="132"/>
                    <a:pt x="2" y="132"/>
                  </a:cubicBezTo>
                  <a:cubicBezTo>
                    <a:pt x="0" y="129"/>
                    <a:pt x="1" y="125"/>
                    <a:pt x="4" y="124"/>
                  </a:cubicBezTo>
                  <a:cubicBezTo>
                    <a:pt x="19" y="115"/>
                    <a:pt x="19" y="115"/>
                    <a:pt x="19" y="115"/>
                  </a:cubicBezTo>
                  <a:cubicBezTo>
                    <a:pt x="19" y="111"/>
                    <a:pt x="18" y="106"/>
                    <a:pt x="18" y="102"/>
                  </a:cubicBezTo>
                  <a:cubicBezTo>
                    <a:pt x="18" y="97"/>
                    <a:pt x="19" y="93"/>
                    <a:pt x="19" y="88"/>
                  </a:cubicBezTo>
                  <a:cubicBezTo>
                    <a:pt x="4" y="80"/>
                    <a:pt x="4" y="80"/>
                    <a:pt x="4" y="80"/>
                  </a:cubicBezTo>
                  <a:cubicBezTo>
                    <a:pt x="3" y="79"/>
                    <a:pt x="2" y="78"/>
                    <a:pt x="2" y="76"/>
                  </a:cubicBezTo>
                  <a:cubicBezTo>
                    <a:pt x="1" y="74"/>
                    <a:pt x="1" y="73"/>
                    <a:pt x="2" y="71"/>
                  </a:cubicBezTo>
                  <a:cubicBezTo>
                    <a:pt x="26" y="30"/>
                    <a:pt x="26" y="30"/>
                    <a:pt x="26" y="30"/>
                  </a:cubicBezTo>
                  <a:cubicBezTo>
                    <a:pt x="28" y="27"/>
                    <a:pt x="32" y="26"/>
                    <a:pt x="34" y="28"/>
                  </a:cubicBezTo>
                  <a:cubicBezTo>
                    <a:pt x="50" y="36"/>
                    <a:pt x="50" y="36"/>
                    <a:pt x="50" y="36"/>
                  </a:cubicBezTo>
                  <a:cubicBezTo>
                    <a:pt x="57" y="30"/>
                    <a:pt x="65" y="26"/>
                    <a:pt x="73" y="23"/>
                  </a:cubicBezTo>
                  <a:cubicBezTo>
                    <a:pt x="73" y="6"/>
                    <a:pt x="73" y="6"/>
                    <a:pt x="73" y="6"/>
                  </a:cubicBezTo>
                  <a:cubicBezTo>
                    <a:pt x="73" y="2"/>
                    <a:pt x="76" y="0"/>
                    <a:pt x="79" y="0"/>
                  </a:cubicBezTo>
                  <a:cubicBezTo>
                    <a:pt x="127" y="0"/>
                    <a:pt x="127" y="0"/>
                    <a:pt x="127" y="0"/>
                  </a:cubicBezTo>
                  <a:cubicBezTo>
                    <a:pt x="131" y="0"/>
                    <a:pt x="133" y="2"/>
                    <a:pt x="133" y="6"/>
                  </a:cubicBezTo>
                  <a:cubicBezTo>
                    <a:pt x="133" y="23"/>
                    <a:pt x="133" y="23"/>
                    <a:pt x="133" y="23"/>
                  </a:cubicBezTo>
                  <a:cubicBezTo>
                    <a:pt x="142" y="26"/>
                    <a:pt x="149" y="31"/>
                    <a:pt x="156" y="36"/>
                  </a:cubicBezTo>
                  <a:cubicBezTo>
                    <a:pt x="170" y="28"/>
                    <a:pt x="170" y="28"/>
                    <a:pt x="170" y="28"/>
                  </a:cubicBezTo>
                  <a:cubicBezTo>
                    <a:pt x="172" y="27"/>
                    <a:pt x="173" y="27"/>
                    <a:pt x="175" y="27"/>
                  </a:cubicBezTo>
                  <a:cubicBezTo>
                    <a:pt x="177" y="27"/>
                    <a:pt x="178" y="28"/>
                    <a:pt x="179" y="30"/>
                  </a:cubicBezTo>
                  <a:cubicBezTo>
                    <a:pt x="203" y="71"/>
                    <a:pt x="203" y="71"/>
                    <a:pt x="203" y="71"/>
                  </a:cubicBezTo>
                  <a:cubicBezTo>
                    <a:pt x="204" y="74"/>
                    <a:pt x="203" y="78"/>
                    <a:pt x="200" y="80"/>
                  </a:cubicBezTo>
                  <a:cubicBezTo>
                    <a:pt x="185" y="88"/>
                    <a:pt x="185" y="88"/>
                    <a:pt x="185" y="88"/>
                  </a:cubicBezTo>
                  <a:cubicBezTo>
                    <a:pt x="186" y="93"/>
                    <a:pt x="186" y="97"/>
                    <a:pt x="186" y="102"/>
                  </a:cubicBezTo>
                  <a:cubicBezTo>
                    <a:pt x="186" y="106"/>
                    <a:pt x="186" y="111"/>
                    <a:pt x="185" y="115"/>
                  </a:cubicBezTo>
                  <a:cubicBezTo>
                    <a:pt x="201" y="124"/>
                    <a:pt x="201" y="124"/>
                    <a:pt x="201" y="124"/>
                  </a:cubicBezTo>
                  <a:cubicBezTo>
                    <a:pt x="203" y="125"/>
                    <a:pt x="204" y="129"/>
                    <a:pt x="203" y="132"/>
                  </a:cubicBezTo>
                  <a:cubicBezTo>
                    <a:pt x="179" y="173"/>
                    <a:pt x="179" y="173"/>
                    <a:pt x="179" y="173"/>
                  </a:cubicBezTo>
                  <a:cubicBezTo>
                    <a:pt x="178" y="175"/>
                    <a:pt x="177" y="176"/>
                    <a:pt x="175" y="176"/>
                  </a:cubicBezTo>
                  <a:cubicBezTo>
                    <a:pt x="174" y="177"/>
                    <a:pt x="172" y="176"/>
                    <a:pt x="171" y="176"/>
                  </a:cubicBezTo>
                  <a:cubicBezTo>
                    <a:pt x="156" y="167"/>
                    <a:pt x="156" y="167"/>
                    <a:pt x="156" y="167"/>
                  </a:cubicBezTo>
                  <a:cubicBezTo>
                    <a:pt x="149" y="173"/>
                    <a:pt x="142" y="177"/>
                    <a:pt x="133" y="180"/>
                  </a:cubicBezTo>
                  <a:cubicBezTo>
                    <a:pt x="133" y="198"/>
                    <a:pt x="133" y="198"/>
                    <a:pt x="133" y="198"/>
                  </a:cubicBezTo>
                  <a:cubicBezTo>
                    <a:pt x="133" y="201"/>
                    <a:pt x="131" y="204"/>
                    <a:pt x="127" y="204"/>
                  </a:cubicBezTo>
                  <a:close/>
                  <a:moveTo>
                    <a:pt x="85" y="192"/>
                  </a:moveTo>
                  <a:cubicBezTo>
                    <a:pt x="121" y="192"/>
                    <a:pt x="121" y="192"/>
                    <a:pt x="121" y="192"/>
                  </a:cubicBezTo>
                  <a:cubicBezTo>
                    <a:pt x="121" y="176"/>
                    <a:pt x="121" y="176"/>
                    <a:pt x="121" y="176"/>
                  </a:cubicBezTo>
                  <a:cubicBezTo>
                    <a:pt x="121" y="173"/>
                    <a:pt x="123" y="171"/>
                    <a:pt x="126" y="170"/>
                  </a:cubicBezTo>
                  <a:cubicBezTo>
                    <a:pt x="136" y="167"/>
                    <a:pt x="143" y="162"/>
                    <a:pt x="151" y="155"/>
                  </a:cubicBezTo>
                  <a:cubicBezTo>
                    <a:pt x="153" y="153"/>
                    <a:pt x="156" y="153"/>
                    <a:pt x="158" y="154"/>
                  </a:cubicBezTo>
                  <a:cubicBezTo>
                    <a:pt x="172" y="162"/>
                    <a:pt x="172" y="162"/>
                    <a:pt x="172" y="162"/>
                  </a:cubicBezTo>
                  <a:cubicBezTo>
                    <a:pt x="189" y="131"/>
                    <a:pt x="189" y="131"/>
                    <a:pt x="189" y="131"/>
                  </a:cubicBezTo>
                  <a:cubicBezTo>
                    <a:pt x="176" y="123"/>
                    <a:pt x="176" y="123"/>
                    <a:pt x="176" y="123"/>
                  </a:cubicBezTo>
                  <a:cubicBezTo>
                    <a:pt x="173" y="122"/>
                    <a:pt x="172" y="119"/>
                    <a:pt x="173" y="117"/>
                  </a:cubicBezTo>
                  <a:cubicBezTo>
                    <a:pt x="174" y="112"/>
                    <a:pt x="174" y="107"/>
                    <a:pt x="174" y="102"/>
                  </a:cubicBezTo>
                  <a:cubicBezTo>
                    <a:pt x="174" y="97"/>
                    <a:pt x="174" y="92"/>
                    <a:pt x="173" y="87"/>
                  </a:cubicBezTo>
                  <a:cubicBezTo>
                    <a:pt x="172" y="84"/>
                    <a:pt x="173" y="81"/>
                    <a:pt x="176" y="80"/>
                  </a:cubicBezTo>
                  <a:cubicBezTo>
                    <a:pt x="189" y="72"/>
                    <a:pt x="189" y="72"/>
                    <a:pt x="189" y="72"/>
                  </a:cubicBezTo>
                  <a:cubicBezTo>
                    <a:pt x="171" y="41"/>
                    <a:pt x="171" y="41"/>
                    <a:pt x="171" y="41"/>
                  </a:cubicBezTo>
                  <a:cubicBezTo>
                    <a:pt x="158" y="49"/>
                    <a:pt x="158" y="49"/>
                    <a:pt x="158" y="49"/>
                  </a:cubicBezTo>
                  <a:cubicBezTo>
                    <a:pt x="156" y="50"/>
                    <a:pt x="153" y="50"/>
                    <a:pt x="151" y="48"/>
                  </a:cubicBezTo>
                  <a:cubicBezTo>
                    <a:pt x="143" y="41"/>
                    <a:pt x="136" y="36"/>
                    <a:pt x="126" y="33"/>
                  </a:cubicBezTo>
                  <a:cubicBezTo>
                    <a:pt x="123" y="33"/>
                    <a:pt x="121" y="30"/>
                    <a:pt x="121" y="27"/>
                  </a:cubicBezTo>
                  <a:cubicBezTo>
                    <a:pt x="121" y="12"/>
                    <a:pt x="121" y="12"/>
                    <a:pt x="121" y="12"/>
                  </a:cubicBezTo>
                  <a:cubicBezTo>
                    <a:pt x="85" y="12"/>
                    <a:pt x="85" y="12"/>
                    <a:pt x="85" y="12"/>
                  </a:cubicBezTo>
                  <a:cubicBezTo>
                    <a:pt x="85" y="27"/>
                    <a:pt x="85" y="27"/>
                    <a:pt x="85" y="27"/>
                  </a:cubicBezTo>
                  <a:cubicBezTo>
                    <a:pt x="85" y="30"/>
                    <a:pt x="83" y="32"/>
                    <a:pt x="81" y="33"/>
                  </a:cubicBezTo>
                  <a:cubicBezTo>
                    <a:pt x="71" y="36"/>
                    <a:pt x="63" y="40"/>
                    <a:pt x="55" y="48"/>
                  </a:cubicBezTo>
                  <a:cubicBezTo>
                    <a:pt x="53" y="50"/>
                    <a:pt x="50" y="50"/>
                    <a:pt x="48" y="49"/>
                  </a:cubicBezTo>
                  <a:cubicBezTo>
                    <a:pt x="34" y="41"/>
                    <a:pt x="34" y="41"/>
                    <a:pt x="34" y="41"/>
                  </a:cubicBezTo>
                  <a:cubicBezTo>
                    <a:pt x="16" y="72"/>
                    <a:pt x="16" y="72"/>
                    <a:pt x="16" y="72"/>
                  </a:cubicBezTo>
                  <a:cubicBezTo>
                    <a:pt x="29" y="80"/>
                    <a:pt x="29" y="80"/>
                    <a:pt x="29" y="80"/>
                  </a:cubicBezTo>
                  <a:cubicBezTo>
                    <a:pt x="31" y="81"/>
                    <a:pt x="33" y="84"/>
                    <a:pt x="32" y="87"/>
                  </a:cubicBezTo>
                  <a:cubicBezTo>
                    <a:pt x="31" y="92"/>
                    <a:pt x="30" y="97"/>
                    <a:pt x="30" y="102"/>
                  </a:cubicBezTo>
                  <a:cubicBezTo>
                    <a:pt x="30" y="107"/>
                    <a:pt x="31" y="112"/>
                    <a:pt x="32" y="117"/>
                  </a:cubicBezTo>
                  <a:cubicBezTo>
                    <a:pt x="33" y="119"/>
                    <a:pt x="31" y="122"/>
                    <a:pt x="29" y="123"/>
                  </a:cubicBezTo>
                  <a:cubicBezTo>
                    <a:pt x="15" y="131"/>
                    <a:pt x="15" y="131"/>
                    <a:pt x="15" y="131"/>
                  </a:cubicBezTo>
                  <a:cubicBezTo>
                    <a:pt x="33" y="162"/>
                    <a:pt x="33" y="162"/>
                    <a:pt x="33" y="162"/>
                  </a:cubicBezTo>
                  <a:cubicBezTo>
                    <a:pt x="48" y="154"/>
                    <a:pt x="48" y="154"/>
                    <a:pt x="48" y="154"/>
                  </a:cubicBezTo>
                  <a:cubicBezTo>
                    <a:pt x="50" y="153"/>
                    <a:pt x="53" y="153"/>
                    <a:pt x="55" y="155"/>
                  </a:cubicBezTo>
                  <a:cubicBezTo>
                    <a:pt x="63" y="163"/>
                    <a:pt x="71" y="167"/>
                    <a:pt x="81" y="170"/>
                  </a:cubicBezTo>
                  <a:cubicBezTo>
                    <a:pt x="83" y="171"/>
                    <a:pt x="85" y="173"/>
                    <a:pt x="85" y="176"/>
                  </a:cubicBezTo>
                  <a:lnTo>
                    <a:pt x="85"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40" name="Freeform 49">
              <a:extLst>
                <a:ext uri="{FF2B5EF4-FFF2-40B4-BE49-F238E27FC236}">
                  <a16:creationId xmlns:a16="http://schemas.microsoft.com/office/drawing/2014/main" id="{25703F0B-4AFB-1142-AB77-64647188DC7B}"/>
                </a:ext>
              </a:extLst>
            </p:cNvPr>
            <p:cNvSpPr>
              <a:spLocks noEditPoints="1"/>
            </p:cNvSpPr>
            <p:nvPr/>
          </p:nvSpPr>
          <p:spPr bwMode="auto">
            <a:xfrm>
              <a:off x="5757" y="439"/>
              <a:ext cx="176" cy="178"/>
            </a:xfrm>
            <a:custGeom>
              <a:avLst/>
              <a:gdLst>
                <a:gd name="T0" fmla="*/ 48 w 119"/>
                <a:gd name="T1" fmla="*/ 120 h 120"/>
                <a:gd name="T2" fmla="*/ 42 w 119"/>
                <a:gd name="T3" fmla="*/ 104 h 120"/>
                <a:gd name="T4" fmla="*/ 21 w 119"/>
                <a:gd name="T5" fmla="*/ 102 h 120"/>
                <a:gd name="T6" fmla="*/ 1 w 119"/>
                <a:gd name="T7" fmla="*/ 79 h 120"/>
                <a:gd name="T8" fmla="*/ 4 w 119"/>
                <a:gd name="T9" fmla="*/ 71 h 120"/>
                <a:gd name="T10" fmla="*/ 11 w 119"/>
                <a:gd name="T11" fmla="*/ 60 h 120"/>
                <a:gd name="T12" fmla="*/ 4 w 119"/>
                <a:gd name="T13" fmla="*/ 48 h 120"/>
                <a:gd name="T14" fmla="*/ 2 w 119"/>
                <a:gd name="T15" fmla="*/ 40 h 120"/>
                <a:gd name="T16" fmla="*/ 22 w 119"/>
                <a:gd name="T17" fmla="*/ 17 h 120"/>
                <a:gd name="T18" fmla="*/ 42 w 119"/>
                <a:gd name="T19" fmla="*/ 15 h 120"/>
                <a:gd name="T20" fmla="*/ 48 w 119"/>
                <a:gd name="T21" fmla="*/ 0 h 120"/>
                <a:gd name="T22" fmla="*/ 78 w 119"/>
                <a:gd name="T23" fmla="*/ 6 h 120"/>
                <a:gd name="T24" fmla="*/ 89 w 119"/>
                <a:gd name="T25" fmla="*/ 22 h 120"/>
                <a:gd name="T26" fmla="*/ 102 w 119"/>
                <a:gd name="T27" fmla="*/ 16 h 120"/>
                <a:gd name="T28" fmla="*/ 117 w 119"/>
                <a:gd name="T29" fmla="*/ 40 h 120"/>
                <a:gd name="T30" fmla="*/ 107 w 119"/>
                <a:gd name="T31" fmla="*/ 53 h 120"/>
                <a:gd name="T32" fmla="*/ 107 w 119"/>
                <a:gd name="T33" fmla="*/ 66 h 120"/>
                <a:gd name="T34" fmla="*/ 117 w 119"/>
                <a:gd name="T35" fmla="*/ 79 h 120"/>
                <a:gd name="T36" fmla="*/ 102 w 119"/>
                <a:gd name="T37" fmla="*/ 103 h 120"/>
                <a:gd name="T38" fmla="*/ 89 w 119"/>
                <a:gd name="T39" fmla="*/ 97 h 120"/>
                <a:gd name="T40" fmla="*/ 78 w 119"/>
                <a:gd name="T41" fmla="*/ 114 h 120"/>
                <a:gd name="T42" fmla="*/ 54 w 119"/>
                <a:gd name="T43" fmla="*/ 108 h 120"/>
                <a:gd name="T44" fmla="*/ 66 w 119"/>
                <a:gd name="T45" fmla="*/ 100 h 120"/>
                <a:gd name="T46" fmla="*/ 84 w 119"/>
                <a:gd name="T47" fmla="*/ 86 h 120"/>
                <a:gd name="T48" fmla="*/ 98 w 119"/>
                <a:gd name="T49" fmla="*/ 89 h 120"/>
                <a:gd name="T50" fmla="*/ 97 w 119"/>
                <a:gd name="T51" fmla="*/ 75 h 120"/>
                <a:gd name="T52" fmla="*/ 95 w 119"/>
                <a:gd name="T53" fmla="*/ 60 h 120"/>
                <a:gd name="T54" fmla="*/ 97 w 119"/>
                <a:gd name="T55" fmla="*/ 45 h 120"/>
                <a:gd name="T56" fmla="*/ 98 w 119"/>
                <a:gd name="T57" fmla="*/ 31 h 120"/>
                <a:gd name="T58" fmla="*/ 84 w 119"/>
                <a:gd name="T59" fmla="*/ 34 h 120"/>
                <a:gd name="T60" fmla="*/ 66 w 119"/>
                <a:gd name="T61" fmla="*/ 19 h 120"/>
                <a:gd name="T62" fmla="*/ 54 w 119"/>
                <a:gd name="T63" fmla="*/ 12 h 120"/>
                <a:gd name="T64" fmla="*/ 50 w 119"/>
                <a:gd name="T65" fmla="*/ 25 h 120"/>
                <a:gd name="T66" fmla="*/ 28 w 119"/>
                <a:gd name="T67" fmla="*/ 34 h 120"/>
                <a:gd name="T68" fmla="*/ 15 w 119"/>
                <a:gd name="T69" fmla="*/ 41 h 120"/>
                <a:gd name="T70" fmla="*/ 24 w 119"/>
                <a:gd name="T71" fmla="*/ 51 h 120"/>
                <a:gd name="T72" fmla="*/ 24 w 119"/>
                <a:gd name="T73" fmla="*/ 68 h 120"/>
                <a:gd name="T74" fmla="*/ 15 w 119"/>
                <a:gd name="T75" fmla="*/ 78 h 120"/>
                <a:gd name="T76" fmla="*/ 28 w 119"/>
                <a:gd name="T77" fmla="*/ 85 h 120"/>
                <a:gd name="T78" fmla="*/ 50 w 119"/>
                <a:gd name="T79" fmla="*/ 94 h 120"/>
                <a:gd name="T80" fmla="*/ 54 w 119"/>
                <a:gd name="T81"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9" h="120">
                  <a:moveTo>
                    <a:pt x="72" y="120"/>
                  </a:moveTo>
                  <a:cubicBezTo>
                    <a:pt x="48" y="120"/>
                    <a:pt x="48" y="120"/>
                    <a:pt x="48" y="120"/>
                  </a:cubicBezTo>
                  <a:cubicBezTo>
                    <a:pt x="45" y="120"/>
                    <a:pt x="42" y="117"/>
                    <a:pt x="42" y="114"/>
                  </a:cubicBezTo>
                  <a:cubicBezTo>
                    <a:pt x="42" y="104"/>
                    <a:pt x="42" y="104"/>
                    <a:pt x="42" y="104"/>
                  </a:cubicBezTo>
                  <a:cubicBezTo>
                    <a:pt x="38" y="102"/>
                    <a:pt x="34" y="100"/>
                    <a:pt x="30" y="97"/>
                  </a:cubicBezTo>
                  <a:cubicBezTo>
                    <a:pt x="21" y="102"/>
                    <a:pt x="21" y="102"/>
                    <a:pt x="21" y="102"/>
                  </a:cubicBezTo>
                  <a:cubicBezTo>
                    <a:pt x="19" y="104"/>
                    <a:pt x="15" y="103"/>
                    <a:pt x="13" y="100"/>
                  </a:cubicBezTo>
                  <a:cubicBezTo>
                    <a:pt x="1" y="79"/>
                    <a:pt x="1" y="79"/>
                    <a:pt x="1" y="79"/>
                  </a:cubicBezTo>
                  <a:cubicBezTo>
                    <a:pt x="1" y="78"/>
                    <a:pt x="0" y="76"/>
                    <a:pt x="1" y="75"/>
                  </a:cubicBezTo>
                  <a:cubicBezTo>
                    <a:pt x="1" y="73"/>
                    <a:pt x="2" y="72"/>
                    <a:pt x="4" y="71"/>
                  </a:cubicBezTo>
                  <a:cubicBezTo>
                    <a:pt x="12" y="66"/>
                    <a:pt x="12" y="66"/>
                    <a:pt x="12" y="66"/>
                  </a:cubicBezTo>
                  <a:cubicBezTo>
                    <a:pt x="12" y="64"/>
                    <a:pt x="11" y="62"/>
                    <a:pt x="11" y="60"/>
                  </a:cubicBezTo>
                  <a:cubicBezTo>
                    <a:pt x="11" y="57"/>
                    <a:pt x="12" y="55"/>
                    <a:pt x="12" y="53"/>
                  </a:cubicBezTo>
                  <a:cubicBezTo>
                    <a:pt x="4" y="48"/>
                    <a:pt x="4" y="48"/>
                    <a:pt x="4" y="48"/>
                  </a:cubicBezTo>
                  <a:cubicBezTo>
                    <a:pt x="2" y="47"/>
                    <a:pt x="1" y="46"/>
                    <a:pt x="1" y="45"/>
                  </a:cubicBezTo>
                  <a:cubicBezTo>
                    <a:pt x="0" y="43"/>
                    <a:pt x="1" y="41"/>
                    <a:pt x="2" y="40"/>
                  </a:cubicBezTo>
                  <a:cubicBezTo>
                    <a:pt x="14" y="19"/>
                    <a:pt x="14" y="19"/>
                    <a:pt x="14" y="19"/>
                  </a:cubicBezTo>
                  <a:cubicBezTo>
                    <a:pt x="15" y="16"/>
                    <a:pt x="19" y="15"/>
                    <a:pt x="22" y="17"/>
                  </a:cubicBezTo>
                  <a:cubicBezTo>
                    <a:pt x="30" y="22"/>
                    <a:pt x="30" y="22"/>
                    <a:pt x="30" y="22"/>
                  </a:cubicBezTo>
                  <a:cubicBezTo>
                    <a:pt x="34" y="19"/>
                    <a:pt x="38" y="17"/>
                    <a:pt x="42" y="15"/>
                  </a:cubicBezTo>
                  <a:cubicBezTo>
                    <a:pt x="42" y="6"/>
                    <a:pt x="42" y="6"/>
                    <a:pt x="42" y="6"/>
                  </a:cubicBezTo>
                  <a:cubicBezTo>
                    <a:pt x="42" y="2"/>
                    <a:pt x="45" y="0"/>
                    <a:pt x="48" y="0"/>
                  </a:cubicBezTo>
                  <a:cubicBezTo>
                    <a:pt x="72" y="0"/>
                    <a:pt x="72" y="0"/>
                    <a:pt x="72" y="0"/>
                  </a:cubicBezTo>
                  <a:cubicBezTo>
                    <a:pt x="76" y="0"/>
                    <a:pt x="78" y="2"/>
                    <a:pt x="78" y="6"/>
                  </a:cubicBezTo>
                  <a:cubicBezTo>
                    <a:pt x="78" y="15"/>
                    <a:pt x="78" y="15"/>
                    <a:pt x="78" y="15"/>
                  </a:cubicBezTo>
                  <a:cubicBezTo>
                    <a:pt x="82" y="17"/>
                    <a:pt x="86" y="19"/>
                    <a:pt x="89" y="22"/>
                  </a:cubicBezTo>
                  <a:cubicBezTo>
                    <a:pt x="97" y="17"/>
                    <a:pt x="97" y="17"/>
                    <a:pt x="97" y="17"/>
                  </a:cubicBezTo>
                  <a:cubicBezTo>
                    <a:pt x="98" y="16"/>
                    <a:pt x="100" y="16"/>
                    <a:pt x="102" y="16"/>
                  </a:cubicBezTo>
                  <a:cubicBezTo>
                    <a:pt x="103" y="17"/>
                    <a:pt x="105" y="18"/>
                    <a:pt x="105" y="19"/>
                  </a:cubicBezTo>
                  <a:cubicBezTo>
                    <a:pt x="117" y="40"/>
                    <a:pt x="117" y="40"/>
                    <a:pt x="117" y="40"/>
                  </a:cubicBezTo>
                  <a:cubicBezTo>
                    <a:pt x="119" y="43"/>
                    <a:pt x="118" y="47"/>
                    <a:pt x="115" y="48"/>
                  </a:cubicBezTo>
                  <a:cubicBezTo>
                    <a:pt x="107" y="53"/>
                    <a:pt x="107" y="53"/>
                    <a:pt x="107" y="53"/>
                  </a:cubicBezTo>
                  <a:cubicBezTo>
                    <a:pt x="107" y="55"/>
                    <a:pt x="107" y="57"/>
                    <a:pt x="107" y="60"/>
                  </a:cubicBezTo>
                  <a:cubicBezTo>
                    <a:pt x="107" y="62"/>
                    <a:pt x="107" y="64"/>
                    <a:pt x="107" y="66"/>
                  </a:cubicBezTo>
                  <a:cubicBezTo>
                    <a:pt x="115" y="71"/>
                    <a:pt x="115" y="71"/>
                    <a:pt x="115" y="71"/>
                  </a:cubicBezTo>
                  <a:cubicBezTo>
                    <a:pt x="118" y="73"/>
                    <a:pt x="119" y="76"/>
                    <a:pt x="117" y="79"/>
                  </a:cubicBezTo>
                  <a:cubicBezTo>
                    <a:pt x="106" y="100"/>
                    <a:pt x="106" y="100"/>
                    <a:pt x="106" y="100"/>
                  </a:cubicBezTo>
                  <a:cubicBezTo>
                    <a:pt x="105" y="101"/>
                    <a:pt x="103" y="102"/>
                    <a:pt x="102" y="103"/>
                  </a:cubicBezTo>
                  <a:cubicBezTo>
                    <a:pt x="100" y="103"/>
                    <a:pt x="99" y="103"/>
                    <a:pt x="97" y="102"/>
                  </a:cubicBezTo>
                  <a:cubicBezTo>
                    <a:pt x="89" y="97"/>
                    <a:pt x="89" y="97"/>
                    <a:pt x="89" y="97"/>
                  </a:cubicBezTo>
                  <a:cubicBezTo>
                    <a:pt x="86" y="100"/>
                    <a:pt x="82" y="102"/>
                    <a:pt x="78" y="104"/>
                  </a:cubicBezTo>
                  <a:cubicBezTo>
                    <a:pt x="78" y="114"/>
                    <a:pt x="78" y="114"/>
                    <a:pt x="78" y="114"/>
                  </a:cubicBezTo>
                  <a:cubicBezTo>
                    <a:pt x="78" y="117"/>
                    <a:pt x="76" y="120"/>
                    <a:pt x="72" y="120"/>
                  </a:cubicBezTo>
                  <a:close/>
                  <a:moveTo>
                    <a:pt x="54" y="108"/>
                  </a:moveTo>
                  <a:cubicBezTo>
                    <a:pt x="66" y="108"/>
                    <a:pt x="66" y="108"/>
                    <a:pt x="66" y="108"/>
                  </a:cubicBezTo>
                  <a:cubicBezTo>
                    <a:pt x="66" y="100"/>
                    <a:pt x="66" y="100"/>
                    <a:pt x="66" y="100"/>
                  </a:cubicBezTo>
                  <a:cubicBezTo>
                    <a:pt x="66" y="97"/>
                    <a:pt x="68" y="95"/>
                    <a:pt x="70" y="94"/>
                  </a:cubicBezTo>
                  <a:cubicBezTo>
                    <a:pt x="76" y="93"/>
                    <a:pt x="80" y="90"/>
                    <a:pt x="84" y="86"/>
                  </a:cubicBezTo>
                  <a:cubicBezTo>
                    <a:pt x="86" y="84"/>
                    <a:pt x="89" y="84"/>
                    <a:pt x="92" y="85"/>
                  </a:cubicBezTo>
                  <a:cubicBezTo>
                    <a:pt x="98" y="89"/>
                    <a:pt x="98" y="89"/>
                    <a:pt x="98" y="89"/>
                  </a:cubicBezTo>
                  <a:cubicBezTo>
                    <a:pt x="104" y="78"/>
                    <a:pt x="104" y="78"/>
                    <a:pt x="104" y="78"/>
                  </a:cubicBezTo>
                  <a:cubicBezTo>
                    <a:pt x="97" y="75"/>
                    <a:pt x="97" y="75"/>
                    <a:pt x="97" y="75"/>
                  </a:cubicBezTo>
                  <a:cubicBezTo>
                    <a:pt x="95" y="73"/>
                    <a:pt x="94" y="71"/>
                    <a:pt x="94" y="68"/>
                  </a:cubicBezTo>
                  <a:cubicBezTo>
                    <a:pt x="95" y="65"/>
                    <a:pt x="95" y="62"/>
                    <a:pt x="95" y="60"/>
                  </a:cubicBezTo>
                  <a:cubicBezTo>
                    <a:pt x="95" y="57"/>
                    <a:pt x="95" y="54"/>
                    <a:pt x="94" y="51"/>
                  </a:cubicBezTo>
                  <a:cubicBezTo>
                    <a:pt x="94" y="49"/>
                    <a:pt x="95" y="46"/>
                    <a:pt x="97" y="45"/>
                  </a:cubicBezTo>
                  <a:cubicBezTo>
                    <a:pt x="104" y="41"/>
                    <a:pt x="104" y="41"/>
                    <a:pt x="104" y="41"/>
                  </a:cubicBezTo>
                  <a:cubicBezTo>
                    <a:pt x="98" y="31"/>
                    <a:pt x="98" y="31"/>
                    <a:pt x="98" y="31"/>
                  </a:cubicBezTo>
                  <a:cubicBezTo>
                    <a:pt x="92" y="34"/>
                    <a:pt x="92" y="34"/>
                    <a:pt x="92" y="34"/>
                  </a:cubicBezTo>
                  <a:cubicBezTo>
                    <a:pt x="89" y="36"/>
                    <a:pt x="86" y="35"/>
                    <a:pt x="84" y="34"/>
                  </a:cubicBezTo>
                  <a:cubicBezTo>
                    <a:pt x="80" y="30"/>
                    <a:pt x="76" y="27"/>
                    <a:pt x="70" y="25"/>
                  </a:cubicBezTo>
                  <a:cubicBezTo>
                    <a:pt x="68" y="24"/>
                    <a:pt x="66" y="22"/>
                    <a:pt x="66" y="19"/>
                  </a:cubicBezTo>
                  <a:cubicBezTo>
                    <a:pt x="66" y="12"/>
                    <a:pt x="66" y="12"/>
                    <a:pt x="66" y="12"/>
                  </a:cubicBezTo>
                  <a:cubicBezTo>
                    <a:pt x="54" y="12"/>
                    <a:pt x="54" y="12"/>
                    <a:pt x="54" y="12"/>
                  </a:cubicBezTo>
                  <a:cubicBezTo>
                    <a:pt x="54" y="19"/>
                    <a:pt x="54" y="19"/>
                    <a:pt x="54" y="19"/>
                  </a:cubicBezTo>
                  <a:cubicBezTo>
                    <a:pt x="54" y="22"/>
                    <a:pt x="53" y="24"/>
                    <a:pt x="50" y="25"/>
                  </a:cubicBezTo>
                  <a:cubicBezTo>
                    <a:pt x="44" y="27"/>
                    <a:pt x="39" y="30"/>
                    <a:pt x="35" y="34"/>
                  </a:cubicBezTo>
                  <a:cubicBezTo>
                    <a:pt x="33" y="35"/>
                    <a:pt x="30" y="36"/>
                    <a:pt x="28" y="34"/>
                  </a:cubicBezTo>
                  <a:cubicBezTo>
                    <a:pt x="21" y="30"/>
                    <a:pt x="21" y="30"/>
                    <a:pt x="21" y="30"/>
                  </a:cubicBezTo>
                  <a:cubicBezTo>
                    <a:pt x="15" y="41"/>
                    <a:pt x="15" y="41"/>
                    <a:pt x="15" y="41"/>
                  </a:cubicBezTo>
                  <a:cubicBezTo>
                    <a:pt x="22" y="45"/>
                    <a:pt x="22" y="45"/>
                    <a:pt x="22" y="45"/>
                  </a:cubicBezTo>
                  <a:cubicBezTo>
                    <a:pt x="24" y="46"/>
                    <a:pt x="25" y="49"/>
                    <a:pt x="24" y="51"/>
                  </a:cubicBezTo>
                  <a:cubicBezTo>
                    <a:pt x="24" y="54"/>
                    <a:pt x="23" y="57"/>
                    <a:pt x="23" y="60"/>
                  </a:cubicBezTo>
                  <a:cubicBezTo>
                    <a:pt x="23" y="62"/>
                    <a:pt x="24" y="65"/>
                    <a:pt x="24" y="68"/>
                  </a:cubicBezTo>
                  <a:cubicBezTo>
                    <a:pt x="25" y="71"/>
                    <a:pt x="24" y="73"/>
                    <a:pt x="22" y="75"/>
                  </a:cubicBezTo>
                  <a:cubicBezTo>
                    <a:pt x="15" y="78"/>
                    <a:pt x="15" y="78"/>
                    <a:pt x="15" y="78"/>
                  </a:cubicBezTo>
                  <a:cubicBezTo>
                    <a:pt x="21" y="89"/>
                    <a:pt x="21" y="89"/>
                    <a:pt x="21" y="89"/>
                  </a:cubicBezTo>
                  <a:cubicBezTo>
                    <a:pt x="28" y="85"/>
                    <a:pt x="28" y="85"/>
                    <a:pt x="28" y="85"/>
                  </a:cubicBezTo>
                  <a:cubicBezTo>
                    <a:pt x="30" y="84"/>
                    <a:pt x="33" y="84"/>
                    <a:pt x="35" y="86"/>
                  </a:cubicBezTo>
                  <a:cubicBezTo>
                    <a:pt x="39" y="89"/>
                    <a:pt x="44" y="92"/>
                    <a:pt x="50" y="94"/>
                  </a:cubicBezTo>
                  <a:cubicBezTo>
                    <a:pt x="53" y="95"/>
                    <a:pt x="54" y="97"/>
                    <a:pt x="54" y="100"/>
                  </a:cubicBezTo>
                  <a:lnTo>
                    <a:pt x="5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141" name="Group 79">
            <a:extLst>
              <a:ext uri="{FF2B5EF4-FFF2-40B4-BE49-F238E27FC236}">
                <a16:creationId xmlns:a16="http://schemas.microsoft.com/office/drawing/2014/main" id="{F01FD265-4EA3-E648-9E9F-F7ED57259CE5}"/>
              </a:ext>
            </a:extLst>
          </p:cNvPr>
          <p:cNvGrpSpPr>
            <a:grpSpLocks noChangeAspect="1"/>
          </p:cNvGrpSpPr>
          <p:nvPr userDrawn="1"/>
        </p:nvGrpSpPr>
        <p:grpSpPr bwMode="auto">
          <a:xfrm>
            <a:off x="4608644" y="3186991"/>
            <a:ext cx="481666" cy="341462"/>
            <a:chOff x="3437" y="1784"/>
            <a:chExt cx="426" cy="302"/>
          </a:xfrm>
          <a:solidFill>
            <a:schemeClr val="accent1"/>
          </a:solidFill>
        </p:grpSpPr>
        <p:sp>
          <p:nvSpPr>
            <p:cNvPr id="142" name="Freeform 80">
              <a:extLst>
                <a:ext uri="{FF2B5EF4-FFF2-40B4-BE49-F238E27FC236}">
                  <a16:creationId xmlns:a16="http://schemas.microsoft.com/office/drawing/2014/main" id="{AD563135-6D41-B34F-8DBF-9789C1D2FC7D}"/>
                </a:ext>
              </a:extLst>
            </p:cNvPr>
            <p:cNvSpPr>
              <a:spLocks noEditPoints="1"/>
            </p:cNvSpPr>
            <p:nvPr/>
          </p:nvSpPr>
          <p:spPr bwMode="auto">
            <a:xfrm>
              <a:off x="3614" y="1962"/>
              <a:ext cx="72" cy="70"/>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43" name="Freeform 81">
              <a:extLst>
                <a:ext uri="{FF2B5EF4-FFF2-40B4-BE49-F238E27FC236}">
                  <a16:creationId xmlns:a16="http://schemas.microsoft.com/office/drawing/2014/main" id="{8E14FF8C-207B-F447-B912-AC19E0458359}"/>
                </a:ext>
              </a:extLst>
            </p:cNvPr>
            <p:cNvSpPr>
              <a:spLocks/>
            </p:cNvSpPr>
            <p:nvPr/>
          </p:nvSpPr>
          <p:spPr bwMode="auto">
            <a:xfrm>
              <a:off x="3659" y="1880"/>
              <a:ext cx="108" cy="107"/>
            </a:xfrm>
            <a:custGeom>
              <a:avLst/>
              <a:gdLst>
                <a:gd name="T0" fmla="*/ 7 w 73"/>
                <a:gd name="T1" fmla="*/ 72 h 72"/>
                <a:gd name="T2" fmla="*/ 3 w 73"/>
                <a:gd name="T3" fmla="*/ 70 h 72"/>
                <a:gd name="T4" fmla="*/ 3 w 73"/>
                <a:gd name="T5" fmla="*/ 62 h 72"/>
                <a:gd name="T6" fmla="*/ 62 w 73"/>
                <a:gd name="T7" fmla="*/ 2 h 72"/>
                <a:gd name="T8" fmla="*/ 71 w 73"/>
                <a:gd name="T9" fmla="*/ 2 h 72"/>
                <a:gd name="T10" fmla="*/ 71 w 73"/>
                <a:gd name="T11" fmla="*/ 11 h 72"/>
                <a:gd name="T12" fmla="*/ 11 w 73"/>
                <a:gd name="T13" fmla="*/ 70 h 72"/>
                <a:gd name="T14" fmla="*/ 7 w 73"/>
                <a:gd name="T15" fmla="*/ 72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72">
                  <a:moveTo>
                    <a:pt x="7" y="72"/>
                  </a:moveTo>
                  <a:cubicBezTo>
                    <a:pt x="5" y="72"/>
                    <a:pt x="4" y="72"/>
                    <a:pt x="3" y="70"/>
                  </a:cubicBezTo>
                  <a:cubicBezTo>
                    <a:pt x="0" y="68"/>
                    <a:pt x="0" y="64"/>
                    <a:pt x="3" y="62"/>
                  </a:cubicBezTo>
                  <a:cubicBezTo>
                    <a:pt x="62" y="2"/>
                    <a:pt x="62" y="2"/>
                    <a:pt x="62" y="2"/>
                  </a:cubicBezTo>
                  <a:cubicBezTo>
                    <a:pt x="64" y="0"/>
                    <a:pt x="68" y="0"/>
                    <a:pt x="71" y="2"/>
                  </a:cubicBezTo>
                  <a:cubicBezTo>
                    <a:pt x="73" y="5"/>
                    <a:pt x="73" y="9"/>
                    <a:pt x="71" y="11"/>
                  </a:cubicBezTo>
                  <a:cubicBezTo>
                    <a:pt x="11" y="70"/>
                    <a:pt x="11" y="70"/>
                    <a:pt x="11" y="70"/>
                  </a:cubicBezTo>
                  <a:cubicBezTo>
                    <a:pt x="10" y="72"/>
                    <a:pt x="9" y="72"/>
                    <a:pt x="7"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44" name="Freeform 82">
              <a:extLst>
                <a:ext uri="{FF2B5EF4-FFF2-40B4-BE49-F238E27FC236}">
                  <a16:creationId xmlns:a16="http://schemas.microsoft.com/office/drawing/2014/main" id="{D89E874B-0787-064A-B6EE-771B86487C5E}"/>
                </a:ext>
              </a:extLst>
            </p:cNvPr>
            <p:cNvSpPr>
              <a:spLocks/>
            </p:cNvSpPr>
            <p:nvPr/>
          </p:nvSpPr>
          <p:spPr bwMode="auto">
            <a:xfrm>
              <a:off x="3472" y="1997"/>
              <a:ext cx="54" cy="18"/>
            </a:xfrm>
            <a:custGeom>
              <a:avLst/>
              <a:gdLst>
                <a:gd name="T0" fmla="*/ 30 w 36"/>
                <a:gd name="T1" fmla="*/ 12 h 12"/>
                <a:gd name="T2" fmla="*/ 6 w 36"/>
                <a:gd name="T3" fmla="*/ 12 h 12"/>
                <a:gd name="T4" fmla="*/ 0 w 36"/>
                <a:gd name="T5" fmla="*/ 6 h 12"/>
                <a:gd name="T6" fmla="*/ 6 w 36"/>
                <a:gd name="T7" fmla="*/ 0 h 12"/>
                <a:gd name="T8" fmla="*/ 30 w 36"/>
                <a:gd name="T9" fmla="*/ 0 h 12"/>
                <a:gd name="T10" fmla="*/ 36 w 36"/>
                <a:gd name="T11" fmla="*/ 6 h 12"/>
                <a:gd name="T12" fmla="*/ 30 w 3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12"/>
                  </a:moveTo>
                  <a:cubicBezTo>
                    <a:pt x="6" y="12"/>
                    <a:pt x="6" y="12"/>
                    <a:pt x="6" y="12"/>
                  </a:cubicBezTo>
                  <a:cubicBezTo>
                    <a:pt x="3" y="12"/>
                    <a:pt x="0" y="9"/>
                    <a:pt x="0" y="6"/>
                  </a:cubicBezTo>
                  <a:cubicBezTo>
                    <a:pt x="0" y="3"/>
                    <a:pt x="3" y="0"/>
                    <a:pt x="6" y="0"/>
                  </a:cubicBezTo>
                  <a:cubicBezTo>
                    <a:pt x="30" y="0"/>
                    <a:pt x="30" y="0"/>
                    <a:pt x="30" y="0"/>
                  </a:cubicBezTo>
                  <a:cubicBezTo>
                    <a:pt x="34" y="0"/>
                    <a:pt x="36" y="3"/>
                    <a:pt x="36" y="6"/>
                  </a:cubicBezTo>
                  <a:cubicBezTo>
                    <a:pt x="36" y="9"/>
                    <a:pt x="34"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45" name="Freeform 83">
              <a:extLst>
                <a:ext uri="{FF2B5EF4-FFF2-40B4-BE49-F238E27FC236}">
                  <a16:creationId xmlns:a16="http://schemas.microsoft.com/office/drawing/2014/main" id="{B0BBC9BB-9478-DD40-9544-993DEB7E0F10}"/>
                </a:ext>
              </a:extLst>
            </p:cNvPr>
            <p:cNvSpPr>
              <a:spLocks/>
            </p:cNvSpPr>
            <p:nvPr/>
          </p:nvSpPr>
          <p:spPr bwMode="auto">
            <a:xfrm>
              <a:off x="3774" y="1997"/>
              <a:ext cx="54" cy="18"/>
            </a:xfrm>
            <a:custGeom>
              <a:avLst/>
              <a:gdLst>
                <a:gd name="T0" fmla="*/ 30 w 36"/>
                <a:gd name="T1" fmla="*/ 12 h 12"/>
                <a:gd name="T2" fmla="*/ 6 w 36"/>
                <a:gd name="T3" fmla="*/ 12 h 12"/>
                <a:gd name="T4" fmla="*/ 0 w 36"/>
                <a:gd name="T5" fmla="*/ 6 h 12"/>
                <a:gd name="T6" fmla="*/ 6 w 36"/>
                <a:gd name="T7" fmla="*/ 0 h 12"/>
                <a:gd name="T8" fmla="*/ 30 w 36"/>
                <a:gd name="T9" fmla="*/ 0 h 12"/>
                <a:gd name="T10" fmla="*/ 36 w 36"/>
                <a:gd name="T11" fmla="*/ 6 h 12"/>
                <a:gd name="T12" fmla="*/ 30 w 3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12"/>
                  </a:moveTo>
                  <a:cubicBezTo>
                    <a:pt x="6" y="12"/>
                    <a:pt x="6" y="12"/>
                    <a:pt x="6" y="12"/>
                  </a:cubicBezTo>
                  <a:cubicBezTo>
                    <a:pt x="3" y="12"/>
                    <a:pt x="0" y="9"/>
                    <a:pt x="0" y="6"/>
                  </a:cubicBezTo>
                  <a:cubicBezTo>
                    <a:pt x="0" y="3"/>
                    <a:pt x="3" y="0"/>
                    <a:pt x="6" y="0"/>
                  </a:cubicBezTo>
                  <a:cubicBezTo>
                    <a:pt x="30" y="0"/>
                    <a:pt x="30" y="0"/>
                    <a:pt x="30" y="0"/>
                  </a:cubicBezTo>
                  <a:cubicBezTo>
                    <a:pt x="34" y="0"/>
                    <a:pt x="36" y="3"/>
                    <a:pt x="36" y="6"/>
                  </a:cubicBezTo>
                  <a:cubicBezTo>
                    <a:pt x="36" y="9"/>
                    <a:pt x="34"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46" name="Freeform 84">
              <a:extLst>
                <a:ext uri="{FF2B5EF4-FFF2-40B4-BE49-F238E27FC236}">
                  <a16:creationId xmlns:a16="http://schemas.microsoft.com/office/drawing/2014/main" id="{52E27719-BDA4-694D-83C1-C827D694BDD0}"/>
                </a:ext>
              </a:extLst>
            </p:cNvPr>
            <p:cNvSpPr>
              <a:spLocks/>
            </p:cNvSpPr>
            <p:nvPr/>
          </p:nvSpPr>
          <p:spPr bwMode="auto">
            <a:xfrm>
              <a:off x="3764" y="1922"/>
              <a:ext cx="52" cy="32"/>
            </a:xfrm>
            <a:custGeom>
              <a:avLst/>
              <a:gdLst>
                <a:gd name="T0" fmla="*/ 6 w 35"/>
                <a:gd name="T1" fmla="*/ 22 h 22"/>
                <a:gd name="T2" fmla="*/ 1 w 35"/>
                <a:gd name="T3" fmla="*/ 19 h 22"/>
                <a:gd name="T4" fmla="*/ 4 w 35"/>
                <a:gd name="T5" fmla="*/ 11 h 22"/>
                <a:gd name="T6" fmla="*/ 26 w 35"/>
                <a:gd name="T7" fmla="*/ 2 h 22"/>
                <a:gd name="T8" fmla="*/ 34 w 35"/>
                <a:gd name="T9" fmla="*/ 5 h 22"/>
                <a:gd name="T10" fmla="*/ 31 w 35"/>
                <a:gd name="T11" fmla="*/ 13 h 22"/>
                <a:gd name="T12" fmla="*/ 9 w 35"/>
                <a:gd name="T13" fmla="*/ 22 h 22"/>
                <a:gd name="T14" fmla="*/ 6 w 35"/>
                <a:gd name="T15" fmla="*/ 22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22">
                  <a:moveTo>
                    <a:pt x="6" y="22"/>
                  </a:moveTo>
                  <a:cubicBezTo>
                    <a:pt x="4" y="22"/>
                    <a:pt x="2" y="21"/>
                    <a:pt x="1" y="19"/>
                  </a:cubicBezTo>
                  <a:cubicBezTo>
                    <a:pt x="0" y="16"/>
                    <a:pt x="1" y="12"/>
                    <a:pt x="4" y="11"/>
                  </a:cubicBezTo>
                  <a:cubicBezTo>
                    <a:pt x="26" y="2"/>
                    <a:pt x="26" y="2"/>
                    <a:pt x="26" y="2"/>
                  </a:cubicBezTo>
                  <a:cubicBezTo>
                    <a:pt x="29" y="0"/>
                    <a:pt x="33" y="2"/>
                    <a:pt x="34" y="5"/>
                  </a:cubicBezTo>
                  <a:cubicBezTo>
                    <a:pt x="35" y="8"/>
                    <a:pt x="34" y="11"/>
                    <a:pt x="31" y="13"/>
                  </a:cubicBezTo>
                  <a:cubicBezTo>
                    <a:pt x="9" y="22"/>
                    <a:pt x="9" y="22"/>
                    <a:pt x="9" y="22"/>
                  </a:cubicBezTo>
                  <a:cubicBezTo>
                    <a:pt x="8" y="22"/>
                    <a:pt x="7" y="22"/>
                    <a:pt x="6"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47" name="Freeform 85">
              <a:extLst>
                <a:ext uri="{FF2B5EF4-FFF2-40B4-BE49-F238E27FC236}">
                  <a16:creationId xmlns:a16="http://schemas.microsoft.com/office/drawing/2014/main" id="{FF113834-5F02-6A41-9F8F-FFF2D91F562A}"/>
                </a:ext>
              </a:extLst>
            </p:cNvPr>
            <p:cNvSpPr>
              <a:spLocks/>
            </p:cNvSpPr>
            <p:nvPr/>
          </p:nvSpPr>
          <p:spPr bwMode="auto">
            <a:xfrm>
              <a:off x="3691" y="1832"/>
              <a:ext cx="34" cy="51"/>
            </a:xfrm>
            <a:custGeom>
              <a:avLst/>
              <a:gdLst>
                <a:gd name="T0" fmla="*/ 7 w 23"/>
                <a:gd name="T1" fmla="*/ 35 h 35"/>
                <a:gd name="T2" fmla="*/ 4 w 23"/>
                <a:gd name="T3" fmla="*/ 34 h 35"/>
                <a:gd name="T4" fmla="*/ 1 w 23"/>
                <a:gd name="T5" fmla="*/ 26 h 35"/>
                <a:gd name="T6" fmla="*/ 10 w 23"/>
                <a:gd name="T7" fmla="*/ 4 h 35"/>
                <a:gd name="T8" fmla="*/ 18 w 23"/>
                <a:gd name="T9" fmla="*/ 1 h 35"/>
                <a:gd name="T10" fmla="*/ 21 w 23"/>
                <a:gd name="T11" fmla="*/ 9 h 35"/>
                <a:gd name="T12" fmla="*/ 12 w 23"/>
                <a:gd name="T13" fmla="*/ 31 h 35"/>
                <a:gd name="T14" fmla="*/ 7 w 23"/>
                <a:gd name="T15" fmla="*/ 35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5">
                  <a:moveTo>
                    <a:pt x="7" y="35"/>
                  </a:moveTo>
                  <a:cubicBezTo>
                    <a:pt x="6" y="35"/>
                    <a:pt x="5" y="35"/>
                    <a:pt x="4" y="34"/>
                  </a:cubicBezTo>
                  <a:cubicBezTo>
                    <a:pt x="1" y="33"/>
                    <a:pt x="0" y="29"/>
                    <a:pt x="1" y="26"/>
                  </a:cubicBezTo>
                  <a:cubicBezTo>
                    <a:pt x="10" y="4"/>
                    <a:pt x="10" y="4"/>
                    <a:pt x="10" y="4"/>
                  </a:cubicBezTo>
                  <a:cubicBezTo>
                    <a:pt x="12" y="1"/>
                    <a:pt x="15" y="0"/>
                    <a:pt x="18" y="1"/>
                  </a:cubicBezTo>
                  <a:cubicBezTo>
                    <a:pt x="21" y="2"/>
                    <a:pt x="23" y="6"/>
                    <a:pt x="21" y="9"/>
                  </a:cubicBezTo>
                  <a:cubicBezTo>
                    <a:pt x="12" y="31"/>
                    <a:pt x="12" y="31"/>
                    <a:pt x="12" y="31"/>
                  </a:cubicBezTo>
                  <a:cubicBezTo>
                    <a:pt x="11" y="33"/>
                    <a:pt x="9" y="35"/>
                    <a:pt x="7"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48" name="Freeform 86">
              <a:extLst>
                <a:ext uri="{FF2B5EF4-FFF2-40B4-BE49-F238E27FC236}">
                  <a16:creationId xmlns:a16="http://schemas.microsoft.com/office/drawing/2014/main" id="{1F6BA6DB-8682-D240-BADC-571C01985129}"/>
                </a:ext>
              </a:extLst>
            </p:cNvPr>
            <p:cNvSpPr>
              <a:spLocks/>
            </p:cNvSpPr>
            <p:nvPr/>
          </p:nvSpPr>
          <p:spPr bwMode="auto">
            <a:xfrm>
              <a:off x="3641" y="1820"/>
              <a:ext cx="18" cy="53"/>
            </a:xfrm>
            <a:custGeom>
              <a:avLst/>
              <a:gdLst>
                <a:gd name="T0" fmla="*/ 6 w 12"/>
                <a:gd name="T1" fmla="*/ 36 h 36"/>
                <a:gd name="T2" fmla="*/ 0 w 12"/>
                <a:gd name="T3" fmla="*/ 30 h 36"/>
                <a:gd name="T4" fmla="*/ 0 w 12"/>
                <a:gd name="T5" fmla="*/ 6 h 36"/>
                <a:gd name="T6" fmla="*/ 6 w 12"/>
                <a:gd name="T7" fmla="*/ 0 h 36"/>
                <a:gd name="T8" fmla="*/ 12 w 12"/>
                <a:gd name="T9" fmla="*/ 6 h 36"/>
                <a:gd name="T10" fmla="*/ 12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3" y="36"/>
                    <a:pt x="0" y="33"/>
                    <a:pt x="0" y="30"/>
                  </a:cubicBezTo>
                  <a:cubicBezTo>
                    <a:pt x="0" y="6"/>
                    <a:pt x="0" y="6"/>
                    <a:pt x="0" y="6"/>
                  </a:cubicBezTo>
                  <a:cubicBezTo>
                    <a:pt x="0" y="3"/>
                    <a:pt x="3" y="0"/>
                    <a:pt x="6" y="0"/>
                  </a:cubicBezTo>
                  <a:cubicBezTo>
                    <a:pt x="10" y="0"/>
                    <a:pt x="12" y="3"/>
                    <a:pt x="12" y="6"/>
                  </a:cubicBezTo>
                  <a:cubicBezTo>
                    <a:pt x="12" y="30"/>
                    <a:pt x="12" y="30"/>
                    <a:pt x="12" y="30"/>
                  </a:cubicBezTo>
                  <a:cubicBezTo>
                    <a:pt x="12" y="33"/>
                    <a:pt x="10"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49" name="Freeform 87">
              <a:extLst>
                <a:ext uri="{FF2B5EF4-FFF2-40B4-BE49-F238E27FC236}">
                  <a16:creationId xmlns:a16="http://schemas.microsoft.com/office/drawing/2014/main" id="{FE697EC8-E5DA-6C49-A676-2F10E8AEA48A}"/>
                </a:ext>
              </a:extLst>
            </p:cNvPr>
            <p:cNvSpPr>
              <a:spLocks/>
            </p:cNvSpPr>
            <p:nvPr/>
          </p:nvSpPr>
          <p:spPr bwMode="auto">
            <a:xfrm>
              <a:off x="3576" y="1832"/>
              <a:ext cx="34" cy="51"/>
            </a:xfrm>
            <a:custGeom>
              <a:avLst/>
              <a:gdLst>
                <a:gd name="T0" fmla="*/ 16 w 23"/>
                <a:gd name="T1" fmla="*/ 35 h 35"/>
                <a:gd name="T2" fmla="*/ 10 w 23"/>
                <a:gd name="T3" fmla="*/ 31 h 35"/>
                <a:gd name="T4" fmla="*/ 1 w 23"/>
                <a:gd name="T5" fmla="*/ 9 h 35"/>
                <a:gd name="T6" fmla="*/ 4 w 23"/>
                <a:gd name="T7" fmla="*/ 1 h 35"/>
                <a:gd name="T8" fmla="*/ 12 w 23"/>
                <a:gd name="T9" fmla="*/ 4 h 35"/>
                <a:gd name="T10" fmla="*/ 21 w 23"/>
                <a:gd name="T11" fmla="*/ 26 h 35"/>
                <a:gd name="T12" fmla="*/ 18 w 23"/>
                <a:gd name="T13" fmla="*/ 34 h 35"/>
                <a:gd name="T14" fmla="*/ 16 w 23"/>
                <a:gd name="T15" fmla="*/ 35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5">
                  <a:moveTo>
                    <a:pt x="16" y="35"/>
                  </a:moveTo>
                  <a:cubicBezTo>
                    <a:pt x="13" y="35"/>
                    <a:pt x="11" y="33"/>
                    <a:pt x="10" y="31"/>
                  </a:cubicBezTo>
                  <a:cubicBezTo>
                    <a:pt x="1" y="9"/>
                    <a:pt x="1" y="9"/>
                    <a:pt x="1" y="9"/>
                  </a:cubicBezTo>
                  <a:cubicBezTo>
                    <a:pt x="0" y="6"/>
                    <a:pt x="1" y="2"/>
                    <a:pt x="4" y="1"/>
                  </a:cubicBezTo>
                  <a:cubicBezTo>
                    <a:pt x="7" y="0"/>
                    <a:pt x="11" y="1"/>
                    <a:pt x="12" y="4"/>
                  </a:cubicBezTo>
                  <a:cubicBezTo>
                    <a:pt x="21" y="26"/>
                    <a:pt x="21" y="26"/>
                    <a:pt x="21" y="26"/>
                  </a:cubicBezTo>
                  <a:cubicBezTo>
                    <a:pt x="23" y="29"/>
                    <a:pt x="21" y="33"/>
                    <a:pt x="18" y="34"/>
                  </a:cubicBezTo>
                  <a:cubicBezTo>
                    <a:pt x="17" y="35"/>
                    <a:pt x="17" y="35"/>
                    <a:pt x="16"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50" name="Freeform 88">
              <a:extLst>
                <a:ext uri="{FF2B5EF4-FFF2-40B4-BE49-F238E27FC236}">
                  <a16:creationId xmlns:a16="http://schemas.microsoft.com/office/drawing/2014/main" id="{12D6C954-2EF3-BD42-BFB7-359D0D4F6A5C}"/>
                </a:ext>
              </a:extLst>
            </p:cNvPr>
            <p:cNvSpPr>
              <a:spLocks/>
            </p:cNvSpPr>
            <p:nvPr/>
          </p:nvSpPr>
          <p:spPr bwMode="auto">
            <a:xfrm>
              <a:off x="3521" y="1869"/>
              <a:ext cx="45" cy="42"/>
            </a:xfrm>
            <a:custGeom>
              <a:avLst/>
              <a:gdLst>
                <a:gd name="T0" fmla="*/ 24 w 30"/>
                <a:gd name="T1" fmla="*/ 29 h 29"/>
                <a:gd name="T2" fmla="*/ 19 w 30"/>
                <a:gd name="T3" fmla="*/ 27 h 29"/>
                <a:gd name="T4" fmla="*/ 2 w 30"/>
                <a:gd name="T5" fmla="*/ 10 h 29"/>
                <a:gd name="T6" fmla="*/ 2 w 30"/>
                <a:gd name="T7" fmla="*/ 2 h 29"/>
                <a:gd name="T8" fmla="*/ 11 w 30"/>
                <a:gd name="T9" fmla="*/ 2 h 29"/>
                <a:gd name="T10" fmla="*/ 28 w 30"/>
                <a:gd name="T11" fmla="*/ 19 h 29"/>
                <a:gd name="T12" fmla="*/ 28 w 30"/>
                <a:gd name="T13" fmla="*/ 27 h 29"/>
                <a:gd name="T14" fmla="*/ 24 w 30"/>
                <a:gd name="T15" fmla="*/ 29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29">
                  <a:moveTo>
                    <a:pt x="24" y="29"/>
                  </a:moveTo>
                  <a:cubicBezTo>
                    <a:pt x="22" y="29"/>
                    <a:pt x="21" y="29"/>
                    <a:pt x="19" y="27"/>
                  </a:cubicBezTo>
                  <a:cubicBezTo>
                    <a:pt x="2" y="10"/>
                    <a:pt x="2" y="10"/>
                    <a:pt x="2" y="10"/>
                  </a:cubicBezTo>
                  <a:cubicBezTo>
                    <a:pt x="0" y="8"/>
                    <a:pt x="0" y="4"/>
                    <a:pt x="2" y="2"/>
                  </a:cubicBezTo>
                  <a:cubicBezTo>
                    <a:pt x="5" y="0"/>
                    <a:pt x="9" y="0"/>
                    <a:pt x="11" y="2"/>
                  </a:cubicBezTo>
                  <a:cubicBezTo>
                    <a:pt x="28" y="19"/>
                    <a:pt x="28" y="19"/>
                    <a:pt x="28" y="19"/>
                  </a:cubicBezTo>
                  <a:cubicBezTo>
                    <a:pt x="30" y="21"/>
                    <a:pt x="30" y="25"/>
                    <a:pt x="28" y="27"/>
                  </a:cubicBezTo>
                  <a:cubicBezTo>
                    <a:pt x="27" y="29"/>
                    <a:pt x="25" y="29"/>
                    <a:pt x="24"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51" name="Freeform 89">
              <a:extLst>
                <a:ext uri="{FF2B5EF4-FFF2-40B4-BE49-F238E27FC236}">
                  <a16:creationId xmlns:a16="http://schemas.microsoft.com/office/drawing/2014/main" id="{A35B7786-D1F2-4549-A514-FD155D87A266}"/>
                </a:ext>
              </a:extLst>
            </p:cNvPr>
            <p:cNvSpPr>
              <a:spLocks/>
            </p:cNvSpPr>
            <p:nvPr/>
          </p:nvSpPr>
          <p:spPr bwMode="auto">
            <a:xfrm>
              <a:off x="3484" y="1922"/>
              <a:ext cx="54" cy="32"/>
            </a:xfrm>
            <a:custGeom>
              <a:avLst/>
              <a:gdLst>
                <a:gd name="T0" fmla="*/ 29 w 36"/>
                <a:gd name="T1" fmla="*/ 22 h 22"/>
                <a:gd name="T2" fmla="*/ 27 w 36"/>
                <a:gd name="T3" fmla="*/ 22 h 22"/>
                <a:gd name="T4" fmla="*/ 5 w 36"/>
                <a:gd name="T5" fmla="*/ 13 h 22"/>
                <a:gd name="T6" fmla="*/ 1 w 36"/>
                <a:gd name="T7" fmla="*/ 5 h 22"/>
                <a:gd name="T8" fmla="*/ 9 w 36"/>
                <a:gd name="T9" fmla="*/ 2 h 22"/>
                <a:gd name="T10" fmla="*/ 31 w 36"/>
                <a:gd name="T11" fmla="*/ 11 h 22"/>
                <a:gd name="T12" fmla="*/ 35 w 36"/>
                <a:gd name="T13" fmla="*/ 19 h 22"/>
                <a:gd name="T14" fmla="*/ 29 w 36"/>
                <a:gd name="T15" fmla="*/ 22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2">
                  <a:moveTo>
                    <a:pt x="29" y="22"/>
                  </a:moveTo>
                  <a:cubicBezTo>
                    <a:pt x="28" y="22"/>
                    <a:pt x="28" y="22"/>
                    <a:pt x="27" y="22"/>
                  </a:cubicBezTo>
                  <a:cubicBezTo>
                    <a:pt x="5" y="13"/>
                    <a:pt x="5" y="13"/>
                    <a:pt x="5" y="13"/>
                  </a:cubicBezTo>
                  <a:cubicBezTo>
                    <a:pt x="2" y="11"/>
                    <a:pt x="0" y="8"/>
                    <a:pt x="1" y="5"/>
                  </a:cubicBezTo>
                  <a:cubicBezTo>
                    <a:pt x="3" y="2"/>
                    <a:pt x="6" y="0"/>
                    <a:pt x="9" y="2"/>
                  </a:cubicBezTo>
                  <a:cubicBezTo>
                    <a:pt x="31" y="11"/>
                    <a:pt x="31" y="11"/>
                    <a:pt x="31" y="11"/>
                  </a:cubicBezTo>
                  <a:cubicBezTo>
                    <a:pt x="34" y="12"/>
                    <a:pt x="36" y="16"/>
                    <a:pt x="35" y="19"/>
                  </a:cubicBezTo>
                  <a:cubicBezTo>
                    <a:pt x="34" y="21"/>
                    <a:pt x="31" y="22"/>
                    <a:pt x="2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152" name="Freeform 90">
              <a:extLst>
                <a:ext uri="{FF2B5EF4-FFF2-40B4-BE49-F238E27FC236}">
                  <a16:creationId xmlns:a16="http://schemas.microsoft.com/office/drawing/2014/main" id="{184AEB09-EB08-604B-AC9C-43039EE91DFE}"/>
                </a:ext>
              </a:extLst>
            </p:cNvPr>
            <p:cNvSpPr>
              <a:spLocks noEditPoints="1"/>
            </p:cNvSpPr>
            <p:nvPr/>
          </p:nvSpPr>
          <p:spPr bwMode="auto">
            <a:xfrm>
              <a:off x="3437" y="1784"/>
              <a:ext cx="426" cy="302"/>
            </a:xfrm>
            <a:custGeom>
              <a:avLst/>
              <a:gdLst>
                <a:gd name="T0" fmla="*/ 282 w 288"/>
                <a:gd name="T1" fmla="*/ 204 h 204"/>
                <a:gd name="T2" fmla="*/ 6 w 288"/>
                <a:gd name="T3" fmla="*/ 204 h 204"/>
                <a:gd name="T4" fmla="*/ 0 w 288"/>
                <a:gd name="T5" fmla="*/ 198 h 204"/>
                <a:gd name="T6" fmla="*/ 0 w 288"/>
                <a:gd name="T7" fmla="*/ 144 h 204"/>
                <a:gd name="T8" fmla="*/ 144 w 288"/>
                <a:gd name="T9" fmla="*/ 0 h 204"/>
                <a:gd name="T10" fmla="*/ 288 w 288"/>
                <a:gd name="T11" fmla="*/ 144 h 204"/>
                <a:gd name="T12" fmla="*/ 288 w 288"/>
                <a:gd name="T13" fmla="*/ 198 h 204"/>
                <a:gd name="T14" fmla="*/ 282 w 288"/>
                <a:gd name="T15" fmla="*/ 204 h 204"/>
                <a:gd name="T16" fmla="*/ 12 w 288"/>
                <a:gd name="T17" fmla="*/ 192 h 204"/>
                <a:gd name="T18" fmla="*/ 276 w 288"/>
                <a:gd name="T19" fmla="*/ 192 h 204"/>
                <a:gd name="T20" fmla="*/ 276 w 288"/>
                <a:gd name="T21" fmla="*/ 144 h 204"/>
                <a:gd name="T22" fmla="*/ 144 w 288"/>
                <a:gd name="T23" fmla="*/ 12 h 204"/>
                <a:gd name="T24" fmla="*/ 12 w 288"/>
                <a:gd name="T25" fmla="*/ 144 h 204"/>
                <a:gd name="T26" fmla="*/ 12 w 288"/>
                <a:gd name="T27" fmla="*/ 19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204">
                  <a:moveTo>
                    <a:pt x="282" y="204"/>
                  </a:moveTo>
                  <a:cubicBezTo>
                    <a:pt x="6" y="204"/>
                    <a:pt x="6" y="204"/>
                    <a:pt x="6" y="204"/>
                  </a:cubicBezTo>
                  <a:cubicBezTo>
                    <a:pt x="3" y="204"/>
                    <a:pt x="0" y="201"/>
                    <a:pt x="0" y="198"/>
                  </a:cubicBezTo>
                  <a:cubicBezTo>
                    <a:pt x="0" y="144"/>
                    <a:pt x="0" y="144"/>
                    <a:pt x="0" y="144"/>
                  </a:cubicBezTo>
                  <a:cubicBezTo>
                    <a:pt x="0" y="64"/>
                    <a:pt x="65" y="0"/>
                    <a:pt x="144" y="0"/>
                  </a:cubicBezTo>
                  <a:cubicBezTo>
                    <a:pt x="224" y="0"/>
                    <a:pt x="288" y="64"/>
                    <a:pt x="288" y="144"/>
                  </a:cubicBezTo>
                  <a:cubicBezTo>
                    <a:pt x="288" y="198"/>
                    <a:pt x="288" y="198"/>
                    <a:pt x="288" y="198"/>
                  </a:cubicBezTo>
                  <a:cubicBezTo>
                    <a:pt x="288" y="201"/>
                    <a:pt x="286" y="204"/>
                    <a:pt x="282" y="204"/>
                  </a:cubicBezTo>
                  <a:close/>
                  <a:moveTo>
                    <a:pt x="12" y="192"/>
                  </a:moveTo>
                  <a:cubicBezTo>
                    <a:pt x="276" y="192"/>
                    <a:pt x="276" y="192"/>
                    <a:pt x="276" y="192"/>
                  </a:cubicBezTo>
                  <a:cubicBezTo>
                    <a:pt x="276" y="144"/>
                    <a:pt x="276" y="144"/>
                    <a:pt x="276" y="144"/>
                  </a:cubicBezTo>
                  <a:cubicBezTo>
                    <a:pt x="276" y="71"/>
                    <a:pt x="217" y="12"/>
                    <a:pt x="144" y="12"/>
                  </a:cubicBezTo>
                  <a:cubicBezTo>
                    <a:pt x="71" y="12"/>
                    <a:pt x="12" y="71"/>
                    <a:pt x="12" y="144"/>
                  </a:cubicBezTo>
                  <a:lnTo>
                    <a:pt x="12"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grpSp>
      <p:grpSp>
        <p:nvGrpSpPr>
          <p:cNvPr id="153" name="Group 59">
            <a:extLst>
              <a:ext uri="{FF2B5EF4-FFF2-40B4-BE49-F238E27FC236}">
                <a16:creationId xmlns:a16="http://schemas.microsoft.com/office/drawing/2014/main" id="{892D387B-5AA1-8044-8D45-614FDCB30B66}"/>
              </a:ext>
            </a:extLst>
          </p:cNvPr>
          <p:cNvGrpSpPr>
            <a:grpSpLocks noChangeAspect="1"/>
          </p:cNvGrpSpPr>
          <p:nvPr userDrawn="1"/>
        </p:nvGrpSpPr>
        <p:grpSpPr bwMode="auto">
          <a:xfrm>
            <a:off x="2075617" y="3217044"/>
            <a:ext cx="466978" cy="281356"/>
            <a:chOff x="6554" y="532"/>
            <a:chExt cx="400" cy="241"/>
          </a:xfrm>
          <a:solidFill>
            <a:schemeClr val="accent1"/>
          </a:solidFill>
        </p:grpSpPr>
        <p:sp>
          <p:nvSpPr>
            <p:cNvPr id="154" name="Freeform 60">
              <a:extLst>
                <a:ext uri="{FF2B5EF4-FFF2-40B4-BE49-F238E27FC236}">
                  <a16:creationId xmlns:a16="http://schemas.microsoft.com/office/drawing/2014/main" id="{CA82DAE1-B4D6-1142-8988-789C66AB55DB}"/>
                </a:ext>
              </a:extLst>
            </p:cNvPr>
            <p:cNvSpPr>
              <a:spLocks/>
            </p:cNvSpPr>
            <p:nvPr/>
          </p:nvSpPr>
          <p:spPr bwMode="auto">
            <a:xfrm>
              <a:off x="6554" y="532"/>
              <a:ext cx="400" cy="241"/>
            </a:xfrm>
            <a:custGeom>
              <a:avLst/>
              <a:gdLst>
                <a:gd name="T0" fmla="*/ 6 w 271"/>
                <a:gd name="T1" fmla="*/ 163 h 163"/>
                <a:gd name="T2" fmla="*/ 2 w 271"/>
                <a:gd name="T3" fmla="*/ 161 h 163"/>
                <a:gd name="T4" fmla="*/ 2 w 271"/>
                <a:gd name="T5" fmla="*/ 153 h 163"/>
                <a:gd name="T6" fmla="*/ 98 w 271"/>
                <a:gd name="T7" fmla="*/ 45 h 163"/>
                <a:gd name="T8" fmla="*/ 106 w 271"/>
                <a:gd name="T9" fmla="*/ 44 h 163"/>
                <a:gd name="T10" fmla="*/ 174 w 271"/>
                <a:gd name="T11" fmla="*/ 100 h 163"/>
                <a:gd name="T12" fmla="*/ 260 w 271"/>
                <a:gd name="T13" fmla="*/ 3 h 163"/>
                <a:gd name="T14" fmla="*/ 268 w 271"/>
                <a:gd name="T15" fmla="*/ 2 h 163"/>
                <a:gd name="T16" fmla="*/ 269 w 271"/>
                <a:gd name="T17" fmla="*/ 11 h 163"/>
                <a:gd name="T18" fmla="*/ 179 w 271"/>
                <a:gd name="T19" fmla="*/ 113 h 163"/>
                <a:gd name="T20" fmla="*/ 171 w 271"/>
                <a:gd name="T21" fmla="*/ 113 h 163"/>
                <a:gd name="T22" fmla="*/ 103 w 271"/>
                <a:gd name="T23" fmla="*/ 57 h 163"/>
                <a:gd name="T24" fmla="*/ 11 w 271"/>
                <a:gd name="T25" fmla="*/ 161 h 163"/>
                <a:gd name="T26" fmla="*/ 6 w 271"/>
                <a:gd name="T27" fmla="*/ 163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1" h="163">
                  <a:moveTo>
                    <a:pt x="6" y="163"/>
                  </a:moveTo>
                  <a:cubicBezTo>
                    <a:pt x="5" y="163"/>
                    <a:pt x="4" y="162"/>
                    <a:pt x="2" y="161"/>
                  </a:cubicBezTo>
                  <a:cubicBezTo>
                    <a:pt x="0" y="159"/>
                    <a:pt x="0" y="155"/>
                    <a:pt x="2" y="153"/>
                  </a:cubicBezTo>
                  <a:cubicBezTo>
                    <a:pt x="98" y="45"/>
                    <a:pt x="98" y="45"/>
                    <a:pt x="98" y="45"/>
                  </a:cubicBezTo>
                  <a:cubicBezTo>
                    <a:pt x="100" y="42"/>
                    <a:pt x="104" y="42"/>
                    <a:pt x="106" y="44"/>
                  </a:cubicBezTo>
                  <a:cubicBezTo>
                    <a:pt x="174" y="100"/>
                    <a:pt x="174" y="100"/>
                    <a:pt x="174" y="100"/>
                  </a:cubicBezTo>
                  <a:cubicBezTo>
                    <a:pt x="260" y="3"/>
                    <a:pt x="260" y="3"/>
                    <a:pt x="260" y="3"/>
                  </a:cubicBezTo>
                  <a:cubicBezTo>
                    <a:pt x="262" y="0"/>
                    <a:pt x="266" y="0"/>
                    <a:pt x="268" y="2"/>
                  </a:cubicBezTo>
                  <a:cubicBezTo>
                    <a:pt x="271" y="5"/>
                    <a:pt x="271" y="8"/>
                    <a:pt x="269" y="11"/>
                  </a:cubicBezTo>
                  <a:cubicBezTo>
                    <a:pt x="179" y="113"/>
                    <a:pt x="179" y="113"/>
                    <a:pt x="179" y="113"/>
                  </a:cubicBezTo>
                  <a:cubicBezTo>
                    <a:pt x="177" y="115"/>
                    <a:pt x="173" y="116"/>
                    <a:pt x="171" y="113"/>
                  </a:cubicBezTo>
                  <a:cubicBezTo>
                    <a:pt x="103" y="57"/>
                    <a:pt x="103" y="57"/>
                    <a:pt x="103" y="57"/>
                  </a:cubicBezTo>
                  <a:cubicBezTo>
                    <a:pt x="11" y="161"/>
                    <a:pt x="11" y="161"/>
                    <a:pt x="11" y="161"/>
                  </a:cubicBezTo>
                  <a:cubicBezTo>
                    <a:pt x="10" y="162"/>
                    <a:pt x="8" y="163"/>
                    <a:pt x="6" y="16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sp>
          <p:nvSpPr>
            <p:cNvPr id="155" name="Freeform 61">
              <a:extLst>
                <a:ext uri="{FF2B5EF4-FFF2-40B4-BE49-F238E27FC236}">
                  <a16:creationId xmlns:a16="http://schemas.microsoft.com/office/drawing/2014/main" id="{F6DD371E-5D02-AF4E-8FE8-2BC519C3177C}"/>
                </a:ext>
              </a:extLst>
            </p:cNvPr>
            <p:cNvSpPr>
              <a:spLocks/>
            </p:cNvSpPr>
            <p:nvPr/>
          </p:nvSpPr>
          <p:spPr bwMode="auto">
            <a:xfrm>
              <a:off x="6812" y="534"/>
              <a:ext cx="141" cy="124"/>
            </a:xfrm>
            <a:custGeom>
              <a:avLst/>
              <a:gdLst>
                <a:gd name="T0" fmla="*/ 89 w 95"/>
                <a:gd name="T1" fmla="*/ 84 h 84"/>
                <a:gd name="T2" fmla="*/ 83 w 95"/>
                <a:gd name="T3" fmla="*/ 78 h 84"/>
                <a:gd name="T4" fmla="*/ 83 w 95"/>
                <a:gd name="T5" fmla="*/ 12 h 84"/>
                <a:gd name="T6" fmla="*/ 6 w 95"/>
                <a:gd name="T7" fmla="*/ 12 h 84"/>
                <a:gd name="T8" fmla="*/ 0 w 95"/>
                <a:gd name="T9" fmla="*/ 6 h 84"/>
                <a:gd name="T10" fmla="*/ 6 w 95"/>
                <a:gd name="T11" fmla="*/ 0 h 84"/>
                <a:gd name="T12" fmla="*/ 89 w 95"/>
                <a:gd name="T13" fmla="*/ 0 h 84"/>
                <a:gd name="T14" fmla="*/ 95 w 95"/>
                <a:gd name="T15" fmla="*/ 6 h 84"/>
                <a:gd name="T16" fmla="*/ 95 w 95"/>
                <a:gd name="T17" fmla="*/ 78 h 84"/>
                <a:gd name="T18" fmla="*/ 89 w 95"/>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84">
                  <a:moveTo>
                    <a:pt x="89" y="84"/>
                  </a:moveTo>
                  <a:cubicBezTo>
                    <a:pt x="86" y="84"/>
                    <a:pt x="83" y="81"/>
                    <a:pt x="83" y="78"/>
                  </a:cubicBezTo>
                  <a:cubicBezTo>
                    <a:pt x="83" y="12"/>
                    <a:pt x="83" y="12"/>
                    <a:pt x="83" y="12"/>
                  </a:cubicBezTo>
                  <a:cubicBezTo>
                    <a:pt x="6" y="12"/>
                    <a:pt x="6" y="12"/>
                    <a:pt x="6" y="12"/>
                  </a:cubicBezTo>
                  <a:cubicBezTo>
                    <a:pt x="3" y="12"/>
                    <a:pt x="0" y="9"/>
                    <a:pt x="0" y="6"/>
                  </a:cubicBezTo>
                  <a:cubicBezTo>
                    <a:pt x="0" y="3"/>
                    <a:pt x="3" y="0"/>
                    <a:pt x="6" y="0"/>
                  </a:cubicBezTo>
                  <a:cubicBezTo>
                    <a:pt x="89" y="0"/>
                    <a:pt x="89" y="0"/>
                    <a:pt x="89" y="0"/>
                  </a:cubicBezTo>
                  <a:cubicBezTo>
                    <a:pt x="93" y="0"/>
                    <a:pt x="95" y="3"/>
                    <a:pt x="95" y="6"/>
                  </a:cubicBezTo>
                  <a:cubicBezTo>
                    <a:pt x="95" y="78"/>
                    <a:pt x="95" y="78"/>
                    <a:pt x="95" y="78"/>
                  </a:cubicBezTo>
                  <a:cubicBezTo>
                    <a:pt x="95" y="81"/>
                    <a:pt x="93" y="84"/>
                    <a:pt x="89"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solidFill>
                  <a:schemeClr val="bg2"/>
                </a:solidFill>
              </a:endParaRPr>
            </a:p>
          </p:txBody>
        </p:sp>
      </p:grpSp>
      <p:grpSp>
        <p:nvGrpSpPr>
          <p:cNvPr id="156" name="Group 60">
            <a:extLst>
              <a:ext uri="{FF2B5EF4-FFF2-40B4-BE49-F238E27FC236}">
                <a16:creationId xmlns:a16="http://schemas.microsoft.com/office/drawing/2014/main" id="{909B4C50-0B6B-F940-B96B-0F025E25749D}"/>
              </a:ext>
            </a:extLst>
          </p:cNvPr>
          <p:cNvGrpSpPr>
            <a:grpSpLocks noChangeAspect="1"/>
          </p:cNvGrpSpPr>
          <p:nvPr userDrawn="1"/>
        </p:nvGrpSpPr>
        <p:grpSpPr bwMode="auto">
          <a:xfrm>
            <a:off x="3329567" y="3117577"/>
            <a:ext cx="491836" cy="480291"/>
            <a:chOff x="6726" y="600"/>
            <a:chExt cx="426" cy="416"/>
          </a:xfrm>
          <a:solidFill>
            <a:schemeClr val="accent1"/>
          </a:solidFill>
        </p:grpSpPr>
        <p:sp>
          <p:nvSpPr>
            <p:cNvPr id="157" name="Freeform 61">
              <a:extLst>
                <a:ext uri="{FF2B5EF4-FFF2-40B4-BE49-F238E27FC236}">
                  <a16:creationId xmlns:a16="http://schemas.microsoft.com/office/drawing/2014/main" id="{9C3A8E24-140A-A045-9B50-E9B468100282}"/>
                </a:ext>
              </a:extLst>
            </p:cNvPr>
            <p:cNvSpPr>
              <a:spLocks/>
            </p:cNvSpPr>
            <p:nvPr/>
          </p:nvSpPr>
          <p:spPr bwMode="auto">
            <a:xfrm>
              <a:off x="6726" y="999"/>
              <a:ext cx="426" cy="17"/>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2" y="12"/>
                    <a:pt x="0" y="10"/>
                    <a:pt x="0" y="6"/>
                  </a:cubicBezTo>
                  <a:cubicBezTo>
                    <a:pt x="0" y="3"/>
                    <a:pt x="2" y="0"/>
                    <a:pt x="6" y="0"/>
                  </a:cubicBezTo>
                  <a:cubicBezTo>
                    <a:pt x="282" y="0"/>
                    <a:pt x="282" y="0"/>
                    <a:pt x="282" y="0"/>
                  </a:cubicBezTo>
                  <a:cubicBezTo>
                    <a:pt x="285" y="0"/>
                    <a:pt x="288" y="3"/>
                    <a:pt x="288" y="6"/>
                  </a:cubicBezTo>
                  <a:cubicBezTo>
                    <a:pt x="288" y="10"/>
                    <a:pt x="285"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58" name="Freeform 62">
              <a:extLst>
                <a:ext uri="{FF2B5EF4-FFF2-40B4-BE49-F238E27FC236}">
                  <a16:creationId xmlns:a16="http://schemas.microsoft.com/office/drawing/2014/main" id="{7B95F1FD-5650-BC4B-808D-C3715C5F40BE}"/>
                </a:ext>
              </a:extLst>
            </p:cNvPr>
            <p:cNvSpPr>
              <a:spLocks noEditPoints="1"/>
            </p:cNvSpPr>
            <p:nvPr/>
          </p:nvSpPr>
          <p:spPr bwMode="auto">
            <a:xfrm>
              <a:off x="6744" y="912"/>
              <a:ext cx="71" cy="104"/>
            </a:xfrm>
            <a:custGeom>
              <a:avLst/>
              <a:gdLst>
                <a:gd name="T0" fmla="*/ 42 w 48"/>
                <a:gd name="T1" fmla="*/ 72 h 72"/>
                <a:gd name="T2" fmla="*/ 6 w 48"/>
                <a:gd name="T3" fmla="*/ 72 h 72"/>
                <a:gd name="T4" fmla="*/ 0 w 48"/>
                <a:gd name="T5" fmla="*/ 66 h 72"/>
                <a:gd name="T6" fmla="*/ 0 w 48"/>
                <a:gd name="T7" fmla="*/ 6 h 72"/>
                <a:gd name="T8" fmla="*/ 6 w 48"/>
                <a:gd name="T9" fmla="*/ 0 h 72"/>
                <a:gd name="T10" fmla="*/ 42 w 48"/>
                <a:gd name="T11" fmla="*/ 0 h 72"/>
                <a:gd name="T12" fmla="*/ 48 w 48"/>
                <a:gd name="T13" fmla="*/ 6 h 72"/>
                <a:gd name="T14" fmla="*/ 48 w 48"/>
                <a:gd name="T15" fmla="*/ 66 h 72"/>
                <a:gd name="T16" fmla="*/ 42 w 48"/>
                <a:gd name="T17" fmla="*/ 72 h 72"/>
                <a:gd name="T18" fmla="*/ 12 w 48"/>
                <a:gd name="T19" fmla="*/ 60 h 72"/>
                <a:gd name="T20" fmla="*/ 36 w 48"/>
                <a:gd name="T21" fmla="*/ 60 h 72"/>
                <a:gd name="T22" fmla="*/ 36 w 48"/>
                <a:gd name="T23" fmla="*/ 12 h 72"/>
                <a:gd name="T24" fmla="*/ 12 w 48"/>
                <a:gd name="T25" fmla="*/ 12 h 72"/>
                <a:gd name="T26" fmla="*/ 12 w 48"/>
                <a:gd name="T27"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72">
                  <a:moveTo>
                    <a:pt x="42" y="72"/>
                  </a:moveTo>
                  <a:cubicBezTo>
                    <a:pt x="6" y="72"/>
                    <a:pt x="6" y="72"/>
                    <a:pt x="6" y="72"/>
                  </a:cubicBezTo>
                  <a:cubicBezTo>
                    <a:pt x="2" y="72"/>
                    <a:pt x="0" y="70"/>
                    <a:pt x="0" y="66"/>
                  </a:cubicBezTo>
                  <a:cubicBezTo>
                    <a:pt x="0" y="6"/>
                    <a:pt x="0" y="6"/>
                    <a:pt x="0" y="6"/>
                  </a:cubicBezTo>
                  <a:cubicBezTo>
                    <a:pt x="0" y="3"/>
                    <a:pt x="2" y="0"/>
                    <a:pt x="6" y="0"/>
                  </a:cubicBezTo>
                  <a:cubicBezTo>
                    <a:pt x="42" y="0"/>
                    <a:pt x="42" y="0"/>
                    <a:pt x="42" y="0"/>
                  </a:cubicBezTo>
                  <a:cubicBezTo>
                    <a:pt x="45" y="0"/>
                    <a:pt x="48" y="3"/>
                    <a:pt x="48" y="6"/>
                  </a:cubicBezTo>
                  <a:cubicBezTo>
                    <a:pt x="48" y="66"/>
                    <a:pt x="48" y="66"/>
                    <a:pt x="48" y="66"/>
                  </a:cubicBezTo>
                  <a:cubicBezTo>
                    <a:pt x="48" y="70"/>
                    <a:pt x="45" y="72"/>
                    <a:pt x="42" y="72"/>
                  </a:cubicBezTo>
                  <a:close/>
                  <a:moveTo>
                    <a:pt x="12" y="60"/>
                  </a:moveTo>
                  <a:cubicBezTo>
                    <a:pt x="36" y="60"/>
                    <a:pt x="36" y="60"/>
                    <a:pt x="36" y="60"/>
                  </a:cubicBezTo>
                  <a:cubicBezTo>
                    <a:pt x="36" y="12"/>
                    <a:pt x="36" y="12"/>
                    <a:pt x="36" y="12"/>
                  </a:cubicBezTo>
                  <a:cubicBezTo>
                    <a:pt x="12" y="12"/>
                    <a:pt x="12" y="12"/>
                    <a:pt x="12" y="12"/>
                  </a:cubicBezTo>
                  <a:lnTo>
                    <a:pt x="12"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59" name="Freeform 63">
              <a:extLst>
                <a:ext uri="{FF2B5EF4-FFF2-40B4-BE49-F238E27FC236}">
                  <a16:creationId xmlns:a16="http://schemas.microsoft.com/office/drawing/2014/main" id="{0ACA05DC-D168-ED4A-8F9D-48683873D78A}"/>
                </a:ext>
              </a:extLst>
            </p:cNvPr>
            <p:cNvSpPr>
              <a:spLocks noEditPoints="1"/>
            </p:cNvSpPr>
            <p:nvPr/>
          </p:nvSpPr>
          <p:spPr bwMode="auto">
            <a:xfrm>
              <a:off x="6850" y="826"/>
              <a:ext cx="71" cy="190"/>
            </a:xfrm>
            <a:custGeom>
              <a:avLst/>
              <a:gdLst>
                <a:gd name="T0" fmla="*/ 42 w 48"/>
                <a:gd name="T1" fmla="*/ 132 h 132"/>
                <a:gd name="T2" fmla="*/ 6 w 48"/>
                <a:gd name="T3" fmla="*/ 132 h 132"/>
                <a:gd name="T4" fmla="*/ 0 w 48"/>
                <a:gd name="T5" fmla="*/ 126 h 132"/>
                <a:gd name="T6" fmla="*/ 0 w 48"/>
                <a:gd name="T7" fmla="*/ 6 h 132"/>
                <a:gd name="T8" fmla="*/ 6 w 48"/>
                <a:gd name="T9" fmla="*/ 0 h 132"/>
                <a:gd name="T10" fmla="*/ 42 w 48"/>
                <a:gd name="T11" fmla="*/ 0 h 132"/>
                <a:gd name="T12" fmla="*/ 48 w 48"/>
                <a:gd name="T13" fmla="*/ 6 h 132"/>
                <a:gd name="T14" fmla="*/ 48 w 48"/>
                <a:gd name="T15" fmla="*/ 126 h 132"/>
                <a:gd name="T16" fmla="*/ 42 w 48"/>
                <a:gd name="T17" fmla="*/ 132 h 132"/>
                <a:gd name="T18" fmla="*/ 12 w 48"/>
                <a:gd name="T19" fmla="*/ 120 h 132"/>
                <a:gd name="T20" fmla="*/ 36 w 48"/>
                <a:gd name="T21" fmla="*/ 120 h 132"/>
                <a:gd name="T22" fmla="*/ 36 w 48"/>
                <a:gd name="T23" fmla="*/ 12 h 132"/>
                <a:gd name="T24" fmla="*/ 12 w 48"/>
                <a:gd name="T25" fmla="*/ 12 h 132"/>
                <a:gd name="T26" fmla="*/ 12 w 48"/>
                <a:gd name="T27" fmla="*/ 12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32">
                  <a:moveTo>
                    <a:pt x="42" y="132"/>
                  </a:moveTo>
                  <a:cubicBezTo>
                    <a:pt x="6" y="132"/>
                    <a:pt x="6" y="132"/>
                    <a:pt x="6" y="132"/>
                  </a:cubicBezTo>
                  <a:cubicBezTo>
                    <a:pt x="2" y="132"/>
                    <a:pt x="0" y="130"/>
                    <a:pt x="0" y="126"/>
                  </a:cubicBezTo>
                  <a:cubicBezTo>
                    <a:pt x="0" y="6"/>
                    <a:pt x="0" y="6"/>
                    <a:pt x="0" y="6"/>
                  </a:cubicBezTo>
                  <a:cubicBezTo>
                    <a:pt x="0" y="3"/>
                    <a:pt x="2" y="0"/>
                    <a:pt x="6" y="0"/>
                  </a:cubicBezTo>
                  <a:cubicBezTo>
                    <a:pt x="42" y="0"/>
                    <a:pt x="42" y="0"/>
                    <a:pt x="42" y="0"/>
                  </a:cubicBezTo>
                  <a:cubicBezTo>
                    <a:pt x="45" y="0"/>
                    <a:pt x="48" y="3"/>
                    <a:pt x="48" y="6"/>
                  </a:cubicBezTo>
                  <a:cubicBezTo>
                    <a:pt x="48" y="126"/>
                    <a:pt x="48" y="126"/>
                    <a:pt x="48" y="126"/>
                  </a:cubicBezTo>
                  <a:cubicBezTo>
                    <a:pt x="48" y="130"/>
                    <a:pt x="45" y="132"/>
                    <a:pt x="42" y="132"/>
                  </a:cubicBezTo>
                  <a:close/>
                  <a:moveTo>
                    <a:pt x="12" y="120"/>
                  </a:moveTo>
                  <a:cubicBezTo>
                    <a:pt x="36" y="120"/>
                    <a:pt x="36" y="120"/>
                    <a:pt x="36" y="120"/>
                  </a:cubicBezTo>
                  <a:cubicBezTo>
                    <a:pt x="36" y="12"/>
                    <a:pt x="36" y="12"/>
                    <a:pt x="36" y="12"/>
                  </a:cubicBezTo>
                  <a:cubicBezTo>
                    <a:pt x="12" y="12"/>
                    <a:pt x="12" y="12"/>
                    <a:pt x="12" y="12"/>
                  </a:cubicBezTo>
                  <a:lnTo>
                    <a:pt x="12"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0" name="Freeform 64">
              <a:extLst>
                <a:ext uri="{FF2B5EF4-FFF2-40B4-BE49-F238E27FC236}">
                  <a16:creationId xmlns:a16="http://schemas.microsoft.com/office/drawing/2014/main" id="{DEACE061-660B-B846-81F5-5CAC95D88ABD}"/>
                </a:ext>
              </a:extLst>
            </p:cNvPr>
            <p:cNvSpPr>
              <a:spLocks noEditPoints="1"/>
            </p:cNvSpPr>
            <p:nvPr/>
          </p:nvSpPr>
          <p:spPr bwMode="auto">
            <a:xfrm>
              <a:off x="6957" y="860"/>
              <a:ext cx="71" cy="156"/>
            </a:xfrm>
            <a:custGeom>
              <a:avLst/>
              <a:gdLst>
                <a:gd name="T0" fmla="*/ 42 w 48"/>
                <a:gd name="T1" fmla="*/ 108 h 108"/>
                <a:gd name="T2" fmla="*/ 6 w 48"/>
                <a:gd name="T3" fmla="*/ 108 h 108"/>
                <a:gd name="T4" fmla="*/ 0 w 48"/>
                <a:gd name="T5" fmla="*/ 102 h 108"/>
                <a:gd name="T6" fmla="*/ 0 w 48"/>
                <a:gd name="T7" fmla="*/ 6 h 108"/>
                <a:gd name="T8" fmla="*/ 6 w 48"/>
                <a:gd name="T9" fmla="*/ 0 h 108"/>
                <a:gd name="T10" fmla="*/ 42 w 48"/>
                <a:gd name="T11" fmla="*/ 0 h 108"/>
                <a:gd name="T12" fmla="*/ 48 w 48"/>
                <a:gd name="T13" fmla="*/ 6 h 108"/>
                <a:gd name="T14" fmla="*/ 48 w 48"/>
                <a:gd name="T15" fmla="*/ 102 h 108"/>
                <a:gd name="T16" fmla="*/ 42 w 48"/>
                <a:gd name="T17" fmla="*/ 108 h 108"/>
                <a:gd name="T18" fmla="*/ 12 w 48"/>
                <a:gd name="T19" fmla="*/ 96 h 108"/>
                <a:gd name="T20" fmla="*/ 36 w 48"/>
                <a:gd name="T21" fmla="*/ 96 h 108"/>
                <a:gd name="T22" fmla="*/ 36 w 48"/>
                <a:gd name="T23" fmla="*/ 12 h 108"/>
                <a:gd name="T24" fmla="*/ 12 w 48"/>
                <a:gd name="T25" fmla="*/ 12 h 108"/>
                <a:gd name="T26" fmla="*/ 12 w 48"/>
                <a:gd name="T27" fmla="*/ 9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08">
                  <a:moveTo>
                    <a:pt x="42" y="108"/>
                  </a:moveTo>
                  <a:cubicBezTo>
                    <a:pt x="6" y="108"/>
                    <a:pt x="6" y="108"/>
                    <a:pt x="6" y="108"/>
                  </a:cubicBezTo>
                  <a:cubicBezTo>
                    <a:pt x="2" y="108"/>
                    <a:pt x="0" y="106"/>
                    <a:pt x="0" y="102"/>
                  </a:cubicBezTo>
                  <a:cubicBezTo>
                    <a:pt x="0" y="6"/>
                    <a:pt x="0" y="6"/>
                    <a:pt x="0" y="6"/>
                  </a:cubicBezTo>
                  <a:cubicBezTo>
                    <a:pt x="0" y="3"/>
                    <a:pt x="2" y="0"/>
                    <a:pt x="6" y="0"/>
                  </a:cubicBezTo>
                  <a:cubicBezTo>
                    <a:pt x="42" y="0"/>
                    <a:pt x="42" y="0"/>
                    <a:pt x="42" y="0"/>
                  </a:cubicBezTo>
                  <a:cubicBezTo>
                    <a:pt x="45" y="0"/>
                    <a:pt x="48" y="3"/>
                    <a:pt x="48" y="6"/>
                  </a:cubicBezTo>
                  <a:cubicBezTo>
                    <a:pt x="48" y="102"/>
                    <a:pt x="48" y="102"/>
                    <a:pt x="48" y="102"/>
                  </a:cubicBezTo>
                  <a:cubicBezTo>
                    <a:pt x="48" y="106"/>
                    <a:pt x="45" y="108"/>
                    <a:pt x="42" y="108"/>
                  </a:cubicBezTo>
                  <a:close/>
                  <a:moveTo>
                    <a:pt x="12" y="96"/>
                  </a:moveTo>
                  <a:cubicBezTo>
                    <a:pt x="36" y="96"/>
                    <a:pt x="36" y="96"/>
                    <a:pt x="36" y="96"/>
                  </a:cubicBezTo>
                  <a:cubicBezTo>
                    <a:pt x="36" y="12"/>
                    <a:pt x="36" y="12"/>
                    <a:pt x="36" y="12"/>
                  </a:cubicBezTo>
                  <a:cubicBezTo>
                    <a:pt x="12" y="12"/>
                    <a:pt x="12" y="12"/>
                    <a:pt x="12" y="12"/>
                  </a:cubicBezTo>
                  <a:lnTo>
                    <a:pt x="12"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1" name="Freeform 65">
              <a:extLst>
                <a:ext uri="{FF2B5EF4-FFF2-40B4-BE49-F238E27FC236}">
                  <a16:creationId xmlns:a16="http://schemas.microsoft.com/office/drawing/2014/main" id="{6C1EFCFD-1918-4C4B-9CE7-E8EFB1D43AEC}"/>
                </a:ext>
              </a:extLst>
            </p:cNvPr>
            <p:cNvSpPr>
              <a:spLocks noEditPoints="1"/>
            </p:cNvSpPr>
            <p:nvPr/>
          </p:nvSpPr>
          <p:spPr bwMode="auto">
            <a:xfrm>
              <a:off x="7063" y="739"/>
              <a:ext cx="71" cy="277"/>
            </a:xfrm>
            <a:custGeom>
              <a:avLst/>
              <a:gdLst>
                <a:gd name="T0" fmla="*/ 42 w 48"/>
                <a:gd name="T1" fmla="*/ 192 h 192"/>
                <a:gd name="T2" fmla="*/ 6 w 48"/>
                <a:gd name="T3" fmla="*/ 192 h 192"/>
                <a:gd name="T4" fmla="*/ 0 w 48"/>
                <a:gd name="T5" fmla="*/ 186 h 192"/>
                <a:gd name="T6" fmla="*/ 0 w 48"/>
                <a:gd name="T7" fmla="*/ 6 h 192"/>
                <a:gd name="T8" fmla="*/ 6 w 48"/>
                <a:gd name="T9" fmla="*/ 0 h 192"/>
                <a:gd name="T10" fmla="*/ 42 w 48"/>
                <a:gd name="T11" fmla="*/ 0 h 192"/>
                <a:gd name="T12" fmla="*/ 48 w 48"/>
                <a:gd name="T13" fmla="*/ 6 h 192"/>
                <a:gd name="T14" fmla="*/ 48 w 48"/>
                <a:gd name="T15" fmla="*/ 186 h 192"/>
                <a:gd name="T16" fmla="*/ 42 w 48"/>
                <a:gd name="T17" fmla="*/ 192 h 192"/>
                <a:gd name="T18" fmla="*/ 12 w 48"/>
                <a:gd name="T19" fmla="*/ 180 h 192"/>
                <a:gd name="T20" fmla="*/ 36 w 48"/>
                <a:gd name="T21" fmla="*/ 180 h 192"/>
                <a:gd name="T22" fmla="*/ 36 w 48"/>
                <a:gd name="T23" fmla="*/ 12 h 192"/>
                <a:gd name="T24" fmla="*/ 12 w 48"/>
                <a:gd name="T25" fmla="*/ 12 h 192"/>
                <a:gd name="T26" fmla="*/ 12 w 48"/>
                <a:gd name="T27" fmla="*/ 18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92">
                  <a:moveTo>
                    <a:pt x="42" y="192"/>
                  </a:moveTo>
                  <a:cubicBezTo>
                    <a:pt x="6" y="192"/>
                    <a:pt x="6" y="192"/>
                    <a:pt x="6" y="192"/>
                  </a:cubicBezTo>
                  <a:cubicBezTo>
                    <a:pt x="2" y="192"/>
                    <a:pt x="0" y="190"/>
                    <a:pt x="0" y="186"/>
                  </a:cubicBezTo>
                  <a:cubicBezTo>
                    <a:pt x="0" y="6"/>
                    <a:pt x="0" y="6"/>
                    <a:pt x="0" y="6"/>
                  </a:cubicBezTo>
                  <a:cubicBezTo>
                    <a:pt x="0" y="3"/>
                    <a:pt x="2" y="0"/>
                    <a:pt x="6" y="0"/>
                  </a:cubicBezTo>
                  <a:cubicBezTo>
                    <a:pt x="42" y="0"/>
                    <a:pt x="42" y="0"/>
                    <a:pt x="42" y="0"/>
                  </a:cubicBezTo>
                  <a:cubicBezTo>
                    <a:pt x="45" y="0"/>
                    <a:pt x="48" y="3"/>
                    <a:pt x="48" y="6"/>
                  </a:cubicBezTo>
                  <a:cubicBezTo>
                    <a:pt x="48" y="186"/>
                    <a:pt x="48" y="186"/>
                    <a:pt x="48" y="186"/>
                  </a:cubicBezTo>
                  <a:cubicBezTo>
                    <a:pt x="48" y="190"/>
                    <a:pt x="45" y="192"/>
                    <a:pt x="42" y="192"/>
                  </a:cubicBezTo>
                  <a:close/>
                  <a:moveTo>
                    <a:pt x="12" y="180"/>
                  </a:moveTo>
                  <a:cubicBezTo>
                    <a:pt x="36" y="180"/>
                    <a:pt x="36" y="180"/>
                    <a:pt x="36" y="180"/>
                  </a:cubicBezTo>
                  <a:cubicBezTo>
                    <a:pt x="36" y="12"/>
                    <a:pt x="36" y="12"/>
                    <a:pt x="36" y="12"/>
                  </a:cubicBezTo>
                  <a:cubicBezTo>
                    <a:pt x="12" y="12"/>
                    <a:pt x="12" y="12"/>
                    <a:pt x="12" y="12"/>
                  </a:cubicBezTo>
                  <a:lnTo>
                    <a:pt x="12"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2" name="Freeform 66">
              <a:extLst>
                <a:ext uri="{FF2B5EF4-FFF2-40B4-BE49-F238E27FC236}">
                  <a16:creationId xmlns:a16="http://schemas.microsoft.com/office/drawing/2014/main" id="{E3276A80-6E12-C248-A63A-BDDBCB6DC276}"/>
                </a:ext>
              </a:extLst>
            </p:cNvPr>
            <p:cNvSpPr>
              <a:spLocks noEditPoints="1"/>
            </p:cNvSpPr>
            <p:nvPr/>
          </p:nvSpPr>
          <p:spPr bwMode="auto">
            <a:xfrm>
              <a:off x="6753" y="774"/>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3" name="Freeform 67">
              <a:extLst>
                <a:ext uri="{FF2B5EF4-FFF2-40B4-BE49-F238E27FC236}">
                  <a16:creationId xmlns:a16="http://schemas.microsoft.com/office/drawing/2014/main" id="{FA66DBB2-838B-4C4A-BA40-168FEF07086F}"/>
                </a:ext>
              </a:extLst>
            </p:cNvPr>
            <p:cNvSpPr>
              <a:spLocks noEditPoints="1"/>
            </p:cNvSpPr>
            <p:nvPr/>
          </p:nvSpPr>
          <p:spPr bwMode="auto">
            <a:xfrm>
              <a:off x="6859" y="687"/>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4" name="Freeform 68">
              <a:extLst>
                <a:ext uri="{FF2B5EF4-FFF2-40B4-BE49-F238E27FC236}">
                  <a16:creationId xmlns:a16="http://schemas.microsoft.com/office/drawing/2014/main" id="{93019F76-8284-AF42-815A-EE8C56616EEB}"/>
                </a:ext>
              </a:extLst>
            </p:cNvPr>
            <p:cNvSpPr>
              <a:spLocks noEditPoints="1"/>
            </p:cNvSpPr>
            <p:nvPr/>
          </p:nvSpPr>
          <p:spPr bwMode="auto">
            <a:xfrm>
              <a:off x="6966" y="722"/>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5" name="Freeform 69">
              <a:extLst>
                <a:ext uri="{FF2B5EF4-FFF2-40B4-BE49-F238E27FC236}">
                  <a16:creationId xmlns:a16="http://schemas.microsoft.com/office/drawing/2014/main" id="{994737E9-AB00-4844-A2D9-029280879396}"/>
                </a:ext>
              </a:extLst>
            </p:cNvPr>
            <p:cNvSpPr>
              <a:spLocks noEditPoints="1"/>
            </p:cNvSpPr>
            <p:nvPr/>
          </p:nvSpPr>
          <p:spPr bwMode="auto">
            <a:xfrm>
              <a:off x="7072" y="600"/>
              <a:ext cx="54"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6" name="Freeform 70">
              <a:extLst>
                <a:ext uri="{FF2B5EF4-FFF2-40B4-BE49-F238E27FC236}">
                  <a16:creationId xmlns:a16="http://schemas.microsoft.com/office/drawing/2014/main" id="{31011639-86D2-1945-816C-1890494209C3}"/>
                </a:ext>
              </a:extLst>
            </p:cNvPr>
            <p:cNvSpPr>
              <a:spLocks/>
            </p:cNvSpPr>
            <p:nvPr/>
          </p:nvSpPr>
          <p:spPr bwMode="auto">
            <a:xfrm>
              <a:off x="6782" y="714"/>
              <a:ext cx="99" cy="84"/>
            </a:xfrm>
            <a:custGeom>
              <a:avLst/>
              <a:gdLst>
                <a:gd name="T0" fmla="*/ 7 w 67"/>
                <a:gd name="T1" fmla="*/ 58 h 58"/>
                <a:gd name="T2" fmla="*/ 2 w 67"/>
                <a:gd name="T3" fmla="*/ 56 h 58"/>
                <a:gd name="T4" fmla="*/ 3 w 67"/>
                <a:gd name="T5" fmla="*/ 47 h 58"/>
                <a:gd name="T6" fmla="*/ 57 w 67"/>
                <a:gd name="T7" fmla="*/ 3 h 58"/>
                <a:gd name="T8" fmla="*/ 65 w 67"/>
                <a:gd name="T9" fmla="*/ 3 h 58"/>
                <a:gd name="T10" fmla="*/ 64 w 67"/>
                <a:gd name="T11" fmla="*/ 12 h 58"/>
                <a:gd name="T12" fmla="*/ 11 w 67"/>
                <a:gd name="T13" fmla="*/ 56 h 58"/>
                <a:gd name="T14" fmla="*/ 7 w 67"/>
                <a:gd name="T15" fmla="*/ 58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58">
                  <a:moveTo>
                    <a:pt x="7" y="58"/>
                  </a:moveTo>
                  <a:cubicBezTo>
                    <a:pt x="5" y="58"/>
                    <a:pt x="3" y="57"/>
                    <a:pt x="2" y="56"/>
                  </a:cubicBezTo>
                  <a:cubicBezTo>
                    <a:pt x="0" y="53"/>
                    <a:pt x="0" y="49"/>
                    <a:pt x="3" y="47"/>
                  </a:cubicBezTo>
                  <a:cubicBezTo>
                    <a:pt x="57" y="3"/>
                    <a:pt x="57" y="3"/>
                    <a:pt x="57" y="3"/>
                  </a:cubicBezTo>
                  <a:cubicBezTo>
                    <a:pt x="59" y="0"/>
                    <a:pt x="63" y="1"/>
                    <a:pt x="65" y="3"/>
                  </a:cubicBezTo>
                  <a:cubicBezTo>
                    <a:pt x="67" y="6"/>
                    <a:pt x="67" y="10"/>
                    <a:pt x="64" y="12"/>
                  </a:cubicBezTo>
                  <a:cubicBezTo>
                    <a:pt x="11" y="56"/>
                    <a:pt x="11" y="56"/>
                    <a:pt x="11" y="56"/>
                  </a:cubicBezTo>
                  <a:cubicBezTo>
                    <a:pt x="10" y="57"/>
                    <a:pt x="8" y="58"/>
                    <a:pt x="7"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7" name="Freeform 71">
              <a:extLst>
                <a:ext uri="{FF2B5EF4-FFF2-40B4-BE49-F238E27FC236}">
                  <a16:creationId xmlns:a16="http://schemas.microsoft.com/office/drawing/2014/main" id="{351419A5-CCB8-0F4A-A9D8-85EBBC43D894}"/>
                </a:ext>
              </a:extLst>
            </p:cNvPr>
            <p:cNvSpPr>
              <a:spLocks/>
            </p:cNvSpPr>
            <p:nvPr/>
          </p:nvSpPr>
          <p:spPr bwMode="auto">
            <a:xfrm>
              <a:off x="6892" y="708"/>
              <a:ext cx="93" cy="44"/>
            </a:xfrm>
            <a:custGeom>
              <a:avLst/>
              <a:gdLst>
                <a:gd name="T0" fmla="*/ 57 w 63"/>
                <a:gd name="T1" fmla="*/ 30 h 30"/>
                <a:gd name="T2" fmla="*/ 55 w 63"/>
                <a:gd name="T3" fmla="*/ 29 h 30"/>
                <a:gd name="T4" fmla="*/ 5 w 63"/>
                <a:gd name="T5" fmla="*/ 13 h 30"/>
                <a:gd name="T6" fmla="*/ 1 w 63"/>
                <a:gd name="T7" fmla="*/ 5 h 30"/>
                <a:gd name="T8" fmla="*/ 9 w 63"/>
                <a:gd name="T9" fmla="*/ 2 h 30"/>
                <a:gd name="T10" fmla="*/ 58 w 63"/>
                <a:gd name="T11" fmla="*/ 18 h 30"/>
                <a:gd name="T12" fmla="*/ 62 w 63"/>
                <a:gd name="T13" fmla="*/ 26 h 30"/>
                <a:gd name="T14" fmla="*/ 57 w 63"/>
                <a:gd name="T15" fmla="*/ 30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 h="30">
                  <a:moveTo>
                    <a:pt x="57" y="30"/>
                  </a:moveTo>
                  <a:cubicBezTo>
                    <a:pt x="56" y="30"/>
                    <a:pt x="55" y="30"/>
                    <a:pt x="55" y="29"/>
                  </a:cubicBezTo>
                  <a:cubicBezTo>
                    <a:pt x="5" y="13"/>
                    <a:pt x="5" y="13"/>
                    <a:pt x="5" y="13"/>
                  </a:cubicBezTo>
                  <a:cubicBezTo>
                    <a:pt x="2" y="12"/>
                    <a:pt x="0" y="8"/>
                    <a:pt x="1" y="5"/>
                  </a:cubicBezTo>
                  <a:cubicBezTo>
                    <a:pt x="2" y="2"/>
                    <a:pt x="6" y="0"/>
                    <a:pt x="9" y="2"/>
                  </a:cubicBezTo>
                  <a:cubicBezTo>
                    <a:pt x="58" y="18"/>
                    <a:pt x="58" y="18"/>
                    <a:pt x="58" y="18"/>
                  </a:cubicBezTo>
                  <a:cubicBezTo>
                    <a:pt x="62" y="19"/>
                    <a:pt x="63" y="23"/>
                    <a:pt x="62" y="26"/>
                  </a:cubicBezTo>
                  <a:cubicBezTo>
                    <a:pt x="61" y="28"/>
                    <a:pt x="59" y="30"/>
                    <a:pt x="5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168" name="Freeform 72">
              <a:extLst>
                <a:ext uri="{FF2B5EF4-FFF2-40B4-BE49-F238E27FC236}">
                  <a16:creationId xmlns:a16="http://schemas.microsoft.com/office/drawing/2014/main" id="{E9D27936-5D5D-614F-8C1C-7B1D6C8F53BC}"/>
                </a:ext>
              </a:extLst>
            </p:cNvPr>
            <p:cNvSpPr>
              <a:spLocks/>
            </p:cNvSpPr>
            <p:nvPr/>
          </p:nvSpPr>
          <p:spPr bwMode="auto">
            <a:xfrm>
              <a:off x="6994" y="630"/>
              <a:ext cx="103" cy="113"/>
            </a:xfrm>
            <a:custGeom>
              <a:avLst/>
              <a:gdLst>
                <a:gd name="T0" fmla="*/ 6 w 70"/>
                <a:gd name="T1" fmla="*/ 78 h 78"/>
                <a:gd name="T2" fmla="*/ 3 w 70"/>
                <a:gd name="T3" fmla="*/ 77 h 78"/>
                <a:gd name="T4" fmla="*/ 2 w 70"/>
                <a:gd name="T5" fmla="*/ 68 h 78"/>
                <a:gd name="T6" fmla="*/ 58 w 70"/>
                <a:gd name="T7" fmla="*/ 3 h 78"/>
                <a:gd name="T8" fmla="*/ 67 w 70"/>
                <a:gd name="T9" fmla="*/ 2 h 78"/>
                <a:gd name="T10" fmla="*/ 67 w 70"/>
                <a:gd name="T11" fmla="*/ 10 h 78"/>
                <a:gd name="T12" fmla="*/ 11 w 70"/>
                <a:gd name="T13" fmla="*/ 76 h 78"/>
                <a:gd name="T14" fmla="*/ 6 w 70"/>
                <a:gd name="T15" fmla="*/ 78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6" y="78"/>
                  </a:moveTo>
                  <a:cubicBezTo>
                    <a:pt x="5" y="78"/>
                    <a:pt x="4" y="78"/>
                    <a:pt x="3" y="77"/>
                  </a:cubicBezTo>
                  <a:cubicBezTo>
                    <a:pt x="0" y="75"/>
                    <a:pt x="0" y="71"/>
                    <a:pt x="2" y="68"/>
                  </a:cubicBezTo>
                  <a:cubicBezTo>
                    <a:pt x="58" y="3"/>
                    <a:pt x="58" y="3"/>
                    <a:pt x="58" y="3"/>
                  </a:cubicBezTo>
                  <a:cubicBezTo>
                    <a:pt x="60" y="0"/>
                    <a:pt x="64" y="0"/>
                    <a:pt x="67" y="2"/>
                  </a:cubicBezTo>
                  <a:cubicBezTo>
                    <a:pt x="69" y="4"/>
                    <a:pt x="70" y="8"/>
                    <a:pt x="67" y="10"/>
                  </a:cubicBezTo>
                  <a:cubicBezTo>
                    <a:pt x="11" y="76"/>
                    <a:pt x="11" y="76"/>
                    <a:pt x="11" y="76"/>
                  </a:cubicBezTo>
                  <a:cubicBezTo>
                    <a:pt x="10" y="78"/>
                    <a:pt x="8" y="78"/>
                    <a:pt x="6"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169" name="Group 147">
            <a:extLst>
              <a:ext uri="{FF2B5EF4-FFF2-40B4-BE49-F238E27FC236}">
                <a16:creationId xmlns:a16="http://schemas.microsoft.com/office/drawing/2014/main" id="{1A45C7C7-247A-8046-A96E-AD1F982C8EF8}"/>
              </a:ext>
            </a:extLst>
          </p:cNvPr>
          <p:cNvGrpSpPr>
            <a:grpSpLocks noChangeAspect="1"/>
          </p:cNvGrpSpPr>
          <p:nvPr userDrawn="1"/>
        </p:nvGrpSpPr>
        <p:grpSpPr bwMode="auto">
          <a:xfrm>
            <a:off x="4602982" y="4317934"/>
            <a:ext cx="492991" cy="480291"/>
            <a:chOff x="4660" y="3155"/>
            <a:chExt cx="427" cy="416"/>
          </a:xfrm>
          <a:solidFill>
            <a:schemeClr val="accent1"/>
          </a:solidFill>
        </p:grpSpPr>
        <p:sp>
          <p:nvSpPr>
            <p:cNvPr id="170" name="Freeform 148">
              <a:extLst>
                <a:ext uri="{FF2B5EF4-FFF2-40B4-BE49-F238E27FC236}">
                  <a16:creationId xmlns:a16="http://schemas.microsoft.com/office/drawing/2014/main" id="{8E8C409B-9E97-C84A-B9D3-A35AAE508CE2}"/>
                </a:ext>
              </a:extLst>
            </p:cNvPr>
            <p:cNvSpPr>
              <a:spLocks/>
            </p:cNvSpPr>
            <p:nvPr/>
          </p:nvSpPr>
          <p:spPr bwMode="auto">
            <a:xfrm>
              <a:off x="4952" y="3213"/>
              <a:ext cx="75" cy="72"/>
            </a:xfrm>
            <a:custGeom>
              <a:avLst/>
              <a:gdLst>
                <a:gd name="T0" fmla="*/ 7 w 51"/>
                <a:gd name="T1" fmla="*/ 50 h 50"/>
                <a:gd name="T2" fmla="*/ 3 w 51"/>
                <a:gd name="T3" fmla="*/ 48 h 50"/>
                <a:gd name="T4" fmla="*/ 3 w 51"/>
                <a:gd name="T5" fmla="*/ 40 h 50"/>
                <a:gd name="T6" fmla="*/ 40 w 51"/>
                <a:gd name="T7" fmla="*/ 3 h 50"/>
                <a:gd name="T8" fmla="*/ 49 w 51"/>
                <a:gd name="T9" fmla="*/ 3 h 50"/>
                <a:gd name="T10" fmla="*/ 49 w 51"/>
                <a:gd name="T11" fmla="*/ 11 h 50"/>
                <a:gd name="T12" fmla="*/ 11 w 51"/>
                <a:gd name="T13" fmla="*/ 48 h 50"/>
                <a:gd name="T14" fmla="*/ 7 w 51"/>
                <a:gd name="T15" fmla="*/ 50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50">
                  <a:moveTo>
                    <a:pt x="7" y="50"/>
                  </a:moveTo>
                  <a:cubicBezTo>
                    <a:pt x="6" y="50"/>
                    <a:pt x="4" y="49"/>
                    <a:pt x="3" y="48"/>
                  </a:cubicBezTo>
                  <a:cubicBezTo>
                    <a:pt x="0" y="46"/>
                    <a:pt x="0" y="42"/>
                    <a:pt x="3" y="40"/>
                  </a:cubicBezTo>
                  <a:cubicBezTo>
                    <a:pt x="40" y="3"/>
                    <a:pt x="40" y="3"/>
                    <a:pt x="40" y="3"/>
                  </a:cubicBezTo>
                  <a:cubicBezTo>
                    <a:pt x="42" y="0"/>
                    <a:pt x="46" y="0"/>
                    <a:pt x="49" y="3"/>
                  </a:cubicBezTo>
                  <a:cubicBezTo>
                    <a:pt x="51" y="5"/>
                    <a:pt x="51" y="9"/>
                    <a:pt x="49" y="11"/>
                  </a:cubicBezTo>
                  <a:cubicBezTo>
                    <a:pt x="11" y="48"/>
                    <a:pt x="11" y="48"/>
                    <a:pt x="11" y="48"/>
                  </a:cubicBezTo>
                  <a:cubicBezTo>
                    <a:pt x="10" y="49"/>
                    <a:pt x="9" y="50"/>
                    <a:pt x="7"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1" name="Freeform 149">
              <a:extLst>
                <a:ext uri="{FF2B5EF4-FFF2-40B4-BE49-F238E27FC236}">
                  <a16:creationId xmlns:a16="http://schemas.microsoft.com/office/drawing/2014/main" id="{DA0B5ECD-870E-4848-9CD3-F2A48AAED96F}"/>
                </a:ext>
              </a:extLst>
            </p:cNvPr>
            <p:cNvSpPr>
              <a:spLocks noEditPoints="1"/>
            </p:cNvSpPr>
            <p:nvPr/>
          </p:nvSpPr>
          <p:spPr bwMode="auto">
            <a:xfrm>
              <a:off x="4998" y="3155"/>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2" name="Freeform 150">
              <a:extLst>
                <a:ext uri="{FF2B5EF4-FFF2-40B4-BE49-F238E27FC236}">
                  <a16:creationId xmlns:a16="http://schemas.microsoft.com/office/drawing/2014/main" id="{F35591AC-ECAA-6A44-8F99-819ED52E6DAB}"/>
                </a:ext>
              </a:extLst>
            </p:cNvPr>
            <p:cNvSpPr>
              <a:spLocks/>
            </p:cNvSpPr>
            <p:nvPr/>
          </p:nvSpPr>
          <p:spPr bwMode="auto">
            <a:xfrm>
              <a:off x="4970" y="3457"/>
              <a:ext cx="57" cy="55"/>
            </a:xfrm>
            <a:custGeom>
              <a:avLst/>
              <a:gdLst>
                <a:gd name="T0" fmla="*/ 32 w 39"/>
                <a:gd name="T1" fmla="*/ 38 h 38"/>
                <a:gd name="T2" fmla="*/ 28 w 39"/>
                <a:gd name="T3" fmla="*/ 36 h 38"/>
                <a:gd name="T4" fmla="*/ 2 w 39"/>
                <a:gd name="T5" fmla="*/ 11 h 38"/>
                <a:gd name="T6" fmla="*/ 2 w 39"/>
                <a:gd name="T7" fmla="*/ 2 h 38"/>
                <a:gd name="T8" fmla="*/ 11 w 39"/>
                <a:gd name="T9" fmla="*/ 2 h 38"/>
                <a:gd name="T10" fmla="*/ 36 w 39"/>
                <a:gd name="T11" fmla="*/ 28 h 38"/>
                <a:gd name="T12" fmla="*/ 36 w 39"/>
                <a:gd name="T13" fmla="*/ 36 h 38"/>
                <a:gd name="T14" fmla="*/ 32 w 39"/>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32" y="38"/>
                  </a:moveTo>
                  <a:cubicBezTo>
                    <a:pt x="30" y="38"/>
                    <a:pt x="29" y="37"/>
                    <a:pt x="28" y="36"/>
                  </a:cubicBezTo>
                  <a:cubicBezTo>
                    <a:pt x="2" y="11"/>
                    <a:pt x="2" y="11"/>
                    <a:pt x="2" y="11"/>
                  </a:cubicBezTo>
                  <a:cubicBezTo>
                    <a:pt x="0" y="8"/>
                    <a:pt x="0" y="4"/>
                    <a:pt x="2" y="2"/>
                  </a:cubicBezTo>
                  <a:cubicBezTo>
                    <a:pt x="5" y="0"/>
                    <a:pt x="8" y="0"/>
                    <a:pt x="11" y="2"/>
                  </a:cubicBezTo>
                  <a:cubicBezTo>
                    <a:pt x="36" y="28"/>
                    <a:pt x="36" y="28"/>
                    <a:pt x="36" y="28"/>
                  </a:cubicBezTo>
                  <a:cubicBezTo>
                    <a:pt x="39" y="30"/>
                    <a:pt x="39" y="34"/>
                    <a:pt x="36" y="36"/>
                  </a:cubicBezTo>
                  <a:cubicBezTo>
                    <a:pt x="35" y="37"/>
                    <a:pt x="33" y="38"/>
                    <a:pt x="32"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3" name="Freeform 151">
              <a:extLst>
                <a:ext uri="{FF2B5EF4-FFF2-40B4-BE49-F238E27FC236}">
                  <a16:creationId xmlns:a16="http://schemas.microsoft.com/office/drawing/2014/main" id="{7C40EEF9-FCC2-A541-B120-A45140879919}"/>
                </a:ext>
              </a:extLst>
            </p:cNvPr>
            <p:cNvSpPr>
              <a:spLocks noEditPoints="1"/>
            </p:cNvSpPr>
            <p:nvPr/>
          </p:nvSpPr>
          <p:spPr bwMode="auto">
            <a:xfrm>
              <a:off x="4998" y="3485"/>
              <a:ext cx="89" cy="86"/>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4" name="Freeform 152">
              <a:extLst>
                <a:ext uri="{FF2B5EF4-FFF2-40B4-BE49-F238E27FC236}">
                  <a16:creationId xmlns:a16="http://schemas.microsoft.com/office/drawing/2014/main" id="{A9892F93-4546-3D4E-B74D-759D573B708D}"/>
                </a:ext>
              </a:extLst>
            </p:cNvPr>
            <p:cNvSpPr>
              <a:spLocks/>
            </p:cNvSpPr>
            <p:nvPr/>
          </p:nvSpPr>
          <p:spPr bwMode="auto">
            <a:xfrm>
              <a:off x="4720" y="3213"/>
              <a:ext cx="75" cy="72"/>
            </a:xfrm>
            <a:custGeom>
              <a:avLst/>
              <a:gdLst>
                <a:gd name="T0" fmla="*/ 44 w 51"/>
                <a:gd name="T1" fmla="*/ 50 h 50"/>
                <a:gd name="T2" fmla="*/ 40 w 51"/>
                <a:gd name="T3" fmla="*/ 48 h 50"/>
                <a:gd name="T4" fmla="*/ 3 w 51"/>
                <a:gd name="T5" fmla="*/ 11 h 50"/>
                <a:gd name="T6" fmla="*/ 2 w 51"/>
                <a:gd name="T7" fmla="*/ 3 h 50"/>
                <a:gd name="T8" fmla="*/ 11 w 51"/>
                <a:gd name="T9" fmla="*/ 3 h 50"/>
                <a:gd name="T10" fmla="*/ 48 w 51"/>
                <a:gd name="T11" fmla="*/ 40 h 50"/>
                <a:gd name="T12" fmla="*/ 48 w 51"/>
                <a:gd name="T13" fmla="*/ 48 h 50"/>
                <a:gd name="T14" fmla="*/ 44 w 51"/>
                <a:gd name="T15" fmla="*/ 50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50">
                  <a:moveTo>
                    <a:pt x="44" y="50"/>
                  </a:moveTo>
                  <a:cubicBezTo>
                    <a:pt x="43" y="50"/>
                    <a:pt x="41" y="49"/>
                    <a:pt x="40" y="48"/>
                  </a:cubicBezTo>
                  <a:cubicBezTo>
                    <a:pt x="3" y="11"/>
                    <a:pt x="3" y="11"/>
                    <a:pt x="3" y="11"/>
                  </a:cubicBezTo>
                  <a:cubicBezTo>
                    <a:pt x="0" y="9"/>
                    <a:pt x="0" y="5"/>
                    <a:pt x="2" y="3"/>
                  </a:cubicBezTo>
                  <a:cubicBezTo>
                    <a:pt x="5" y="0"/>
                    <a:pt x="9" y="0"/>
                    <a:pt x="11" y="3"/>
                  </a:cubicBezTo>
                  <a:cubicBezTo>
                    <a:pt x="48" y="40"/>
                    <a:pt x="48" y="40"/>
                    <a:pt x="48" y="40"/>
                  </a:cubicBezTo>
                  <a:cubicBezTo>
                    <a:pt x="51" y="42"/>
                    <a:pt x="51" y="46"/>
                    <a:pt x="48" y="48"/>
                  </a:cubicBezTo>
                  <a:cubicBezTo>
                    <a:pt x="47" y="49"/>
                    <a:pt x="46" y="50"/>
                    <a:pt x="44"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5" name="Freeform 153">
              <a:extLst>
                <a:ext uri="{FF2B5EF4-FFF2-40B4-BE49-F238E27FC236}">
                  <a16:creationId xmlns:a16="http://schemas.microsoft.com/office/drawing/2014/main" id="{FC0B3E8E-2558-BE41-ADEB-7D5023F6BD96}"/>
                </a:ext>
              </a:extLst>
            </p:cNvPr>
            <p:cNvSpPr>
              <a:spLocks noEditPoints="1"/>
            </p:cNvSpPr>
            <p:nvPr/>
          </p:nvSpPr>
          <p:spPr bwMode="auto">
            <a:xfrm>
              <a:off x="4660" y="3155"/>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6" name="Freeform 154">
              <a:extLst>
                <a:ext uri="{FF2B5EF4-FFF2-40B4-BE49-F238E27FC236}">
                  <a16:creationId xmlns:a16="http://schemas.microsoft.com/office/drawing/2014/main" id="{AF5CD9F4-8D4C-B94E-A070-7BA0E2494A4C}"/>
                </a:ext>
              </a:extLst>
            </p:cNvPr>
            <p:cNvSpPr>
              <a:spLocks/>
            </p:cNvSpPr>
            <p:nvPr/>
          </p:nvSpPr>
          <p:spPr bwMode="auto">
            <a:xfrm>
              <a:off x="4721" y="3457"/>
              <a:ext cx="56" cy="55"/>
            </a:xfrm>
            <a:custGeom>
              <a:avLst/>
              <a:gdLst>
                <a:gd name="T0" fmla="*/ 6 w 38"/>
                <a:gd name="T1" fmla="*/ 38 h 38"/>
                <a:gd name="T2" fmla="*/ 2 w 38"/>
                <a:gd name="T3" fmla="*/ 36 h 38"/>
                <a:gd name="T4" fmla="*/ 2 w 38"/>
                <a:gd name="T5" fmla="*/ 28 h 38"/>
                <a:gd name="T6" fmla="*/ 27 w 38"/>
                <a:gd name="T7" fmla="*/ 2 h 38"/>
                <a:gd name="T8" fmla="*/ 36 w 38"/>
                <a:gd name="T9" fmla="*/ 2 h 38"/>
                <a:gd name="T10" fmla="*/ 36 w 38"/>
                <a:gd name="T11" fmla="*/ 11 h 38"/>
                <a:gd name="T12" fmla="*/ 10 w 38"/>
                <a:gd name="T13" fmla="*/ 36 h 38"/>
                <a:gd name="T14" fmla="*/ 6 w 38"/>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38">
                  <a:moveTo>
                    <a:pt x="6" y="38"/>
                  </a:moveTo>
                  <a:cubicBezTo>
                    <a:pt x="5" y="38"/>
                    <a:pt x="3" y="37"/>
                    <a:pt x="2" y="36"/>
                  </a:cubicBezTo>
                  <a:cubicBezTo>
                    <a:pt x="0" y="34"/>
                    <a:pt x="0" y="30"/>
                    <a:pt x="2" y="28"/>
                  </a:cubicBezTo>
                  <a:cubicBezTo>
                    <a:pt x="27" y="2"/>
                    <a:pt x="27" y="2"/>
                    <a:pt x="27" y="2"/>
                  </a:cubicBezTo>
                  <a:cubicBezTo>
                    <a:pt x="30" y="0"/>
                    <a:pt x="33" y="0"/>
                    <a:pt x="36" y="2"/>
                  </a:cubicBezTo>
                  <a:cubicBezTo>
                    <a:pt x="38" y="4"/>
                    <a:pt x="38" y="8"/>
                    <a:pt x="36" y="11"/>
                  </a:cubicBezTo>
                  <a:cubicBezTo>
                    <a:pt x="10" y="36"/>
                    <a:pt x="10" y="36"/>
                    <a:pt x="10" y="36"/>
                  </a:cubicBezTo>
                  <a:cubicBezTo>
                    <a:pt x="9" y="37"/>
                    <a:pt x="8" y="38"/>
                    <a:pt x="6"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7" name="Freeform 155">
              <a:extLst>
                <a:ext uri="{FF2B5EF4-FFF2-40B4-BE49-F238E27FC236}">
                  <a16:creationId xmlns:a16="http://schemas.microsoft.com/office/drawing/2014/main" id="{B1B15CB0-A7E5-BC4F-A0BC-F0DE234CCD0C}"/>
                </a:ext>
              </a:extLst>
            </p:cNvPr>
            <p:cNvSpPr>
              <a:spLocks noEditPoints="1"/>
            </p:cNvSpPr>
            <p:nvPr/>
          </p:nvSpPr>
          <p:spPr bwMode="auto">
            <a:xfrm>
              <a:off x="4660" y="3485"/>
              <a:ext cx="89" cy="86"/>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8" name="Freeform 156">
              <a:extLst>
                <a:ext uri="{FF2B5EF4-FFF2-40B4-BE49-F238E27FC236}">
                  <a16:creationId xmlns:a16="http://schemas.microsoft.com/office/drawing/2014/main" id="{67AB54EA-1D00-BA41-A554-14265C9BADB6}"/>
                </a:ext>
              </a:extLst>
            </p:cNvPr>
            <p:cNvSpPr>
              <a:spLocks/>
            </p:cNvSpPr>
            <p:nvPr/>
          </p:nvSpPr>
          <p:spPr bwMode="auto">
            <a:xfrm>
              <a:off x="4944" y="3346"/>
              <a:ext cx="72"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5" y="0"/>
                    <a:pt x="48" y="2"/>
                    <a:pt x="48" y="6"/>
                  </a:cubicBezTo>
                  <a:cubicBezTo>
                    <a:pt x="48" y="9"/>
                    <a:pt x="45"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79" name="Freeform 157">
              <a:extLst>
                <a:ext uri="{FF2B5EF4-FFF2-40B4-BE49-F238E27FC236}">
                  <a16:creationId xmlns:a16="http://schemas.microsoft.com/office/drawing/2014/main" id="{7CFDB85D-494A-024F-86F2-B6983F221C93}"/>
                </a:ext>
              </a:extLst>
            </p:cNvPr>
            <p:cNvSpPr>
              <a:spLocks noEditPoints="1"/>
            </p:cNvSpPr>
            <p:nvPr/>
          </p:nvSpPr>
          <p:spPr bwMode="auto">
            <a:xfrm>
              <a:off x="4998" y="3311"/>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80" name="Freeform 158">
              <a:extLst>
                <a:ext uri="{FF2B5EF4-FFF2-40B4-BE49-F238E27FC236}">
                  <a16:creationId xmlns:a16="http://schemas.microsoft.com/office/drawing/2014/main" id="{29B1044C-E2D2-6641-83C4-F6039E8C3EAB}"/>
                </a:ext>
              </a:extLst>
            </p:cNvPr>
            <p:cNvSpPr>
              <a:spLocks/>
            </p:cNvSpPr>
            <p:nvPr/>
          </p:nvSpPr>
          <p:spPr bwMode="auto">
            <a:xfrm>
              <a:off x="4731" y="3346"/>
              <a:ext cx="71"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5" y="0"/>
                    <a:pt x="48" y="2"/>
                    <a:pt x="48" y="6"/>
                  </a:cubicBezTo>
                  <a:cubicBezTo>
                    <a:pt x="48" y="9"/>
                    <a:pt x="45"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81" name="Freeform 159">
              <a:extLst>
                <a:ext uri="{FF2B5EF4-FFF2-40B4-BE49-F238E27FC236}">
                  <a16:creationId xmlns:a16="http://schemas.microsoft.com/office/drawing/2014/main" id="{D04495BF-6265-7A4F-9624-AF37EE9A7BE3}"/>
                </a:ext>
              </a:extLst>
            </p:cNvPr>
            <p:cNvSpPr>
              <a:spLocks noEditPoints="1"/>
            </p:cNvSpPr>
            <p:nvPr/>
          </p:nvSpPr>
          <p:spPr bwMode="auto">
            <a:xfrm>
              <a:off x="4660" y="3311"/>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82" name="Oval 160">
              <a:extLst>
                <a:ext uri="{FF2B5EF4-FFF2-40B4-BE49-F238E27FC236}">
                  <a16:creationId xmlns:a16="http://schemas.microsoft.com/office/drawing/2014/main" id="{0DCD1D92-34C0-2940-9188-97E05488F343}"/>
                </a:ext>
              </a:extLst>
            </p:cNvPr>
            <p:cNvSpPr>
              <a:spLocks noChangeArrowheads="1"/>
            </p:cNvSpPr>
            <p:nvPr/>
          </p:nvSpPr>
          <p:spPr bwMode="auto">
            <a:xfrm>
              <a:off x="4850" y="3434"/>
              <a:ext cx="29" cy="2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83" name="Freeform 161">
              <a:extLst>
                <a:ext uri="{FF2B5EF4-FFF2-40B4-BE49-F238E27FC236}">
                  <a16:creationId xmlns:a16="http://schemas.microsoft.com/office/drawing/2014/main" id="{7619177A-DB0B-F247-9FF6-F0476A03D96B}"/>
                </a:ext>
              </a:extLst>
            </p:cNvPr>
            <p:cNvSpPr>
              <a:spLocks/>
            </p:cNvSpPr>
            <p:nvPr/>
          </p:nvSpPr>
          <p:spPr bwMode="auto">
            <a:xfrm>
              <a:off x="4811" y="3275"/>
              <a:ext cx="107" cy="146"/>
            </a:xfrm>
            <a:custGeom>
              <a:avLst/>
              <a:gdLst>
                <a:gd name="T0" fmla="*/ 36 w 72"/>
                <a:gd name="T1" fmla="*/ 101 h 101"/>
                <a:gd name="T2" fmla="*/ 30 w 72"/>
                <a:gd name="T3" fmla="*/ 95 h 101"/>
                <a:gd name="T4" fmla="*/ 30 w 72"/>
                <a:gd name="T5" fmla="*/ 65 h 101"/>
                <a:gd name="T6" fmla="*/ 36 w 72"/>
                <a:gd name="T7" fmla="*/ 59 h 101"/>
                <a:gd name="T8" fmla="*/ 60 w 72"/>
                <a:gd name="T9" fmla="*/ 36 h 101"/>
                <a:gd name="T10" fmla="*/ 36 w 72"/>
                <a:gd name="T11" fmla="*/ 12 h 101"/>
                <a:gd name="T12" fmla="*/ 12 w 72"/>
                <a:gd name="T13" fmla="*/ 36 h 101"/>
                <a:gd name="T14" fmla="*/ 6 w 72"/>
                <a:gd name="T15" fmla="*/ 42 h 101"/>
                <a:gd name="T16" fmla="*/ 0 w 72"/>
                <a:gd name="T17" fmla="*/ 36 h 101"/>
                <a:gd name="T18" fmla="*/ 36 w 72"/>
                <a:gd name="T19" fmla="*/ 0 h 101"/>
                <a:gd name="T20" fmla="*/ 72 w 72"/>
                <a:gd name="T21" fmla="*/ 36 h 101"/>
                <a:gd name="T22" fmla="*/ 42 w 72"/>
                <a:gd name="T23" fmla="*/ 71 h 101"/>
                <a:gd name="T24" fmla="*/ 42 w 72"/>
                <a:gd name="T25" fmla="*/ 95 h 101"/>
                <a:gd name="T26" fmla="*/ 36 w 72"/>
                <a:gd name="T27"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101">
                  <a:moveTo>
                    <a:pt x="36" y="101"/>
                  </a:moveTo>
                  <a:cubicBezTo>
                    <a:pt x="33" y="101"/>
                    <a:pt x="30" y="99"/>
                    <a:pt x="30" y="95"/>
                  </a:cubicBezTo>
                  <a:cubicBezTo>
                    <a:pt x="30" y="65"/>
                    <a:pt x="30" y="65"/>
                    <a:pt x="30" y="65"/>
                  </a:cubicBezTo>
                  <a:cubicBezTo>
                    <a:pt x="30" y="62"/>
                    <a:pt x="33" y="59"/>
                    <a:pt x="36" y="59"/>
                  </a:cubicBezTo>
                  <a:cubicBezTo>
                    <a:pt x="49" y="59"/>
                    <a:pt x="60" y="49"/>
                    <a:pt x="60" y="36"/>
                  </a:cubicBezTo>
                  <a:cubicBezTo>
                    <a:pt x="60" y="23"/>
                    <a:pt x="49" y="12"/>
                    <a:pt x="36" y="12"/>
                  </a:cubicBezTo>
                  <a:cubicBezTo>
                    <a:pt x="23" y="12"/>
                    <a:pt x="12" y="23"/>
                    <a:pt x="12" y="36"/>
                  </a:cubicBezTo>
                  <a:cubicBezTo>
                    <a:pt x="12" y="39"/>
                    <a:pt x="10" y="42"/>
                    <a:pt x="6" y="42"/>
                  </a:cubicBezTo>
                  <a:cubicBezTo>
                    <a:pt x="3" y="42"/>
                    <a:pt x="0" y="39"/>
                    <a:pt x="0" y="36"/>
                  </a:cubicBezTo>
                  <a:cubicBezTo>
                    <a:pt x="0" y="16"/>
                    <a:pt x="16" y="0"/>
                    <a:pt x="36" y="0"/>
                  </a:cubicBezTo>
                  <a:cubicBezTo>
                    <a:pt x="56" y="0"/>
                    <a:pt x="72" y="16"/>
                    <a:pt x="72" y="36"/>
                  </a:cubicBezTo>
                  <a:cubicBezTo>
                    <a:pt x="72" y="53"/>
                    <a:pt x="59" y="68"/>
                    <a:pt x="42" y="71"/>
                  </a:cubicBezTo>
                  <a:cubicBezTo>
                    <a:pt x="42" y="95"/>
                    <a:pt x="42" y="95"/>
                    <a:pt x="42" y="95"/>
                  </a:cubicBezTo>
                  <a:cubicBezTo>
                    <a:pt x="42" y="99"/>
                    <a:pt x="39" y="101"/>
                    <a:pt x="36"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185" name="Group 98">
            <a:extLst>
              <a:ext uri="{FF2B5EF4-FFF2-40B4-BE49-F238E27FC236}">
                <a16:creationId xmlns:a16="http://schemas.microsoft.com/office/drawing/2014/main" id="{7C33E39D-1B8D-8E4E-9D4F-DA8DD65CA1F9}"/>
              </a:ext>
            </a:extLst>
          </p:cNvPr>
          <p:cNvGrpSpPr>
            <a:grpSpLocks noChangeAspect="1"/>
          </p:cNvGrpSpPr>
          <p:nvPr userDrawn="1"/>
        </p:nvGrpSpPr>
        <p:grpSpPr bwMode="auto">
          <a:xfrm>
            <a:off x="3323794" y="4324704"/>
            <a:ext cx="503382" cy="466750"/>
            <a:chOff x="348" y="3011"/>
            <a:chExt cx="426" cy="395"/>
          </a:xfrm>
          <a:solidFill>
            <a:schemeClr val="accent1"/>
          </a:solidFill>
        </p:grpSpPr>
        <p:sp>
          <p:nvSpPr>
            <p:cNvPr id="186" name="Freeform 99">
              <a:extLst>
                <a:ext uri="{FF2B5EF4-FFF2-40B4-BE49-F238E27FC236}">
                  <a16:creationId xmlns:a16="http://schemas.microsoft.com/office/drawing/2014/main" id="{AD8832E6-74B8-124A-AD34-263F9478BAD9}"/>
                </a:ext>
              </a:extLst>
            </p:cNvPr>
            <p:cNvSpPr>
              <a:spLocks noEditPoints="1"/>
            </p:cNvSpPr>
            <p:nvPr/>
          </p:nvSpPr>
          <p:spPr bwMode="auto">
            <a:xfrm>
              <a:off x="348" y="3011"/>
              <a:ext cx="426" cy="395"/>
            </a:xfrm>
            <a:custGeom>
              <a:avLst/>
              <a:gdLst>
                <a:gd name="T0" fmla="*/ 16 w 288"/>
                <a:gd name="T1" fmla="*/ 267 h 267"/>
                <a:gd name="T2" fmla="*/ 12 w 288"/>
                <a:gd name="T3" fmla="*/ 265 h 267"/>
                <a:gd name="T4" fmla="*/ 11 w 288"/>
                <a:gd name="T5" fmla="*/ 258 h 267"/>
                <a:gd name="T6" fmla="*/ 40 w 288"/>
                <a:gd name="T7" fmla="*/ 201 h 267"/>
                <a:gd name="T8" fmla="*/ 0 w 288"/>
                <a:gd name="T9" fmla="*/ 119 h 267"/>
                <a:gd name="T10" fmla="*/ 144 w 288"/>
                <a:gd name="T11" fmla="*/ 0 h 267"/>
                <a:gd name="T12" fmla="*/ 288 w 288"/>
                <a:gd name="T13" fmla="*/ 119 h 267"/>
                <a:gd name="T14" fmla="*/ 144 w 288"/>
                <a:gd name="T15" fmla="*/ 237 h 267"/>
                <a:gd name="T16" fmla="*/ 96 w 288"/>
                <a:gd name="T17" fmla="*/ 231 h 267"/>
                <a:gd name="T18" fmla="*/ 19 w 288"/>
                <a:gd name="T19" fmla="*/ 267 h 267"/>
                <a:gd name="T20" fmla="*/ 16 w 288"/>
                <a:gd name="T21" fmla="*/ 267 h 267"/>
                <a:gd name="T22" fmla="*/ 144 w 288"/>
                <a:gd name="T23" fmla="*/ 12 h 267"/>
                <a:gd name="T24" fmla="*/ 12 w 288"/>
                <a:gd name="T25" fmla="*/ 119 h 267"/>
                <a:gd name="T26" fmla="*/ 51 w 288"/>
                <a:gd name="T27" fmla="*/ 194 h 267"/>
                <a:gd name="T28" fmla="*/ 52 w 288"/>
                <a:gd name="T29" fmla="*/ 202 h 267"/>
                <a:gd name="T30" fmla="*/ 29 w 288"/>
                <a:gd name="T31" fmla="*/ 248 h 267"/>
                <a:gd name="T32" fmla="*/ 93 w 288"/>
                <a:gd name="T33" fmla="*/ 219 h 267"/>
                <a:gd name="T34" fmla="*/ 97 w 288"/>
                <a:gd name="T35" fmla="*/ 218 h 267"/>
                <a:gd name="T36" fmla="*/ 144 w 288"/>
                <a:gd name="T37" fmla="*/ 225 h 267"/>
                <a:gd name="T38" fmla="*/ 276 w 288"/>
                <a:gd name="T39" fmla="*/ 119 h 267"/>
                <a:gd name="T40" fmla="*/ 144 w 288"/>
                <a:gd name="T41" fmla="*/ 1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8" h="267">
                  <a:moveTo>
                    <a:pt x="16" y="267"/>
                  </a:moveTo>
                  <a:cubicBezTo>
                    <a:pt x="14" y="267"/>
                    <a:pt x="13" y="267"/>
                    <a:pt x="12" y="265"/>
                  </a:cubicBezTo>
                  <a:cubicBezTo>
                    <a:pt x="10" y="263"/>
                    <a:pt x="9" y="261"/>
                    <a:pt x="11" y="258"/>
                  </a:cubicBezTo>
                  <a:cubicBezTo>
                    <a:pt x="40" y="201"/>
                    <a:pt x="40" y="201"/>
                    <a:pt x="40" y="201"/>
                  </a:cubicBezTo>
                  <a:cubicBezTo>
                    <a:pt x="14" y="179"/>
                    <a:pt x="0" y="150"/>
                    <a:pt x="0" y="119"/>
                  </a:cubicBezTo>
                  <a:cubicBezTo>
                    <a:pt x="0" y="53"/>
                    <a:pt x="64" y="0"/>
                    <a:pt x="144" y="0"/>
                  </a:cubicBezTo>
                  <a:cubicBezTo>
                    <a:pt x="223" y="0"/>
                    <a:pt x="288" y="53"/>
                    <a:pt x="288" y="119"/>
                  </a:cubicBezTo>
                  <a:cubicBezTo>
                    <a:pt x="288" y="184"/>
                    <a:pt x="223" y="237"/>
                    <a:pt x="144" y="237"/>
                  </a:cubicBezTo>
                  <a:cubicBezTo>
                    <a:pt x="127" y="237"/>
                    <a:pt x="111" y="235"/>
                    <a:pt x="96" y="231"/>
                  </a:cubicBezTo>
                  <a:cubicBezTo>
                    <a:pt x="19" y="267"/>
                    <a:pt x="19" y="267"/>
                    <a:pt x="19" y="267"/>
                  </a:cubicBezTo>
                  <a:cubicBezTo>
                    <a:pt x="18" y="267"/>
                    <a:pt x="17" y="267"/>
                    <a:pt x="16" y="267"/>
                  </a:cubicBezTo>
                  <a:close/>
                  <a:moveTo>
                    <a:pt x="144" y="12"/>
                  </a:moveTo>
                  <a:cubicBezTo>
                    <a:pt x="71" y="12"/>
                    <a:pt x="12" y="60"/>
                    <a:pt x="12" y="119"/>
                  </a:cubicBezTo>
                  <a:cubicBezTo>
                    <a:pt x="12" y="147"/>
                    <a:pt x="26" y="174"/>
                    <a:pt x="51" y="194"/>
                  </a:cubicBezTo>
                  <a:cubicBezTo>
                    <a:pt x="53" y="196"/>
                    <a:pt x="54" y="199"/>
                    <a:pt x="52" y="202"/>
                  </a:cubicBezTo>
                  <a:cubicBezTo>
                    <a:pt x="29" y="248"/>
                    <a:pt x="29" y="248"/>
                    <a:pt x="29" y="248"/>
                  </a:cubicBezTo>
                  <a:cubicBezTo>
                    <a:pt x="93" y="219"/>
                    <a:pt x="93" y="219"/>
                    <a:pt x="93" y="219"/>
                  </a:cubicBezTo>
                  <a:cubicBezTo>
                    <a:pt x="94" y="218"/>
                    <a:pt x="96" y="218"/>
                    <a:pt x="97" y="218"/>
                  </a:cubicBezTo>
                  <a:cubicBezTo>
                    <a:pt x="112" y="223"/>
                    <a:pt x="128" y="225"/>
                    <a:pt x="144" y="225"/>
                  </a:cubicBezTo>
                  <a:cubicBezTo>
                    <a:pt x="216" y="225"/>
                    <a:pt x="276" y="178"/>
                    <a:pt x="276" y="119"/>
                  </a:cubicBezTo>
                  <a:cubicBezTo>
                    <a:pt x="276" y="60"/>
                    <a:pt x="216"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87" name="Freeform 100">
              <a:extLst>
                <a:ext uri="{FF2B5EF4-FFF2-40B4-BE49-F238E27FC236}">
                  <a16:creationId xmlns:a16="http://schemas.microsoft.com/office/drawing/2014/main" id="{8A44DBE0-E9B2-D848-B6E3-CCE472D440A2}"/>
                </a:ext>
              </a:extLst>
            </p:cNvPr>
            <p:cNvSpPr>
              <a:spLocks/>
            </p:cNvSpPr>
            <p:nvPr/>
          </p:nvSpPr>
          <p:spPr bwMode="auto">
            <a:xfrm>
              <a:off x="508" y="3092"/>
              <a:ext cx="124" cy="145"/>
            </a:xfrm>
            <a:custGeom>
              <a:avLst/>
              <a:gdLst>
                <a:gd name="T0" fmla="*/ 42 w 84"/>
                <a:gd name="T1" fmla="*/ 98 h 98"/>
                <a:gd name="T2" fmla="*/ 36 w 84"/>
                <a:gd name="T3" fmla="*/ 92 h 98"/>
                <a:gd name="T4" fmla="*/ 36 w 84"/>
                <a:gd name="T5" fmla="*/ 77 h 98"/>
                <a:gd name="T6" fmla="*/ 42 w 84"/>
                <a:gd name="T7" fmla="*/ 71 h 98"/>
                <a:gd name="T8" fmla="*/ 72 w 84"/>
                <a:gd name="T9" fmla="*/ 42 h 98"/>
                <a:gd name="T10" fmla="*/ 42 w 84"/>
                <a:gd name="T11" fmla="*/ 12 h 98"/>
                <a:gd name="T12" fmla="*/ 12 w 84"/>
                <a:gd name="T13" fmla="*/ 43 h 98"/>
                <a:gd name="T14" fmla="*/ 6 w 84"/>
                <a:gd name="T15" fmla="*/ 49 h 98"/>
                <a:gd name="T16" fmla="*/ 0 w 84"/>
                <a:gd name="T17" fmla="*/ 43 h 98"/>
                <a:gd name="T18" fmla="*/ 42 w 84"/>
                <a:gd name="T19" fmla="*/ 0 h 98"/>
                <a:gd name="T20" fmla="*/ 84 w 84"/>
                <a:gd name="T21" fmla="*/ 42 h 98"/>
                <a:gd name="T22" fmla="*/ 48 w 84"/>
                <a:gd name="T23" fmla="*/ 83 h 98"/>
                <a:gd name="T24" fmla="*/ 48 w 84"/>
                <a:gd name="T25" fmla="*/ 92 h 98"/>
                <a:gd name="T26" fmla="*/ 42 w 84"/>
                <a:gd name="T27"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98">
                  <a:moveTo>
                    <a:pt x="42" y="98"/>
                  </a:moveTo>
                  <a:cubicBezTo>
                    <a:pt x="38" y="98"/>
                    <a:pt x="36" y="95"/>
                    <a:pt x="36" y="92"/>
                  </a:cubicBezTo>
                  <a:cubicBezTo>
                    <a:pt x="36" y="77"/>
                    <a:pt x="36" y="77"/>
                    <a:pt x="36" y="77"/>
                  </a:cubicBezTo>
                  <a:cubicBezTo>
                    <a:pt x="36" y="74"/>
                    <a:pt x="38" y="71"/>
                    <a:pt x="42" y="71"/>
                  </a:cubicBezTo>
                  <a:cubicBezTo>
                    <a:pt x="58" y="71"/>
                    <a:pt x="72" y="58"/>
                    <a:pt x="72" y="42"/>
                  </a:cubicBezTo>
                  <a:cubicBezTo>
                    <a:pt x="72" y="25"/>
                    <a:pt x="58" y="12"/>
                    <a:pt x="42" y="12"/>
                  </a:cubicBezTo>
                  <a:cubicBezTo>
                    <a:pt x="25" y="12"/>
                    <a:pt x="12" y="26"/>
                    <a:pt x="12" y="43"/>
                  </a:cubicBezTo>
                  <a:cubicBezTo>
                    <a:pt x="12" y="46"/>
                    <a:pt x="9" y="49"/>
                    <a:pt x="6" y="49"/>
                  </a:cubicBezTo>
                  <a:cubicBezTo>
                    <a:pt x="2" y="49"/>
                    <a:pt x="0" y="46"/>
                    <a:pt x="0" y="43"/>
                  </a:cubicBezTo>
                  <a:cubicBezTo>
                    <a:pt x="0" y="19"/>
                    <a:pt x="18" y="0"/>
                    <a:pt x="42" y="0"/>
                  </a:cubicBezTo>
                  <a:cubicBezTo>
                    <a:pt x="65" y="0"/>
                    <a:pt x="84" y="19"/>
                    <a:pt x="84" y="42"/>
                  </a:cubicBezTo>
                  <a:cubicBezTo>
                    <a:pt x="84" y="62"/>
                    <a:pt x="68" y="80"/>
                    <a:pt x="48" y="83"/>
                  </a:cubicBezTo>
                  <a:cubicBezTo>
                    <a:pt x="48" y="92"/>
                    <a:pt x="48" y="92"/>
                    <a:pt x="48" y="92"/>
                  </a:cubicBezTo>
                  <a:cubicBezTo>
                    <a:pt x="48" y="95"/>
                    <a:pt x="45" y="98"/>
                    <a:pt x="42" y="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88" name="Oval 101">
              <a:extLst>
                <a:ext uri="{FF2B5EF4-FFF2-40B4-BE49-F238E27FC236}">
                  <a16:creationId xmlns:a16="http://schemas.microsoft.com/office/drawing/2014/main" id="{AC4C9687-F04A-6D47-9FC0-46BA1393FC91}"/>
                </a:ext>
              </a:extLst>
            </p:cNvPr>
            <p:cNvSpPr>
              <a:spLocks noChangeArrowheads="1"/>
            </p:cNvSpPr>
            <p:nvPr/>
          </p:nvSpPr>
          <p:spPr bwMode="auto">
            <a:xfrm>
              <a:off x="552" y="3250"/>
              <a:ext cx="36"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189" name="Group 133">
            <a:extLst>
              <a:ext uri="{FF2B5EF4-FFF2-40B4-BE49-F238E27FC236}">
                <a16:creationId xmlns:a16="http://schemas.microsoft.com/office/drawing/2014/main" id="{E59F227F-CDAA-2645-BBA5-7162A1A03A93}"/>
              </a:ext>
            </a:extLst>
          </p:cNvPr>
          <p:cNvGrpSpPr>
            <a:grpSpLocks noChangeAspect="1"/>
          </p:cNvGrpSpPr>
          <p:nvPr userDrawn="1"/>
        </p:nvGrpSpPr>
        <p:grpSpPr bwMode="auto">
          <a:xfrm>
            <a:off x="769996" y="4304038"/>
            <a:ext cx="508082" cy="508082"/>
            <a:chOff x="5508" y="2995"/>
            <a:chExt cx="427" cy="427"/>
          </a:xfrm>
          <a:solidFill>
            <a:schemeClr val="accent1"/>
          </a:solidFill>
        </p:grpSpPr>
        <p:sp>
          <p:nvSpPr>
            <p:cNvPr id="190" name="Freeform 134">
              <a:extLst>
                <a:ext uri="{FF2B5EF4-FFF2-40B4-BE49-F238E27FC236}">
                  <a16:creationId xmlns:a16="http://schemas.microsoft.com/office/drawing/2014/main" id="{B7172BEF-887A-9048-B469-007E20F8BE58}"/>
                </a:ext>
              </a:extLst>
            </p:cNvPr>
            <p:cNvSpPr>
              <a:spLocks/>
            </p:cNvSpPr>
            <p:nvPr/>
          </p:nvSpPr>
          <p:spPr bwMode="auto">
            <a:xfrm>
              <a:off x="5650" y="2995"/>
              <a:ext cx="285" cy="249"/>
            </a:xfrm>
            <a:custGeom>
              <a:avLst/>
              <a:gdLst>
                <a:gd name="T0" fmla="*/ 90 w 192"/>
                <a:gd name="T1" fmla="*/ 168 h 168"/>
                <a:gd name="T2" fmla="*/ 87 w 192"/>
                <a:gd name="T3" fmla="*/ 168 h 168"/>
                <a:gd name="T4" fmla="*/ 84 w 192"/>
                <a:gd name="T5" fmla="*/ 162 h 168"/>
                <a:gd name="T6" fmla="*/ 84 w 192"/>
                <a:gd name="T7" fmla="*/ 120 h 168"/>
                <a:gd name="T8" fmla="*/ 72 w 192"/>
                <a:gd name="T9" fmla="*/ 120 h 168"/>
                <a:gd name="T10" fmla="*/ 72 w 192"/>
                <a:gd name="T11" fmla="*/ 108 h 168"/>
                <a:gd name="T12" fmla="*/ 90 w 192"/>
                <a:gd name="T13" fmla="*/ 108 h 168"/>
                <a:gd name="T14" fmla="*/ 96 w 192"/>
                <a:gd name="T15" fmla="*/ 114 h 168"/>
                <a:gd name="T16" fmla="*/ 96 w 192"/>
                <a:gd name="T17" fmla="*/ 148 h 168"/>
                <a:gd name="T18" fmla="*/ 138 w 192"/>
                <a:gd name="T19" fmla="*/ 110 h 168"/>
                <a:gd name="T20" fmla="*/ 142 w 192"/>
                <a:gd name="T21" fmla="*/ 108 h 168"/>
                <a:gd name="T22" fmla="*/ 180 w 192"/>
                <a:gd name="T23" fmla="*/ 108 h 168"/>
                <a:gd name="T24" fmla="*/ 180 w 192"/>
                <a:gd name="T25" fmla="*/ 12 h 168"/>
                <a:gd name="T26" fmla="*/ 12 w 192"/>
                <a:gd name="T27" fmla="*/ 12 h 168"/>
                <a:gd name="T28" fmla="*/ 12 w 192"/>
                <a:gd name="T29" fmla="*/ 54 h 168"/>
                <a:gd name="T30" fmla="*/ 0 w 192"/>
                <a:gd name="T31" fmla="*/ 54 h 168"/>
                <a:gd name="T32" fmla="*/ 0 w 192"/>
                <a:gd name="T33" fmla="*/ 6 h 168"/>
                <a:gd name="T34" fmla="*/ 6 w 192"/>
                <a:gd name="T35" fmla="*/ 0 h 168"/>
                <a:gd name="T36" fmla="*/ 186 w 192"/>
                <a:gd name="T37" fmla="*/ 0 h 168"/>
                <a:gd name="T38" fmla="*/ 192 w 192"/>
                <a:gd name="T39" fmla="*/ 6 h 168"/>
                <a:gd name="T40" fmla="*/ 192 w 192"/>
                <a:gd name="T41" fmla="*/ 114 h 168"/>
                <a:gd name="T42" fmla="*/ 186 w 192"/>
                <a:gd name="T43" fmla="*/ 120 h 168"/>
                <a:gd name="T44" fmla="*/ 144 w 192"/>
                <a:gd name="T45" fmla="*/ 120 h 168"/>
                <a:gd name="T46" fmla="*/ 94 w 192"/>
                <a:gd name="T47" fmla="*/ 166 h 168"/>
                <a:gd name="T48" fmla="*/ 90 w 192"/>
                <a:gd name="T49" fmla="*/ 168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2" h="168">
                  <a:moveTo>
                    <a:pt x="90" y="168"/>
                  </a:moveTo>
                  <a:cubicBezTo>
                    <a:pt x="89" y="168"/>
                    <a:pt x="88" y="168"/>
                    <a:pt x="87" y="168"/>
                  </a:cubicBezTo>
                  <a:cubicBezTo>
                    <a:pt x="85" y="167"/>
                    <a:pt x="84" y="164"/>
                    <a:pt x="84" y="162"/>
                  </a:cubicBezTo>
                  <a:cubicBezTo>
                    <a:pt x="84" y="120"/>
                    <a:pt x="84" y="120"/>
                    <a:pt x="84" y="120"/>
                  </a:cubicBezTo>
                  <a:cubicBezTo>
                    <a:pt x="72" y="120"/>
                    <a:pt x="72" y="120"/>
                    <a:pt x="72" y="120"/>
                  </a:cubicBezTo>
                  <a:cubicBezTo>
                    <a:pt x="72" y="108"/>
                    <a:pt x="72" y="108"/>
                    <a:pt x="72" y="108"/>
                  </a:cubicBezTo>
                  <a:cubicBezTo>
                    <a:pt x="90" y="108"/>
                    <a:pt x="90" y="108"/>
                    <a:pt x="90" y="108"/>
                  </a:cubicBezTo>
                  <a:cubicBezTo>
                    <a:pt x="93" y="108"/>
                    <a:pt x="96" y="111"/>
                    <a:pt x="96" y="114"/>
                  </a:cubicBezTo>
                  <a:cubicBezTo>
                    <a:pt x="96" y="148"/>
                    <a:pt x="96" y="148"/>
                    <a:pt x="96" y="148"/>
                  </a:cubicBezTo>
                  <a:cubicBezTo>
                    <a:pt x="138" y="110"/>
                    <a:pt x="138" y="110"/>
                    <a:pt x="138" y="110"/>
                  </a:cubicBezTo>
                  <a:cubicBezTo>
                    <a:pt x="139" y="109"/>
                    <a:pt x="140" y="108"/>
                    <a:pt x="142" y="108"/>
                  </a:cubicBezTo>
                  <a:cubicBezTo>
                    <a:pt x="180" y="108"/>
                    <a:pt x="180" y="108"/>
                    <a:pt x="180" y="108"/>
                  </a:cubicBezTo>
                  <a:cubicBezTo>
                    <a:pt x="180" y="12"/>
                    <a:pt x="180" y="12"/>
                    <a:pt x="180" y="12"/>
                  </a:cubicBezTo>
                  <a:cubicBezTo>
                    <a:pt x="12" y="12"/>
                    <a:pt x="12" y="12"/>
                    <a:pt x="12" y="12"/>
                  </a:cubicBezTo>
                  <a:cubicBezTo>
                    <a:pt x="12" y="54"/>
                    <a:pt x="12" y="54"/>
                    <a:pt x="12" y="54"/>
                  </a:cubicBezTo>
                  <a:cubicBezTo>
                    <a:pt x="0" y="54"/>
                    <a:pt x="0" y="54"/>
                    <a:pt x="0" y="54"/>
                  </a:cubicBezTo>
                  <a:cubicBezTo>
                    <a:pt x="0" y="6"/>
                    <a:pt x="0" y="6"/>
                    <a:pt x="0" y="6"/>
                  </a:cubicBezTo>
                  <a:cubicBezTo>
                    <a:pt x="0" y="3"/>
                    <a:pt x="3" y="0"/>
                    <a:pt x="6" y="0"/>
                  </a:cubicBezTo>
                  <a:cubicBezTo>
                    <a:pt x="186" y="0"/>
                    <a:pt x="186" y="0"/>
                    <a:pt x="186" y="0"/>
                  </a:cubicBezTo>
                  <a:cubicBezTo>
                    <a:pt x="189" y="0"/>
                    <a:pt x="192" y="3"/>
                    <a:pt x="192" y="6"/>
                  </a:cubicBezTo>
                  <a:cubicBezTo>
                    <a:pt x="192" y="114"/>
                    <a:pt x="192" y="114"/>
                    <a:pt x="192" y="114"/>
                  </a:cubicBezTo>
                  <a:cubicBezTo>
                    <a:pt x="192" y="117"/>
                    <a:pt x="189" y="120"/>
                    <a:pt x="186" y="120"/>
                  </a:cubicBezTo>
                  <a:cubicBezTo>
                    <a:pt x="144" y="120"/>
                    <a:pt x="144" y="120"/>
                    <a:pt x="144" y="120"/>
                  </a:cubicBezTo>
                  <a:cubicBezTo>
                    <a:pt x="94" y="166"/>
                    <a:pt x="94" y="166"/>
                    <a:pt x="94" y="166"/>
                  </a:cubicBezTo>
                  <a:cubicBezTo>
                    <a:pt x="93" y="167"/>
                    <a:pt x="91" y="168"/>
                    <a:pt x="90" y="1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91" name="Rectangle 135">
              <a:extLst>
                <a:ext uri="{FF2B5EF4-FFF2-40B4-BE49-F238E27FC236}">
                  <a16:creationId xmlns:a16="http://schemas.microsoft.com/office/drawing/2014/main" id="{1FB3B654-0FC6-174C-A116-B31706E9D7D9}"/>
                </a:ext>
              </a:extLst>
            </p:cNvPr>
            <p:cNvSpPr>
              <a:spLocks noChangeArrowheads="1"/>
            </p:cNvSpPr>
            <p:nvPr/>
          </p:nvSpPr>
          <p:spPr bwMode="auto">
            <a:xfrm>
              <a:off x="5846" y="3084"/>
              <a:ext cx="18"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92" name="Rectangle 136">
              <a:extLst>
                <a:ext uri="{FF2B5EF4-FFF2-40B4-BE49-F238E27FC236}">
                  <a16:creationId xmlns:a16="http://schemas.microsoft.com/office/drawing/2014/main" id="{9946ABE7-23E6-9B4E-B0D7-4ECCCED32AED}"/>
                </a:ext>
              </a:extLst>
            </p:cNvPr>
            <p:cNvSpPr>
              <a:spLocks noChangeArrowheads="1"/>
            </p:cNvSpPr>
            <p:nvPr/>
          </p:nvSpPr>
          <p:spPr bwMode="auto">
            <a:xfrm>
              <a:off x="5793" y="3084"/>
              <a:ext cx="17"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93" name="Rectangle 137">
              <a:extLst>
                <a:ext uri="{FF2B5EF4-FFF2-40B4-BE49-F238E27FC236}">
                  <a16:creationId xmlns:a16="http://schemas.microsoft.com/office/drawing/2014/main" id="{39F0F16D-8FEF-344E-AADA-A92E5B937DBD}"/>
                </a:ext>
              </a:extLst>
            </p:cNvPr>
            <p:cNvSpPr>
              <a:spLocks noChangeArrowheads="1"/>
            </p:cNvSpPr>
            <p:nvPr/>
          </p:nvSpPr>
          <p:spPr bwMode="auto">
            <a:xfrm>
              <a:off x="5739" y="3084"/>
              <a:ext cx="18"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194" name="Freeform 138">
              <a:extLst>
                <a:ext uri="{FF2B5EF4-FFF2-40B4-BE49-F238E27FC236}">
                  <a16:creationId xmlns:a16="http://schemas.microsoft.com/office/drawing/2014/main" id="{FDA36911-8FD6-754B-8C4F-BF81FB3448D3}"/>
                </a:ext>
              </a:extLst>
            </p:cNvPr>
            <p:cNvSpPr>
              <a:spLocks noEditPoints="1"/>
            </p:cNvSpPr>
            <p:nvPr/>
          </p:nvSpPr>
          <p:spPr bwMode="auto">
            <a:xfrm>
              <a:off x="5508" y="3120"/>
              <a:ext cx="285" cy="302"/>
            </a:xfrm>
            <a:custGeom>
              <a:avLst/>
              <a:gdLst>
                <a:gd name="T0" fmla="*/ 186 w 192"/>
                <a:gd name="T1" fmla="*/ 204 h 204"/>
                <a:gd name="T2" fmla="*/ 6 w 192"/>
                <a:gd name="T3" fmla="*/ 204 h 204"/>
                <a:gd name="T4" fmla="*/ 0 w 192"/>
                <a:gd name="T5" fmla="*/ 198 h 204"/>
                <a:gd name="T6" fmla="*/ 0 w 192"/>
                <a:gd name="T7" fmla="*/ 168 h 204"/>
                <a:gd name="T8" fmla="*/ 25 w 192"/>
                <a:gd name="T9" fmla="*/ 147 h 204"/>
                <a:gd name="T10" fmla="*/ 66 w 192"/>
                <a:gd name="T11" fmla="*/ 128 h 204"/>
                <a:gd name="T12" fmla="*/ 66 w 192"/>
                <a:gd name="T13" fmla="*/ 111 h 204"/>
                <a:gd name="T14" fmla="*/ 54 w 192"/>
                <a:gd name="T15" fmla="*/ 83 h 204"/>
                <a:gd name="T16" fmla="*/ 45 w 192"/>
                <a:gd name="T17" fmla="*/ 66 h 204"/>
                <a:gd name="T18" fmla="*/ 52 w 192"/>
                <a:gd name="T19" fmla="*/ 50 h 204"/>
                <a:gd name="T20" fmla="*/ 49 w 192"/>
                <a:gd name="T21" fmla="*/ 22 h 204"/>
                <a:gd name="T22" fmla="*/ 61 w 192"/>
                <a:gd name="T23" fmla="*/ 18 h 204"/>
                <a:gd name="T24" fmla="*/ 101 w 192"/>
                <a:gd name="T25" fmla="*/ 0 h 204"/>
                <a:gd name="T26" fmla="*/ 142 w 192"/>
                <a:gd name="T27" fmla="*/ 23 h 204"/>
                <a:gd name="T28" fmla="*/ 139 w 192"/>
                <a:gd name="T29" fmla="*/ 51 h 204"/>
                <a:gd name="T30" fmla="*/ 142 w 192"/>
                <a:gd name="T31" fmla="*/ 54 h 204"/>
                <a:gd name="T32" fmla="*/ 144 w 192"/>
                <a:gd name="T33" fmla="*/ 65 h 204"/>
                <a:gd name="T34" fmla="*/ 137 w 192"/>
                <a:gd name="T35" fmla="*/ 82 h 204"/>
                <a:gd name="T36" fmla="*/ 126 w 192"/>
                <a:gd name="T37" fmla="*/ 111 h 204"/>
                <a:gd name="T38" fmla="*/ 126 w 192"/>
                <a:gd name="T39" fmla="*/ 128 h 204"/>
                <a:gd name="T40" fmla="*/ 167 w 192"/>
                <a:gd name="T41" fmla="*/ 147 h 204"/>
                <a:gd name="T42" fmla="*/ 192 w 192"/>
                <a:gd name="T43" fmla="*/ 168 h 204"/>
                <a:gd name="T44" fmla="*/ 192 w 192"/>
                <a:gd name="T45" fmla="*/ 198 h 204"/>
                <a:gd name="T46" fmla="*/ 186 w 192"/>
                <a:gd name="T47" fmla="*/ 204 h 204"/>
                <a:gd name="T48" fmla="*/ 12 w 192"/>
                <a:gd name="T49" fmla="*/ 192 h 204"/>
                <a:gd name="T50" fmla="*/ 180 w 192"/>
                <a:gd name="T51" fmla="*/ 192 h 204"/>
                <a:gd name="T52" fmla="*/ 180 w 192"/>
                <a:gd name="T53" fmla="*/ 169 h 204"/>
                <a:gd name="T54" fmla="*/ 118 w 192"/>
                <a:gd name="T55" fmla="*/ 138 h 204"/>
                <a:gd name="T56" fmla="*/ 114 w 192"/>
                <a:gd name="T57" fmla="*/ 132 h 204"/>
                <a:gd name="T58" fmla="*/ 114 w 192"/>
                <a:gd name="T59" fmla="*/ 108 h 204"/>
                <a:gd name="T60" fmla="*/ 118 w 192"/>
                <a:gd name="T61" fmla="*/ 102 h 204"/>
                <a:gd name="T62" fmla="*/ 118 w 192"/>
                <a:gd name="T63" fmla="*/ 102 h 204"/>
                <a:gd name="T64" fmla="*/ 125 w 192"/>
                <a:gd name="T65" fmla="*/ 78 h 204"/>
                <a:gd name="T66" fmla="*/ 130 w 192"/>
                <a:gd name="T67" fmla="*/ 72 h 204"/>
                <a:gd name="T68" fmla="*/ 132 w 192"/>
                <a:gd name="T69" fmla="*/ 61 h 204"/>
                <a:gd name="T70" fmla="*/ 131 w 192"/>
                <a:gd name="T71" fmla="*/ 60 h 204"/>
                <a:gd name="T72" fmla="*/ 125 w 192"/>
                <a:gd name="T73" fmla="*/ 54 h 204"/>
                <a:gd name="T74" fmla="*/ 127 w 192"/>
                <a:gd name="T75" fmla="*/ 48 h 204"/>
                <a:gd name="T76" fmla="*/ 130 w 192"/>
                <a:gd name="T77" fmla="*/ 25 h 204"/>
                <a:gd name="T78" fmla="*/ 101 w 192"/>
                <a:gd name="T79" fmla="*/ 12 h 204"/>
                <a:gd name="T80" fmla="*/ 71 w 192"/>
                <a:gd name="T81" fmla="*/ 25 h 204"/>
                <a:gd name="T82" fmla="*/ 64 w 192"/>
                <a:gd name="T83" fmla="*/ 30 h 204"/>
                <a:gd name="T84" fmla="*/ 58 w 192"/>
                <a:gd name="T85" fmla="*/ 30 h 204"/>
                <a:gd name="T86" fmla="*/ 63 w 192"/>
                <a:gd name="T87" fmla="*/ 46 h 204"/>
                <a:gd name="T88" fmla="*/ 66 w 192"/>
                <a:gd name="T89" fmla="*/ 54 h 204"/>
                <a:gd name="T90" fmla="*/ 60 w 192"/>
                <a:gd name="T91" fmla="*/ 60 h 204"/>
                <a:gd name="T92" fmla="*/ 57 w 192"/>
                <a:gd name="T93" fmla="*/ 66 h 204"/>
                <a:gd name="T94" fmla="*/ 60 w 192"/>
                <a:gd name="T95" fmla="*/ 72 h 204"/>
                <a:gd name="T96" fmla="*/ 66 w 192"/>
                <a:gd name="T97" fmla="*/ 78 h 204"/>
                <a:gd name="T98" fmla="*/ 74 w 192"/>
                <a:gd name="T99" fmla="*/ 102 h 204"/>
                <a:gd name="T100" fmla="*/ 78 w 192"/>
                <a:gd name="T101" fmla="*/ 108 h 204"/>
                <a:gd name="T102" fmla="*/ 78 w 192"/>
                <a:gd name="T103" fmla="*/ 132 h 204"/>
                <a:gd name="T104" fmla="*/ 74 w 192"/>
                <a:gd name="T105" fmla="*/ 138 h 204"/>
                <a:gd name="T106" fmla="*/ 12 w 192"/>
                <a:gd name="T107" fmla="*/ 169 h 204"/>
                <a:gd name="T108" fmla="*/ 12 w 192"/>
                <a:gd name="T109" fmla="*/ 19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92" h="204">
                  <a:moveTo>
                    <a:pt x="186" y="204"/>
                  </a:moveTo>
                  <a:cubicBezTo>
                    <a:pt x="6" y="204"/>
                    <a:pt x="6" y="204"/>
                    <a:pt x="6" y="204"/>
                  </a:cubicBezTo>
                  <a:cubicBezTo>
                    <a:pt x="3" y="204"/>
                    <a:pt x="0" y="201"/>
                    <a:pt x="0" y="198"/>
                  </a:cubicBezTo>
                  <a:cubicBezTo>
                    <a:pt x="0" y="168"/>
                    <a:pt x="0" y="168"/>
                    <a:pt x="0" y="168"/>
                  </a:cubicBezTo>
                  <a:cubicBezTo>
                    <a:pt x="0" y="164"/>
                    <a:pt x="2" y="159"/>
                    <a:pt x="25" y="147"/>
                  </a:cubicBezTo>
                  <a:cubicBezTo>
                    <a:pt x="36" y="141"/>
                    <a:pt x="51" y="134"/>
                    <a:pt x="66" y="128"/>
                  </a:cubicBezTo>
                  <a:cubicBezTo>
                    <a:pt x="66" y="111"/>
                    <a:pt x="66" y="111"/>
                    <a:pt x="66" y="111"/>
                  </a:cubicBezTo>
                  <a:cubicBezTo>
                    <a:pt x="61" y="108"/>
                    <a:pt x="55" y="100"/>
                    <a:pt x="54" y="83"/>
                  </a:cubicBezTo>
                  <a:cubicBezTo>
                    <a:pt x="48" y="80"/>
                    <a:pt x="45" y="74"/>
                    <a:pt x="45" y="66"/>
                  </a:cubicBezTo>
                  <a:cubicBezTo>
                    <a:pt x="45" y="59"/>
                    <a:pt x="48" y="53"/>
                    <a:pt x="52" y="50"/>
                  </a:cubicBezTo>
                  <a:cubicBezTo>
                    <a:pt x="48" y="42"/>
                    <a:pt x="43" y="30"/>
                    <a:pt x="49" y="22"/>
                  </a:cubicBezTo>
                  <a:cubicBezTo>
                    <a:pt x="52" y="19"/>
                    <a:pt x="56" y="17"/>
                    <a:pt x="61" y="18"/>
                  </a:cubicBezTo>
                  <a:cubicBezTo>
                    <a:pt x="68" y="5"/>
                    <a:pt x="86" y="0"/>
                    <a:pt x="101" y="0"/>
                  </a:cubicBezTo>
                  <a:cubicBezTo>
                    <a:pt x="117" y="0"/>
                    <a:pt x="138" y="6"/>
                    <a:pt x="142" y="23"/>
                  </a:cubicBezTo>
                  <a:cubicBezTo>
                    <a:pt x="145" y="34"/>
                    <a:pt x="141" y="44"/>
                    <a:pt x="139" y="51"/>
                  </a:cubicBezTo>
                  <a:cubicBezTo>
                    <a:pt x="140" y="52"/>
                    <a:pt x="141" y="53"/>
                    <a:pt x="142" y="54"/>
                  </a:cubicBezTo>
                  <a:cubicBezTo>
                    <a:pt x="143" y="57"/>
                    <a:pt x="144" y="61"/>
                    <a:pt x="144" y="65"/>
                  </a:cubicBezTo>
                  <a:cubicBezTo>
                    <a:pt x="144" y="72"/>
                    <a:pt x="142" y="79"/>
                    <a:pt x="137" y="82"/>
                  </a:cubicBezTo>
                  <a:cubicBezTo>
                    <a:pt x="136" y="100"/>
                    <a:pt x="130" y="108"/>
                    <a:pt x="126" y="111"/>
                  </a:cubicBezTo>
                  <a:cubicBezTo>
                    <a:pt x="126" y="128"/>
                    <a:pt x="126" y="128"/>
                    <a:pt x="126" y="128"/>
                  </a:cubicBezTo>
                  <a:cubicBezTo>
                    <a:pt x="140" y="134"/>
                    <a:pt x="155" y="141"/>
                    <a:pt x="167" y="147"/>
                  </a:cubicBezTo>
                  <a:cubicBezTo>
                    <a:pt x="190" y="159"/>
                    <a:pt x="192" y="164"/>
                    <a:pt x="192" y="168"/>
                  </a:cubicBezTo>
                  <a:cubicBezTo>
                    <a:pt x="192" y="198"/>
                    <a:pt x="192" y="198"/>
                    <a:pt x="192" y="198"/>
                  </a:cubicBezTo>
                  <a:cubicBezTo>
                    <a:pt x="192" y="201"/>
                    <a:pt x="189" y="204"/>
                    <a:pt x="186" y="204"/>
                  </a:cubicBezTo>
                  <a:close/>
                  <a:moveTo>
                    <a:pt x="12" y="192"/>
                  </a:moveTo>
                  <a:cubicBezTo>
                    <a:pt x="180" y="192"/>
                    <a:pt x="180" y="192"/>
                    <a:pt x="180" y="192"/>
                  </a:cubicBezTo>
                  <a:cubicBezTo>
                    <a:pt x="180" y="169"/>
                    <a:pt x="180" y="169"/>
                    <a:pt x="180" y="169"/>
                  </a:cubicBezTo>
                  <a:cubicBezTo>
                    <a:pt x="175" y="164"/>
                    <a:pt x="149" y="150"/>
                    <a:pt x="118" y="138"/>
                  </a:cubicBezTo>
                  <a:cubicBezTo>
                    <a:pt x="115" y="137"/>
                    <a:pt x="114" y="134"/>
                    <a:pt x="114" y="132"/>
                  </a:cubicBezTo>
                  <a:cubicBezTo>
                    <a:pt x="114" y="108"/>
                    <a:pt x="114" y="108"/>
                    <a:pt x="114" y="108"/>
                  </a:cubicBezTo>
                  <a:cubicBezTo>
                    <a:pt x="114" y="106"/>
                    <a:pt x="115" y="103"/>
                    <a:pt x="118" y="102"/>
                  </a:cubicBezTo>
                  <a:cubicBezTo>
                    <a:pt x="118" y="102"/>
                    <a:pt x="118" y="102"/>
                    <a:pt x="118" y="102"/>
                  </a:cubicBezTo>
                  <a:cubicBezTo>
                    <a:pt x="118" y="102"/>
                    <a:pt x="125" y="98"/>
                    <a:pt x="125" y="78"/>
                  </a:cubicBezTo>
                  <a:cubicBezTo>
                    <a:pt x="125" y="75"/>
                    <a:pt x="127" y="72"/>
                    <a:pt x="130" y="72"/>
                  </a:cubicBezTo>
                  <a:cubicBezTo>
                    <a:pt x="132" y="71"/>
                    <a:pt x="133" y="65"/>
                    <a:pt x="132" y="61"/>
                  </a:cubicBezTo>
                  <a:cubicBezTo>
                    <a:pt x="131" y="60"/>
                    <a:pt x="131" y="60"/>
                    <a:pt x="131" y="60"/>
                  </a:cubicBezTo>
                  <a:cubicBezTo>
                    <a:pt x="127" y="60"/>
                    <a:pt x="125" y="57"/>
                    <a:pt x="125" y="54"/>
                  </a:cubicBezTo>
                  <a:cubicBezTo>
                    <a:pt x="125" y="52"/>
                    <a:pt x="125" y="51"/>
                    <a:pt x="127" y="48"/>
                  </a:cubicBezTo>
                  <a:cubicBezTo>
                    <a:pt x="129" y="43"/>
                    <a:pt x="133" y="34"/>
                    <a:pt x="130" y="25"/>
                  </a:cubicBezTo>
                  <a:cubicBezTo>
                    <a:pt x="128" y="17"/>
                    <a:pt x="114" y="12"/>
                    <a:pt x="101" y="12"/>
                  </a:cubicBezTo>
                  <a:cubicBezTo>
                    <a:pt x="87" y="12"/>
                    <a:pt x="73" y="17"/>
                    <a:pt x="71" y="25"/>
                  </a:cubicBezTo>
                  <a:cubicBezTo>
                    <a:pt x="70" y="29"/>
                    <a:pt x="67" y="31"/>
                    <a:pt x="64" y="30"/>
                  </a:cubicBezTo>
                  <a:cubicBezTo>
                    <a:pt x="60" y="29"/>
                    <a:pt x="58" y="30"/>
                    <a:pt x="58" y="30"/>
                  </a:cubicBezTo>
                  <a:cubicBezTo>
                    <a:pt x="58" y="31"/>
                    <a:pt x="58" y="35"/>
                    <a:pt x="63" y="46"/>
                  </a:cubicBezTo>
                  <a:cubicBezTo>
                    <a:pt x="65" y="50"/>
                    <a:pt x="66" y="52"/>
                    <a:pt x="66" y="54"/>
                  </a:cubicBezTo>
                  <a:cubicBezTo>
                    <a:pt x="66" y="57"/>
                    <a:pt x="63" y="60"/>
                    <a:pt x="60" y="60"/>
                  </a:cubicBezTo>
                  <a:cubicBezTo>
                    <a:pt x="58" y="60"/>
                    <a:pt x="57" y="64"/>
                    <a:pt x="57" y="66"/>
                  </a:cubicBezTo>
                  <a:cubicBezTo>
                    <a:pt x="57" y="69"/>
                    <a:pt x="58" y="72"/>
                    <a:pt x="60" y="72"/>
                  </a:cubicBezTo>
                  <a:cubicBezTo>
                    <a:pt x="63" y="72"/>
                    <a:pt x="66" y="75"/>
                    <a:pt x="66" y="78"/>
                  </a:cubicBezTo>
                  <a:cubicBezTo>
                    <a:pt x="66" y="98"/>
                    <a:pt x="74" y="102"/>
                    <a:pt x="74" y="102"/>
                  </a:cubicBezTo>
                  <a:cubicBezTo>
                    <a:pt x="76" y="103"/>
                    <a:pt x="78" y="105"/>
                    <a:pt x="78" y="108"/>
                  </a:cubicBezTo>
                  <a:cubicBezTo>
                    <a:pt x="78" y="132"/>
                    <a:pt x="78" y="132"/>
                    <a:pt x="78" y="132"/>
                  </a:cubicBezTo>
                  <a:cubicBezTo>
                    <a:pt x="78" y="134"/>
                    <a:pt x="76" y="137"/>
                    <a:pt x="74" y="138"/>
                  </a:cubicBezTo>
                  <a:cubicBezTo>
                    <a:pt x="43" y="150"/>
                    <a:pt x="16" y="164"/>
                    <a:pt x="12" y="169"/>
                  </a:cubicBezTo>
                  <a:lnTo>
                    <a:pt x="12"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210" name="Group 128">
            <a:extLst>
              <a:ext uri="{FF2B5EF4-FFF2-40B4-BE49-F238E27FC236}">
                <a16:creationId xmlns:a16="http://schemas.microsoft.com/office/drawing/2014/main" id="{22F35C7D-7426-D643-BA01-1D590EC15894}"/>
              </a:ext>
            </a:extLst>
          </p:cNvPr>
          <p:cNvGrpSpPr>
            <a:grpSpLocks noChangeAspect="1"/>
          </p:cNvGrpSpPr>
          <p:nvPr userDrawn="1"/>
        </p:nvGrpSpPr>
        <p:grpSpPr bwMode="auto">
          <a:xfrm>
            <a:off x="2055661" y="4309988"/>
            <a:ext cx="506890" cy="496182"/>
            <a:chOff x="4478" y="2999"/>
            <a:chExt cx="426" cy="417"/>
          </a:xfrm>
          <a:solidFill>
            <a:schemeClr val="accent1"/>
          </a:solidFill>
        </p:grpSpPr>
        <p:sp>
          <p:nvSpPr>
            <p:cNvPr id="211" name="Freeform 129">
              <a:extLst>
                <a:ext uri="{FF2B5EF4-FFF2-40B4-BE49-F238E27FC236}">
                  <a16:creationId xmlns:a16="http://schemas.microsoft.com/office/drawing/2014/main" id="{EB8F390E-DD96-5545-9F4B-5D56F498E4C2}"/>
                </a:ext>
              </a:extLst>
            </p:cNvPr>
            <p:cNvSpPr>
              <a:spLocks/>
            </p:cNvSpPr>
            <p:nvPr/>
          </p:nvSpPr>
          <p:spPr bwMode="auto">
            <a:xfrm>
              <a:off x="4478" y="2999"/>
              <a:ext cx="320" cy="293"/>
            </a:xfrm>
            <a:custGeom>
              <a:avLst/>
              <a:gdLst>
                <a:gd name="T0" fmla="*/ 12 w 216"/>
                <a:gd name="T1" fmla="*/ 198 h 198"/>
                <a:gd name="T2" fmla="*/ 7 w 216"/>
                <a:gd name="T3" fmla="*/ 196 h 198"/>
                <a:gd name="T4" fmla="*/ 6 w 216"/>
                <a:gd name="T5" fmla="*/ 189 h 198"/>
                <a:gd name="T6" fmla="*/ 28 w 216"/>
                <a:gd name="T7" fmla="*/ 151 h 198"/>
                <a:gd name="T8" fmla="*/ 0 w 216"/>
                <a:gd name="T9" fmla="*/ 89 h 198"/>
                <a:gd name="T10" fmla="*/ 108 w 216"/>
                <a:gd name="T11" fmla="*/ 0 h 198"/>
                <a:gd name="T12" fmla="*/ 216 w 216"/>
                <a:gd name="T13" fmla="*/ 89 h 198"/>
                <a:gd name="T14" fmla="*/ 204 w 216"/>
                <a:gd name="T15" fmla="*/ 89 h 198"/>
                <a:gd name="T16" fmla="*/ 108 w 216"/>
                <a:gd name="T17" fmla="*/ 12 h 198"/>
                <a:gd name="T18" fmla="*/ 12 w 216"/>
                <a:gd name="T19" fmla="*/ 89 h 198"/>
                <a:gd name="T20" fmla="*/ 39 w 216"/>
                <a:gd name="T21" fmla="*/ 145 h 198"/>
                <a:gd name="T22" fmla="*/ 41 w 216"/>
                <a:gd name="T23" fmla="*/ 153 h 198"/>
                <a:gd name="T24" fmla="*/ 25 w 216"/>
                <a:gd name="T25" fmla="*/ 180 h 198"/>
                <a:gd name="T26" fmla="*/ 69 w 216"/>
                <a:gd name="T27" fmla="*/ 162 h 198"/>
                <a:gd name="T28" fmla="*/ 73 w 216"/>
                <a:gd name="T29" fmla="*/ 162 h 198"/>
                <a:gd name="T30" fmla="*/ 90 w 216"/>
                <a:gd name="T31" fmla="*/ 166 h 198"/>
                <a:gd name="T32" fmla="*/ 88 w 216"/>
                <a:gd name="T33" fmla="*/ 178 h 198"/>
                <a:gd name="T34" fmla="*/ 72 w 216"/>
                <a:gd name="T35" fmla="*/ 174 h 198"/>
                <a:gd name="T36" fmla="*/ 14 w 216"/>
                <a:gd name="T37" fmla="*/ 198 h 198"/>
                <a:gd name="T38" fmla="*/ 12 w 216"/>
                <a:gd name="T39" fmla="*/ 1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6" h="198">
                  <a:moveTo>
                    <a:pt x="12" y="198"/>
                  </a:moveTo>
                  <a:cubicBezTo>
                    <a:pt x="10" y="198"/>
                    <a:pt x="8" y="197"/>
                    <a:pt x="7" y="196"/>
                  </a:cubicBezTo>
                  <a:cubicBezTo>
                    <a:pt x="5" y="194"/>
                    <a:pt x="5" y="191"/>
                    <a:pt x="6" y="189"/>
                  </a:cubicBezTo>
                  <a:cubicBezTo>
                    <a:pt x="28" y="151"/>
                    <a:pt x="28" y="151"/>
                    <a:pt x="28" y="151"/>
                  </a:cubicBezTo>
                  <a:cubicBezTo>
                    <a:pt x="10" y="135"/>
                    <a:pt x="0" y="113"/>
                    <a:pt x="0" y="89"/>
                  </a:cubicBezTo>
                  <a:cubicBezTo>
                    <a:pt x="0" y="40"/>
                    <a:pt x="48" y="0"/>
                    <a:pt x="108" y="0"/>
                  </a:cubicBezTo>
                  <a:cubicBezTo>
                    <a:pt x="167" y="0"/>
                    <a:pt x="216" y="40"/>
                    <a:pt x="216" y="89"/>
                  </a:cubicBezTo>
                  <a:cubicBezTo>
                    <a:pt x="204" y="89"/>
                    <a:pt x="204" y="89"/>
                    <a:pt x="204" y="89"/>
                  </a:cubicBezTo>
                  <a:cubicBezTo>
                    <a:pt x="204" y="47"/>
                    <a:pt x="161" y="12"/>
                    <a:pt x="108" y="12"/>
                  </a:cubicBezTo>
                  <a:cubicBezTo>
                    <a:pt x="55" y="12"/>
                    <a:pt x="12" y="47"/>
                    <a:pt x="12" y="89"/>
                  </a:cubicBezTo>
                  <a:cubicBezTo>
                    <a:pt x="12" y="111"/>
                    <a:pt x="22" y="131"/>
                    <a:pt x="39" y="145"/>
                  </a:cubicBezTo>
                  <a:cubicBezTo>
                    <a:pt x="42" y="147"/>
                    <a:pt x="42" y="150"/>
                    <a:pt x="41" y="153"/>
                  </a:cubicBezTo>
                  <a:cubicBezTo>
                    <a:pt x="25" y="180"/>
                    <a:pt x="25" y="180"/>
                    <a:pt x="25" y="180"/>
                  </a:cubicBezTo>
                  <a:cubicBezTo>
                    <a:pt x="69" y="162"/>
                    <a:pt x="69" y="162"/>
                    <a:pt x="69" y="162"/>
                  </a:cubicBezTo>
                  <a:cubicBezTo>
                    <a:pt x="71" y="162"/>
                    <a:pt x="72" y="162"/>
                    <a:pt x="73" y="162"/>
                  </a:cubicBezTo>
                  <a:cubicBezTo>
                    <a:pt x="79" y="164"/>
                    <a:pt x="84" y="165"/>
                    <a:pt x="90" y="166"/>
                  </a:cubicBezTo>
                  <a:cubicBezTo>
                    <a:pt x="88" y="178"/>
                    <a:pt x="88" y="178"/>
                    <a:pt x="88" y="178"/>
                  </a:cubicBezTo>
                  <a:cubicBezTo>
                    <a:pt x="83" y="177"/>
                    <a:pt x="77" y="176"/>
                    <a:pt x="72" y="174"/>
                  </a:cubicBezTo>
                  <a:cubicBezTo>
                    <a:pt x="14" y="198"/>
                    <a:pt x="14" y="198"/>
                    <a:pt x="14" y="198"/>
                  </a:cubicBezTo>
                  <a:cubicBezTo>
                    <a:pt x="13" y="198"/>
                    <a:pt x="12" y="198"/>
                    <a:pt x="12"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12" name="Freeform 130">
              <a:extLst>
                <a:ext uri="{FF2B5EF4-FFF2-40B4-BE49-F238E27FC236}">
                  <a16:creationId xmlns:a16="http://schemas.microsoft.com/office/drawing/2014/main" id="{7E54516C-265B-F84F-9AC7-C2472BCC10ED}"/>
                </a:ext>
              </a:extLst>
            </p:cNvPr>
            <p:cNvSpPr>
              <a:spLocks noEditPoints="1"/>
            </p:cNvSpPr>
            <p:nvPr/>
          </p:nvSpPr>
          <p:spPr bwMode="auto">
            <a:xfrm>
              <a:off x="4638" y="3167"/>
              <a:ext cx="266" cy="249"/>
            </a:xfrm>
            <a:custGeom>
              <a:avLst/>
              <a:gdLst>
                <a:gd name="T0" fmla="*/ 168 w 180"/>
                <a:gd name="T1" fmla="*/ 168 h 168"/>
                <a:gd name="T2" fmla="*/ 166 w 180"/>
                <a:gd name="T3" fmla="*/ 168 h 168"/>
                <a:gd name="T4" fmla="*/ 120 w 180"/>
                <a:gd name="T5" fmla="*/ 151 h 168"/>
                <a:gd name="T6" fmla="*/ 37 w 180"/>
                <a:gd name="T7" fmla="*/ 143 h 168"/>
                <a:gd name="T8" fmla="*/ 0 w 180"/>
                <a:gd name="T9" fmla="*/ 78 h 168"/>
                <a:gd name="T10" fmla="*/ 90 w 180"/>
                <a:gd name="T11" fmla="*/ 0 h 168"/>
                <a:gd name="T12" fmla="*/ 180 w 180"/>
                <a:gd name="T13" fmla="*/ 78 h 168"/>
                <a:gd name="T14" fmla="*/ 157 w 180"/>
                <a:gd name="T15" fmla="*/ 128 h 168"/>
                <a:gd name="T16" fmla="*/ 173 w 180"/>
                <a:gd name="T17" fmla="*/ 159 h 168"/>
                <a:gd name="T18" fmla="*/ 172 w 180"/>
                <a:gd name="T19" fmla="*/ 166 h 168"/>
                <a:gd name="T20" fmla="*/ 168 w 180"/>
                <a:gd name="T21" fmla="*/ 168 h 168"/>
                <a:gd name="T22" fmla="*/ 120 w 180"/>
                <a:gd name="T23" fmla="*/ 138 h 168"/>
                <a:gd name="T24" fmla="*/ 122 w 180"/>
                <a:gd name="T25" fmla="*/ 138 h 168"/>
                <a:gd name="T26" fmla="*/ 155 w 180"/>
                <a:gd name="T27" fmla="*/ 151 h 168"/>
                <a:gd name="T28" fmla="*/ 144 w 180"/>
                <a:gd name="T29" fmla="*/ 129 h 168"/>
                <a:gd name="T30" fmla="*/ 146 w 180"/>
                <a:gd name="T31" fmla="*/ 121 h 168"/>
                <a:gd name="T32" fmla="*/ 168 w 180"/>
                <a:gd name="T33" fmla="*/ 78 h 168"/>
                <a:gd name="T34" fmla="*/ 90 w 180"/>
                <a:gd name="T35" fmla="*/ 12 h 168"/>
                <a:gd name="T36" fmla="*/ 12 w 180"/>
                <a:gd name="T37" fmla="*/ 78 h 168"/>
                <a:gd name="T38" fmla="*/ 43 w 180"/>
                <a:gd name="T39" fmla="*/ 133 h 168"/>
                <a:gd name="T40" fmla="*/ 117 w 180"/>
                <a:gd name="T41" fmla="*/ 139 h 168"/>
                <a:gd name="T42" fmla="*/ 120 w 180"/>
                <a:gd name="T43" fmla="*/ 138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0" h="168">
                  <a:moveTo>
                    <a:pt x="168" y="168"/>
                  </a:moveTo>
                  <a:cubicBezTo>
                    <a:pt x="167" y="168"/>
                    <a:pt x="166" y="168"/>
                    <a:pt x="166" y="168"/>
                  </a:cubicBezTo>
                  <a:cubicBezTo>
                    <a:pt x="120" y="151"/>
                    <a:pt x="120" y="151"/>
                    <a:pt x="120" y="151"/>
                  </a:cubicBezTo>
                  <a:cubicBezTo>
                    <a:pt x="92" y="162"/>
                    <a:pt x="62" y="159"/>
                    <a:pt x="37" y="143"/>
                  </a:cubicBezTo>
                  <a:cubicBezTo>
                    <a:pt x="13" y="128"/>
                    <a:pt x="0" y="104"/>
                    <a:pt x="0" y="78"/>
                  </a:cubicBezTo>
                  <a:cubicBezTo>
                    <a:pt x="0" y="36"/>
                    <a:pt x="41" y="0"/>
                    <a:pt x="90" y="0"/>
                  </a:cubicBezTo>
                  <a:cubicBezTo>
                    <a:pt x="138" y="0"/>
                    <a:pt x="180" y="36"/>
                    <a:pt x="180" y="78"/>
                  </a:cubicBezTo>
                  <a:cubicBezTo>
                    <a:pt x="180" y="97"/>
                    <a:pt x="172" y="114"/>
                    <a:pt x="157" y="128"/>
                  </a:cubicBezTo>
                  <a:cubicBezTo>
                    <a:pt x="173" y="159"/>
                    <a:pt x="173" y="159"/>
                    <a:pt x="173" y="159"/>
                  </a:cubicBezTo>
                  <a:cubicBezTo>
                    <a:pt x="174" y="162"/>
                    <a:pt x="174" y="164"/>
                    <a:pt x="172" y="166"/>
                  </a:cubicBezTo>
                  <a:cubicBezTo>
                    <a:pt x="171" y="167"/>
                    <a:pt x="169" y="168"/>
                    <a:pt x="168" y="168"/>
                  </a:cubicBezTo>
                  <a:close/>
                  <a:moveTo>
                    <a:pt x="120" y="138"/>
                  </a:moveTo>
                  <a:cubicBezTo>
                    <a:pt x="120" y="138"/>
                    <a:pt x="121" y="138"/>
                    <a:pt x="122" y="138"/>
                  </a:cubicBezTo>
                  <a:cubicBezTo>
                    <a:pt x="155" y="151"/>
                    <a:pt x="155" y="151"/>
                    <a:pt x="155" y="151"/>
                  </a:cubicBezTo>
                  <a:cubicBezTo>
                    <a:pt x="144" y="129"/>
                    <a:pt x="144" y="129"/>
                    <a:pt x="144" y="129"/>
                  </a:cubicBezTo>
                  <a:cubicBezTo>
                    <a:pt x="143" y="126"/>
                    <a:pt x="144" y="123"/>
                    <a:pt x="146" y="121"/>
                  </a:cubicBezTo>
                  <a:cubicBezTo>
                    <a:pt x="160" y="110"/>
                    <a:pt x="168" y="95"/>
                    <a:pt x="168" y="78"/>
                  </a:cubicBezTo>
                  <a:cubicBezTo>
                    <a:pt x="168" y="42"/>
                    <a:pt x="132" y="12"/>
                    <a:pt x="90" y="12"/>
                  </a:cubicBezTo>
                  <a:cubicBezTo>
                    <a:pt x="47" y="12"/>
                    <a:pt x="12" y="42"/>
                    <a:pt x="12" y="78"/>
                  </a:cubicBezTo>
                  <a:cubicBezTo>
                    <a:pt x="12" y="99"/>
                    <a:pt x="23" y="120"/>
                    <a:pt x="43" y="133"/>
                  </a:cubicBezTo>
                  <a:cubicBezTo>
                    <a:pt x="65" y="147"/>
                    <a:pt x="93" y="149"/>
                    <a:pt x="117" y="139"/>
                  </a:cubicBezTo>
                  <a:cubicBezTo>
                    <a:pt x="118" y="138"/>
                    <a:pt x="119" y="138"/>
                    <a:pt x="120" y="1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218" name="Group 4">
            <a:extLst>
              <a:ext uri="{FF2B5EF4-FFF2-40B4-BE49-F238E27FC236}">
                <a16:creationId xmlns:a16="http://schemas.microsoft.com/office/drawing/2014/main" id="{6624F93D-A5D3-9049-9233-B5F6165978B5}"/>
              </a:ext>
            </a:extLst>
          </p:cNvPr>
          <p:cNvGrpSpPr>
            <a:grpSpLocks noChangeAspect="1"/>
          </p:cNvGrpSpPr>
          <p:nvPr userDrawn="1"/>
        </p:nvGrpSpPr>
        <p:grpSpPr bwMode="auto">
          <a:xfrm>
            <a:off x="5871933" y="3163253"/>
            <a:ext cx="495324" cy="388938"/>
            <a:chOff x="526" y="708"/>
            <a:chExt cx="433" cy="340"/>
          </a:xfrm>
          <a:solidFill>
            <a:schemeClr val="accent1"/>
          </a:solidFill>
        </p:grpSpPr>
        <p:sp>
          <p:nvSpPr>
            <p:cNvPr id="219" name="Freeform 5">
              <a:extLst>
                <a:ext uri="{FF2B5EF4-FFF2-40B4-BE49-F238E27FC236}">
                  <a16:creationId xmlns:a16="http://schemas.microsoft.com/office/drawing/2014/main" id="{2E8CDAC4-7731-2447-B17D-B9E13B8CEA82}"/>
                </a:ext>
              </a:extLst>
            </p:cNvPr>
            <p:cNvSpPr>
              <a:spLocks/>
            </p:cNvSpPr>
            <p:nvPr/>
          </p:nvSpPr>
          <p:spPr bwMode="auto">
            <a:xfrm>
              <a:off x="724" y="760"/>
              <a:ext cx="19" cy="288"/>
            </a:xfrm>
            <a:custGeom>
              <a:avLst/>
              <a:gdLst>
                <a:gd name="T0" fmla="*/ 6 w 12"/>
                <a:gd name="T1" fmla="*/ 193 h 193"/>
                <a:gd name="T2" fmla="*/ 0 w 12"/>
                <a:gd name="T3" fmla="*/ 187 h 193"/>
                <a:gd name="T4" fmla="*/ 0 w 12"/>
                <a:gd name="T5" fmla="*/ 6 h 193"/>
                <a:gd name="T6" fmla="*/ 6 w 12"/>
                <a:gd name="T7" fmla="*/ 0 h 193"/>
                <a:gd name="T8" fmla="*/ 12 w 12"/>
                <a:gd name="T9" fmla="*/ 6 h 193"/>
                <a:gd name="T10" fmla="*/ 12 w 12"/>
                <a:gd name="T11" fmla="*/ 187 h 193"/>
                <a:gd name="T12" fmla="*/ 6 w 12"/>
                <a:gd name="T13" fmla="*/ 193 h 193"/>
              </a:gdLst>
              <a:ahLst/>
              <a:cxnLst>
                <a:cxn ang="0">
                  <a:pos x="T0" y="T1"/>
                </a:cxn>
                <a:cxn ang="0">
                  <a:pos x="T2" y="T3"/>
                </a:cxn>
                <a:cxn ang="0">
                  <a:pos x="T4" y="T5"/>
                </a:cxn>
                <a:cxn ang="0">
                  <a:pos x="T6" y="T7"/>
                </a:cxn>
                <a:cxn ang="0">
                  <a:pos x="T8" y="T9"/>
                </a:cxn>
                <a:cxn ang="0">
                  <a:pos x="T10" y="T11"/>
                </a:cxn>
                <a:cxn ang="0">
                  <a:pos x="T12" y="T13"/>
                </a:cxn>
              </a:cxnLst>
              <a:rect l="0" t="0" r="r" b="b"/>
              <a:pathLst>
                <a:path w="12" h="193">
                  <a:moveTo>
                    <a:pt x="6" y="193"/>
                  </a:moveTo>
                  <a:cubicBezTo>
                    <a:pt x="3" y="193"/>
                    <a:pt x="0" y="191"/>
                    <a:pt x="0" y="187"/>
                  </a:cubicBezTo>
                  <a:cubicBezTo>
                    <a:pt x="0" y="6"/>
                    <a:pt x="0" y="6"/>
                    <a:pt x="0" y="6"/>
                  </a:cubicBezTo>
                  <a:cubicBezTo>
                    <a:pt x="0" y="3"/>
                    <a:pt x="3" y="0"/>
                    <a:pt x="6" y="0"/>
                  </a:cubicBezTo>
                  <a:cubicBezTo>
                    <a:pt x="9" y="0"/>
                    <a:pt x="12" y="3"/>
                    <a:pt x="12" y="6"/>
                  </a:cubicBezTo>
                  <a:cubicBezTo>
                    <a:pt x="12" y="187"/>
                    <a:pt x="12" y="187"/>
                    <a:pt x="12" y="187"/>
                  </a:cubicBezTo>
                  <a:cubicBezTo>
                    <a:pt x="12" y="191"/>
                    <a:pt x="9" y="193"/>
                    <a:pt x="6" y="1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20" name="Freeform 6">
              <a:extLst>
                <a:ext uri="{FF2B5EF4-FFF2-40B4-BE49-F238E27FC236}">
                  <a16:creationId xmlns:a16="http://schemas.microsoft.com/office/drawing/2014/main" id="{A2C94C49-2544-FA47-B321-D1783FB63860}"/>
                </a:ext>
              </a:extLst>
            </p:cNvPr>
            <p:cNvSpPr>
              <a:spLocks/>
            </p:cNvSpPr>
            <p:nvPr/>
          </p:nvSpPr>
          <p:spPr bwMode="auto">
            <a:xfrm>
              <a:off x="670" y="1030"/>
              <a:ext cx="126" cy="18"/>
            </a:xfrm>
            <a:custGeom>
              <a:avLst/>
              <a:gdLst>
                <a:gd name="T0" fmla="*/ 76 w 82"/>
                <a:gd name="T1" fmla="*/ 12 h 12"/>
                <a:gd name="T2" fmla="*/ 6 w 82"/>
                <a:gd name="T3" fmla="*/ 12 h 12"/>
                <a:gd name="T4" fmla="*/ 0 w 82"/>
                <a:gd name="T5" fmla="*/ 6 h 12"/>
                <a:gd name="T6" fmla="*/ 6 w 82"/>
                <a:gd name="T7" fmla="*/ 0 h 12"/>
                <a:gd name="T8" fmla="*/ 76 w 82"/>
                <a:gd name="T9" fmla="*/ 0 h 12"/>
                <a:gd name="T10" fmla="*/ 82 w 82"/>
                <a:gd name="T11" fmla="*/ 6 h 12"/>
                <a:gd name="T12" fmla="*/ 76 w 8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82" h="12">
                  <a:moveTo>
                    <a:pt x="76" y="12"/>
                  </a:moveTo>
                  <a:cubicBezTo>
                    <a:pt x="6" y="12"/>
                    <a:pt x="6" y="12"/>
                    <a:pt x="6" y="12"/>
                  </a:cubicBezTo>
                  <a:cubicBezTo>
                    <a:pt x="3" y="12"/>
                    <a:pt x="0" y="10"/>
                    <a:pt x="0" y="6"/>
                  </a:cubicBezTo>
                  <a:cubicBezTo>
                    <a:pt x="0" y="3"/>
                    <a:pt x="3" y="0"/>
                    <a:pt x="6" y="0"/>
                  </a:cubicBezTo>
                  <a:cubicBezTo>
                    <a:pt x="76" y="0"/>
                    <a:pt x="76" y="0"/>
                    <a:pt x="76" y="0"/>
                  </a:cubicBezTo>
                  <a:cubicBezTo>
                    <a:pt x="79" y="0"/>
                    <a:pt x="82" y="3"/>
                    <a:pt x="82" y="6"/>
                  </a:cubicBezTo>
                  <a:cubicBezTo>
                    <a:pt x="82" y="10"/>
                    <a:pt x="79" y="12"/>
                    <a:pt x="7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21" name="Freeform 7">
              <a:extLst>
                <a:ext uri="{FF2B5EF4-FFF2-40B4-BE49-F238E27FC236}">
                  <a16:creationId xmlns:a16="http://schemas.microsoft.com/office/drawing/2014/main" id="{781D715F-F7E0-F543-B710-788014F086A9}"/>
                </a:ext>
              </a:extLst>
            </p:cNvPr>
            <p:cNvSpPr>
              <a:spLocks/>
            </p:cNvSpPr>
            <p:nvPr/>
          </p:nvSpPr>
          <p:spPr bwMode="auto">
            <a:xfrm>
              <a:off x="526" y="727"/>
              <a:ext cx="146" cy="161"/>
            </a:xfrm>
            <a:custGeom>
              <a:avLst/>
              <a:gdLst>
                <a:gd name="T0" fmla="*/ 88 w 95"/>
                <a:gd name="T1" fmla="*/ 107 h 108"/>
                <a:gd name="T2" fmla="*/ 83 w 95"/>
                <a:gd name="T3" fmla="*/ 104 h 108"/>
                <a:gd name="T4" fmla="*/ 47 w 95"/>
                <a:gd name="T5" fmla="*/ 21 h 108"/>
                <a:gd name="T6" fmla="*/ 12 w 95"/>
                <a:gd name="T7" fmla="*/ 104 h 108"/>
                <a:gd name="T8" fmla="*/ 4 w 95"/>
                <a:gd name="T9" fmla="*/ 107 h 108"/>
                <a:gd name="T10" fmla="*/ 1 w 95"/>
                <a:gd name="T11" fmla="*/ 99 h 108"/>
                <a:gd name="T12" fmla="*/ 42 w 95"/>
                <a:gd name="T13" fmla="*/ 3 h 108"/>
                <a:gd name="T14" fmla="*/ 47 w 95"/>
                <a:gd name="T15" fmla="*/ 0 h 108"/>
                <a:gd name="T16" fmla="*/ 47 w 95"/>
                <a:gd name="T17" fmla="*/ 0 h 108"/>
                <a:gd name="T18" fmla="*/ 53 w 95"/>
                <a:gd name="T19" fmla="*/ 3 h 108"/>
                <a:gd name="T20" fmla="*/ 94 w 95"/>
                <a:gd name="T21" fmla="*/ 99 h 108"/>
                <a:gd name="T22" fmla="*/ 90 w 95"/>
                <a:gd name="T23" fmla="*/ 107 h 108"/>
                <a:gd name="T24" fmla="*/ 88 w 95"/>
                <a:gd name="T25" fmla="*/ 107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5" h="108">
                  <a:moveTo>
                    <a:pt x="88" y="107"/>
                  </a:moveTo>
                  <a:cubicBezTo>
                    <a:pt x="86" y="107"/>
                    <a:pt x="84" y="106"/>
                    <a:pt x="83" y="104"/>
                  </a:cubicBezTo>
                  <a:cubicBezTo>
                    <a:pt x="47" y="21"/>
                    <a:pt x="47" y="21"/>
                    <a:pt x="47" y="21"/>
                  </a:cubicBezTo>
                  <a:cubicBezTo>
                    <a:pt x="12" y="104"/>
                    <a:pt x="12" y="104"/>
                    <a:pt x="12" y="104"/>
                  </a:cubicBezTo>
                  <a:cubicBezTo>
                    <a:pt x="11" y="107"/>
                    <a:pt x="7" y="108"/>
                    <a:pt x="4" y="107"/>
                  </a:cubicBezTo>
                  <a:cubicBezTo>
                    <a:pt x="1" y="105"/>
                    <a:pt x="0" y="102"/>
                    <a:pt x="1" y="99"/>
                  </a:cubicBezTo>
                  <a:cubicBezTo>
                    <a:pt x="42" y="3"/>
                    <a:pt x="42" y="3"/>
                    <a:pt x="42" y="3"/>
                  </a:cubicBezTo>
                  <a:cubicBezTo>
                    <a:pt x="43" y="1"/>
                    <a:pt x="45" y="0"/>
                    <a:pt x="47" y="0"/>
                  </a:cubicBezTo>
                  <a:cubicBezTo>
                    <a:pt x="47" y="0"/>
                    <a:pt x="47" y="0"/>
                    <a:pt x="47" y="0"/>
                  </a:cubicBezTo>
                  <a:cubicBezTo>
                    <a:pt x="50" y="0"/>
                    <a:pt x="52" y="1"/>
                    <a:pt x="53" y="3"/>
                  </a:cubicBezTo>
                  <a:cubicBezTo>
                    <a:pt x="94" y="99"/>
                    <a:pt x="94" y="99"/>
                    <a:pt x="94" y="99"/>
                  </a:cubicBezTo>
                  <a:cubicBezTo>
                    <a:pt x="95" y="102"/>
                    <a:pt x="94" y="105"/>
                    <a:pt x="90" y="107"/>
                  </a:cubicBezTo>
                  <a:cubicBezTo>
                    <a:pt x="90" y="107"/>
                    <a:pt x="89" y="107"/>
                    <a:pt x="88"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22" name="Freeform 8">
              <a:extLst>
                <a:ext uri="{FF2B5EF4-FFF2-40B4-BE49-F238E27FC236}">
                  <a16:creationId xmlns:a16="http://schemas.microsoft.com/office/drawing/2014/main" id="{0449EDE6-204A-E142-A345-649467F3CCF8}"/>
                </a:ext>
              </a:extLst>
            </p:cNvPr>
            <p:cNvSpPr>
              <a:spLocks noEditPoints="1"/>
            </p:cNvSpPr>
            <p:nvPr/>
          </p:nvSpPr>
          <p:spPr bwMode="auto">
            <a:xfrm>
              <a:off x="697" y="708"/>
              <a:ext cx="73" cy="70"/>
            </a:xfrm>
            <a:custGeom>
              <a:avLst/>
              <a:gdLst>
                <a:gd name="T0" fmla="*/ 24 w 48"/>
                <a:gd name="T1" fmla="*/ 47 h 47"/>
                <a:gd name="T2" fmla="*/ 0 w 48"/>
                <a:gd name="T3" fmla="*/ 24 h 47"/>
                <a:gd name="T4" fmla="*/ 24 w 48"/>
                <a:gd name="T5" fmla="*/ 0 h 47"/>
                <a:gd name="T6" fmla="*/ 48 w 48"/>
                <a:gd name="T7" fmla="*/ 24 h 47"/>
                <a:gd name="T8" fmla="*/ 24 w 48"/>
                <a:gd name="T9" fmla="*/ 47 h 47"/>
                <a:gd name="T10" fmla="*/ 24 w 48"/>
                <a:gd name="T11" fmla="*/ 12 h 47"/>
                <a:gd name="T12" fmla="*/ 12 w 48"/>
                <a:gd name="T13" fmla="*/ 24 h 47"/>
                <a:gd name="T14" fmla="*/ 24 w 48"/>
                <a:gd name="T15" fmla="*/ 35 h 47"/>
                <a:gd name="T16" fmla="*/ 36 w 48"/>
                <a:gd name="T17" fmla="*/ 24 h 47"/>
                <a:gd name="T18" fmla="*/ 24 w 48"/>
                <a:gd name="T19" fmla="*/ 1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7">
                  <a:moveTo>
                    <a:pt x="24" y="47"/>
                  </a:moveTo>
                  <a:cubicBezTo>
                    <a:pt x="11" y="47"/>
                    <a:pt x="0" y="37"/>
                    <a:pt x="0" y="24"/>
                  </a:cubicBezTo>
                  <a:cubicBezTo>
                    <a:pt x="0" y="11"/>
                    <a:pt x="11" y="0"/>
                    <a:pt x="24" y="0"/>
                  </a:cubicBezTo>
                  <a:cubicBezTo>
                    <a:pt x="37" y="0"/>
                    <a:pt x="48" y="11"/>
                    <a:pt x="48" y="24"/>
                  </a:cubicBezTo>
                  <a:cubicBezTo>
                    <a:pt x="48" y="37"/>
                    <a:pt x="37" y="47"/>
                    <a:pt x="24" y="47"/>
                  </a:cubicBezTo>
                  <a:close/>
                  <a:moveTo>
                    <a:pt x="24" y="12"/>
                  </a:moveTo>
                  <a:cubicBezTo>
                    <a:pt x="18" y="12"/>
                    <a:pt x="12" y="17"/>
                    <a:pt x="12" y="24"/>
                  </a:cubicBezTo>
                  <a:cubicBezTo>
                    <a:pt x="12" y="30"/>
                    <a:pt x="18" y="35"/>
                    <a:pt x="24" y="35"/>
                  </a:cubicBezTo>
                  <a:cubicBezTo>
                    <a:pt x="30" y="35"/>
                    <a:pt x="36" y="30"/>
                    <a:pt x="36" y="24"/>
                  </a:cubicBezTo>
                  <a:cubicBezTo>
                    <a:pt x="36" y="17"/>
                    <a:pt x="30"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23" name="Freeform 9">
              <a:extLst>
                <a:ext uri="{FF2B5EF4-FFF2-40B4-BE49-F238E27FC236}">
                  <a16:creationId xmlns:a16="http://schemas.microsoft.com/office/drawing/2014/main" id="{E4CF1E8A-68D5-C344-B526-2ACB3B2BED2F}"/>
                </a:ext>
              </a:extLst>
            </p:cNvPr>
            <p:cNvSpPr>
              <a:spLocks noEditPoints="1"/>
            </p:cNvSpPr>
            <p:nvPr/>
          </p:nvSpPr>
          <p:spPr bwMode="auto">
            <a:xfrm>
              <a:off x="528" y="869"/>
              <a:ext cx="142" cy="84"/>
            </a:xfrm>
            <a:custGeom>
              <a:avLst/>
              <a:gdLst>
                <a:gd name="T0" fmla="*/ 46 w 93"/>
                <a:gd name="T1" fmla="*/ 56 h 56"/>
                <a:gd name="T2" fmla="*/ 0 w 93"/>
                <a:gd name="T3" fmla="*/ 6 h 56"/>
                <a:gd name="T4" fmla="*/ 6 w 93"/>
                <a:gd name="T5" fmla="*/ 0 h 56"/>
                <a:gd name="T6" fmla="*/ 87 w 93"/>
                <a:gd name="T7" fmla="*/ 0 h 56"/>
                <a:gd name="T8" fmla="*/ 93 w 93"/>
                <a:gd name="T9" fmla="*/ 6 h 56"/>
                <a:gd name="T10" fmla="*/ 46 w 93"/>
                <a:gd name="T11" fmla="*/ 56 h 56"/>
                <a:gd name="T12" fmla="*/ 12 w 93"/>
                <a:gd name="T13" fmla="*/ 12 h 56"/>
                <a:gd name="T14" fmla="*/ 46 w 93"/>
                <a:gd name="T15" fmla="*/ 44 h 56"/>
                <a:gd name="T16" fmla="*/ 81 w 93"/>
                <a:gd name="T17" fmla="*/ 12 h 56"/>
                <a:gd name="T18" fmla="*/ 12 w 93"/>
                <a:gd name="T19" fmla="*/ 1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56">
                  <a:moveTo>
                    <a:pt x="46" y="56"/>
                  </a:moveTo>
                  <a:cubicBezTo>
                    <a:pt x="20" y="56"/>
                    <a:pt x="0" y="35"/>
                    <a:pt x="0" y="6"/>
                  </a:cubicBezTo>
                  <a:cubicBezTo>
                    <a:pt x="0" y="3"/>
                    <a:pt x="2" y="0"/>
                    <a:pt x="6" y="0"/>
                  </a:cubicBezTo>
                  <a:cubicBezTo>
                    <a:pt x="87" y="0"/>
                    <a:pt x="87" y="0"/>
                    <a:pt x="87" y="0"/>
                  </a:cubicBezTo>
                  <a:cubicBezTo>
                    <a:pt x="91" y="0"/>
                    <a:pt x="93" y="3"/>
                    <a:pt x="93" y="6"/>
                  </a:cubicBezTo>
                  <a:cubicBezTo>
                    <a:pt x="93" y="35"/>
                    <a:pt x="73" y="56"/>
                    <a:pt x="46" y="56"/>
                  </a:cubicBezTo>
                  <a:close/>
                  <a:moveTo>
                    <a:pt x="12" y="12"/>
                  </a:moveTo>
                  <a:cubicBezTo>
                    <a:pt x="14" y="31"/>
                    <a:pt x="28" y="44"/>
                    <a:pt x="46" y="44"/>
                  </a:cubicBezTo>
                  <a:cubicBezTo>
                    <a:pt x="64" y="44"/>
                    <a:pt x="78" y="31"/>
                    <a:pt x="81" y="12"/>
                  </a:cubicBez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24" name="Freeform 10">
              <a:extLst>
                <a:ext uri="{FF2B5EF4-FFF2-40B4-BE49-F238E27FC236}">
                  <a16:creationId xmlns:a16="http://schemas.microsoft.com/office/drawing/2014/main" id="{58AF212D-5CEA-A842-96AF-38B282583057}"/>
                </a:ext>
              </a:extLst>
            </p:cNvPr>
            <p:cNvSpPr>
              <a:spLocks/>
            </p:cNvSpPr>
            <p:nvPr/>
          </p:nvSpPr>
          <p:spPr bwMode="auto">
            <a:xfrm>
              <a:off x="813" y="726"/>
              <a:ext cx="146" cy="162"/>
            </a:xfrm>
            <a:custGeom>
              <a:avLst/>
              <a:gdLst>
                <a:gd name="T0" fmla="*/ 6 w 95"/>
                <a:gd name="T1" fmla="*/ 108 h 109"/>
                <a:gd name="T2" fmla="*/ 4 w 95"/>
                <a:gd name="T3" fmla="*/ 108 h 109"/>
                <a:gd name="T4" fmla="*/ 1 w 95"/>
                <a:gd name="T5" fmla="*/ 100 h 109"/>
                <a:gd name="T6" fmla="*/ 42 w 95"/>
                <a:gd name="T7" fmla="*/ 4 h 109"/>
                <a:gd name="T8" fmla="*/ 47 w 95"/>
                <a:gd name="T9" fmla="*/ 0 h 109"/>
                <a:gd name="T10" fmla="*/ 47 w 95"/>
                <a:gd name="T11" fmla="*/ 0 h 109"/>
                <a:gd name="T12" fmla="*/ 53 w 95"/>
                <a:gd name="T13" fmla="*/ 4 h 109"/>
                <a:gd name="T14" fmla="*/ 94 w 95"/>
                <a:gd name="T15" fmla="*/ 100 h 109"/>
                <a:gd name="T16" fmla="*/ 90 w 95"/>
                <a:gd name="T17" fmla="*/ 108 h 109"/>
                <a:gd name="T18" fmla="*/ 83 w 95"/>
                <a:gd name="T19" fmla="*/ 105 h 109"/>
                <a:gd name="T20" fmla="*/ 47 w 95"/>
                <a:gd name="T21" fmla="*/ 22 h 109"/>
                <a:gd name="T22" fmla="*/ 12 w 95"/>
                <a:gd name="T23" fmla="*/ 105 h 109"/>
                <a:gd name="T24" fmla="*/ 6 w 95"/>
                <a:gd name="T25" fmla="*/ 108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5" h="109">
                  <a:moveTo>
                    <a:pt x="6" y="108"/>
                  </a:moveTo>
                  <a:cubicBezTo>
                    <a:pt x="6" y="108"/>
                    <a:pt x="5" y="108"/>
                    <a:pt x="4" y="108"/>
                  </a:cubicBezTo>
                  <a:cubicBezTo>
                    <a:pt x="1" y="106"/>
                    <a:pt x="0" y="103"/>
                    <a:pt x="1" y="100"/>
                  </a:cubicBezTo>
                  <a:cubicBezTo>
                    <a:pt x="42" y="4"/>
                    <a:pt x="42" y="4"/>
                    <a:pt x="42" y="4"/>
                  </a:cubicBezTo>
                  <a:cubicBezTo>
                    <a:pt x="43" y="2"/>
                    <a:pt x="45" y="0"/>
                    <a:pt x="47" y="0"/>
                  </a:cubicBezTo>
                  <a:cubicBezTo>
                    <a:pt x="47" y="0"/>
                    <a:pt x="47" y="0"/>
                    <a:pt x="47" y="0"/>
                  </a:cubicBezTo>
                  <a:cubicBezTo>
                    <a:pt x="50" y="0"/>
                    <a:pt x="52" y="2"/>
                    <a:pt x="53" y="4"/>
                  </a:cubicBezTo>
                  <a:cubicBezTo>
                    <a:pt x="94" y="100"/>
                    <a:pt x="94" y="100"/>
                    <a:pt x="94" y="100"/>
                  </a:cubicBezTo>
                  <a:cubicBezTo>
                    <a:pt x="95" y="103"/>
                    <a:pt x="93" y="106"/>
                    <a:pt x="90" y="108"/>
                  </a:cubicBezTo>
                  <a:cubicBezTo>
                    <a:pt x="87" y="109"/>
                    <a:pt x="84" y="108"/>
                    <a:pt x="83" y="105"/>
                  </a:cubicBezTo>
                  <a:cubicBezTo>
                    <a:pt x="47" y="22"/>
                    <a:pt x="47" y="22"/>
                    <a:pt x="47" y="22"/>
                  </a:cubicBezTo>
                  <a:cubicBezTo>
                    <a:pt x="12" y="105"/>
                    <a:pt x="12" y="105"/>
                    <a:pt x="12" y="105"/>
                  </a:cubicBezTo>
                  <a:cubicBezTo>
                    <a:pt x="11" y="107"/>
                    <a:pt x="9" y="108"/>
                    <a:pt x="6" y="1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25" name="Freeform 11">
              <a:extLst>
                <a:ext uri="{FF2B5EF4-FFF2-40B4-BE49-F238E27FC236}">
                  <a16:creationId xmlns:a16="http://schemas.microsoft.com/office/drawing/2014/main" id="{9067C848-4E37-864F-8284-E48FC9AB4158}"/>
                </a:ext>
              </a:extLst>
            </p:cNvPr>
            <p:cNvSpPr>
              <a:spLocks noEditPoints="1"/>
            </p:cNvSpPr>
            <p:nvPr/>
          </p:nvSpPr>
          <p:spPr bwMode="auto">
            <a:xfrm>
              <a:off x="813" y="869"/>
              <a:ext cx="144" cy="84"/>
            </a:xfrm>
            <a:custGeom>
              <a:avLst/>
              <a:gdLst>
                <a:gd name="T0" fmla="*/ 47 w 94"/>
                <a:gd name="T1" fmla="*/ 56 h 56"/>
                <a:gd name="T2" fmla="*/ 0 w 94"/>
                <a:gd name="T3" fmla="*/ 6 h 56"/>
                <a:gd name="T4" fmla="*/ 6 w 94"/>
                <a:gd name="T5" fmla="*/ 0 h 56"/>
                <a:gd name="T6" fmla="*/ 88 w 94"/>
                <a:gd name="T7" fmla="*/ 0 h 56"/>
                <a:gd name="T8" fmla="*/ 92 w 94"/>
                <a:gd name="T9" fmla="*/ 2 h 56"/>
                <a:gd name="T10" fmla="*/ 94 w 94"/>
                <a:gd name="T11" fmla="*/ 6 h 56"/>
                <a:gd name="T12" fmla="*/ 47 w 94"/>
                <a:gd name="T13" fmla="*/ 56 h 56"/>
                <a:gd name="T14" fmla="*/ 13 w 94"/>
                <a:gd name="T15" fmla="*/ 12 h 56"/>
                <a:gd name="T16" fmla="*/ 47 w 94"/>
                <a:gd name="T17" fmla="*/ 44 h 56"/>
                <a:gd name="T18" fmla="*/ 82 w 94"/>
                <a:gd name="T19" fmla="*/ 12 h 56"/>
                <a:gd name="T20" fmla="*/ 13 w 94"/>
                <a:gd name="T21" fmla="*/ 1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56">
                  <a:moveTo>
                    <a:pt x="47" y="56"/>
                  </a:moveTo>
                  <a:cubicBezTo>
                    <a:pt x="21" y="56"/>
                    <a:pt x="0" y="35"/>
                    <a:pt x="0" y="6"/>
                  </a:cubicBezTo>
                  <a:cubicBezTo>
                    <a:pt x="0" y="3"/>
                    <a:pt x="3" y="0"/>
                    <a:pt x="6" y="0"/>
                  </a:cubicBezTo>
                  <a:cubicBezTo>
                    <a:pt x="88" y="0"/>
                    <a:pt x="88" y="0"/>
                    <a:pt x="88" y="0"/>
                  </a:cubicBezTo>
                  <a:cubicBezTo>
                    <a:pt x="90" y="0"/>
                    <a:pt x="91" y="1"/>
                    <a:pt x="92" y="2"/>
                  </a:cubicBezTo>
                  <a:cubicBezTo>
                    <a:pt x="93" y="3"/>
                    <a:pt x="94" y="5"/>
                    <a:pt x="94" y="6"/>
                  </a:cubicBezTo>
                  <a:cubicBezTo>
                    <a:pt x="94" y="34"/>
                    <a:pt x="74" y="56"/>
                    <a:pt x="47" y="56"/>
                  </a:cubicBezTo>
                  <a:close/>
                  <a:moveTo>
                    <a:pt x="13" y="12"/>
                  </a:moveTo>
                  <a:cubicBezTo>
                    <a:pt x="15" y="31"/>
                    <a:pt x="29" y="44"/>
                    <a:pt x="47" y="44"/>
                  </a:cubicBezTo>
                  <a:cubicBezTo>
                    <a:pt x="65" y="44"/>
                    <a:pt x="79" y="31"/>
                    <a:pt x="82" y="12"/>
                  </a:cubicBezTo>
                  <a:lnTo>
                    <a:pt x="13"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26" name="Freeform 12">
              <a:extLst>
                <a:ext uri="{FF2B5EF4-FFF2-40B4-BE49-F238E27FC236}">
                  <a16:creationId xmlns:a16="http://schemas.microsoft.com/office/drawing/2014/main" id="{9A7B4980-F4B3-A149-A900-28415FEB81F6}"/>
                </a:ext>
              </a:extLst>
            </p:cNvPr>
            <p:cNvSpPr>
              <a:spLocks/>
            </p:cNvSpPr>
            <p:nvPr/>
          </p:nvSpPr>
          <p:spPr bwMode="auto">
            <a:xfrm>
              <a:off x="563" y="726"/>
              <a:ext cx="153" cy="18"/>
            </a:xfrm>
            <a:custGeom>
              <a:avLst/>
              <a:gdLst>
                <a:gd name="T0" fmla="*/ 94 w 100"/>
                <a:gd name="T1" fmla="*/ 12 h 12"/>
                <a:gd name="T2" fmla="*/ 6 w 100"/>
                <a:gd name="T3" fmla="*/ 12 h 12"/>
                <a:gd name="T4" fmla="*/ 0 w 100"/>
                <a:gd name="T5" fmla="*/ 6 h 12"/>
                <a:gd name="T6" fmla="*/ 6 w 100"/>
                <a:gd name="T7" fmla="*/ 0 h 12"/>
                <a:gd name="T8" fmla="*/ 94 w 100"/>
                <a:gd name="T9" fmla="*/ 0 h 12"/>
                <a:gd name="T10" fmla="*/ 100 w 100"/>
                <a:gd name="T11" fmla="*/ 6 h 12"/>
                <a:gd name="T12" fmla="*/ 94 w 10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00" h="12">
                  <a:moveTo>
                    <a:pt x="94" y="12"/>
                  </a:moveTo>
                  <a:cubicBezTo>
                    <a:pt x="6" y="12"/>
                    <a:pt x="6" y="12"/>
                    <a:pt x="6" y="12"/>
                  </a:cubicBezTo>
                  <a:cubicBezTo>
                    <a:pt x="2" y="12"/>
                    <a:pt x="0" y="10"/>
                    <a:pt x="0" y="6"/>
                  </a:cubicBezTo>
                  <a:cubicBezTo>
                    <a:pt x="0" y="3"/>
                    <a:pt x="2" y="0"/>
                    <a:pt x="6" y="0"/>
                  </a:cubicBezTo>
                  <a:cubicBezTo>
                    <a:pt x="94" y="0"/>
                    <a:pt x="94" y="0"/>
                    <a:pt x="94" y="0"/>
                  </a:cubicBezTo>
                  <a:cubicBezTo>
                    <a:pt x="98" y="0"/>
                    <a:pt x="100" y="3"/>
                    <a:pt x="100" y="6"/>
                  </a:cubicBezTo>
                  <a:cubicBezTo>
                    <a:pt x="100" y="10"/>
                    <a:pt x="98" y="12"/>
                    <a:pt x="9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27" name="Freeform 13">
              <a:extLst>
                <a:ext uri="{FF2B5EF4-FFF2-40B4-BE49-F238E27FC236}">
                  <a16:creationId xmlns:a16="http://schemas.microsoft.com/office/drawing/2014/main" id="{CD6B0A6B-597F-4E4C-A0FC-EFC38B204DD0}"/>
                </a:ext>
              </a:extLst>
            </p:cNvPr>
            <p:cNvSpPr>
              <a:spLocks/>
            </p:cNvSpPr>
            <p:nvPr/>
          </p:nvSpPr>
          <p:spPr bwMode="auto">
            <a:xfrm>
              <a:off x="750" y="726"/>
              <a:ext cx="172" cy="18"/>
            </a:xfrm>
            <a:custGeom>
              <a:avLst/>
              <a:gdLst>
                <a:gd name="T0" fmla="*/ 106 w 112"/>
                <a:gd name="T1" fmla="*/ 12 h 12"/>
                <a:gd name="T2" fmla="*/ 6 w 112"/>
                <a:gd name="T3" fmla="*/ 12 h 12"/>
                <a:gd name="T4" fmla="*/ 0 w 112"/>
                <a:gd name="T5" fmla="*/ 6 h 12"/>
                <a:gd name="T6" fmla="*/ 6 w 112"/>
                <a:gd name="T7" fmla="*/ 0 h 12"/>
                <a:gd name="T8" fmla="*/ 106 w 112"/>
                <a:gd name="T9" fmla="*/ 0 h 12"/>
                <a:gd name="T10" fmla="*/ 112 w 112"/>
                <a:gd name="T11" fmla="*/ 6 h 12"/>
                <a:gd name="T12" fmla="*/ 106 w 11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2" h="12">
                  <a:moveTo>
                    <a:pt x="106" y="12"/>
                  </a:moveTo>
                  <a:cubicBezTo>
                    <a:pt x="6" y="12"/>
                    <a:pt x="6" y="12"/>
                    <a:pt x="6" y="12"/>
                  </a:cubicBezTo>
                  <a:cubicBezTo>
                    <a:pt x="2" y="12"/>
                    <a:pt x="0" y="9"/>
                    <a:pt x="0" y="6"/>
                  </a:cubicBezTo>
                  <a:cubicBezTo>
                    <a:pt x="0" y="3"/>
                    <a:pt x="2" y="0"/>
                    <a:pt x="6" y="0"/>
                  </a:cubicBezTo>
                  <a:cubicBezTo>
                    <a:pt x="106" y="0"/>
                    <a:pt x="106" y="0"/>
                    <a:pt x="106" y="0"/>
                  </a:cubicBezTo>
                  <a:cubicBezTo>
                    <a:pt x="109" y="0"/>
                    <a:pt x="112" y="3"/>
                    <a:pt x="112" y="6"/>
                  </a:cubicBezTo>
                  <a:cubicBezTo>
                    <a:pt x="112" y="9"/>
                    <a:pt x="109" y="12"/>
                    <a:pt x="10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234" name="Group 127">
            <a:extLst>
              <a:ext uri="{FF2B5EF4-FFF2-40B4-BE49-F238E27FC236}">
                <a16:creationId xmlns:a16="http://schemas.microsoft.com/office/drawing/2014/main" id="{26DA099A-68DD-4F43-8FC7-141CAF6D1F91}"/>
              </a:ext>
            </a:extLst>
          </p:cNvPr>
          <p:cNvGrpSpPr>
            <a:grpSpLocks noChangeAspect="1"/>
          </p:cNvGrpSpPr>
          <p:nvPr userDrawn="1"/>
        </p:nvGrpSpPr>
        <p:grpSpPr bwMode="auto">
          <a:xfrm>
            <a:off x="7145733" y="3130536"/>
            <a:ext cx="464916" cy="454373"/>
            <a:chOff x="4656" y="1821"/>
            <a:chExt cx="441" cy="431"/>
          </a:xfrm>
          <a:solidFill>
            <a:schemeClr val="accent1"/>
          </a:solidFill>
        </p:grpSpPr>
        <p:sp>
          <p:nvSpPr>
            <p:cNvPr id="235" name="Freeform 128">
              <a:extLst>
                <a:ext uri="{FF2B5EF4-FFF2-40B4-BE49-F238E27FC236}">
                  <a16:creationId xmlns:a16="http://schemas.microsoft.com/office/drawing/2014/main" id="{78927280-4152-A345-AA5D-215134AE8360}"/>
                </a:ext>
              </a:extLst>
            </p:cNvPr>
            <p:cNvSpPr>
              <a:spLocks/>
            </p:cNvSpPr>
            <p:nvPr/>
          </p:nvSpPr>
          <p:spPr bwMode="auto">
            <a:xfrm>
              <a:off x="4682" y="2037"/>
              <a:ext cx="415" cy="215"/>
            </a:xfrm>
            <a:custGeom>
              <a:avLst/>
              <a:gdLst>
                <a:gd name="T0" fmla="*/ 7 w 271"/>
                <a:gd name="T1" fmla="*/ 144 h 144"/>
                <a:gd name="T2" fmla="*/ 2 w 271"/>
                <a:gd name="T3" fmla="*/ 142 h 144"/>
                <a:gd name="T4" fmla="*/ 3 w 271"/>
                <a:gd name="T5" fmla="*/ 134 h 144"/>
                <a:gd name="T6" fmla="*/ 111 w 271"/>
                <a:gd name="T7" fmla="*/ 38 h 144"/>
                <a:gd name="T8" fmla="*/ 119 w 271"/>
                <a:gd name="T9" fmla="*/ 38 h 144"/>
                <a:gd name="T10" fmla="*/ 175 w 271"/>
                <a:gd name="T11" fmla="*/ 83 h 144"/>
                <a:gd name="T12" fmla="*/ 261 w 271"/>
                <a:gd name="T13" fmla="*/ 2 h 144"/>
                <a:gd name="T14" fmla="*/ 269 w 271"/>
                <a:gd name="T15" fmla="*/ 3 h 144"/>
                <a:gd name="T16" fmla="*/ 269 w 271"/>
                <a:gd name="T17" fmla="*/ 11 h 144"/>
                <a:gd name="T18" fmla="*/ 179 w 271"/>
                <a:gd name="T19" fmla="*/ 95 h 144"/>
                <a:gd name="T20" fmla="*/ 171 w 271"/>
                <a:gd name="T21" fmla="*/ 95 h 144"/>
                <a:gd name="T22" fmla="*/ 115 w 271"/>
                <a:gd name="T23" fmla="*/ 50 h 144"/>
                <a:gd name="T24" fmla="*/ 11 w 271"/>
                <a:gd name="T25" fmla="*/ 143 h 144"/>
                <a:gd name="T26" fmla="*/ 7 w 271"/>
                <a:gd name="T27"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1" h="144">
                  <a:moveTo>
                    <a:pt x="7" y="144"/>
                  </a:moveTo>
                  <a:cubicBezTo>
                    <a:pt x="5" y="144"/>
                    <a:pt x="4" y="144"/>
                    <a:pt x="2" y="142"/>
                  </a:cubicBezTo>
                  <a:cubicBezTo>
                    <a:pt x="0" y="140"/>
                    <a:pt x="0" y="136"/>
                    <a:pt x="3" y="134"/>
                  </a:cubicBezTo>
                  <a:cubicBezTo>
                    <a:pt x="111" y="38"/>
                    <a:pt x="111" y="38"/>
                    <a:pt x="111" y="38"/>
                  </a:cubicBezTo>
                  <a:cubicBezTo>
                    <a:pt x="113" y="36"/>
                    <a:pt x="116" y="36"/>
                    <a:pt x="119" y="38"/>
                  </a:cubicBezTo>
                  <a:cubicBezTo>
                    <a:pt x="175" y="83"/>
                    <a:pt x="175" y="83"/>
                    <a:pt x="175" y="83"/>
                  </a:cubicBezTo>
                  <a:cubicBezTo>
                    <a:pt x="261" y="2"/>
                    <a:pt x="261" y="2"/>
                    <a:pt x="261" y="2"/>
                  </a:cubicBezTo>
                  <a:cubicBezTo>
                    <a:pt x="263" y="0"/>
                    <a:pt x="267" y="0"/>
                    <a:pt x="269" y="3"/>
                  </a:cubicBezTo>
                  <a:cubicBezTo>
                    <a:pt x="271" y="5"/>
                    <a:pt x="271" y="9"/>
                    <a:pt x="269" y="11"/>
                  </a:cubicBezTo>
                  <a:cubicBezTo>
                    <a:pt x="179" y="95"/>
                    <a:pt x="179" y="95"/>
                    <a:pt x="179" y="95"/>
                  </a:cubicBezTo>
                  <a:cubicBezTo>
                    <a:pt x="177" y="97"/>
                    <a:pt x="173" y="97"/>
                    <a:pt x="171" y="95"/>
                  </a:cubicBezTo>
                  <a:cubicBezTo>
                    <a:pt x="115" y="50"/>
                    <a:pt x="115" y="50"/>
                    <a:pt x="115" y="50"/>
                  </a:cubicBezTo>
                  <a:cubicBezTo>
                    <a:pt x="11" y="143"/>
                    <a:pt x="11" y="143"/>
                    <a:pt x="11" y="143"/>
                  </a:cubicBezTo>
                  <a:cubicBezTo>
                    <a:pt x="10" y="144"/>
                    <a:pt x="8" y="144"/>
                    <a:pt x="7" y="1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36" name="Freeform 129">
              <a:extLst>
                <a:ext uri="{FF2B5EF4-FFF2-40B4-BE49-F238E27FC236}">
                  <a16:creationId xmlns:a16="http://schemas.microsoft.com/office/drawing/2014/main" id="{7096CC96-16F5-7E42-AA31-AC96F5CDDF98}"/>
                </a:ext>
              </a:extLst>
            </p:cNvPr>
            <p:cNvSpPr>
              <a:spLocks/>
            </p:cNvSpPr>
            <p:nvPr/>
          </p:nvSpPr>
          <p:spPr bwMode="auto">
            <a:xfrm>
              <a:off x="5007" y="2038"/>
              <a:ext cx="90" cy="90"/>
            </a:xfrm>
            <a:custGeom>
              <a:avLst/>
              <a:gdLst>
                <a:gd name="T0" fmla="*/ 53 w 59"/>
                <a:gd name="T1" fmla="*/ 60 h 60"/>
                <a:gd name="T2" fmla="*/ 47 w 59"/>
                <a:gd name="T3" fmla="*/ 54 h 60"/>
                <a:gd name="T4" fmla="*/ 47 w 59"/>
                <a:gd name="T5" fmla="*/ 12 h 60"/>
                <a:gd name="T6" fmla="*/ 6 w 59"/>
                <a:gd name="T7" fmla="*/ 12 h 60"/>
                <a:gd name="T8" fmla="*/ 0 w 59"/>
                <a:gd name="T9" fmla="*/ 6 h 60"/>
                <a:gd name="T10" fmla="*/ 6 w 59"/>
                <a:gd name="T11" fmla="*/ 0 h 60"/>
                <a:gd name="T12" fmla="*/ 53 w 59"/>
                <a:gd name="T13" fmla="*/ 0 h 60"/>
                <a:gd name="T14" fmla="*/ 59 w 59"/>
                <a:gd name="T15" fmla="*/ 6 h 60"/>
                <a:gd name="T16" fmla="*/ 59 w 59"/>
                <a:gd name="T17" fmla="*/ 54 h 60"/>
                <a:gd name="T18" fmla="*/ 53 w 59"/>
                <a:gd name="T19"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 h="60">
                  <a:moveTo>
                    <a:pt x="53" y="60"/>
                  </a:moveTo>
                  <a:cubicBezTo>
                    <a:pt x="50" y="60"/>
                    <a:pt x="47" y="57"/>
                    <a:pt x="47" y="54"/>
                  </a:cubicBezTo>
                  <a:cubicBezTo>
                    <a:pt x="47" y="12"/>
                    <a:pt x="47" y="12"/>
                    <a:pt x="47" y="12"/>
                  </a:cubicBezTo>
                  <a:cubicBezTo>
                    <a:pt x="6" y="12"/>
                    <a:pt x="6" y="12"/>
                    <a:pt x="6" y="12"/>
                  </a:cubicBezTo>
                  <a:cubicBezTo>
                    <a:pt x="2" y="12"/>
                    <a:pt x="0" y="9"/>
                    <a:pt x="0" y="6"/>
                  </a:cubicBezTo>
                  <a:cubicBezTo>
                    <a:pt x="0" y="2"/>
                    <a:pt x="2" y="0"/>
                    <a:pt x="6" y="0"/>
                  </a:cubicBezTo>
                  <a:cubicBezTo>
                    <a:pt x="53" y="0"/>
                    <a:pt x="53" y="0"/>
                    <a:pt x="53" y="0"/>
                  </a:cubicBezTo>
                  <a:cubicBezTo>
                    <a:pt x="56" y="0"/>
                    <a:pt x="59" y="2"/>
                    <a:pt x="59" y="6"/>
                  </a:cubicBezTo>
                  <a:cubicBezTo>
                    <a:pt x="59" y="54"/>
                    <a:pt x="59" y="54"/>
                    <a:pt x="59" y="54"/>
                  </a:cubicBezTo>
                  <a:cubicBezTo>
                    <a:pt x="59" y="57"/>
                    <a:pt x="56" y="60"/>
                    <a:pt x="53"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37" name="Freeform 130">
              <a:extLst>
                <a:ext uri="{FF2B5EF4-FFF2-40B4-BE49-F238E27FC236}">
                  <a16:creationId xmlns:a16="http://schemas.microsoft.com/office/drawing/2014/main" id="{8C889260-9971-2F40-8AA7-F1A4FF7B8A74}"/>
                </a:ext>
              </a:extLst>
            </p:cNvPr>
            <p:cNvSpPr>
              <a:spLocks/>
            </p:cNvSpPr>
            <p:nvPr/>
          </p:nvSpPr>
          <p:spPr bwMode="auto">
            <a:xfrm>
              <a:off x="4656" y="1821"/>
              <a:ext cx="331" cy="307"/>
            </a:xfrm>
            <a:custGeom>
              <a:avLst/>
              <a:gdLst>
                <a:gd name="T0" fmla="*/ 60 w 216"/>
                <a:gd name="T1" fmla="*/ 205 h 205"/>
                <a:gd name="T2" fmla="*/ 57 w 216"/>
                <a:gd name="T3" fmla="*/ 204 h 205"/>
                <a:gd name="T4" fmla="*/ 0 w 216"/>
                <a:gd name="T5" fmla="*/ 108 h 205"/>
                <a:gd name="T6" fmla="*/ 108 w 216"/>
                <a:gd name="T7" fmla="*/ 0 h 205"/>
                <a:gd name="T8" fmla="*/ 216 w 216"/>
                <a:gd name="T9" fmla="*/ 108 h 205"/>
                <a:gd name="T10" fmla="*/ 196 w 216"/>
                <a:gd name="T11" fmla="*/ 171 h 205"/>
                <a:gd name="T12" fmla="*/ 188 w 216"/>
                <a:gd name="T13" fmla="*/ 172 h 205"/>
                <a:gd name="T14" fmla="*/ 186 w 216"/>
                <a:gd name="T15" fmla="*/ 164 h 205"/>
                <a:gd name="T16" fmla="*/ 204 w 216"/>
                <a:gd name="T17" fmla="*/ 108 h 205"/>
                <a:gd name="T18" fmla="*/ 108 w 216"/>
                <a:gd name="T19" fmla="*/ 12 h 205"/>
                <a:gd name="T20" fmla="*/ 12 w 216"/>
                <a:gd name="T21" fmla="*/ 108 h 205"/>
                <a:gd name="T22" fmla="*/ 63 w 216"/>
                <a:gd name="T23" fmla="*/ 193 h 205"/>
                <a:gd name="T24" fmla="*/ 65 w 216"/>
                <a:gd name="T25" fmla="*/ 201 h 205"/>
                <a:gd name="T26" fmla="*/ 60 w 216"/>
                <a:gd name="T27" fmla="*/ 205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6" h="205">
                  <a:moveTo>
                    <a:pt x="60" y="205"/>
                  </a:moveTo>
                  <a:cubicBezTo>
                    <a:pt x="59" y="205"/>
                    <a:pt x="58" y="204"/>
                    <a:pt x="57" y="204"/>
                  </a:cubicBezTo>
                  <a:cubicBezTo>
                    <a:pt x="22" y="185"/>
                    <a:pt x="0" y="148"/>
                    <a:pt x="0" y="108"/>
                  </a:cubicBezTo>
                  <a:cubicBezTo>
                    <a:pt x="0" y="49"/>
                    <a:pt x="48" y="0"/>
                    <a:pt x="108" y="0"/>
                  </a:cubicBezTo>
                  <a:cubicBezTo>
                    <a:pt x="167" y="0"/>
                    <a:pt x="216" y="49"/>
                    <a:pt x="216" y="108"/>
                  </a:cubicBezTo>
                  <a:cubicBezTo>
                    <a:pt x="216" y="131"/>
                    <a:pt x="209" y="153"/>
                    <a:pt x="196" y="171"/>
                  </a:cubicBezTo>
                  <a:cubicBezTo>
                    <a:pt x="194" y="173"/>
                    <a:pt x="190" y="174"/>
                    <a:pt x="188" y="172"/>
                  </a:cubicBezTo>
                  <a:cubicBezTo>
                    <a:pt x="185" y="170"/>
                    <a:pt x="184" y="167"/>
                    <a:pt x="186" y="164"/>
                  </a:cubicBezTo>
                  <a:cubicBezTo>
                    <a:pt x="198" y="148"/>
                    <a:pt x="204" y="128"/>
                    <a:pt x="204" y="108"/>
                  </a:cubicBezTo>
                  <a:cubicBezTo>
                    <a:pt x="204" y="56"/>
                    <a:pt x="161" y="12"/>
                    <a:pt x="108" y="12"/>
                  </a:cubicBezTo>
                  <a:cubicBezTo>
                    <a:pt x="55" y="12"/>
                    <a:pt x="12" y="56"/>
                    <a:pt x="12" y="108"/>
                  </a:cubicBezTo>
                  <a:cubicBezTo>
                    <a:pt x="12" y="144"/>
                    <a:pt x="31" y="177"/>
                    <a:pt x="63" y="193"/>
                  </a:cubicBezTo>
                  <a:cubicBezTo>
                    <a:pt x="66" y="195"/>
                    <a:pt x="67" y="198"/>
                    <a:pt x="65" y="201"/>
                  </a:cubicBezTo>
                  <a:cubicBezTo>
                    <a:pt x="64" y="203"/>
                    <a:pt x="62" y="205"/>
                    <a:pt x="60" y="20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38" name="Freeform 131">
              <a:extLst>
                <a:ext uri="{FF2B5EF4-FFF2-40B4-BE49-F238E27FC236}">
                  <a16:creationId xmlns:a16="http://schemas.microsoft.com/office/drawing/2014/main" id="{A5D47A1B-2141-4945-9F0E-589BB8088B6D}"/>
                </a:ext>
              </a:extLst>
            </p:cNvPr>
            <p:cNvSpPr>
              <a:spLocks/>
            </p:cNvSpPr>
            <p:nvPr/>
          </p:nvSpPr>
          <p:spPr bwMode="auto">
            <a:xfrm>
              <a:off x="4812" y="2035"/>
              <a:ext cx="19" cy="39"/>
            </a:xfrm>
            <a:custGeom>
              <a:avLst/>
              <a:gdLst>
                <a:gd name="T0" fmla="*/ 6 w 12"/>
                <a:gd name="T1" fmla="*/ 26 h 26"/>
                <a:gd name="T2" fmla="*/ 0 w 12"/>
                <a:gd name="T3" fmla="*/ 20 h 26"/>
                <a:gd name="T4" fmla="*/ 0 w 12"/>
                <a:gd name="T5" fmla="*/ 6 h 26"/>
                <a:gd name="T6" fmla="*/ 6 w 12"/>
                <a:gd name="T7" fmla="*/ 0 h 26"/>
                <a:gd name="T8" fmla="*/ 12 w 12"/>
                <a:gd name="T9" fmla="*/ 6 h 26"/>
                <a:gd name="T10" fmla="*/ 12 w 12"/>
                <a:gd name="T11" fmla="*/ 20 h 26"/>
                <a:gd name="T12" fmla="*/ 6 w 12"/>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2" h="26">
                  <a:moveTo>
                    <a:pt x="6" y="26"/>
                  </a:moveTo>
                  <a:cubicBezTo>
                    <a:pt x="3" y="26"/>
                    <a:pt x="0" y="23"/>
                    <a:pt x="0" y="20"/>
                  </a:cubicBezTo>
                  <a:cubicBezTo>
                    <a:pt x="0" y="6"/>
                    <a:pt x="0" y="6"/>
                    <a:pt x="0" y="6"/>
                  </a:cubicBezTo>
                  <a:cubicBezTo>
                    <a:pt x="0" y="3"/>
                    <a:pt x="3" y="0"/>
                    <a:pt x="6" y="0"/>
                  </a:cubicBezTo>
                  <a:cubicBezTo>
                    <a:pt x="9" y="0"/>
                    <a:pt x="12" y="3"/>
                    <a:pt x="12" y="6"/>
                  </a:cubicBezTo>
                  <a:cubicBezTo>
                    <a:pt x="12" y="20"/>
                    <a:pt x="12" y="20"/>
                    <a:pt x="12" y="20"/>
                  </a:cubicBezTo>
                  <a:cubicBezTo>
                    <a:pt x="12" y="23"/>
                    <a:pt x="9" y="26"/>
                    <a:pt x="6"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39" name="Freeform 132">
              <a:extLst>
                <a:ext uri="{FF2B5EF4-FFF2-40B4-BE49-F238E27FC236}">
                  <a16:creationId xmlns:a16="http://schemas.microsoft.com/office/drawing/2014/main" id="{C5C6BBAC-F34B-7C43-9879-1B7567B25FFB}"/>
                </a:ext>
              </a:extLst>
            </p:cNvPr>
            <p:cNvSpPr>
              <a:spLocks/>
            </p:cNvSpPr>
            <p:nvPr/>
          </p:nvSpPr>
          <p:spPr bwMode="auto">
            <a:xfrm>
              <a:off x="4812" y="1893"/>
              <a:ext cx="19" cy="39"/>
            </a:xfrm>
            <a:custGeom>
              <a:avLst/>
              <a:gdLst>
                <a:gd name="T0" fmla="*/ 6 w 12"/>
                <a:gd name="T1" fmla="*/ 26 h 26"/>
                <a:gd name="T2" fmla="*/ 0 w 12"/>
                <a:gd name="T3" fmla="*/ 20 h 26"/>
                <a:gd name="T4" fmla="*/ 0 w 12"/>
                <a:gd name="T5" fmla="*/ 6 h 26"/>
                <a:gd name="T6" fmla="*/ 6 w 12"/>
                <a:gd name="T7" fmla="*/ 0 h 26"/>
                <a:gd name="T8" fmla="*/ 12 w 12"/>
                <a:gd name="T9" fmla="*/ 6 h 26"/>
                <a:gd name="T10" fmla="*/ 12 w 12"/>
                <a:gd name="T11" fmla="*/ 20 h 26"/>
                <a:gd name="T12" fmla="*/ 6 w 12"/>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2" h="26">
                  <a:moveTo>
                    <a:pt x="6" y="26"/>
                  </a:moveTo>
                  <a:cubicBezTo>
                    <a:pt x="3" y="26"/>
                    <a:pt x="0" y="23"/>
                    <a:pt x="0" y="20"/>
                  </a:cubicBezTo>
                  <a:cubicBezTo>
                    <a:pt x="0" y="6"/>
                    <a:pt x="0" y="6"/>
                    <a:pt x="0" y="6"/>
                  </a:cubicBezTo>
                  <a:cubicBezTo>
                    <a:pt x="0" y="3"/>
                    <a:pt x="3" y="0"/>
                    <a:pt x="6" y="0"/>
                  </a:cubicBezTo>
                  <a:cubicBezTo>
                    <a:pt x="9" y="0"/>
                    <a:pt x="12" y="3"/>
                    <a:pt x="12" y="6"/>
                  </a:cubicBezTo>
                  <a:cubicBezTo>
                    <a:pt x="12" y="20"/>
                    <a:pt x="12" y="20"/>
                    <a:pt x="12" y="20"/>
                  </a:cubicBezTo>
                  <a:cubicBezTo>
                    <a:pt x="12" y="23"/>
                    <a:pt x="9" y="26"/>
                    <a:pt x="6"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40" name="Freeform 133">
              <a:extLst>
                <a:ext uri="{FF2B5EF4-FFF2-40B4-BE49-F238E27FC236}">
                  <a16:creationId xmlns:a16="http://schemas.microsoft.com/office/drawing/2014/main" id="{0E22282C-227B-014F-891F-C55AF7AEC82D}"/>
                </a:ext>
              </a:extLst>
            </p:cNvPr>
            <p:cNvSpPr>
              <a:spLocks/>
            </p:cNvSpPr>
            <p:nvPr/>
          </p:nvSpPr>
          <p:spPr bwMode="auto">
            <a:xfrm>
              <a:off x="4780" y="1914"/>
              <a:ext cx="81" cy="139"/>
            </a:xfrm>
            <a:custGeom>
              <a:avLst/>
              <a:gdLst>
                <a:gd name="T0" fmla="*/ 27 w 53"/>
                <a:gd name="T1" fmla="*/ 93 h 93"/>
                <a:gd name="T2" fmla="*/ 0 w 53"/>
                <a:gd name="T3" fmla="*/ 67 h 93"/>
                <a:gd name="T4" fmla="*/ 6 w 53"/>
                <a:gd name="T5" fmla="*/ 61 h 93"/>
                <a:gd name="T6" fmla="*/ 12 w 53"/>
                <a:gd name="T7" fmla="*/ 67 h 93"/>
                <a:gd name="T8" fmla="*/ 27 w 53"/>
                <a:gd name="T9" fmla="*/ 81 h 93"/>
                <a:gd name="T10" fmla="*/ 41 w 53"/>
                <a:gd name="T11" fmla="*/ 67 h 93"/>
                <a:gd name="T12" fmla="*/ 27 w 53"/>
                <a:gd name="T13" fmla="*/ 52 h 93"/>
                <a:gd name="T14" fmla="*/ 0 w 53"/>
                <a:gd name="T15" fmla="*/ 26 h 93"/>
                <a:gd name="T16" fmla="*/ 27 w 53"/>
                <a:gd name="T17" fmla="*/ 0 h 93"/>
                <a:gd name="T18" fmla="*/ 53 w 53"/>
                <a:gd name="T19" fmla="*/ 26 h 93"/>
                <a:gd name="T20" fmla="*/ 47 w 53"/>
                <a:gd name="T21" fmla="*/ 32 h 93"/>
                <a:gd name="T22" fmla="*/ 41 w 53"/>
                <a:gd name="T23" fmla="*/ 26 h 93"/>
                <a:gd name="T24" fmla="*/ 27 w 53"/>
                <a:gd name="T25" fmla="*/ 12 h 93"/>
                <a:gd name="T26" fmla="*/ 12 w 53"/>
                <a:gd name="T27" fmla="*/ 26 h 93"/>
                <a:gd name="T28" fmla="*/ 27 w 53"/>
                <a:gd name="T29" fmla="*/ 40 h 93"/>
                <a:gd name="T30" fmla="*/ 53 w 53"/>
                <a:gd name="T31" fmla="*/ 67 h 93"/>
                <a:gd name="T32" fmla="*/ 27 w 53"/>
                <a:gd name="T33"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 h="93">
                  <a:moveTo>
                    <a:pt x="27" y="93"/>
                  </a:moveTo>
                  <a:cubicBezTo>
                    <a:pt x="12" y="93"/>
                    <a:pt x="0" y="81"/>
                    <a:pt x="0" y="67"/>
                  </a:cubicBezTo>
                  <a:cubicBezTo>
                    <a:pt x="0" y="64"/>
                    <a:pt x="3" y="61"/>
                    <a:pt x="6" y="61"/>
                  </a:cubicBezTo>
                  <a:cubicBezTo>
                    <a:pt x="10" y="61"/>
                    <a:pt x="12" y="64"/>
                    <a:pt x="12" y="67"/>
                  </a:cubicBezTo>
                  <a:cubicBezTo>
                    <a:pt x="12" y="75"/>
                    <a:pt x="19" y="81"/>
                    <a:pt x="27" y="81"/>
                  </a:cubicBezTo>
                  <a:cubicBezTo>
                    <a:pt x="35" y="81"/>
                    <a:pt x="41" y="75"/>
                    <a:pt x="41" y="67"/>
                  </a:cubicBezTo>
                  <a:cubicBezTo>
                    <a:pt x="41" y="59"/>
                    <a:pt x="35" y="52"/>
                    <a:pt x="27" y="52"/>
                  </a:cubicBezTo>
                  <a:cubicBezTo>
                    <a:pt x="12" y="52"/>
                    <a:pt x="0" y="41"/>
                    <a:pt x="0" y="26"/>
                  </a:cubicBezTo>
                  <a:cubicBezTo>
                    <a:pt x="0" y="12"/>
                    <a:pt x="12" y="0"/>
                    <a:pt x="27" y="0"/>
                  </a:cubicBezTo>
                  <a:cubicBezTo>
                    <a:pt x="41" y="0"/>
                    <a:pt x="53" y="12"/>
                    <a:pt x="53" y="26"/>
                  </a:cubicBezTo>
                  <a:cubicBezTo>
                    <a:pt x="53" y="29"/>
                    <a:pt x="51" y="32"/>
                    <a:pt x="47" y="32"/>
                  </a:cubicBezTo>
                  <a:cubicBezTo>
                    <a:pt x="44" y="32"/>
                    <a:pt x="41" y="29"/>
                    <a:pt x="41" y="26"/>
                  </a:cubicBezTo>
                  <a:cubicBezTo>
                    <a:pt x="41" y="18"/>
                    <a:pt x="35" y="12"/>
                    <a:pt x="27" y="12"/>
                  </a:cubicBezTo>
                  <a:cubicBezTo>
                    <a:pt x="19" y="12"/>
                    <a:pt x="12" y="18"/>
                    <a:pt x="12" y="26"/>
                  </a:cubicBezTo>
                  <a:cubicBezTo>
                    <a:pt x="12" y="34"/>
                    <a:pt x="19" y="40"/>
                    <a:pt x="27" y="40"/>
                  </a:cubicBezTo>
                  <a:cubicBezTo>
                    <a:pt x="41" y="40"/>
                    <a:pt x="53" y="52"/>
                    <a:pt x="53" y="67"/>
                  </a:cubicBezTo>
                  <a:cubicBezTo>
                    <a:pt x="53" y="81"/>
                    <a:pt x="41" y="93"/>
                    <a:pt x="27"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241" name="Group 21">
            <a:extLst>
              <a:ext uri="{FF2B5EF4-FFF2-40B4-BE49-F238E27FC236}">
                <a16:creationId xmlns:a16="http://schemas.microsoft.com/office/drawing/2014/main" id="{DF8633A8-0907-CE44-BEF9-83365247F289}"/>
              </a:ext>
            </a:extLst>
          </p:cNvPr>
          <p:cNvGrpSpPr>
            <a:grpSpLocks noChangeAspect="1"/>
          </p:cNvGrpSpPr>
          <p:nvPr userDrawn="1"/>
        </p:nvGrpSpPr>
        <p:grpSpPr bwMode="auto">
          <a:xfrm>
            <a:off x="8420433" y="3170602"/>
            <a:ext cx="473118" cy="374241"/>
            <a:chOff x="526" y="695"/>
            <a:chExt cx="445" cy="352"/>
          </a:xfrm>
          <a:solidFill>
            <a:schemeClr val="accent1"/>
          </a:solidFill>
        </p:grpSpPr>
        <p:sp>
          <p:nvSpPr>
            <p:cNvPr id="242" name="Freeform 241">
              <a:extLst>
                <a:ext uri="{FF2B5EF4-FFF2-40B4-BE49-F238E27FC236}">
                  <a16:creationId xmlns:a16="http://schemas.microsoft.com/office/drawing/2014/main" id="{0AA12124-D907-9A4D-80E8-82D0A9B109B0}"/>
                </a:ext>
              </a:extLst>
            </p:cNvPr>
            <p:cNvSpPr>
              <a:spLocks/>
            </p:cNvSpPr>
            <p:nvPr/>
          </p:nvSpPr>
          <p:spPr bwMode="auto">
            <a:xfrm>
              <a:off x="526" y="741"/>
              <a:ext cx="382" cy="306"/>
            </a:xfrm>
            <a:custGeom>
              <a:avLst/>
              <a:gdLst>
                <a:gd name="T0" fmla="*/ 243 w 250"/>
                <a:gd name="T1" fmla="*/ 191 h 204"/>
                <a:gd name="T2" fmla="*/ 13 w 250"/>
                <a:gd name="T3" fmla="*/ 191 h 204"/>
                <a:gd name="T4" fmla="*/ 13 w 250"/>
                <a:gd name="T5" fmla="*/ 8 h 204"/>
                <a:gd name="T6" fmla="*/ 7 w 250"/>
                <a:gd name="T7" fmla="*/ 0 h 204"/>
                <a:gd name="T8" fmla="*/ 0 w 250"/>
                <a:gd name="T9" fmla="*/ 8 h 204"/>
                <a:gd name="T10" fmla="*/ 0 w 250"/>
                <a:gd name="T11" fmla="*/ 198 h 204"/>
                <a:gd name="T12" fmla="*/ 7 w 250"/>
                <a:gd name="T13" fmla="*/ 204 h 204"/>
                <a:gd name="T14" fmla="*/ 243 w 250"/>
                <a:gd name="T15" fmla="*/ 204 h 204"/>
                <a:gd name="T16" fmla="*/ 250 w 250"/>
                <a:gd name="T17" fmla="*/ 198 h 204"/>
                <a:gd name="T18" fmla="*/ 243 w 250"/>
                <a:gd name="T19" fmla="*/ 191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0" h="204">
                  <a:moveTo>
                    <a:pt x="243" y="191"/>
                  </a:moveTo>
                  <a:cubicBezTo>
                    <a:pt x="13" y="191"/>
                    <a:pt x="13" y="191"/>
                    <a:pt x="13" y="191"/>
                  </a:cubicBezTo>
                  <a:cubicBezTo>
                    <a:pt x="13" y="8"/>
                    <a:pt x="13" y="8"/>
                    <a:pt x="13" y="8"/>
                  </a:cubicBezTo>
                  <a:cubicBezTo>
                    <a:pt x="13" y="4"/>
                    <a:pt x="10" y="0"/>
                    <a:pt x="7" y="0"/>
                  </a:cubicBezTo>
                  <a:cubicBezTo>
                    <a:pt x="3" y="0"/>
                    <a:pt x="0" y="4"/>
                    <a:pt x="0" y="8"/>
                  </a:cubicBezTo>
                  <a:cubicBezTo>
                    <a:pt x="0" y="198"/>
                    <a:pt x="0" y="198"/>
                    <a:pt x="0" y="198"/>
                  </a:cubicBezTo>
                  <a:cubicBezTo>
                    <a:pt x="0" y="201"/>
                    <a:pt x="3" y="204"/>
                    <a:pt x="7" y="204"/>
                  </a:cubicBezTo>
                  <a:cubicBezTo>
                    <a:pt x="243" y="204"/>
                    <a:pt x="243" y="204"/>
                    <a:pt x="243" y="204"/>
                  </a:cubicBezTo>
                  <a:cubicBezTo>
                    <a:pt x="247" y="204"/>
                    <a:pt x="250" y="201"/>
                    <a:pt x="250" y="198"/>
                  </a:cubicBezTo>
                  <a:cubicBezTo>
                    <a:pt x="250" y="194"/>
                    <a:pt x="247" y="191"/>
                    <a:pt x="243" y="1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43" name="Freeform 242">
              <a:extLst>
                <a:ext uri="{FF2B5EF4-FFF2-40B4-BE49-F238E27FC236}">
                  <a16:creationId xmlns:a16="http://schemas.microsoft.com/office/drawing/2014/main" id="{F4562066-1535-0A41-9AF3-02D89DD896A2}"/>
                </a:ext>
              </a:extLst>
            </p:cNvPr>
            <p:cNvSpPr>
              <a:spLocks noEditPoints="1"/>
            </p:cNvSpPr>
            <p:nvPr/>
          </p:nvSpPr>
          <p:spPr bwMode="auto">
            <a:xfrm>
              <a:off x="573" y="695"/>
              <a:ext cx="398" cy="284"/>
            </a:xfrm>
            <a:custGeom>
              <a:avLst/>
              <a:gdLst>
                <a:gd name="T0" fmla="*/ 208 w 260"/>
                <a:gd name="T1" fmla="*/ 0 h 190"/>
                <a:gd name="T2" fmla="*/ 157 w 260"/>
                <a:gd name="T3" fmla="*/ 51 h 190"/>
                <a:gd name="T4" fmla="*/ 173 w 260"/>
                <a:gd name="T5" fmla="*/ 89 h 190"/>
                <a:gd name="T6" fmla="*/ 149 w 260"/>
                <a:gd name="T7" fmla="*/ 122 h 190"/>
                <a:gd name="T8" fmla="*/ 139 w 260"/>
                <a:gd name="T9" fmla="*/ 120 h 190"/>
                <a:gd name="T10" fmla="*/ 122 w 260"/>
                <a:gd name="T11" fmla="*/ 126 h 190"/>
                <a:gd name="T12" fmla="*/ 104 w 260"/>
                <a:gd name="T13" fmla="*/ 113 h 190"/>
                <a:gd name="T14" fmla="*/ 106 w 260"/>
                <a:gd name="T15" fmla="*/ 104 h 190"/>
                <a:gd name="T16" fmla="*/ 80 w 260"/>
                <a:gd name="T17" fmla="*/ 78 h 190"/>
                <a:gd name="T18" fmla="*/ 55 w 260"/>
                <a:gd name="T19" fmla="*/ 104 h 190"/>
                <a:gd name="T20" fmla="*/ 59 w 260"/>
                <a:gd name="T21" fmla="*/ 118 h 190"/>
                <a:gd name="T22" fmla="*/ 37 w 260"/>
                <a:gd name="T23" fmla="*/ 141 h 190"/>
                <a:gd name="T24" fmla="*/ 26 w 260"/>
                <a:gd name="T25" fmla="*/ 139 h 190"/>
                <a:gd name="T26" fmla="*/ 0 w 260"/>
                <a:gd name="T27" fmla="*/ 164 h 190"/>
                <a:gd name="T28" fmla="*/ 26 w 260"/>
                <a:gd name="T29" fmla="*/ 190 h 190"/>
                <a:gd name="T30" fmla="*/ 52 w 260"/>
                <a:gd name="T31" fmla="*/ 164 h 190"/>
                <a:gd name="T32" fmla="*/ 47 w 260"/>
                <a:gd name="T33" fmla="*/ 150 h 190"/>
                <a:gd name="T34" fmla="*/ 69 w 260"/>
                <a:gd name="T35" fmla="*/ 127 h 190"/>
                <a:gd name="T36" fmla="*/ 80 w 260"/>
                <a:gd name="T37" fmla="*/ 130 h 190"/>
                <a:gd name="T38" fmla="*/ 97 w 260"/>
                <a:gd name="T39" fmla="*/ 123 h 190"/>
                <a:gd name="T40" fmla="*/ 115 w 260"/>
                <a:gd name="T41" fmla="*/ 137 h 190"/>
                <a:gd name="T42" fmla="*/ 113 w 260"/>
                <a:gd name="T43" fmla="*/ 146 h 190"/>
                <a:gd name="T44" fmla="*/ 139 w 260"/>
                <a:gd name="T45" fmla="*/ 171 h 190"/>
                <a:gd name="T46" fmla="*/ 165 w 260"/>
                <a:gd name="T47" fmla="*/ 146 h 190"/>
                <a:gd name="T48" fmla="*/ 159 w 260"/>
                <a:gd name="T49" fmla="*/ 130 h 190"/>
                <a:gd name="T50" fmla="*/ 183 w 260"/>
                <a:gd name="T51" fmla="*/ 97 h 190"/>
                <a:gd name="T52" fmla="*/ 208 w 260"/>
                <a:gd name="T53" fmla="*/ 103 h 190"/>
                <a:gd name="T54" fmla="*/ 260 w 260"/>
                <a:gd name="T55" fmla="*/ 51 h 190"/>
                <a:gd name="T56" fmla="*/ 208 w 260"/>
                <a:gd name="T57" fmla="*/ 0 h 190"/>
                <a:gd name="T58" fmla="*/ 38 w 260"/>
                <a:gd name="T59" fmla="*/ 164 h 190"/>
                <a:gd name="T60" fmla="*/ 26 w 260"/>
                <a:gd name="T61" fmla="*/ 177 h 190"/>
                <a:gd name="T62" fmla="*/ 13 w 260"/>
                <a:gd name="T63" fmla="*/ 164 h 190"/>
                <a:gd name="T64" fmla="*/ 26 w 260"/>
                <a:gd name="T65" fmla="*/ 152 h 190"/>
                <a:gd name="T66" fmla="*/ 28 w 260"/>
                <a:gd name="T67" fmla="*/ 152 h 190"/>
                <a:gd name="T68" fmla="*/ 37 w 260"/>
                <a:gd name="T69" fmla="*/ 161 h 190"/>
                <a:gd name="T70" fmla="*/ 38 w 260"/>
                <a:gd name="T71" fmla="*/ 164 h 190"/>
                <a:gd name="T72" fmla="*/ 80 w 260"/>
                <a:gd name="T73" fmla="*/ 116 h 190"/>
                <a:gd name="T74" fmla="*/ 78 w 260"/>
                <a:gd name="T75" fmla="*/ 116 h 190"/>
                <a:gd name="T76" fmla="*/ 69 w 260"/>
                <a:gd name="T77" fmla="*/ 107 h 190"/>
                <a:gd name="T78" fmla="*/ 69 w 260"/>
                <a:gd name="T79" fmla="*/ 104 h 190"/>
                <a:gd name="T80" fmla="*/ 80 w 260"/>
                <a:gd name="T81" fmla="*/ 91 h 190"/>
                <a:gd name="T82" fmla="*/ 93 w 260"/>
                <a:gd name="T83" fmla="*/ 104 h 190"/>
                <a:gd name="T84" fmla="*/ 93 w 260"/>
                <a:gd name="T85" fmla="*/ 105 h 190"/>
                <a:gd name="T86" fmla="*/ 85 w 260"/>
                <a:gd name="T87" fmla="*/ 115 h 190"/>
                <a:gd name="T88" fmla="*/ 80 w 260"/>
                <a:gd name="T89" fmla="*/ 116 h 190"/>
                <a:gd name="T90" fmla="*/ 151 w 260"/>
                <a:gd name="T91" fmla="*/ 146 h 190"/>
                <a:gd name="T92" fmla="*/ 139 w 260"/>
                <a:gd name="T93" fmla="*/ 158 h 190"/>
                <a:gd name="T94" fmla="*/ 126 w 260"/>
                <a:gd name="T95" fmla="*/ 146 h 190"/>
                <a:gd name="T96" fmla="*/ 126 w 260"/>
                <a:gd name="T97" fmla="*/ 145 h 190"/>
                <a:gd name="T98" fmla="*/ 134 w 260"/>
                <a:gd name="T99" fmla="*/ 134 h 190"/>
                <a:gd name="T100" fmla="*/ 139 w 260"/>
                <a:gd name="T101" fmla="*/ 133 h 190"/>
                <a:gd name="T102" fmla="*/ 140 w 260"/>
                <a:gd name="T103" fmla="*/ 133 h 190"/>
                <a:gd name="T104" fmla="*/ 151 w 260"/>
                <a:gd name="T105" fmla="*/ 141 h 190"/>
                <a:gd name="T106" fmla="*/ 151 w 260"/>
                <a:gd name="T107" fmla="*/ 146 h 190"/>
                <a:gd name="T108" fmla="*/ 208 w 260"/>
                <a:gd name="T109" fmla="*/ 90 h 190"/>
                <a:gd name="T110" fmla="*/ 191 w 260"/>
                <a:gd name="T111" fmla="*/ 86 h 190"/>
                <a:gd name="T112" fmla="*/ 181 w 260"/>
                <a:gd name="T113" fmla="*/ 78 h 190"/>
                <a:gd name="T114" fmla="*/ 170 w 260"/>
                <a:gd name="T115" fmla="*/ 51 h 190"/>
                <a:gd name="T116" fmla="*/ 208 w 260"/>
                <a:gd name="T117" fmla="*/ 13 h 190"/>
                <a:gd name="T118" fmla="*/ 247 w 260"/>
                <a:gd name="T119" fmla="*/ 51 h 190"/>
                <a:gd name="T120" fmla="*/ 208 w 260"/>
                <a:gd name="T121" fmla="*/ 9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60" h="190">
                  <a:moveTo>
                    <a:pt x="208" y="0"/>
                  </a:moveTo>
                  <a:cubicBezTo>
                    <a:pt x="180" y="0"/>
                    <a:pt x="157" y="23"/>
                    <a:pt x="157" y="51"/>
                  </a:cubicBezTo>
                  <a:cubicBezTo>
                    <a:pt x="157" y="66"/>
                    <a:pt x="163" y="80"/>
                    <a:pt x="173" y="89"/>
                  </a:cubicBezTo>
                  <a:cubicBezTo>
                    <a:pt x="149" y="122"/>
                    <a:pt x="149" y="122"/>
                    <a:pt x="149" y="122"/>
                  </a:cubicBezTo>
                  <a:cubicBezTo>
                    <a:pt x="145" y="121"/>
                    <a:pt x="142" y="120"/>
                    <a:pt x="139" y="120"/>
                  </a:cubicBezTo>
                  <a:cubicBezTo>
                    <a:pt x="133" y="120"/>
                    <a:pt x="126" y="122"/>
                    <a:pt x="122" y="126"/>
                  </a:cubicBezTo>
                  <a:cubicBezTo>
                    <a:pt x="104" y="113"/>
                    <a:pt x="104" y="113"/>
                    <a:pt x="104" y="113"/>
                  </a:cubicBezTo>
                  <a:cubicBezTo>
                    <a:pt x="106" y="110"/>
                    <a:pt x="106" y="107"/>
                    <a:pt x="106" y="104"/>
                  </a:cubicBezTo>
                  <a:cubicBezTo>
                    <a:pt x="106" y="90"/>
                    <a:pt x="94" y="78"/>
                    <a:pt x="80" y="78"/>
                  </a:cubicBezTo>
                  <a:cubicBezTo>
                    <a:pt x="67" y="78"/>
                    <a:pt x="55" y="90"/>
                    <a:pt x="55" y="104"/>
                  </a:cubicBezTo>
                  <a:cubicBezTo>
                    <a:pt x="55" y="109"/>
                    <a:pt x="56" y="114"/>
                    <a:pt x="59" y="118"/>
                  </a:cubicBezTo>
                  <a:cubicBezTo>
                    <a:pt x="37" y="141"/>
                    <a:pt x="37" y="141"/>
                    <a:pt x="37" y="141"/>
                  </a:cubicBezTo>
                  <a:cubicBezTo>
                    <a:pt x="34" y="139"/>
                    <a:pt x="30" y="139"/>
                    <a:pt x="26" y="139"/>
                  </a:cubicBezTo>
                  <a:cubicBezTo>
                    <a:pt x="12" y="139"/>
                    <a:pt x="0" y="150"/>
                    <a:pt x="0" y="164"/>
                  </a:cubicBezTo>
                  <a:cubicBezTo>
                    <a:pt x="0" y="179"/>
                    <a:pt x="12" y="190"/>
                    <a:pt x="26" y="190"/>
                  </a:cubicBezTo>
                  <a:cubicBezTo>
                    <a:pt x="40" y="190"/>
                    <a:pt x="52" y="179"/>
                    <a:pt x="52" y="164"/>
                  </a:cubicBezTo>
                  <a:cubicBezTo>
                    <a:pt x="52" y="159"/>
                    <a:pt x="50" y="155"/>
                    <a:pt x="47" y="150"/>
                  </a:cubicBezTo>
                  <a:cubicBezTo>
                    <a:pt x="69" y="127"/>
                    <a:pt x="69" y="127"/>
                    <a:pt x="69" y="127"/>
                  </a:cubicBezTo>
                  <a:cubicBezTo>
                    <a:pt x="72" y="129"/>
                    <a:pt x="77" y="130"/>
                    <a:pt x="80" y="130"/>
                  </a:cubicBezTo>
                  <a:cubicBezTo>
                    <a:pt x="86" y="130"/>
                    <a:pt x="93" y="127"/>
                    <a:pt x="97" y="123"/>
                  </a:cubicBezTo>
                  <a:cubicBezTo>
                    <a:pt x="115" y="137"/>
                    <a:pt x="115" y="137"/>
                    <a:pt x="115" y="137"/>
                  </a:cubicBezTo>
                  <a:cubicBezTo>
                    <a:pt x="114" y="139"/>
                    <a:pt x="113" y="142"/>
                    <a:pt x="113" y="146"/>
                  </a:cubicBezTo>
                  <a:cubicBezTo>
                    <a:pt x="113" y="159"/>
                    <a:pt x="125" y="171"/>
                    <a:pt x="139" y="171"/>
                  </a:cubicBezTo>
                  <a:cubicBezTo>
                    <a:pt x="153" y="171"/>
                    <a:pt x="165" y="159"/>
                    <a:pt x="165" y="146"/>
                  </a:cubicBezTo>
                  <a:cubicBezTo>
                    <a:pt x="165" y="139"/>
                    <a:pt x="162" y="134"/>
                    <a:pt x="159" y="130"/>
                  </a:cubicBezTo>
                  <a:cubicBezTo>
                    <a:pt x="183" y="97"/>
                    <a:pt x="183" y="97"/>
                    <a:pt x="183" y="97"/>
                  </a:cubicBezTo>
                  <a:cubicBezTo>
                    <a:pt x="191" y="101"/>
                    <a:pt x="199" y="103"/>
                    <a:pt x="208" y="103"/>
                  </a:cubicBezTo>
                  <a:cubicBezTo>
                    <a:pt x="237" y="103"/>
                    <a:pt x="260" y="80"/>
                    <a:pt x="260" y="51"/>
                  </a:cubicBezTo>
                  <a:cubicBezTo>
                    <a:pt x="260" y="23"/>
                    <a:pt x="237" y="0"/>
                    <a:pt x="208" y="0"/>
                  </a:cubicBezTo>
                  <a:close/>
                  <a:moveTo>
                    <a:pt x="38" y="164"/>
                  </a:moveTo>
                  <a:cubicBezTo>
                    <a:pt x="38" y="172"/>
                    <a:pt x="33" y="177"/>
                    <a:pt x="26" y="177"/>
                  </a:cubicBezTo>
                  <a:cubicBezTo>
                    <a:pt x="19" y="177"/>
                    <a:pt x="13" y="172"/>
                    <a:pt x="13" y="164"/>
                  </a:cubicBezTo>
                  <a:cubicBezTo>
                    <a:pt x="13" y="157"/>
                    <a:pt x="19" y="152"/>
                    <a:pt x="26" y="152"/>
                  </a:cubicBezTo>
                  <a:cubicBezTo>
                    <a:pt x="27" y="152"/>
                    <a:pt x="28" y="152"/>
                    <a:pt x="28" y="152"/>
                  </a:cubicBezTo>
                  <a:cubicBezTo>
                    <a:pt x="33" y="153"/>
                    <a:pt x="37" y="156"/>
                    <a:pt x="37" y="161"/>
                  </a:cubicBezTo>
                  <a:cubicBezTo>
                    <a:pt x="38" y="162"/>
                    <a:pt x="38" y="164"/>
                    <a:pt x="38" y="164"/>
                  </a:cubicBezTo>
                  <a:close/>
                  <a:moveTo>
                    <a:pt x="80" y="116"/>
                  </a:moveTo>
                  <a:cubicBezTo>
                    <a:pt x="80" y="116"/>
                    <a:pt x="79" y="116"/>
                    <a:pt x="78" y="116"/>
                  </a:cubicBezTo>
                  <a:cubicBezTo>
                    <a:pt x="74" y="115"/>
                    <a:pt x="69" y="112"/>
                    <a:pt x="69" y="107"/>
                  </a:cubicBezTo>
                  <a:cubicBezTo>
                    <a:pt x="69" y="106"/>
                    <a:pt x="69" y="105"/>
                    <a:pt x="69" y="104"/>
                  </a:cubicBezTo>
                  <a:cubicBezTo>
                    <a:pt x="69" y="97"/>
                    <a:pt x="74" y="91"/>
                    <a:pt x="80" y="91"/>
                  </a:cubicBezTo>
                  <a:cubicBezTo>
                    <a:pt x="87" y="91"/>
                    <a:pt x="93" y="97"/>
                    <a:pt x="93" y="104"/>
                  </a:cubicBezTo>
                  <a:cubicBezTo>
                    <a:pt x="93" y="105"/>
                    <a:pt x="93" y="105"/>
                    <a:pt x="93" y="105"/>
                  </a:cubicBezTo>
                  <a:cubicBezTo>
                    <a:pt x="93" y="109"/>
                    <a:pt x="90" y="114"/>
                    <a:pt x="85" y="115"/>
                  </a:cubicBezTo>
                  <a:cubicBezTo>
                    <a:pt x="84" y="116"/>
                    <a:pt x="82" y="116"/>
                    <a:pt x="80" y="116"/>
                  </a:cubicBezTo>
                  <a:close/>
                  <a:moveTo>
                    <a:pt x="151" y="146"/>
                  </a:moveTo>
                  <a:cubicBezTo>
                    <a:pt x="151" y="152"/>
                    <a:pt x="145" y="158"/>
                    <a:pt x="139" y="158"/>
                  </a:cubicBezTo>
                  <a:cubicBezTo>
                    <a:pt x="132" y="158"/>
                    <a:pt x="126" y="152"/>
                    <a:pt x="126" y="146"/>
                  </a:cubicBezTo>
                  <a:cubicBezTo>
                    <a:pt x="126" y="145"/>
                    <a:pt x="126" y="145"/>
                    <a:pt x="126" y="145"/>
                  </a:cubicBezTo>
                  <a:cubicBezTo>
                    <a:pt x="126" y="139"/>
                    <a:pt x="130" y="136"/>
                    <a:pt x="134" y="134"/>
                  </a:cubicBezTo>
                  <a:cubicBezTo>
                    <a:pt x="135" y="133"/>
                    <a:pt x="137" y="133"/>
                    <a:pt x="139" y="133"/>
                  </a:cubicBezTo>
                  <a:cubicBezTo>
                    <a:pt x="140" y="133"/>
                    <a:pt x="140" y="133"/>
                    <a:pt x="140" y="133"/>
                  </a:cubicBezTo>
                  <a:cubicBezTo>
                    <a:pt x="144" y="133"/>
                    <a:pt x="149" y="137"/>
                    <a:pt x="151" y="141"/>
                  </a:cubicBezTo>
                  <a:cubicBezTo>
                    <a:pt x="151" y="142"/>
                    <a:pt x="151" y="144"/>
                    <a:pt x="151" y="146"/>
                  </a:cubicBezTo>
                  <a:close/>
                  <a:moveTo>
                    <a:pt x="208" y="90"/>
                  </a:moveTo>
                  <a:cubicBezTo>
                    <a:pt x="202" y="90"/>
                    <a:pt x="197" y="89"/>
                    <a:pt x="191" y="86"/>
                  </a:cubicBezTo>
                  <a:cubicBezTo>
                    <a:pt x="188" y="84"/>
                    <a:pt x="184" y="82"/>
                    <a:pt x="181" y="78"/>
                  </a:cubicBezTo>
                  <a:cubicBezTo>
                    <a:pt x="175" y="72"/>
                    <a:pt x="170" y="62"/>
                    <a:pt x="170" y="51"/>
                  </a:cubicBezTo>
                  <a:cubicBezTo>
                    <a:pt x="170" y="30"/>
                    <a:pt x="187" y="13"/>
                    <a:pt x="208" y="13"/>
                  </a:cubicBezTo>
                  <a:cubicBezTo>
                    <a:pt x="230" y="13"/>
                    <a:pt x="247" y="30"/>
                    <a:pt x="247" y="51"/>
                  </a:cubicBezTo>
                  <a:cubicBezTo>
                    <a:pt x="247" y="73"/>
                    <a:pt x="230" y="90"/>
                    <a:pt x="208"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44" name="Freeform 243">
              <a:extLst>
                <a:ext uri="{FF2B5EF4-FFF2-40B4-BE49-F238E27FC236}">
                  <a16:creationId xmlns:a16="http://schemas.microsoft.com/office/drawing/2014/main" id="{B9353C7F-D73E-B741-B879-7A160E097286}"/>
                </a:ext>
              </a:extLst>
            </p:cNvPr>
            <p:cNvSpPr>
              <a:spLocks/>
            </p:cNvSpPr>
            <p:nvPr/>
          </p:nvSpPr>
          <p:spPr bwMode="auto">
            <a:xfrm>
              <a:off x="885" y="800"/>
              <a:ext cx="17" cy="16"/>
            </a:xfrm>
            <a:custGeom>
              <a:avLst/>
              <a:gdLst>
                <a:gd name="T0" fmla="*/ 0 w 17"/>
                <a:gd name="T1" fmla="*/ 0 h 16"/>
                <a:gd name="T2" fmla="*/ 17 w 17"/>
                <a:gd name="T3" fmla="*/ 0 h 16"/>
                <a:gd name="T4" fmla="*/ 17 w 17"/>
                <a:gd name="T5" fmla="*/ 16 h 16"/>
                <a:gd name="T6" fmla="*/ 0 w 17"/>
                <a:gd name="T7" fmla="*/ 16 h 16"/>
                <a:gd name="T8" fmla="*/ 0 w 17"/>
                <a:gd name="T9" fmla="*/ 0 h 16"/>
                <a:gd name="T10" fmla="*/ 0 w 17"/>
                <a:gd name="T11" fmla="*/ 0 h 16"/>
              </a:gdLst>
              <a:ahLst/>
              <a:cxnLst>
                <a:cxn ang="0">
                  <a:pos x="T0" y="T1"/>
                </a:cxn>
                <a:cxn ang="0">
                  <a:pos x="T2" y="T3"/>
                </a:cxn>
                <a:cxn ang="0">
                  <a:pos x="T4" y="T5"/>
                </a:cxn>
                <a:cxn ang="0">
                  <a:pos x="T6" y="T7"/>
                </a:cxn>
                <a:cxn ang="0">
                  <a:pos x="T8" y="T9"/>
                </a:cxn>
                <a:cxn ang="0">
                  <a:pos x="T10" y="T11"/>
                </a:cxn>
              </a:cxnLst>
              <a:rect l="0" t="0" r="r" b="b"/>
              <a:pathLst>
                <a:path w="17" h="16">
                  <a:moveTo>
                    <a:pt x="0" y="0"/>
                  </a:moveTo>
                  <a:lnTo>
                    <a:pt x="17" y="0"/>
                  </a:lnTo>
                  <a:lnTo>
                    <a:pt x="17" y="16"/>
                  </a:lnTo>
                  <a:lnTo>
                    <a:pt x="0" y="16"/>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45" name="Freeform 244">
              <a:extLst>
                <a:ext uri="{FF2B5EF4-FFF2-40B4-BE49-F238E27FC236}">
                  <a16:creationId xmlns:a16="http://schemas.microsoft.com/office/drawing/2014/main" id="{6486A7B7-4FAD-3449-8DAB-F23DCD605F83}"/>
                </a:ext>
              </a:extLst>
            </p:cNvPr>
            <p:cNvSpPr>
              <a:spLocks/>
            </p:cNvSpPr>
            <p:nvPr/>
          </p:nvSpPr>
          <p:spPr bwMode="auto">
            <a:xfrm>
              <a:off x="861" y="725"/>
              <a:ext cx="65" cy="67"/>
            </a:xfrm>
            <a:custGeom>
              <a:avLst/>
              <a:gdLst>
                <a:gd name="T0" fmla="*/ 21 w 43"/>
                <a:gd name="T1" fmla="*/ 0 h 45"/>
                <a:gd name="T2" fmla="*/ 6 w 43"/>
                <a:gd name="T3" fmla="*/ 6 h 45"/>
                <a:gd name="T4" fmla="*/ 0 w 43"/>
                <a:gd name="T5" fmla="*/ 18 h 45"/>
                <a:gd name="T6" fmla="*/ 10 w 43"/>
                <a:gd name="T7" fmla="*/ 19 h 45"/>
                <a:gd name="T8" fmla="*/ 14 w 43"/>
                <a:gd name="T9" fmla="*/ 12 h 45"/>
                <a:gd name="T10" fmla="*/ 21 w 43"/>
                <a:gd name="T11" fmla="*/ 9 h 45"/>
                <a:gd name="T12" fmla="*/ 28 w 43"/>
                <a:gd name="T13" fmla="*/ 11 h 45"/>
                <a:gd name="T14" fmla="*/ 31 w 43"/>
                <a:gd name="T15" fmla="*/ 17 h 45"/>
                <a:gd name="T16" fmla="*/ 29 w 43"/>
                <a:gd name="T17" fmla="*/ 22 h 45"/>
                <a:gd name="T18" fmla="*/ 24 w 43"/>
                <a:gd name="T19" fmla="*/ 27 h 45"/>
                <a:gd name="T20" fmla="*/ 17 w 43"/>
                <a:gd name="T21" fmla="*/ 35 h 45"/>
                <a:gd name="T22" fmla="*/ 15 w 43"/>
                <a:gd name="T23" fmla="*/ 43 h 45"/>
                <a:gd name="T24" fmla="*/ 16 w 43"/>
                <a:gd name="T25" fmla="*/ 45 h 45"/>
                <a:gd name="T26" fmla="*/ 26 w 43"/>
                <a:gd name="T27" fmla="*/ 45 h 45"/>
                <a:gd name="T28" fmla="*/ 27 w 43"/>
                <a:gd name="T29" fmla="*/ 39 h 45"/>
                <a:gd name="T30" fmla="*/ 31 w 43"/>
                <a:gd name="T31" fmla="*/ 34 h 45"/>
                <a:gd name="T32" fmla="*/ 40 w 43"/>
                <a:gd name="T33" fmla="*/ 25 h 45"/>
                <a:gd name="T34" fmla="*/ 43 w 43"/>
                <a:gd name="T35" fmla="*/ 17 h 45"/>
                <a:gd name="T36" fmla="*/ 36 w 43"/>
                <a:gd name="T37" fmla="*/ 6 h 45"/>
                <a:gd name="T38" fmla="*/ 21 w 43"/>
                <a:gd name="T39"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45">
                  <a:moveTo>
                    <a:pt x="21" y="0"/>
                  </a:moveTo>
                  <a:cubicBezTo>
                    <a:pt x="15" y="0"/>
                    <a:pt x="10" y="2"/>
                    <a:pt x="6" y="6"/>
                  </a:cubicBezTo>
                  <a:cubicBezTo>
                    <a:pt x="2" y="9"/>
                    <a:pt x="0" y="13"/>
                    <a:pt x="0" y="18"/>
                  </a:cubicBezTo>
                  <a:cubicBezTo>
                    <a:pt x="10" y="19"/>
                    <a:pt x="10" y="19"/>
                    <a:pt x="10" y="19"/>
                  </a:cubicBezTo>
                  <a:cubicBezTo>
                    <a:pt x="11" y="16"/>
                    <a:pt x="12" y="13"/>
                    <a:pt x="14" y="12"/>
                  </a:cubicBezTo>
                  <a:cubicBezTo>
                    <a:pt x="16" y="10"/>
                    <a:pt x="19" y="9"/>
                    <a:pt x="21" y="9"/>
                  </a:cubicBezTo>
                  <a:cubicBezTo>
                    <a:pt x="25" y="9"/>
                    <a:pt x="27" y="10"/>
                    <a:pt x="28" y="11"/>
                  </a:cubicBezTo>
                  <a:cubicBezTo>
                    <a:pt x="30" y="13"/>
                    <a:pt x="31" y="15"/>
                    <a:pt x="31" y="17"/>
                  </a:cubicBezTo>
                  <a:cubicBezTo>
                    <a:pt x="31" y="19"/>
                    <a:pt x="31" y="20"/>
                    <a:pt x="29" y="22"/>
                  </a:cubicBezTo>
                  <a:cubicBezTo>
                    <a:pt x="29" y="23"/>
                    <a:pt x="27" y="25"/>
                    <a:pt x="24" y="27"/>
                  </a:cubicBezTo>
                  <a:cubicBezTo>
                    <a:pt x="20" y="30"/>
                    <a:pt x="19" y="32"/>
                    <a:pt x="17" y="35"/>
                  </a:cubicBezTo>
                  <a:cubicBezTo>
                    <a:pt x="16" y="36"/>
                    <a:pt x="15" y="39"/>
                    <a:pt x="15" y="43"/>
                  </a:cubicBezTo>
                  <a:cubicBezTo>
                    <a:pt x="15" y="43"/>
                    <a:pt x="15" y="44"/>
                    <a:pt x="16" y="45"/>
                  </a:cubicBezTo>
                  <a:cubicBezTo>
                    <a:pt x="26" y="45"/>
                    <a:pt x="26" y="45"/>
                    <a:pt x="26" y="45"/>
                  </a:cubicBezTo>
                  <a:cubicBezTo>
                    <a:pt x="26" y="43"/>
                    <a:pt x="26" y="40"/>
                    <a:pt x="27" y="39"/>
                  </a:cubicBezTo>
                  <a:cubicBezTo>
                    <a:pt x="27" y="38"/>
                    <a:pt x="28" y="36"/>
                    <a:pt x="31" y="34"/>
                  </a:cubicBezTo>
                  <a:cubicBezTo>
                    <a:pt x="36" y="30"/>
                    <a:pt x="39" y="27"/>
                    <a:pt x="40" y="25"/>
                  </a:cubicBezTo>
                  <a:cubicBezTo>
                    <a:pt x="42" y="23"/>
                    <a:pt x="43" y="20"/>
                    <a:pt x="43" y="17"/>
                  </a:cubicBezTo>
                  <a:cubicBezTo>
                    <a:pt x="43" y="13"/>
                    <a:pt x="40" y="9"/>
                    <a:pt x="36" y="6"/>
                  </a:cubicBezTo>
                  <a:cubicBezTo>
                    <a:pt x="33" y="2"/>
                    <a:pt x="27"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246" name="Group 71">
            <a:extLst>
              <a:ext uri="{FF2B5EF4-FFF2-40B4-BE49-F238E27FC236}">
                <a16:creationId xmlns:a16="http://schemas.microsoft.com/office/drawing/2014/main" id="{812AA5DC-A4DD-534D-91AC-87DD09713D05}"/>
              </a:ext>
            </a:extLst>
          </p:cNvPr>
          <p:cNvGrpSpPr>
            <a:grpSpLocks noChangeAspect="1"/>
          </p:cNvGrpSpPr>
          <p:nvPr userDrawn="1"/>
        </p:nvGrpSpPr>
        <p:grpSpPr bwMode="auto">
          <a:xfrm>
            <a:off x="9667337" y="3111955"/>
            <a:ext cx="516168" cy="491534"/>
            <a:chOff x="6721" y="1874"/>
            <a:chExt cx="440" cy="419"/>
          </a:xfrm>
          <a:solidFill>
            <a:schemeClr val="accent1"/>
          </a:solidFill>
        </p:grpSpPr>
        <p:sp>
          <p:nvSpPr>
            <p:cNvPr id="247" name="Freeform 72">
              <a:extLst>
                <a:ext uri="{FF2B5EF4-FFF2-40B4-BE49-F238E27FC236}">
                  <a16:creationId xmlns:a16="http://schemas.microsoft.com/office/drawing/2014/main" id="{1D7E026E-1643-2347-9166-545F7A08B43D}"/>
                </a:ext>
              </a:extLst>
            </p:cNvPr>
            <p:cNvSpPr>
              <a:spLocks noEditPoints="1"/>
            </p:cNvSpPr>
            <p:nvPr/>
          </p:nvSpPr>
          <p:spPr bwMode="auto">
            <a:xfrm>
              <a:off x="7033" y="1952"/>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8" y="0"/>
                    <a:pt x="48" y="10"/>
                    <a:pt x="48" y="24"/>
                  </a:cubicBezTo>
                  <a:cubicBezTo>
                    <a:pt x="48" y="37"/>
                    <a:pt x="38"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48" name="Freeform 73">
              <a:extLst>
                <a:ext uri="{FF2B5EF4-FFF2-40B4-BE49-F238E27FC236}">
                  <a16:creationId xmlns:a16="http://schemas.microsoft.com/office/drawing/2014/main" id="{5351C73B-0BA7-0241-A5BE-40597F228322}"/>
                </a:ext>
              </a:extLst>
            </p:cNvPr>
            <p:cNvSpPr>
              <a:spLocks noEditPoints="1"/>
            </p:cNvSpPr>
            <p:nvPr/>
          </p:nvSpPr>
          <p:spPr bwMode="auto">
            <a:xfrm>
              <a:off x="6979" y="1898"/>
              <a:ext cx="182" cy="180"/>
            </a:xfrm>
            <a:custGeom>
              <a:avLst/>
              <a:gdLst>
                <a:gd name="T0" fmla="*/ 48 w 119"/>
                <a:gd name="T1" fmla="*/ 120 h 120"/>
                <a:gd name="T2" fmla="*/ 42 w 119"/>
                <a:gd name="T3" fmla="*/ 104 h 120"/>
                <a:gd name="T4" fmla="*/ 22 w 119"/>
                <a:gd name="T5" fmla="*/ 102 h 120"/>
                <a:gd name="T6" fmla="*/ 1 w 119"/>
                <a:gd name="T7" fmla="*/ 79 h 120"/>
                <a:gd name="T8" fmla="*/ 4 w 119"/>
                <a:gd name="T9" fmla="*/ 71 h 120"/>
                <a:gd name="T10" fmla="*/ 11 w 119"/>
                <a:gd name="T11" fmla="*/ 60 h 120"/>
                <a:gd name="T12" fmla="*/ 4 w 119"/>
                <a:gd name="T13" fmla="*/ 48 h 120"/>
                <a:gd name="T14" fmla="*/ 2 w 119"/>
                <a:gd name="T15" fmla="*/ 40 h 120"/>
                <a:gd name="T16" fmla="*/ 22 w 119"/>
                <a:gd name="T17" fmla="*/ 17 h 120"/>
                <a:gd name="T18" fmla="*/ 42 w 119"/>
                <a:gd name="T19" fmla="*/ 15 h 120"/>
                <a:gd name="T20" fmla="*/ 48 w 119"/>
                <a:gd name="T21" fmla="*/ 0 h 120"/>
                <a:gd name="T22" fmla="*/ 78 w 119"/>
                <a:gd name="T23" fmla="*/ 6 h 120"/>
                <a:gd name="T24" fmla="*/ 89 w 119"/>
                <a:gd name="T25" fmla="*/ 22 h 120"/>
                <a:gd name="T26" fmla="*/ 102 w 119"/>
                <a:gd name="T27" fmla="*/ 16 h 120"/>
                <a:gd name="T28" fmla="*/ 117 w 119"/>
                <a:gd name="T29" fmla="*/ 40 h 120"/>
                <a:gd name="T30" fmla="*/ 115 w 119"/>
                <a:gd name="T31" fmla="*/ 48 h 120"/>
                <a:gd name="T32" fmla="*/ 107 w 119"/>
                <a:gd name="T33" fmla="*/ 60 h 120"/>
                <a:gd name="T34" fmla="*/ 115 w 119"/>
                <a:gd name="T35" fmla="*/ 71 h 120"/>
                <a:gd name="T36" fmla="*/ 106 w 119"/>
                <a:gd name="T37" fmla="*/ 100 h 120"/>
                <a:gd name="T38" fmla="*/ 97 w 119"/>
                <a:gd name="T39" fmla="*/ 102 h 120"/>
                <a:gd name="T40" fmla="*/ 78 w 119"/>
                <a:gd name="T41" fmla="*/ 104 h 120"/>
                <a:gd name="T42" fmla="*/ 72 w 119"/>
                <a:gd name="T43" fmla="*/ 120 h 120"/>
                <a:gd name="T44" fmla="*/ 66 w 119"/>
                <a:gd name="T45" fmla="*/ 108 h 120"/>
                <a:gd name="T46" fmla="*/ 71 w 119"/>
                <a:gd name="T47" fmla="*/ 94 h 120"/>
                <a:gd name="T48" fmla="*/ 92 w 119"/>
                <a:gd name="T49" fmla="*/ 85 h 120"/>
                <a:gd name="T50" fmla="*/ 104 w 119"/>
                <a:gd name="T51" fmla="*/ 78 h 120"/>
                <a:gd name="T52" fmla="*/ 95 w 119"/>
                <a:gd name="T53" fmla="*/ 68 h 120"/>
                <a:gd name="T54" fmla="*/ 94 w 119"/>
                <a:gd name="T55" fmla="*/ 51 h 120"/>
                <a:gd name="T56" fmla="*/ 104 w 119"/>
                <a:gd name="T57" fmla="*/ 41 h 120"/>
                <a:gd name="T58" fmla="*/ 92 w 119"/>
                <a:gd name="T59" fmla="*/ 34 h 120"/>
                <a:gd name="T60" fmla="*/ 70 w 119"/>
                <a:gd name="T61" fmla="*/ 25 h 120"/>
                <a:gd name="T62" fmla="*/ 66 w 119"/>
                <a:gd name="T63" fmla="*/ 12 h 120"/>
                <a:gd name="T64" fmla="*/ 54 w 119"/>
                <a:gd name="T65" fmla="*/ 19 h 120"/>
                <a:gd name="T66" fmla="*/ 35 w 119"/>
                <a:gd name="T67" fmla="*/ 33 h 120"/>
                <a:gd name="T68" fmla="*/ 21 w 119"/>
                <a:gd name="T69" fmla="*/ 30 h 120"/>
                <a:gd name="T70" fmla="*/ 22 w 119"/>
                <a:gd name="T71" fmla="*/ 45 h 120"/>
                <a:gd name="T72" fmla="*/ 23 w 119"/>
                <a:gd name="T73" fmla="*/ 60 h 120"/>
                <a:gd name="T74" fmla="*/ 22 w 119"/>
                <a:gd name="T75" fmla="*/ 74 h 120"/>
                <a:gd name="T76" fmla="*/ 21 w 119"/>
                <a:gd name="T77" fmla="*/ 89 h 120"/>
                <a:gd name="T78" fmla="*/ 35 w 119"/>
                <a:gd name="T79" fmla="*/ 86 h 120"/>
                <a:gd name="T80" fmla="*/ 54 w 119"/>
                <a:gd name="T81" fmla="*/ 10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9" h="120">
                  <a:moveTo>
                    <a:pt x="72" y="120"/>
                  </a:moveTo>
                  <a:cubicBezTo>
                    <a:pt x="48" y="120"/>
                    <a:pt x="48" y="120"/>
                    <a:pt x="48" y="120"/>
                  </a:cubicBezTo>
                  <a:cubicBezTo>
                    <a:pt x="45" y="120"/>
                    <a:pt x="42" y="117"/>
                    <a:pt x="42" y="114"/>
                  </a:cubicBezTo>
                  <a:cubicBezTo>
                    <a:pt x="42" y="104"/>
                    <a:pt x="42" y="104"/>
                    <a:pt x="42" y="104"/>
                  </a:cubicBezTo>
                  <a:cubicBezTo>
                    <a:pt x="38" y="102"/>
                    <a:pt x="34" y="100"/>
                    <a:pt x="30" y="97"/>
                  </a:cubicBezTo>
                  <a:cubicBezTo>
                    <a:pt x="22" y="102"/>
                    <a:pt x="22" y="102"/>
                    <a:pt x="22" y="102"/>
                  </a:cubicBezTo>
                  <a:cubicBezTo>
                    <a:pt x="19" y="104"/>
                    <a:pt x="15" y="103"/>
                    <a:pt x="13" y="100"/>
                  </a:cubicBezTo>
                  <a:cubicBezTo>
                    <a:pt x="1" y="79"/>
                    <a:pt x="1" y="79"/>
                    <a:pt x="1" y="79"/>
                  </a:cubicBezTo>
                  <a:cubicBezTo>
                    <a:pt x="1" y="78"/>
                    <a:pt x="0" y="76"/>
                    <a:pt x="1" y="75"/>
                  </a:cubicBezTo>
                  <a:cubicBezTo>
                    <a:pt x="1" y="73"/>
                    <a:pt x="2" y="72"/>
                    <a:pt x="4" y="71"/>
                  </a:cubicBezTo>
                  <a:cubicBezTo>
                    <a:pt x="12" y="66"/>
                    <a:pt x="12" y="66"/>
                    <a:pt x="12" y="66"/>
                  </a:cubicBezTo>
                  <a:cubicBezTo>
                    <a:pt x="12" y="64"/>
                    <a:pt x="11" y="62"/>
                    <a:pt x="11" y="60"/>
                  </a:cubicBezTo>
                  <a:cubicBezTo>
                    <a:pt x="11" y="57"/>
                    <a:pt x="12" y="55"/>
                    <a:pt x="12" y="53"/>
                  </a:cubicBezTo>
                  <a:cubicBezTo>
                    <a:pt x="4" y="48"/>
                    <a:pt x="4" y="48"/>
                    <a:pt x="4" y="48"/>
                  </a:cubicBezTo>
                  <a:cubicBezTo>
                    <a:pt x="2" y="47"/>
                    <a:pt x="1" y="46"/>
                    <a:pt x="1" y="44"/>
                  </a:cubicBezTo>
                  <a:cubicBezTo>
                    <a:pt x="1" y="43"/>
                    <a:pt x="1" y="41"/>
                    <a:pt x="2" y="40"/>
                  </a:cubicBezTo>
                  <a:cubicBezTo>
                    <a:pt x="14" y="19"/>
                    <a:pt x="14" y="19"/>
                    <a:pt x="14" y="19"/>
                  </a:cubicBezTo>
                  <a:cubicBezTo>
                    <a:pt x="15" y="16"/>
                    <a:pt x="19" y="15"/>
                    <a:pt x="22" y="17"/>
                  </a:cubicBezTo>
                  <a:cubicBezTo>
                    <a:pt x="30" y="22"/>
                    <a:pt x="30" y="22"/>
                    <a:pt x="30" y="22"/>
                  </a:cubicBezTo>
                  <a:cubicBezTo>
                    <a:pt x="34" y="19"/>
                    <a:pt x="38" y="17"/>
                    <a:pt x="42" y="15"/>
                  </a:cubicBezTo>
                  <a:cubicBezTo>
                    <a:pt x="42" y="6"/>
                    <a:pt x="42" y="6"/>
                    <a:pt x="42" y="6"/>
                  </a:cubicBezTo>
                  <a:cubicBezTo>
                    <a:pt x="42" y="2"/>
                    <a:pt x="45" y="0"/>
                    <a:pt x="48" y="0"/>
                  </a:cubicBezTo>
                  <a:cubicBezTo>
                    <a:pt x="72" y="0"/>
                    <a:pt x="72" y="0"/>
                    <a:pt x="72" y="0"/>
                  </a:cubicBezTo>
                  <a:cubicBezTo>
                    <a:pt x="76" y="0"/>
                    <a:pt x="78" y="2"/>
                    <a:pt x="78" y="6"/>
                  </a:cubicBezTo>
                  <a:cubicBezTo>
                    <a:pt x="78" y="15"/>
                    <a:pt x="78" y="15"/>
                    <a:pt x="78" y="15"/>
                  </a:cubicBezTo>
                  <a:cubicBezTo>
                    <a:pt x="82" y="17"/>
                    <a:pt x="86" y="19"/>
                    <a:pt x="89" y="22"/>
                  </a:cubicBezTo>
                  <a:cubicBezTo>
                    <a:pt x="97" y="17"/>
                    <a:pt x="97" y="17"/>
                    <a:pt x="97" y="17"/>
                  </a:cubicBezTo>
                  <a:cubicBezTo>
                    <a:pt x="99" y="16"/>
                    <a:pt x="100" y="16"/>
                    <a:pt x="102" y="16"/>
                  </a:cubicBezTo>
                  <a:cubicBezTo>
                    <a:pt x="103" y="17"/>
                    <a:pt x="105" y="18"/>
                    <a:pt x="105" y="19"/>
                  </a:cubicBezTo>
                  <a:cubicBezTo>
                    <a:pt x="117" y="40"/>
                    <a:pt x="117" y="40"/>
                    <a:pt x="117" y="40"/>
                  </a:cubicBezTo>
                  <a:cubicBezTo>
                    <a:pt x="118" y="41"/>
                    <a:pt x="118" y="43"/>
                    <a:pt x="118" y="44"/>
                  </a:cubicBezTo>
                  <a:cubicBezTo>
                    <a:pt x="118" y="46"/>
                    <a:pt x="117" y="47"/>
                    <a:pt x="115" y="48"/>
                  </a:cubicBezTo>
                  <a:cubicBezTo>
                    <a:pt x="107" y="53"/>
                    <a:pt x="107" y="53"/>
                    <a:pt x="107" y="53"/>
                  </a:cubicBezTo>
                  <a:cubicBezTo>
                    <a:pt x="107" y="55"/>
                    <a:pt x="107" y="57"/>
                    <a:pt x="107" y="60"/>
                  </a:cubicBezTo>
                  <a:cubicBezTo>
                    <a:pt x="107" y="62"/>
                    <a:pt x="107" y="64"/>
                    <a:pt x="107" y="66"/>
                  </a:cubicBezTo>
                  <a:cubicBezTo>
                    <a:pt x="115" y="71"/>
                    <a:pt x="115" y="71"/>
                    <a:pt x="115" y="71"/>
                  </a:cubicBezTo>
                  <a:cubicBezTo>
                    <a:pt x="118" y="73"/>
                    <a:pt x="119" y="76"/>
                    <a:pt x="118" y="79"/>
                  </a:cubicBezTo>
                  <a:cubicBezTo>
                    <a:pt x="106" y="100"/>
                    <a:pt x="106" y="100"/>
                    <a:pt x="106" y="100"/>
                  </a:cubicBezTo>
                  <a:cubicBezTo>
                    <a:pt x="105" y="101"/>
                    <a:pt x="104" y="102"/>
                    <a:pt x="102" y="103"/>
                  </a:cubicBezTo>
                  <a:cubicBezTo>
                    <a:pt x="100" y="103"/>
                    <a:pt x="99" y="103"/>
                    <a:pt x="97" y="102"/>
                  </a:cubicBezTo>
                  <a:cubicBezTo>
                    <a:pt x="89" y="97"/>
                    <a:pt x="89" y="97"/>
                    <a:pt x="89" y="97"/>
                  </a:cubicBezTo>
                  <a:cubicBezTo>
                    <a:pt x="86" y="100"/>
                    <a:pt x="82" y="102"/>
                    <a:pt x="78" y="104"/>
                  </a:cubicBezTo>
                  <a:cubicBezTo>
                    <a:pt x="78" y="114"/>
                    <a:pt x="78" y="114"/>
                    <a:pt x="78" y="114"/>
                  </a:cubicBezTo>
                  <a:cubicBezTo>
                    <a:pt x="78" y="117"/>
                    <a:pt x="76" y="120"/>
                    <a:pt x="72" y="120"/>
                  </a:cubicBezTo>
                  <a:close/>
                  <a:moveTo>
                    <a:pt x="54" y="108"/>
                  </a:moveTo>
                  <a:cubicBezTo>
                    <a:pt x="66" y="108"/>
                    <a:pt x="66" y="108"/>
                    <a:pt x="66" y="108"/>
                  </a:cubicBezTo>
                  <a:cubicBezTo>
                    <a:pt x="66" y="100"/>
                    <a:pt x="66" y="100"/>
                    <a:pt x="66" y="100"/>
                  </a:cubicBezTo>
                  <a:cubicBezTo>
                    <a:pt x="66" y="97"/>
                    <a:pt x="68" y="95"/>
                    <a:pt x="71" y="94"/>
                  </a:cubicBezTo>
                  <a:cubicBezTo>
                    <a:pt x="76" y="92"/>
                    <a:pt x="81" y="90"/>
                    <a:pt x="85" y="86"/>
                  </a:cubicBezTo>
                  <a:cubicBezTo>
                    <a:pt x="87" y="84"/>
                    <a:pt x="89" y="83"/>
                    <a:pt x="92" y="85"/>
                  </a:cubicBezTo>
                  <a:cubicBezTo>
                    <a:pt x="98" y="89"/>
                    <a:pt x="98" y="89"/>
                    <a:pt x="98" y="89"/>
                  </a:cubicBezTo>
                  <a:cubicBezTo>
                    <a:pt x="104" y="78"/>
                    <a:pt x="104" y="78"/>
                    <a:pt x="104" y="78"/>
                  </a:cubicBezTo>
                  <a:cubicBezTo>
                    <a:pt x="97" y="74"/>
                    <a:pt x="97" y="74"/>
                    <a:pt x="97" y="74"/>
                  </a:cubicBezTo>
                  <a:cubicBezTo>
                    <a:pt x="95" y="73"/>
                    <a:pt x="94" y="70"/>
                    <a:pt x="95" y="68"/>
                  </a:cubicBezTo>
                  <a:cubicBezTo>
                    <a:pt x="95" y="65"/>
                    <a:pt x="95" y="62"/>
                    <a:pt x="95" y="60"/>
                  </a:cubicBezTo>
                  <a:cubicBezTo>
                    <a:pt x="95" y="57"/>
                    <a:pt x="95" y="54"/>
                    <a:pt x="94" y="51"/>
                  </a:cubicBezTo>
                  <a:cubicBezTo>
                    <a:pt x="94" y="49"/>
                    <a:pt x="95" y="46"/>
                    <a:pt x="97" y="45"/>
                  </a:cubicBezTo>
                  <a:cubicBezTo>
                    <a:pt x="104" y="41"/>
                    <a:pt x="104" y="41"/>
                    <a:pt x="104" y="41"/>
                  </a:cubicBezTo>
                  <a:cubicBezTo>
                    <a:pt x="98" y="30"/>
                    <a:pt x="98" y="30"/>
                    <a:pt x="98" y="30"/>
                  </a:cubicBezTo>
                  <a:cubicBezTo>
                    <a:pt x="92" y="34"/>
                    <a:pt x="92" y="34"/>
                    <a:pt x="92" y="34"/>
                  </a:cubicBezTo>
                  <a:cubicBezTo>
                    <a:pt x="89" y="36"/>
                    <a:pt x="87" y="35"/>
                    <a:pt x="85" y="33"/>
                  </a:cubicBezTo>
                  <a:cubicBezTo>
                    <a:pt x="81" y="30"/>
                    <a:pt x="76" y="27"/>
                    <a:pt x="70" y="25"/>
                  </a:cubicBezTo>
                  <a:cubicBezTo>
                    <a:pt x="68" y="24"/>
                    <a:pt x="66" y="22"/>
                    <a:pt x="66" y="19"/>
                  </a:cubicBezTo>
                  <a:cubicBezTo>
                    <a:pt x="66" y="12"/>
                    <a:pt x="66" y="12"/>
                    <a:pt x="66" y="12"/>
                  </a:cubicBezTo>
                  <a:cubicBezTo>
                    <a:pt x="54" y="12"/>
                    <a:pt x="54" y="12"/>
                    <a:pt x="54" y="12"/>
                  </a:cubicBezTo>
                  <a:cubicBezTo>
                    <a:pt x="54" y="19"/>
                    <a:pt x="54" y="19"/>
                    <a:pt x="54" y="19"/>
                  </a:cubicBezTo>
                  <a:cubicBezTo>
                    <a:pt x="54" y="22"/>
                    <a:pt x="53" y="24"/>
                    <a:pt x="50" y="25"/>
                  </a:cubicBezTo>
                  <a:cubicBezTo>
                    <a:pt x="44" y="27"/>
                    <a:pt x="39" y="30"/>
                    <a:pt x="35" y="33"/>
                  </a:cubicBezTo>
                  <a:cubicBezTo>
                    <a:pt x="33" y="35"/>
                    <a:pt x="30" y="36"/>
                    <a:pt x="28" y="34"/>
                  </a:cubicBezTo>
                  <a:cubicBezTo>
                    <a:pt x="21" y="30"/>
                    <a:pt x="21" y="30"/>
                    <a:pt x="21" y="30"/>
                  </a:cubicBezTo>
                  <a:cubicBezTo>
                    <a:pt x="15" y="41"/>
                    <a:pt x="15" y="41"/>
                    <a:pt x="15" y="41"/>
                  </a:cubicBezTo>
                  <a:cubicBezTo>
                    <a:pt x="22" y="45"/>
                    <a:pt x="22" y="45"/>
                    <a:pt x="22" y="45"/>
                  </a:cubicBezTo>
                  <a:cubicBezTo>
                    <a:pt x="24" y="46"/>
                    <a:pt x="25" y="49"/>
                    <a:pt x="25" y="51"/>
                  </a:cubicBezTo>
                  <a:cubicBezTo>
                    <a:pt x="24" y="54"/>
                    <a:pt x="23" y="57"/>
                    <a:pt x="23" y="60"/>
                  </a:cubicBezTo>
                  <a:cubicBezTo>
                    <a:pt x="23" y="62"/>
                    <a:pt x="24" y="65"/>
                    <a:pt x="24" y="68"/>
                  </a:cubicBezTo>
                  <a:cubicBezTo>
                    <a:pt x="25" y="70"/>
                    <a:pt x="24" y="73"/>
                    <a:pt x="22" y="74"/>
                  </a:cubicBezTo>
                  <a:cubicBezTo>
                    <a:pt x="15" y="78"/>
                    <a:pt x="15" y="78"/>
                    <a:pt x="15" y="78"/>
                  </a:cubicBezTo>
                  <a:cubicBezTo>
                    <a:pt x="21" y="89"/>
                    <a:pt x="21" y="89"/>
                    <a:pt x="21" y="89"/>
                  </a:cubicBezTo>
                  <a:cubicBezTo>
                    <a:pt x="28" y="85"/>
                    <a:pt x="28" y="85"/>
                    <a:pt x="28" y="85"/>
                  </a:cubicBezTo>
                  <a:cubicBezTo>
                    <a:pt x="30" y="84"/>
                    <a:pt x="33" y="84"/>
                    <a:pt x="35" y="86"/>
                  </a:cubicBezTo>
                  <a:cubicBezTo>
                    <a:pt x="39" y="89"/>
                    <a:pt x="44" y="92"/>
                    <a:pt x="50" y="94"/>
                  </a:cubicBezTo>
                  <a:cubicBezTo>
                    <a:pt x="53" y="95"/>
                    <a:pt x="54" y="97"/>
                    <a:pt x="54" y="100"/>
                  </a:cubicBezTo>
                  <a:lnTo>
                    <a:pt x="5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49" name="Freeform 74">
              <a:extLst>
                <a:ext uri="{FF2B5EF4-FFF2-40B4-BE49-F238E27FC236}">
                  <a16:creationId xmlns:a16="http://schemas.microsoft.com/office/drawing/2014/main" id="{D0E469F3-B678-D945-AFB3-6BFFD229CAFC}"/>
                </a:ext>
              </a:extLst>
            </p:cNvPr>
            <p:cNvSpPr>
              <a:spLocks noEditPoints="1"/>
            </p:cNvSpPr>
            <p:nvPr/>
          </p:nvSpPr>
          <p:spPr bwMode="auto">
            <a:xfrm>
              <a:off x="6776" y="2095"/>
              <a:ext cx="330" cy="198"/>
            </a:xfrm>
            <a:custGeom>
              <a:avLst/>
              <a:gdLst>
                <a:gd name="T0" fmla="*/ 210 w 216"/>
                <a:gd name="T1" fmla="*/ 132 h 132"/>
                <a:gd name="T2" fmla="*/ 6 w 216"/>
                <a:gd name="T3" fmla="*/ 132 h 132"/>
                <a:gd name="T4" fmla="*/ 0 w 216"/>
                <a:gd name="T5" fmla="*/ 126 h 132"/>
                <a:gd name="T6" fmla="*/ 0 w 216"/>
                <a:gd name="T7" fmla="*/ 6 h 132"/>
                <a:gd name="T8" fmla="*/ 6 w 216"/>
                <a:gd name="T9" fmla="*/ 0 h 132"/>
                <a:gd name="T10" fmla="*/ 210 w 216"/>
                <a:gd name="T11" fmla="*/ 0 h 132"/>
                <a:gd name="T12" fmla="*/ 216 w 216"/>
                <a:gd name="T13" fmla="*/ 6 h 132"/>
                <a:gd name="T14" fmla="*/ 216 w 216"/>
                <a:gd name="T15" fmla="*/ 126 h 132"/>
                <a:gd name="T16" fmla="*/ 210 w 216"/>
                <a:gd name="T17" fmla="*/ 132 h 132"/>
                <a:gd name="T18" fmla="*/ 12 w 216"/>
                <a:gd name="T19" fmla="*/ 120 h 132"/>
                <a:gd name="T20" fmla="*/ 204 w 216"/>
                <a:gd name="T21" fmla="*/ 120 h 132"/>
                <a:gd name="T22" fmla="*/ 204 w 216"/>
                <a:gd name="T23" fmla="*/ 12 h 132"/>
                <a:gd name="T24" fmla="*/ 12 w 216"/>
                <a:gd name="T25" fmla="*/ 12 h 132"/>
                <a:gd name="T26" fmla="*/ 12 w 216"/>
                <a:gd name="T27" fmla="*/ 12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6" h="132">
                  <a:moveTo>
                    <a:pt x="210" y="132"/>
                  </a:moveTo>
                  <a:cubicBezTo>
                    <a:pt x="6" y="132"/>
                    <a:pt x="6" y="132"/>
                    <a:pt x="6" y="132"/>
                  </a:cubicBezTo>
                  <a:cubicBezTo>
                    <a:pt x="3" y="132"/>
                    <a:pt x="0" y="129"/>
                    <a:pt x="0" y="126"/>
                  </a:cubicBezTo>
                  <a:cubicBezTo>
                    <a:pt x="0" y="6"/>
                    <a:pt x="0" y="6"/>
                    <a:pt x="0" y="6"/>
                  </a:cubicBezTo>
                  <a:cubicBezTo>
                    <a:pt x="0" y="2"/>
                    <a:pt x="3" y="0"/>
                    <a:pt x="6" y="0"/>
                  </a:cubicBezTo>
                  <a:cubicBezTo>
                    <a:pt x="210" y="0"/>
                    <a:pt x="210" y="0"/>
                    <a:pt x="210" y="0"/>
                  </a:cubicBezTo>
                  <a:cubicBezTo>
                    <a:pt x="214" y="0"/>
                    <a:pt x="216" y="2"/>
                    <a:pt x="216" y="6"/>
                  </a:cubicBezTo>
                  <a:cubicBezTo>
                    <a:pt x="216" y="126"/>
                    <a:pt x="216" y="126"/>
                    <a:pt x="216" y="126"/>
                  </a:cubicBezTo>
                  <a:cubicBezTo>
                    <a:pt x="216" y="129"/>
                    <a:pt x="214" y="132"/>
                    <a:pt x="210" y="132"/>
                  </a:cubicBezTo>
                  <a:close/>
                  <a:moveTo>
                    <a:pt x="12" y="120"/>
                  </a:moveTo>
                  <a:cubicBezTo>
                    <a:pt x="204" y="120"/>
                    <a:pt x="204" y="120"/>
                    <a:pt x="204" y="120"/>
                  </a:cubicBezTo>
                  <a:cubicBezTo>
                    <a:pt x="204" y="12"/>
                    <a:pt x="204" y="12"/>
                    <a:pt x="204" y="12"/>
                  </a:cubicBezTo>
                  <a:cubicBezTo>
                    <a:pt x="12" y="12"/>
                    <a:pt x="12" y="12"/>
                    <a:pt x="12" y="12"/>
                  </a:cubicBezTo>
                  <a:lnTo>
                    <a:pt x="12"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50" name="Freeform 75">
              <a:extLst>
                <a:ext uri="{FF2B5EF4-FFF2-40B4-BE49-F238E27FC236}">
                  <a16:creationId xmlns:a16="http://schemas.microsoft.com/office/drawing/2014/main" id="{B77FEEF7-7A7C-6643-BD56-5BEB58280FD6}"/>
                </a:ext>
              </a:extLst>
            </p:cNvPr>
            <p:cNvSpPr>
              <a:spLocks/>
            </p:cNvSpPr>
            <p:nvPr/>
          </p:nvSpPr>
          <p:spPr bwMode="auto">
            <a:xfrm>
              <a:off x="6776" y="2049"/>
              <a:ext cx="330" cy="64"/>
            </a:xfrm>
            <a:custGeom>
              <a:avLst/>
              <a:gdLst>
                <a:gd name="T0" fmla="*/ 210 w 216"/>
                <a:gd name="T1" fmla="*/ 43 h 43"/>
                <a:gd name="T2" fmla="*/ 6 w 216"/>
                <a:gd name="T3" fmla="*/ 43 h 43"/>
                <a:gd name="T4" fmla="*/ 1 w 216"/>
                <a:gd name="T5" fmla="*/ 40 h 43"/>
                <a:gd name="T6" fmla="*/ 1 w 216"/>
                <a:gd name="T7" fmla="*/ 35 h 43"/>
                <a:gd name="T8" fmla="*/ 11 w 216"/>
                <a:gd name="T9" fmla="*/ 5 h 43"/>
                <a:gd name="T10" fmla="*/ 18 w 216"/>
                <a:gd name="T11" fmla="*/ 1 h 43"/>
                <a:gd name="T12" fmla="*/ 22 w 216"/>
                <a:gd name="T13" fmla="*/ 8 h 43"/>
                <a:gd name="T14" fmla="*/ 15 w 216"/>
                <a:gd name="T15" fmla="*/ 31 h 43"/>
                <a:gd name="T16" fmla="*/ 210 w 216"/>
                <a:gd name="T17" fmla="*/ 31 h 43"/>
                <a:gd name="T18" fmla="*/ 216 w 216"/>
                <a:gd name="T19" fmla="*/ 37 h 43"/>
                <a:gd name="T20" fmla="*/ 210 w 216"/>
                <a:gd name="T21"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6" h="43">
                  <a:moveTo>
                    <a:pt x="210" y="43"/>
                  </a:moveTo>
                  <a:cubicBezTo>
                    <a:pt x="6" y="43"/>
                    <a:pt x="6" y="43"/>
                    <a:pt x="6" y="43"/>
                  </a:cubicBezTo>
                  <a:cubicBezTo>
                    <a:pt x="4" y="43"/>
                    <a:pt x="3" y="42"/>
                    <a:pt x="1" y="40"/>
                  </a:cubicBezTo>
                  <a:cubicBezTo>
                    <a:pt x="0" y="38"/>
                    <a:pt x="0" y="36"/>
                    <a:pt x="1" y="35"/>
                  </a:cubicBezTo>
                  <a:cubicBezTo>
                    <a:pt x="11" y="5"/>
                    <a:pt x="11" y="5"/>
                    <a:pt x="11" y="5"/>
                  </a:cubicBezTo>
                  <a:cubicBezTo>
                    <a:pt x="12" y="2"/>
                    <a:pt x="15" y="0"/>
                    <a:pt x="18" y="1"/>
                  </a:cubicBezTo>
                  <a:cubicBezTo>
                    <a:pt x="21" y="2"/>
                    <a:pt x="23" y="5"/>
                    <a:pt x="22" y="8"/>
                  </a:cubicBezTo>
                  <a:cubicBezTo>
                    <a:pt x="15" y="31"/>
                    <a:pt x="15" y="31"/>
                    <a:pt x="15" y="31"/>
                  </a:cubicBezTo>
                  <a:cubicBezTo>
                    <a:pt x="210" y="31"/>
                    <a:pt x="210" y="31"/>
                    <a:pt x="210" y="31"/>
                  </a:cubicBezTo>
                  <a:cubicBezTo>
                    <a:pt x="214" y="31"/>
                    <a:pt x="216" y="33"/>
                    <a:pt x="216" y="37"/>
                  </a:cubicBezTo>
                  <a:cubicBezTo>
                    <a:pt x="216" y="40"/>
                    <a:pt x="214" y="43"/>
                    <a:pt x="210"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51" name="Freeform 76">
              <a:extLst>
                <a:ext uri="{FF2B5EF4-FFF2-40B4-BE49-F238E27FC236}">
                  <a16:creationId xmlns:a16="http://schemas.microsoft.com/office/drawing/2014/main" id="{3B035025-AC90-7E49-BF74-FB46A87DC5B1}"/>
                </a:ext>
              </a:extLst>
            </p:cNvPr>
            <p:cNvSpPr>
              <a:spLocks/>
            </p:cNvSpPr>
            <p:nvPr/>
          </p:nvSpPr>
          <p:spPr bwMode="auto">
            <a:xfrm>
              <a:off x="6897" y="1988"/>
              <a:ext cx="72" cy="18"/>
            </a:xfrm>
            <a:custGeom>
              <a:avLst/>
              <a:gdLst>
                <a:gd name="T0" fmla="*/ 41 w 47"/>
                <a:gd name="T1" fmla="*/ 12 h 12"/>
                <a:gd name="T2" fmla="*/ 6 w 47"/>
                <a:gd name="T3" fmla="*/ 12 h 12"/>
                <a:gd name="T4" fmla="*/ 0 w 47"/>
                <a:gd name="T5" fmla="*/ 6 h 12"/>
                <a:gd name="T6" fmla="*/ 6 w 47"/>
                <a:gd name="T7" fmla="*/ 0 h 12"/>
                <a:gd name="T8" fmla="*/ 41 w 47"/>
                <a:gd name="T9" fmla="*/ 0 h 12"/>
                <a:gd name="T10" fmla="*/ 47 w 47"/>
                <a:gd name="T11" fmla="*/ 6 h 12"/>
                <a:gd name="T12" fmla="*/ 41 w 47"/>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7" h="12">
                  <a:moveTo>
                    <a:pt x="41" y="12"/>
                  </a:moveTo>
                  <a:cubicBezTo>
                    <a:pt x="6" y="12"/>
                    <a:pt x="6" y="12"/>
                    <a:pt x="6" y="12"/>
                  </a:cubicBezTo>
                  <a:cubicBezTo>
                    <a:pt x="2" y="12"/>
                    <a:pt x="0" y="9"/>
                    <a:pt x="0" y="6"/>
                  </a:cubicBezTo>
                  <a:cubicBezTo>
                    <a:pt x="0" y="2"/>
                    <a:pt x="2" y="0"/>
                    <a:pt x="6" y="0"/>
                  </a:cubicBezTo>
                  <a:cubicBezTo>
                    <a:pt x="41" y="0"/>
                    <a:pt x="41" y="0"/>
                    <a:pt x="41" y="0"/>
                  </a:cubicBezTo>
                  <a:cubicBezTo>
                    <a:pt x="45" y="0"/>
                    <a:pt x="47" y="2"/>
                    <a:pt x="47" y="6"/>
                  </a:cubicBezTo>
                  <a:cubicBezTo>
                    <a:pt x="47" y="9"/>
                    <a:pt x="45" y="12"/>
                    <a:pt x="4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52" name="Freeform 77">
              <a:extLst>
                <a:ext uri="{FF2B5EF4-FFF2-40B4-BE49-F238E27FC236}">
                  <a16:creationId xmlns:a16="http://schemas.microsoft.com/office/drawing/2014/main" id="{4B9EEDFD-B5F6-5942-AA55-8425057F8DD4}"/>
                </a:ext>
              </a:extLst>
            </p:cNvPr>
            <p:cNvSpPr>
              <a:spLocks/>
            </p:cNvSpPr>
            <p:nvPr/>
          </p:nvSpPr>
          <p:spPr bwMode="auto">
            <a:xfrm>
              <a:off x="6846" y="1995"/>
              <a:ext cx="78" cy="77"/>
            </a:xfrm>
            <a:custGeom>
              <a:avLst/>
              <a:gdLst>
                <a:gd name="T0" fmla="*/ 44 w 51"/>
                <a:gd name="T1" fmla="*/ 51 h 51"/>
                <a:gd name="T2" fmla="*/ 40 w 51"/>
                <a:gd name="T3" fmla="*/ 49 h 51"/>
                <a:gd name="T4" fmla="*/ 2 w 51"/>
                <a:gd name="T5" fmla="*/ 11 h 51"/>
                <a:gd name="T6" fmla="*/ 2 w 51"/>
                <a:gd name="T7" fmla="*/ 2 h 51"/>
                <a:gd name="T8" fmla="*/ 11 w 51"/>
                <a:gd name="T9" fmla="*/ 2 h 51"/>
                <a:gd name="T10" fmla="*/ 48 w 51"/>
                <a:gd name="T11" fmla="*/ 40 h 51"/>
                <a:gd name="T12" fmla="*/ 48 w 51"/>
                <a:gd name="T13" fmla="*/ 49 h 51"/>
                <a:gd name="T14" fmla="*/ 44 w 51"/>
                <a:gd name="T15" fmla="*/ 51 h 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51">
                  <a:moveTo>
                    <a:pt x="44" y="51"/>
                  </a:moveTo>
                  <a:cubicBezTo>
                    <a:pt x="43" y="51"/>
                    <a:pt x="41" y="50"/>
                    <a:pt x="40" y="49"/>
                  </a:cubicBezTo>
                  <a:cubicBezTo>
                    <a:pt x="2" y="11"/>
                    <a:pt x="2" y="11"/>
                    <a:pt x="2" y="11"/>
                  </a:cubicBezTo>
                  <a:cubicBezTo>
                    <a:pt x="0" y="9"/>
                    <a:pt x="0" y="5"/>
                    <a:pt x="2" y="2"/>
                  </a:cubicBezTo>
                  <a:cubicBezTo>
                    <a:pt x="4" y="0"/>
                    <a:pt x="8" y="0"/>
                    <a:pt x="11" y="2"/>
                  </a:cubicBezTo>
                  <a:cubicBezTo>
                    <a:pt x="48" y="40"/>
                    <a:pt x="48" y="40"/>
                    <a:pt x="48" y="40"/>
                  </a:cubicBezTo>
                  <a:cubicBezTo>
                    <a:pt x="51" y="43"/>
                    <a:pt x="51" y="47"/>
                    <a:pt x="48" y="49"/>
                  </a:cubicBezTo>
                  <a:cubicBezTo>
                    <a:pt x="47" y="50"/>
                    <a:pt x="46" y="51"/>
                    <a:pt x="44"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53" name="Freeform 78">
              <a:extLst>
                <a:ext uri="{FF2B5EF4-FFF2-40B4-BE49-F238E27FC236}">
                  <a16:creationId xmlns:a16="http://schemas.microsoft.com/office/drawing/2014/main" id="{8B50B4AE-2180-ED47-B4DC-A8F6FCB2FDBB}"/>
                </a:ext>
              </a:extLst>
            </p:cNvPr>
            <p:cNvSpPr>
              <a:spLocks noEditPoints="1"/>
            </p:cNvSpPr>
            <p:nvPr/>
          </p:nvSpPr>
          <p:spPr bwMode="auto">
            <a:xfrm>
              <a:off x="6721" y="1874"/>
              <a:ext cx="165" cy="162"/>
            </a:xfrm>
            <a:custGeom>
              <a:avLst/>
              <a:gdLst>
                <a:gd name="T0" fmla="*/ 54 w 108"/>
                <a:gd name="T1" fmla="*/ 108 h 108"/>
                <a:gd name="T2" fmla="*/ 0 w 108"/>
                <a:gd name="T3" fmla="*/ 54 h 108"/>
                <a:gd name="T4" fmla="*/ 54 w 108"/>
                <a:gd name="T5" fmla="*/ 0 h 108"/>
                <a:gd name="T6" fmla="*/ 108 w 108"/>
                <a:gd name="T7" fmla="*/ 54 h 108"/>
                <a:gd name="T8" fmla="*/ 54 w 108"/>
                <a:gd name="T9" fmla="*/ 108 h 108"/>
                <a:gd name="T10" fmla="*/ 54 w 108"/>
                <a:gd name="T11" fmla="*/ 12 h 108"/>
                <a:gd name="T12" fmla="*/ 12 w 108"/>
                <a:gd name="T13" fmla="*/ 54 h 108"/>
                <a:gd name="T14" fmla="*/ 54 w 108"/>
                <a:gd name="T15" fmla="*/ 96 h 108"/>
                <a:gd name="T16" fmla="*/ 96 w 108"/>
                <a:gd name="T17" fmla="*/ 54 h 108"/>
                <a:gd name="T18" fmla="*/ 54 w 108"/>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08">
                  <a:moveTo>
                    <a:pt x="54" y="108"/>
                  </a:moveTo>
                  <a:cubicBezTo>
                    <a:pt x="25" y="108"/>
                    <a:pt x="0" y="84"/>
                    <a:pt x="0" y="54"/>
                  </a:cubicBezTo>
                  <a:cubicBezTo>
                    <a:pt x="0" y="24"/>
                    <a:pt x="25" y="0"/>
                    <a:pt x="54" y="0"/>
                  </a:cubicBezTo>
                  <a:cubicBezTo>
                    <a:pt x="84" y="0"/>
                    <a:pt x="108" y="24"/>
                    <a:pt x="108" y="54"/>
                  </a:cubicBezTo>
                  <a:cubicBezTo>
                    <a:pt x="108" y="84"/>
                    <a:pt x="84" y="108"/>
                    <a:pt x="54" y="108"/>
                  </a:cubicBezTo>
                  <a:close/>
                  <a:moveTo>
                    <a:pt x="54" y="12"/>
                  </a:moveTo>
                  <a:cubicBezTo>
                    <a:pt x="31" y="12"/>
                    <a:pt x="12" y="31"/>
                    <a:pt x="12" y="54"/>
                  </a:cubicBezTo>
                  <a:cubicBezTo>
                    <a:pt x="12" y="77"/>
                    <a:pt x="31" y="96"/>
                    <a:pt x="54" y="96"/>
                  </a:cubicBezTo>
                  <a:cubicBezTo>
                    <a:pt x="78" y="96"/>
                    <a:pt x="96" y="77"/>
                    <a:pt x="96" y="54"/>
                  </a:cubicBezTo>
                  <a:cubicBezTo>
                    <a:pt x="96" y="31"/>
                    <a:pt x="7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54" name="Freeform 79">
              <a:extLst>
                <a:ext uri="{FF2B5EF4-FFF2-40B4-BE49-F238E27FC236}">
                  <a16:creationId xmlns:a16="http://schemas.microsoft.com/office/drawing/2014/main" id="{3D3213DB-D615-0D43-8639-180B31371C41}"/>
                </a:ext>
              </a:extLst>
            </p:cNvPr>
            <p:cNvSpPr>
              <a:spLocks noEditPoints="1"/>
            </p:cNvSpPr>
            <p:nvPr/>
          </p:nvSpPr>
          <p:spPr bwMode="auto">
            <a:xfrm>
              <a:off x="6941" y="2203"/>
              <a:ext cx="128" cy="54"/>
            </a:xfrm>
            <a:custGeom>
              <a:avLst/>
              <a:gdLst>
                <a:gd name="T0" fmla="*/ 78 w 84"/>
                <a:gd name="T1" fmla="*/ 36 h 36"/>
                <a:gd name="T2" fmla="*/ 6 w 84"/>
                <a:gd name="T3" fmla="*/ 36 h 36"/>
                <a:gd name="T4" fmla="*/ 0 w 84"/>
                <a:gd name="T5" fmla="*/ 30 h 36"/>
                <a:gd name="T6" fmla="*/ 0 w 84"/>
                <a:gd name="T7" fmla="*/ 6 h 36"/>
                <a:gd name="T8" fmla="*/ 6 w 84"/>
                <a:gd name="T9" fmla="*/ 0 h 36"/>
                <a:gd name="T10" fmla="*/ 78 w 84"/>
                <a:gd name="T11" fmla="*/ 0 h 36"/>
                <a:gd name="T12" fmla="*/ 84 w 84"/>
                <a:gd name="T13" fmla="*/ 6 h 36"/>
                <a:gd name="T14" fmla="*/ 84 w 84"/>
                <a:gd name="T15" fmla="*/ 30 h 36"/>
                <a:gd name="T16" fmla="*/ 78 w 84"/>
                <a:gd name="T17" fmla="*/ 36 h 36"/>
                <a:gd name="T18" fmla="*/ 12 w 84"/>
                <a:gd name="T19" fmla="*/ 24 h 36"/>
                <a:gd name="T20" fmla="*/ 72 w 84"/>
                <a:gd name="T21" fmla="*/ 24 h 36"/>
                <a:gd name="T22" fmla="*/ 72 w 84"/>
                <a:gd name="T23" fmla="*/ 12 h 36"/>
                <a:gd name="T24" fmla="*/ 12 w 84"/>
                <a:gd name="T25" fmla="*/ 12 h 36"/>
                <a:gd name="T26" fmla="*/ 12 w 84"/>
                <a:gd name="T27" fmla="*/ 2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36">
                  <a:moveTo>
                    <a:pt x="78" y="36"/>
                  </a:moveTo>
                  <a:cubicBezTo>
                    <a:pt x="6" y="36"/>
                    <a:pt x="6" y="36"/>
                    <a:pt x="6" y="36"/>
                  </a:cubicBezTo>
                  <a:cubicBezTo>
                    <a:pt x="3" y="36"/>
                    <a:pt x="0" y="33"/>
                    <a:pt x="0" y="30"/>
                  </a:cubicBezTo>
                  <a:cubicBezTo>
                    <a:pt x="0" y="6"/>
                    <a:pt x="0" y="6"/>
                    <a:pt x="0" y="6"/>
                  </a:cubicBezTo>
                  <a:cubicBezTo>
                    <a:pt x="0" y="2"/>
                    <a:pt x="3" y="0"/>
                    <a:pt x="6" y="0"/>
                  </a:cubicBezTo>
                  <a:cubicBezTo>
                    <a:pt x="78" y="0"/>
                    <a:pt x="78" y="0"/>
                    <a:pt x="78" y="0"/>
                  </a:cubicBezTo>
                  <a:cubicBezTo>
                    <a:pt x="82" y="0"/>
                    <a:pt x="84" y="2"/>
                    <a:pt x="84" y="6"/>
                  </a:cubicBezTo>
                  <a:cubicBezTo>
                    <a:pt x="84" y="30"/>
                    <a:pt x="84" y="30"/>
                    <a:pt x="84" y="30"/>
                  </a:cubicBezTo>
                  <a:cubicBezTo>
                    <a:pt x="84" y="33"/>
                    <a:pt x="82" y="36"/>
                    <a:pt x="78" y="36"/>
                  </a:cubicBezTo>
                  <a:close/>
                  <a:moveTo>
                    <a:pt x="12" y="24"/>
                  </a:moveTo>
                  <a:cubicBezTo>
                    <a:pt x="72" y="24"/>
                    <a:pt x="72" y="24"/>
                    <a:pt x="72" y="24"/>
                  </a:cubicBezTo>
                  <a:cubicBezTo>
                    <a:pt x="72" y="12"/>
                    <a:pt x="72" y="12"/>
                    <a:pt x="72" y="12"/>
                  </a:cubicBezTo>
                  <a:cubicBezTo>
                    <a:pt x="12" y="12"/>
                    <a:pt x="12" y="12"/>
                    <a:pt x="12" y="12"/>
                  </a:cubicBezTo>
                  <a:lnTo>
                    <a:pt x="12"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255" name="Group 83">
            <a:extLst>
              <a:ext uri="{FF2B5EF4-FFF2-40B4-BE49-F238E27FC236}">
                <a16:creationId xmlns:a16="http://schemas.microsoft.com/office/drawing/2014/main" id="{55833B4A-F17D-B241-A9BA-CAA65D15AF3C}"/>
              </a:ext>
            </a:extLst>
          </p:cNvPr>
          <p:cNvGrpSpPr>
            <a:grpSpLocks noChangeAspect="1"/>
          </p:cNvGrpSpPr>
          <p:nvPr userDrawn="1"/>
        </p:nvGrpSpPr>
        <p:grpSpPr bwMode="auto">
          <a:xfrm>
            <a:off x="5862737" y="4307059"/>
            <a:ext cx="513716" cy="502040"/>
            <a:chOff x="2584" y="1926"/>
            <a:chExt cx="440" cy="430"/>
          </a:xfrm>
          <a:solidFill>
            <a:schemeClr val="accent1"/>
          </a:solidFill>
        </p:grpSpPr>
        <p:sp>
          <p:nvSpPr>
            <p:cNvPr id="256" name="Freeform 84">
              <a:extLst>
                <a:ext uri="{FF2B5EF4-FFF2-40B4-BE49-F238E27FC236}">
                  <a16:creationId xmlns:a16="http://schemas.microsoft.com/office/drawing/2014/main" id="{62D09E4A-E7E8-5A4A-85DE-1B4599C0D0C4}"/>
                </a:ext>
              </a:extLst>
            </p:cNvPr>
            <p:cNvSpPr>
              <a:spLocks noEditPoints="1"/>
            </p:cNvSpPr>
            <p:nvPr/>
          </p:nvSpPr>
          <p:spPr bwMode="auto">
            <a:xfrm>
              <a:off x="2749" y="2033"/>
              <a:ext cx="165" cy="162"/>
            </a:xfrm>
            <a:custGeom>
              <a:avLst/>
              <a:gdLst>
                <a:gd name="T0" fmla="*/ 54 w 108"/>
                <a:gd name="T1" fmla="*/ 108 h 108"/>
                <a:gd name="T2" fmla="*/ 0 w 108"/>
                <a:gd name="T3" fmla="*/ 54 h 108"/>
                <a:gd name="T4" fmla="*/ 54 w 108"/>
                <a:gd name="T5" fmla="*/ 0 h 108"/>
                <a:gd name="T6" fmla="*/ 108 w 108"/>
                <a:gd name="T7" fmla="*/ 54 h 108"/>
                <a:gd name="T8" fmla="*/ 54 w 108"/>
                <a:gd name="T9" fmla="*/ 108 h 108"/>
                <a:gd name="T10" fmla="*/ 54 w 108"/>
                <a:gd name="T11" fmla="*/ 12 h 108"/>
                <a:gd name="T12" fmla="*/ 12 w 108"/>
                <a:gd name="T13" fmla="*/ 54 h 108"/>
                <a:gd name="T14" fmla="*/ 54 w 108"/>
                <a:gd name="T15" fmla="*/ 96 h 108"/>
                <a:gd name="T16" fmla="*/ 96 w 108"/>
                <a:gd name="T17" fmla="*/ 54 h 108"/>
                <a:gd name="T18" fmla="*/ 54 w 108"/>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08">
                  <a:moveTo>
                    <a:pt x="54" y="108"/>
                  </a:moveTo>
                  <a:cubicBezTo>
                    <a:pt x="24" y="108"/>
                    <a:pt x="0" y="84"/>
                    <a:pt x="0" y="54"/>
                  </a:cubicBezTo>
                  <a:cubicBezTo>
                    <a:pt x="0" y="24"/>
                    <a:pt x="24" y="0"/>
                    <a:pt x="54" y="0"/>
                  </a:cubicBezTo>
                  <a:cubicBezTo>
                    <a:pt x="84" y="0"/>
                    <a:pt x="108" y="24"/>
                    <a:pt x="108" y="54"/>
                  </a:cubicBezTo>
                  <a:cubicBezTo>
                    <a:pt x="108" y="84"/>
                    <a:pt x="84" y="108"/>
                    <a:pt x="54" y="108"/>
                  </a:cubicBezTo>
                  <a:close/>
                  <a:moveTo>
                    <a:pt x="54" y="12"/>
                  </a:moveTo>
                  <a:cubicBezTo>
                    <a:pt x="31" y="12"/>
                    <a:pt x="12" y="31"/>
                    <a:pt x="12" y="54"/>
                  </a:cubicBezTo>
                  <a:cubicBezTo>
                    <a:pt x="12" y="77"/>
                    <a:pt x="31" y="96"/>
                    <a:pt x="54" y="96"/>
                  </a:cubicBezTo>
                  <a:cubicBezTo>
                    <a:pt x="77" y="96"/>
                    <a:pt x="96" y="77"/>
                    <a:pt x="96" y="54"/>
                  </a:cubicBezTo>
                  <a:cubicBezTo>
                    <a:pt x="96" y="31"/>
                    <a:pt x="77"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57" name="Freeform 85">
              <a:extLst>
                <a:ext uri="{FF2B5EF4-FFF2-40B4-BE49-F238E27FC236}">
                  <a16:creationId xmlns:a16="http://schemas.microsoft.com/office/drawing/2014/main" id="{B59559F8-B7D8-E64A-9FF8-99BE86B67197}"/>
                </a:ext>
              </a:extLst>
            </p:cNvPr>
            <p:cNvSpPr>
              <a:spLocks noEditPoints="1"/>
            </p:cNvSpPr>
            <p:nvPr/>
          </p:nvSpPr>
          <p:spPr bwMode="auto">
            <a:xfrm>
              <a:off x="2584" y="1989"/>
              <a:ext cx="73"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58" name="Freeform 86">
              <a:extLst>
                <a:ext uri="{FF2B5EF4-FFF2-40B4-BE49-F238E27FC236}">
                  <a16:creationId xmlns:a16="http://schemas.microsoft.com/office/drawing/2014/main" id="{CB47EC8D-F2B8-9F4C-B06A-5E3E2F46DBEF}"/>
                </a:ext>
              </a:extLst>
            </p:cNvPr>
            <p:cNvSpPr>
              <a:spLocks noEditPoints="1"/>
            </p:cNvSpPr>
            <p:nvPr/>
          </p:nvSpPr>
          <p:spPr bwMode="auto">
            <a:xfrm>
              <a:off x="2951" y="1926"/>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59" name="Freeform 87">
              <a:extLst>
                <a:ext uri="{FF2B5EF4-FFF2-40B4-BE49-F238E27FC236}">
                  <a16:creationId xmlns:a16="http://schemas.microsoft.com/office/drawing/2014/main" id="{DFF5E73F-F4A1-184B-8EF1-E99450FD4003}"/>
                </a:ext>
              </a:extLst>
            </p:cNvPr>
            <p:cNvSpPr>
              <a:spLocks noEditPoints="1"/>
            </p:cNvSpPr>
            <p:nvPr/>
          </p:nvSpPr>
          <p:spPr bwMode="auto">
            <a:xfrm>
              <a:off x="2584" y="2284"/>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60" name="Freeform 88">
              <a:extLst>
                <a:ext uri="{FF2B5EF4-FFF2-40B4-BE49-F238E27FC236}">
                  <a16:creationId xmlns:a16="http://schemas.microsoft.com/office/drawing/2014/main" id="{4315EC7A-FDF7-B047-92A8-C59FD41F2ACE}"/>
                </a:ext>
              </a:extLst>
            </p:cNvPr>
            <p:cNvSpPr>
              <a:spLocks noEditPoints="1"/>
            </p:cNvSpPr>
            <p:nvPr/>
          </p:nvSpPr>
          <p:spPr bwMode="auto">
            <a:xfrm>
              <a:off x="2795" y="2284"/>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61" name="Freeform 89">
              <a:extLst>
                <a:ext uri="{FF2B5EF4-FFF2-40B4-BE49-F238E27FC236}">
                  <a16:creationId xmlns:a16="http://schemas.microsoft.com/office/drawing/2014/main" id="{5CFD3D7D-9ADA-AA40-8FB5-1D7E3F968532}"/>
                </a:ext>
              </a:extLst>
            </p:cNvPr>
            <p:cNvSpPr>
              <a:spLocks/>
            </p:cNvSpPr>
            <p:nvPr/>
          </p:nvSpPr>
          <p:spPr bwMode="auto">
            <a:xfrm>
              <a:off x="2634" y="2159"/>
              <a:ext cx="152" cy="149"/>
            </a:xfrm>
            <a:custGeom>
              <a:avLst/>
              <a:gdLst>
                <a:gd name="T0" fmla="*/ 12 w 152"/>
                <a:gd name="T1" fmla="*/ 149 h 149"/>
                <a:gd name="T2" fmla="*/ 0 w 152"/>
                <a:gd name="T3" fmla="*/ 136 h 149"/>
                <a:gd name="T4" fmla="*/ 139 w 152"/>
                <a:gd name="T5" fmla="*/ 0 h 149"/>
                <a:gd name="T6" fmla="*/ 152 w 152"/>
                <a:gd name="T7" fmla="*/ 13 h 149"/>
                <a:gd name="T8" fmla="*/ 12 w 152"/>
                <a:gd name="T9" fmla="*/ 149 h 149"/>
              </a:gdLst>
              <a:ahLst/>
              <a:cxnLst>
                <a:cxn ang="0">
                  <a:pos x="T0" y="T1"/>
                </a:cxn>
                <a:cxn ang="0">
                  <a:pos x="T2" y="T3"/>
                </a:cxn>
                <a:cxn ang="0">
                  <a:pos x="T4" y="T5"/>
                </a:cxn>
                <a:cxn ang="0">
                  <a:pos x="T6" y="T7"/>
                </a:cxn>
                <a:cxn ang="0">
                  <a:pos x="T8" y="T9"/>
                </a:cxn>
              </a:cxnLst>
              <a:rect l="0" t="0" r="r" b="b"/>
              <a:pathLst>
                <a:path w="152" h="149">
                  <a:moveTo>
                    <a:pt x="12" y="149"/>
                  </a:moveTo>
                  <a:lnTo>
                    <a:pt x="0" y="136"/>
                  </a:lnTo>
                  <a:lnTo>
                    <a:pt x="139" y="0"/>
                  </a:lnTo>
                  <a:lnTo>
                    <a:pt x="152" y="13"/>
                  </a:lnTo>
                  <a:lnTo>
                    <a:pt x="12"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62" name="Freeform 90">
              <a:extLst>
                <a:ext uri="{FF2B5EF4-FFF2-40B4-BE49-F238E27FC236}">
                  <a16:creationId xmlns:a16="http://schemas.microsoft.com/office/drawing/2014/main" id="{BC3144C7-6411-9D4D-B367-CCFF229DB9B8}"/>
                </a:ext>
              </a:extLst>
            </p:cNvPr>
            <p:cNvSpPr>
              <a:spLocks/>
            </p:cNvSpPr>
            <p:nvPr/>
          </p:nvSpPr>
          <p:spPr bwMode="auto">
            <a:xfrm>
              <a:off x="2877" y="1975"/>
              <a:ext cx="98" cy="96"/>
            </a:xfrm>
            <a:custGeom>
              <a:avLst/>
              <a:gdLst>
                <a:gd name="T0" fmla="*/ 13 w 98"/>
                <a:gd name="T1" fmla="*/ 96 h 96"/>
                <a:gd name="T2" fmla="*/ 0 w 98"/>
                <a:gd name="T3" fmla="*/ 82 h 96"/>
                <a:gd name="T4" fmla="*/ 84 w 98"/>
                <a:gd name="T5" fmla="*/ 0 h 96"/>
                <a:gd name="T6" fmla="*/ 98 w 98"/>
                <a:gd name="T7" fmla="*/ 12 h 96"/>
                <a:gd name="T8" fmla="*/ 13 w 98"/>
                <a:gd name="T9" fmla="*/ 96 h 96"/>
              </a:gdLst>
              <a:ahLst/>
              <a:cxnLst>
                <a:cxn ang="0">
                  <a:pos x="T0" y="T1"/>
                </a:cxn>
                <a:cxn ang="0">
                  <a:pos x="T2" y="T3"/>
                </a:cxn>
                <a:cxn ang="0">
                  <a:pos x="T4" y="T5"/>
                </a:cxn>
                <a:cxn ang="0">
                  <a:pos x="T6" y="T7"/>
                </a:cxn>
                <a:cxn ang="0">
                  <a:pos x="T8" y="T9"/>
                </a:cxn>
              </a:cxnLst>
              <a:rect l="0" t="0" r="r" b="b"/>
              <a:pathLst>
                <a:path w="98" h="96">
                  <a:moveTo>
                    <a:pt x="13" y="96"/>
                  </a:moveTo>
                  <a:lnTo>
                    <a:pt x="0" y="82"/>
                  </a:lnTo>
                  <a:lnTo>
                    <a:pt x="84" y="0"/>
                  </a:lnTo>
                  <a:lnTo>
                    <a:pt x="98" y="12"/>
                  </a:lnTo>
                  <a:lnTo>
                    <a:pt x="13"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63" name="Freeform 91">
              <a:extLst>
                <a:ext uri="{FF2B5EF4-FFF2-40B4-BE49-F238E27FC236}">
                  <a16:creationId xmlns:a16="http://schemas.microsoft.com/office/drawing/2014/main" id="{6E2C42D8-3319-674B-8133-E01915A2D52A}"/>
                </a:ext>
              </a:extLst>
            </p:cNvPr>
            <p:cNvSpPr>
              <a:spLocks/>
            </p:cNvSpPr>
            <p:nvPr/>
          </p:nvSpPr>
          <p:spPr bwMode="auto">
            <a:xfrm>
              <a:off x="2642" y="2029"/>
              <a:ext cx="125" cy="66"/>
            </a:xfrm>
            <a:custGeom>
              <a:avLst/>
              <a:gdLst>
                <a:gd name="T0" fmla="*/ 119 w 125"/>
                <a:gd name="T1" fmla="*/ 66 h 66"/>
                <a:gd name="T2" fmla="*/ 0 w 125"/>
                <a:gd name="T3" fmla="*/ 16 h 66"/>
                <a:gd name="T4" fmla="*/ 7 w 125"/>
                <a:gd name="T5" fmla="*/ 0 h 66"/>
                <a:gd name="T6" fmla="*/ 125 w 125"/>
                <a:gd name="T7" fmla="*/ 49 h 66"/>
                <a:gd name="T8" fmla="*/ 119 w 125"/>
                <a:gd name="T9" fmla="*/ 66 h 66"/>
              </a:gdLst>
              <a:ahLst/>
              <a:cxnLst>
                <a:cxn ang="0">
                  <a:pos x="T0" y="T1"/>
                </a:cxn>
                <a:cxn ang="0">
                  <a:pos x="T2" y="T3"/>
                </a:cxn>
                <a:cxn ang="0">
                  <a:pos x="T4" y="T5"/>
                </a:cxn>
                <a:cxn ang="0">
                  <a:pos x="T6" y="T7"/>
                </a:cxn>
                <a:cxn ang="0">
                  <a:pos x="T8" y="T9"/>
                </a:cxn>
              </a:cxnLst>
              <a:rect l="0" t="0" r="r" b="b"/>
              <a:pathLst>
                <a:path w="125" h="66">
                  <a:moveTo>
                    <a:pt x="119" y="66"/>
                  </a:moveTo>
                  <a:lnTo>
                    <a:pt x="0" y="16"/>
                  </a:lnTo>
                  <a:lnTo>
                    <a:pt x="7" y="0"/>
                  </a:lnTo>
                  <a:lnTo>
                    <a:pt x="125" y="49"/>
                  </a:lnTo>
                  <a:lnTo>
                    <a:pt x="119"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64" name="Freeform 92">
              <a:extLst>
                <a:ext uri="{FF2B5EF4-FFF2-40B4-BE49-F238E27FC236}">
                  <a16:creationId xmlns:a16="http://schemas.microsoft.com/office/drawing/2014/main" id="{8081C512-E672-CD44-BBE3-358BA6E0D14A}"/>
                </a:ext>
              </a:extLst>
            </p:cNvPr>
            <p:cNvSpPr>
              <a:spLocks/>
            </p:cNvSpPr>
            <p:nvPr/>
          </p:nvSpPr>
          <p:spPr bwMode="auto">
            <a:xfrm>
              <a:off x="2891" y="2142"/>
              <a:ext cx="74" cy="44"/>
            </a:xfrm>
            <a:custGeom>
              <a:avLst/>
              <a:gdLst>
                <a:gd name="T0" fmla="*/ 66 w 74"/>
                <a:gd name="T1" fmla="*/ 44 h 44"/>
                <a:gd name="T2" fmla="*/ 0 w 74"/>
                <a:gd name="T3" fmla="*/ 17 h 44"/>
                <a:gd name="T4" fmla="*/ 8 w 74"/>
                <a:gd name="T5" fmla="*/ 0 h 44"/>
                <a:gd name="T6" fmla="*/ 74 w 74"/>
                <a:gd name="T7" fmla="*/ 27 h 44"/>
                <a:gd name="T8" fmla="*/ 66 w 74"/>
                <a:gd name="T9" fmla="*/ 44 h 44"/>
              </a:gdLst>
              <a:ahLst/>
              <a:cxnLst>
                <a:cxn ang="0">
                  <a:pos x="T0" y="T1"/>
                </a:cxn>
                <a:cxn ang="0">
                  <a:pos x="T2" y="T3"/>
                </a:cxn>
                <a:cxn ang="0">
                  <a:pos x="T4" y="T5"/>
                </a:cxn>
                <a:cxn ang="0">
                  <a:pos x="T6" y="T7"/>
                </a:cxn>
                <a:cxn ang="0">
                  <a:pos x="T8" y="T9"/>
                </a:cxn>
              </a:cxnLst>
              <a:rect l="0" t="0" r="r" b="b"/>
              <a:pathLst>
                <a:path w="74" h="44">
                  <a:moveTo>
                    <a:pt x="66" y="44"/>
                  </a:moveTo>
                  <a:lnTo>
                    <a:pt x="0" y="17"/>
                  </a:lnTo>
                  <a:lnTo>
                    <a:pt x="8" y="0"/>
                  </a:lnTo>
                  <a:lnTo>
                    <a:pt x="74" y="27"/>
                  </a:lnTo>
                  <a:lnTo>
                    <a:pt x="66"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65" name="Rectangle 93">
              <a:extLst>
                <a:ext uri="{FF2B5EF4-FFF2-40B4-BE49-F238E27FC236}">
                  <a16:creationId xmlns:a16="http://schemas.microsoft.com/office/drawing/2014/main" id="{55AC4F32-9438-A14E-8D3B-30633B19540D}"/>
                </a:ext>
              </a:extLst>
            </p:cNvPr>
            <p:cNvSpPr>
              <a:spLocks noChangeArrowheads="1"/>
            </p:cNvSpPr>
            <p:nvPr/>
          </p:nvSpPr>
          <p:spPr bwMode="auto">
            <a:xfrm>
              <a:off x="2822" y="2186"/>
              <a:ext cx="19" cy="10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66" name="Freeform 94">
              <a:extLst>
                <a:ext uri="{FF2B5EF4-FFF2-40B4-BE49-F238E27FC236}">
                  <a16:creationId xmlns:a16="http://schemas.microsoft.com/office/drawing/2014/main" id="{B353D0A6-EF38-0447-A7B3-679682F67888}"/>
                </a:ext>
              </a:extLst>
            </p:cNvPr>
            <p:cNvSpPr>
              <a:spLocks noEditPoints="1"/>
            </p:cNvSpPr>
            <p:nvPr/>
          </p:nvSpPr>
          <p:spPr bwMode="auto">
            <a:xfrm>
              <a:off x="2951" y="2150"/>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267" name="Group 59">
            <a:extLst>
              <a:ext uri="{FF2B5EF4-FFF2-40B4-BE49-F238E27FC236}">
                <a16:creationId xmlns:a16="http://schemas.microsoft.com/office/drawing/2014/main" id="{EF54C6A6-4BD1-DD43-B133-D4D226C9EE9F}"/>
              </a:ext>
            </a:extLst>
          </p:cNvPr>
          <p:cNvGrpSpPr>
            <a:grpSpLocks noChangeAspect="1"/>
          </p:cNvGrpSpPr>
          <p:nvPr userDrawn="1"/>
        </p:nvGrpSpPr>
        <p:grpSpPr bwMode="auto">
          <a:xfrm>
            <a:off x="7131257" y="4307059"/>
            <a:ext cx="493868" cy="502040"/>
            <a:chOff x="5696" y="644"/>
            <a:chExt cx="423" cy="430"/>
          </a:xfrm>
          <a:solidFill>
            <a:schemeClr val="accent1"/>
          </a:solidFill>
        </p:grpSpPr>
        <p:sp>
          <p:nvSpPr>
            <p:cNvPr id="268" name="Freeform 60">
              <a:extLst>
                <a:ext uri="{FF2B5EF4-FFF2-40B4-BE49-F238E27FC236}">
                  <a16:creationId xmlns:a16="http://schemas.microsoft.com/office/drawing/2014/main" id="{2DF46A1E-62FB-7842-A1DF-1D64EE7FCC0F}"/>
                </a:ext>
              </a:extLst>
            </p:cNvPr>
            <p:cNvSpPr>
              <a:spLocks noEditPoints="1"/>
            </p:cNvSpPr>
            <p:nvPr/>
          </p:nvSpPr>
          <p:spPr bwMode="auto">
            <a:xfrm>
              <a:off x="5852" y="644"/>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69" name="Freeform 61">
              <a:extLst>
                <a:ext uri="{FF2B5EF4-FFF2-40B4-BE49-F238E27FC236}">
                  <a16:creationId xmlns:a16="http://schemas.microsoft.com/office/drawing/2014/main" id="{BCA1753F-E6EB-1940-8BE6-7A70C8DF218E}"/>
                </a:ext>
              </a:extLst>
            </p:cNvPr>
            <p:cNvSpPr>
              <a:spLocks noEditPoints="1"/>
            </p:cNvSpPr>
            <p:nvPr/>
          </p:nvSpPr>
          <p:spPr bwMode="auto">
            <a:xfrm>
              <a:off x="5852" y="967"/>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70" name="Freeform 62">
              <a:extLst>
                <a:ext uri="{FF2B5EF4-FFF2-40B4-BE49-F238E27FC236}">
                  <a16:creationId xmlns:a16="http://schemas.microsoft.com/office/drawing/2014/main" id="{FF51CD50-D176-8646-A186-FB4270CF1C91}"/>
                </a:ext>
              </a:extLst>
            </p:cNvPr>
            <p:cNvSpPr>
              <a:spLocks noEditPoints="1"/>
            </p:cNvSpPr>
            <p:nvPr/>
          </p:nvSpPr>
          <p:spPr bwMode="auto">
            <a:xfrm>
              <a:off x="6008" y="967"/>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71" name="Freeform 63">
              <a:extLst>
                <a:ext uri="{FF2B5EF4-FFF2-40B4-BE49-F238E27FC236}">
                  <a16:creationId xmlns:a16="http://schemas.microsoft.com/office/drawing/2014/main" id="{1DC2FFD3-7641-234A-B73A-9039B77A4C14}"/>
                </a:ext>
              </a:extLst>
            </p:cNvPr>
            <p:cNvSpPr>
              <a:spLocks noEditPoints="1"/>
            </p:cNvSpPr>
            <p:nvPr/>
          </p:nvSpPr>
          <p:spPr bwMode="auto">
            <a:xfrm>
              <a:off x="5696" y="967"/>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72" name="Rectangle 64">
              <a:extLst>
                <a:ext uri="{FF2B5EF4-FFF2-40B4-BE49-F238E27FC236}">
                  <a16:creationId xmlns:a16="http://schemas.microsoft.com/office/drawing/2014/main" id="{3900C2DB-FA6B-D741-97DE-59BAC7FFBDBD}"/>
                </a:ext>
              </a:extLst>
            </p:cNvPr>
            <p:cNvSpPr>
              <a:spLocks noChangeArrowheads="1"/>
            </p:cNvSpPr>
            <p:nvPr/>
          </p:nvSpPr>
          <p:spPr bwMode="auto">
            <a:xfrm>
              <a:off x="5898" y="743"/>
              <a:ext cx="19" cy="2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273" name="Freeform 65">
              <a:extLst>
                <a:ext uri="{FF2B5EF4-FFF2-40B4-BE49-F238E27FC236}">
                  <a16:creationId xmlns:a16="http://schemas.microsoft.com/office/drawing/2014/main" id="{3C85F200-5885-C74D-8D1C-4D9CD9852A78}"/>
                </a:ext>
              </a:extLst>
            </p:cNvPr>
            <p:cNvSpPr>
              <a:spLocks/>
            </p:cNvSpPr>
            <p:nvPr/>
          </p:nvSpPr>
          <p:spPr bwMode="auto">
            <a:xfrm>
              <a:off x="5742" y="859"/>
              <a:ext cx="331" cy="116"/>
            </a:xfrm>
            <a:custGeom>
              <a:avLst/>
              <a:gdLst>
                <a:gd name="T0" fmla="*/ 216 w 216"/>
                <a:gd name="T1" fmla="*/ 78 h 78"/>
                <a:gd name="T2" fmla="*/ 204 w 216"/>
                <a:gd name="T3" fmla="*/ 78 h 78"/>
                <a:gd name="T4" fmla="*/ 138 w 216"/>
                <a:gd name="T5" fmla="*/ 12 h 78"/>
                <a:gd name="T6" fmla="*/ 72 w 216"/>
                <a:gd name="T7" fmla="*/ 12 h 78"/>
                <a:gd name="T8" fmla="*/ 12 w 216"/>
                <a:gd name="T9" fmla="*/ 78 h 78"/>
                <a:gd name="T10" fmla="*/ 0 w 216"/>
                <a:gd name="T11" fmla="*/ 78 h 78"/>
                <a:gd name="T12" fmla="*/ 72 w 216"/>
                <a:gd name="T13" fmla="*/ 0 h 78"/>
                <a:gd name="T14" fmla="*/ 138 w 216"/>
                <a:gd name="T15" fmla="*/ 0 h 78"/>
                <a:gd name="T16" fmla="*/ 216 w 216"/>
                <a:gd name="T17"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6" h="78">
                  <a:moveTo>
                    <a:pt x="216" y="78"/>
                  </a:moveTo>
                  <a:cubicBezTo>
                    <a:pt x="204" y="78"/>
                    <a:pt x="204" y="78"/>
                    <a:pt x="204" y="78"/>
                  </a:cubicBezTo>
                  <a:cubicBezTo>
                    <a:pt x="204" y="42"/>
                    <a:pt x="175" y="12"/>
                    <a:pt x="138" y="12"/>
                  </a:cubicBezTo>
                  <a:cubicBezTo>
                    <a:pt x="72" y="12"/>
                    <a:pt x="72" y="12"/>
                    <a:pt x="72" y="12"/>
                  </a:cubicBezTo>
                  <a:cubicBezTo>
                    <a:pt x="37" y="12"/>
                    <a:pt x="12" y="40"/>
                    <a:pt x="12" y="78"/>
                  </a:cubicBezTo>
                  <a:cubicBezTo>
                    <a:pt x="0" y="78"/>
                    <a:pt x="0" y="78"/>
                    <a:pt x="0" y="78"/>
                  </a:cubicBezTo>
                  <a:cubicBezTo>
                    <a:pt x="0" y="33"/>
                    <a:pt x="31" y="0"/>
                    <a:pt x="72" y="0"/>
                  </a:cubicBezTo>
                  <a:cubicBezTo>
                    <a:pt x="138" y="0"/>
                    <a:pt x="138" y="0"/>
                    <a:pt x="138" y="0"/>
                  </a:cubicBezTo>
                  <a:cubicBezTo>
                    <a:pt x="181" y="0"/>
                    <a:pt x="216" y="35"/>
                    <a:pt x="216"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274" name="Group 40">
            <a:extLst>
              <a:ext uri="{FF2B5EF4-FFF2-40B4-BE49-F238E27FC236}">
                <a16:creationId xmlns:a16="http://schemas.microsoft.com/office/drawing/2014/main" id="{AF2CB69D-CBB7-0741-B4F3-6F052ABCDA2C}"/>
              </a:ext>
            </a:extLst>
          </p:cNvPr>
          <p:cNvGrpSpPr>
            <a:grpSpLocks noChangeAspect="1"/>
          </p:cNvGrpSpPr>
          <p:nvPr userDrawn="1"/>
        </p:nvGrpSpPr>
        <p:grpSpPr bwMode="auto">
          <a:xfrm>
            <a:off x="8413589" y="4350552"/>
            <a:ext cx="486806" cy="415054"/>
            <a:chOff x="4653" y="690"/>
            <a:chExt cx="441" cy="376"/>
          </a:xfrm>
          <a:solidFill>
            <a:schemeClr val="accent1"/>
          </a:solidFill>
        </p:grpSpPr>
        <p:sp>
          <p:nvSpPr>
            <p:cNvPr id="275" name="Freeform 41">
              <a:extLst>
                <a:ext uri="{FF2B5EF4-FFF2-40B4-BE49-F238E27FC236}">
                  <a16:creationId xmlns:a16="http://schemas.microsoft.com/office/drawing/2014/main" id="{FDCBE251-79E8-114A-B376-CEEF3221D205}"/>
                </a:ext>
              </a:extLst>
            </p:cNvPr>
            <p:cNvSpPr>
              <a:spLocks noEditPoints="1"/>
            </p:cNvSpPr>
            <p:nvPr/>
          </p:nvSpPr>
          <p:spPr bwMode="auto">
            <a:xfrm>
              <a:off x="4653" y="815"/>
              <a:ext cx="110" cy="180"/>
            </a:xfrm>
            <a:custGeom>
              <a:avLst/>
              <a:gdLst>
                <a:gd name="T0" fmla="*/ 54 w 72"/>
                <a:gd name="T1" fmla="*/ 120 h 120"/>
                <a:gd name="T2" fmla="*/ 18 w 72"/>
                <a:gd name="T3" fmla="*/ 120 h 120"/>
                <a:gd name="T4" fmla="*/ 12 w 72"/>
                <a:gd name="T5" fmla="*/ 114 h 120"/>
                <a:gd name="T6" fmla="*/ 12 w 72"/>
                <a:gd name="T7" fmla="*/ 65 h 120"/>
                <a:gd name="T8" fmla="*/ 0 w 72"/>
                <a:gd name="T9" fmla="*/ 42 h 120"/>
                <a:gd name="T10" fmla="*/ 0 w 72"/>
                <a:gd name="T11" fmla="*/ 6 h 120"/>
                <a:gd name="T12" fmla="*/ 6 w 72"/>
                <a:gd name="T13" fmla="*/ 0 h 120"/>
                <a:gd name="T14" fmla="*/ 66 w 72"/>
                <a:gd name="T15" fmla="*/ 0 h 120"/>
                <a:gd name="T16" fmla="*/ 72 w 72"/>
                <a:gd name="T17" fmla="*/ 6 h 120"/>
                <a:gd name="T18" fmla="*/ 72 w 72"/>
                <a:gd name="T19" fmla="*/ 42 h 120"/>
                <a:gd name="T20" fmla="*/ 60 w 72"/>
                <a:gd name="T21" fmla="*/ 65 h 120"/>
                <a:gd name="T22" fmla="*/ 60 w 72"/>
                <a:gd name="T23" fmla="*/ 114 h 120"/>
                <a:gd name="T24" fmla="*/ 54 w 72"/>
                <a:gd name="T25" fmla="*/ 120 h 120"/>
                <a:gd name="T26" fmla="*/ 24 w 72"/>
                <a:gd name="T27" fmla="*/ 108 h 120"/>
                <a:gd name="T28" fmla="*/ 48 w 72"/>
                <a:gd name="T29" fmla="*/ 108 h 120"/>
                <a:gd name="T30" fmla="*/ 48 w 72"/>
                <a:gd name="T31" fmla="*/ 60 h 120"/>
                <a:gd name="T32" fmla="*/ 54 w 72"/>
                <a:gd name="T33" fmla="*/ 54 h 120"/>
                <a:gd name="T34" fmla="*/ 60 w 72"/>
                <a:gd name="T35" fmla="*/ 42 h 120"/>
                <a:gd name="T36" fmla="*/ 60 w 72"/>
                <a:gd name="T37" fmla="*/ 12 h 120"/>
                <a:gd name="T38" fmla="*/ 12 w 72"/>
                <a:gd name="T39" fmla="*/ 12 h 120"/>
                <a:gd name="T40" fmla="*/ 12 w 72"/>
                <a:gd name="T41" fmla="*/ 42 h 120"/>
                <a:gd name="T42" fmla="*/ 18 w 72"/>
                <a:gd name="T43" fmla="*/ 54 h 120"/>
                <a:gd name="T44" fmla="*/ 24 w 72"/>
                <a:gd name="T45" fmla="*/ 60 h 120"/>
                <a:gd name="T46" fmla="*/ 24 w 72"/>
                <a:gd name="T4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120">
                  <a:moveTo>
                    <a:pt x="54" y="120"/>
                  </a:moveTo>
                  <a:cubicBezTo>
                    <a:pt x="18" y="120"/>
                    <a:pt x="18" y="120"/>
                    <a:pt x="18" y="120"/>
                  </a:cubicBezTo>
                  <a:cubicBezTo>
                    <a:pt x="15" y="120"/>
                    <a:pt x="12" y="117"/>
                    <a:pt x="12" y="114"/>
                  </a:cubicBezTo>
                  <a:cubicBezTo>
                    <a:pt x="12" y="65"/>
                    <a:pt x="12" y="65"/>
                    <a:pt x="12" y="65"/>
                  </a:cubicBezTo>
                  <a:cubicBezTo>
                    <a:pt x="4" y="62"/>
                    <a:pt x="0" y="55"/>
                    <a:pt x="0" y="42"/>
                  </a:cubicBezTo>
                  <a:cubicBezTo>
                    <a:pt x="0" y="6"/>
                    <a:pt x="0" y="6"/>
                    <a:pt x="0" y="6"/>
                  </a:cubicBezTo>
                  <a:cubicBezTo>
                    <a:pt x="0" y="2"/>
                    <a:pt x="3" y="0"/>
                    <a:pt x="6" y="0"/>
                  </a:cubicBezTo>
                  <a:cubicBezTo>
                    <a:pt x="66" y="0"/>
                    <a:pt x="66" y="0"/>
                    <a:pt x="66" y="0"/>
                  </a:cubicBezTo>
                  <a:cubicBezTo>
                    <a:pt x="69" y="0"/>
                    <a:pt x="72" y="2"/>
                    <a:pt x="72" y="6"/>
                  </a:cubicBezTo>
                  <a:cubicBezTo>
                    <a:pt x="72" y="42"/>
                    <a:pt x="72" y="42"/>
                    <a:pt x="72" y="42"/>
                  </a:cubicBezTo>
                  <a:cubicBezTo>
                    <a:pt x="72" y="55"/>
                    <a:pt x="68" y="62"/>
                    <a:pt x="60" y="65"/>
                  </a:cubicBezTo>
                  <a:cubicBezTo>
                    <a:pt x="60" y="114"/>
                    <a:pt x="60" y="114"/>
                    <a:pt x="60" y="114"/>
                  </a:cubicBezTo>
                  <a:cubicBezTo>
                    <a:pt x="60" y="117"/>
                    <a:pt x="57" y="120"/>
                    <a:pt x="54" y="120"/>
                  </a:cubicBezTo>
                  <a:close/>
                  <a:moveTo>
                    <a:pt x="24" y="108"/>
                  </a:moveTo>
                  <a:cubicBezTo>
                    <a:pt x="48" y="108"/>
                    <a:pt x="48" y="108"/>
                    <a:pt x="48" y="108"/>
                  </a:cubicBezTo>
                  <a:cubicBezTo>
                    <a:pt x="48" y="60"/>
                    <a:pt x="48" y="60"/>
                    <a:pt x="48" y="60"/>
                  </a:cubicBezTo>
                  <a:cubicBezTo>
                    <a:pt x="48" y="56"/>
                    <a:pt x="51" y="54"/>
                    <a:pt x="54" y="54"/>
                  </a:cubicBezTo>
                  <a:cubicBezTo>
                    <a:pt x="57" y="54"/>
                    <a:pt x="60" y="54"/>
                    <a:pt x="60" y="42"/>
                  </a:cubicBezTo>
                  <a:cubicBezTo>
                    <a:pt x="60" y="12"/>
                    <a:pt x="60" y="12"/>
                    <a:pt x="60" y="12"/>
                  </a:cubicBezTo>
                  <a:cubicBezTo>
                    <a:pt x="12" y="12"/>
                    <a:pt x="12" y="12"/>
                    <a:pt x="12" y="12"/>
                  </a:cubicBezTo>
                  <a:cubicBezTo>
                    <a:pt x="12" y="42"/>
                    <a:pt x="12" y="42"/>
                    <a:pt x="12" y="42"/>
                  </a:cubicBezTo>
                  <a:cubicBezTo>
                    <a:pt x="12" y="54"/>
                    <a:pt x="15" y="54"/>
                    <a:pt x="18" y="54"/>
                  </a:cubicBezTo>
                  <a:cubicBezTo>
                    <a:pt x="21" y="54"/>
                    <a:pt x="24" y="56"/>
                    <a:pt x="24" y="60"/>
                  </a:cubicBezTo>
                  <a:lnTo>
                    <a:pt x="2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76" name="Freeform 42">
              <a:extLst>
                <a:ext uri="{FF2B5EF4-FFF2-40B4-BE49-F238E27FC236}">
                  <a16:creationId xmlns:a16="http://schemas.microsoft.com/office/drawing/2014/main" id="{33EAB03F-1708-934A-9326-DCEC1E3BE1BF}"/>
                </a:ext>
              </a:extLst>
            </p:cNvPr>
            <p:cNvSpPr>
              <a:spLocks noEditPoints="1"/>
            </p:cNvSpPr>
            <p:nvPr/>
          </p:nvSpPr>
          <p:spPr bwMode="auto">
            <a:xfrm>
              <a:off x="4984" y="815"/>
              <a:ext cx="110" cy="180"/>
            </a:xfrm>
            <a:custGeom>
              <a:avLst/>
              <a:gdLst>
                <a:gd name="T0" fmla="*/ 54 w 72"/>
                <a:gd name="T1" fmla="*/ 120 h 120"/>
                <a:gd name="T2" fmla="*/ 18 w 72"/>
                <a:gd name="T3" fmla="*/ 120 h 120"/>
                <a:gd name="T4" fmla="*/ 12 w 72"/>
                <a:gd name="T5" fmla="*/ 114 h 120"/>
                <a:gd name="T6" fmla="*/ 12 w 72"/>
                <a:gd name="T7" fmla="*/ 65 h 120"/>
                <a:gd name="T8" fmla="*/ 0 w 72"/>
                <a:gd name="T9" fmla="*/ 42 h 120"/>
                <a:gd name="T10" fmla="*/ 0 w 72"/>
                <a:gd name="T11" fmla="*/ 6 h 120"/>
                <a:gd name="T12" fmla="*/ 6 w 72"/>
                <a:gd name="T13" fmla="*/ 0 h 120"/>
                <a:gd name="T14" fmla="*/ 66 w 72"/>
                <a:gd name="T15" fmla="*/ 0 h 120"/>
                <a:gd name="T16" fmla="*/ 72 w 72"/>
                <a:gd name="T17" fmla="*/ 6 h 120"/>
                <a:gd name="T18" fmla="*/ 72 w 72"/>
                <a:gd name="T19" fmla="*/ 42 h 120"/>
                <a:gd name="T20" fmla="*/ 60 w 72"/>
                <a:gd name="T21" fmla="*/ 65 h 120"/>
                <a:gd name="T22" fmla="*/ 60 w 72"/>
                <a:gd name="T23" fmla="*/ 114 h 120"/>
                <a:gd name="T24" fmla="*/ 54 w 72"/>
                <a:gd name="T25" fmla="*/ 120 h 120"/>
                <a:gd name="T26" fmla="*/ 24 w 72"/>
                <a:gd name="T27" fmla="*/ 108 h 120"/>
                <a:gd name="T28" fmla="*/ 48 w 72"/>
                <a:gd name="T29" fmla="*/ 108 h 120"/>
                <a:gd name="T30" fmla="*/ 48 w 72"/>
                <a:gd name="T31" fmla="*/ 60 h 120"/>
                <a:gd name="T32" fmla="*/ 54 w 72"/>
                <a:gd name="T33" fmla="*/ 54 h 120"/>
                <a:gd name="T34" fmla="*/ 60 w 72"/>
                <a:gd name="T35" fmla="*/ 42 h 120"/>
                <a:gd name="T36" fmla="*/ 60 w 72"/>
                <a:gd name="T37" fmla="*/ 12 h 120"/>
                <a:gd name="T38" fmla="*/ 12 w 72"/>
                <a:gd name="T39" fmla="*/ 12 h 120"/>
                <a:gd name="T40" fmla="*/ 12 w 72"/>
                <a:gd name="T41" fmla="*/ 42 h 120"/>
                <a:gd name="T42" fmla="*/ 18 w 72"/>
                <a:gd name="T43" fmla="*/ 54 h 120"/>
                <a:gd name="T44" fmla="*/ 24 w 72"/>
                <a:gd name="T45" fmla="*/ 60 h 120"/>
                <a:gd name="T46" fmla="*/ 24 w 72"/>
                <a:gd name="T4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120">
                  <a:moveTo>
                    <a:pt x="54" y="120"/>
                  </a:moveTo>
                  <a:cubicBezTo>
                    <a:pt x="18" y="120"/>
                    <a:pt x="18" y="120"/>
                    <a:pt x="18" y="120"/>
                  </a:cubicBezTo>
                  <a:cubicBezTo>
                    <a:pt x="15" y="120"/>
                    <a:pt x="12" y="117"/>
                    <a:pt x="12" y="114"/>
                  </a:cubicBezTo>
                  <a:cubicBezTo>
                    <a:pt x="12" y="65"/>
                    <a:pt x="12" y="65"/>
                    <a:pt x="12" y="65"/>
                  </a:cubicBezTo>
                  <a:cubicBezTo>
                    <a:pt x="4" y="62"/>
                    <a:pt x="0" y="55"/>
                    <a:pt x="0" y="42"/>
                  </a:cubicBezTo>
                  <a:cubicBezTo>
                    <a:pt x="0" y="6"/>
                    <a:pt x="0" y="6"/>
                    <a:pt x="0" y="6"/>
                  </a:cubicBezTo>
                  <a:cubicBezTo>
                    <a:pt x="0" y="2"/>
                    <a:pt x="3" y="0"/>
                    <a:pt x="6" y="0"/>
                  </a:cubicBezTo>
                  <a:cubicBezTo>
                    <a:pt x="66" y="0"/>
                    <a:pt x="66" y="0"/>
                    <a:pt x="66" y="0"/>
                  </a:cubicBezTo>
                  <a:cubicBezTo>
                    <a:pt x="69" y="0"/>
                    <a:pt x="72" y="2"/>
                    <a:pt x="72" y="6"/>
                  </a:cubicBezTo>
                  <a:cubicBezTo>
                    <a:pt x="72" y="42"/>
                    <a:pt x="72" y="42"/>
                    <a:pt x="72" y="42"/>
                  </a:cubicBezTo>
                  <a:cubicBezTo>
                    <a:pt x="72" y="55"/>
                    <a:pt x="68" y="62"/>
                    <a:pt x="60" y="65"/>
                  </a:cubicBezTo>
                  <a:cubicBezTo>
                    <a:pt x="60" y="114"/>
                    <a:pt x="60" y="114"/>
                    <a:pt x="60" y="114"/>
                  </a:cubicBezTo>
                  <a:cubicBezTo>
                    <a:pt x="60" y="117"/>
                    <a:pt x="57" y="120"/>
                    <a:pt x="54" y="120"/>
                  </a:cubicBezTo>
                  <a:close/>
                  <a:moveTo>
                    <a:pt x="24" y="108"/>
                  </a:moveTo>
                  <a:cubicBezTo>
                    <a:pt x="48" y="108"/>
                    <a:pt x="48" y="108"/>
                    <a:pt x="48" y="108"/>
                  </a:cubicBezTo>
                  <a:cubicBezTo>
                    <a:pt x="48" y="60"/>
                    <a:pt x="48" y="60"/>
                    <a:pt x="48" y="60"/>
                  </a:cubicBezTo>
                  <a:cubicBezTo>
                    <a:pt x="48" y="56"/>
                    <a:pt x="51" y="54"/>
                    <a:pt x="54" y="54"/>
                  </a:cubicBezTo>
                  <a:cubicBezTo>
                    <a:pt x="57" y="54"/>
                    <a:pt x="60" y="54"/>
                    <a:pt x="60" y="42"/>
                  </a:cubicBezTo>
                  <a:cubicBezTo>
                    <a:pt x="60" y="12"/>
                    <a:pt x="60" y="12"/>
                    <a:pt x="60" y="12"/>
                  </a:cubicBezTo>
                  <a:cubicBezTo>
                    <a:pt x="12" y="12"/>
                    <a:pt x="12" y="12"/>
                    <a:pt x="12" y="12"/>
                  </a:cubicBezTo>
                  <a:cubicBezTo>
                    <a:pt x="12" y="42"/>
                    <a:pt x="12" y="42"/>
                    <a:pt x="12" y="42"/>
                  </a:cubicBezTo>
                  <a:cubicBezTo>
                    <a:pt x="12" y="54"/>
                    <a:pt x="15" y="54"/>
                    <a:pt x="18" y="54"/>
                  </a:cubicBezTo>
                  <a:cubicBezTo>
                    <a:pt x="21" y="54"/>
                    <a:pt x="24" y="56"/>
                    <a:pt x="24" y="60"/>
                  </a:cubicBezTo>
                  <a:lnTo>
                    <a:pt x="2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77" name="Freeform 43">
              <a:extLst>
                <a:ext uri="{FF2B5EF4-FFF2-40B4-BE49-F238E27FC236}">
                  <a16:creationId xmlns:a16="http://schemas.microsoft.com/office/drawing/2014/main" id="{0B22C036-1BF3-914B-849D-BDC1213AB0A1}"/>
                </a:ext>
              </a:extLst>
            </p:cNvPr>
            <p:cNvSpPr>
              <a:spLocks noEditPoints="1"/>
            </p:cNvSpPr>
            <p:nvPr/>
          </p:nvSpPr>
          <p:spPr bwMode="auto">
            <a:xfrm>
              <a:off x="4800" y="815"/>
              <a:ext cx="147" cy="251"/>
            </a:xfrm>
            <a:custGeom>
              <a:avLst/>
              <a:gdLst>
                <a:gd name="T0" fmla="*/ 66 w 96"/>
                <a:gd name="T1" fmla="*/ 168 h 168"/>
                <a:gd name="T2" fmla="*/ 30 w 96"/>
                <a:gd name="T3" fmla="*/ 168 h 168"/>
                <a:gd name="T4" fmla="*/ 24 w 96"/>
                <a:gd name="T5" fmla="*/ 162 h 168"/>
                <a:gd name="T6" fmla="*/ 24 w 96"/>
                <a:gd name="T7" fmla="*/ 95 h 168"/>
                <a:gd name="T8" fmla="*/ 0 w 96"/>
                <a:gd name="T9" fmla="*/ 66 h 168"/>
                <a:gd name="T10" fmla="*/ 0 w 96"/>
                <a:gd name="T11" fmla="*/ 6 h 168"/>
                <a:gd name="T12" fmla="*/ 6 w 96"/>
                <a:gd name="T13" fmla="*/ 0 h 168"/>
                <a:gd name="T14" fmla="*/ 90 w 96"/>
                <a:gd name="T15" fmla="*/ 0 h 168"/>
                <a:gd name="T16" fmla="*/ 96 w 96"/>
                <a:gd name="T17" fmla="*/ 6 h 168"/>
                <a:gd name="T18" fmla="*/ 96 w 96"/>
                <a:gd name="T19" fmla="*/ 66 h 168"/>
                <a:gd name="T20" fmla="*/ 72 w 96"/>
                <a:gd name="T21" fmla="*/ 95 h 168"/>
                <a:gd name="T22" fmla="*/ 72 w 96"/>
                <a:gd name="T23" fmla="*/ 162 h 168"/>
                <a:gd name="T24" fmla="*/ 66 w 96"/>
                <a:gd name="T25" fmla="*/ 168 h 168"/>
                <a:gd name="T26" fmla="*/ 36 w 96"/>
                <a:gd name="T27" fmla="*/ 156 h 168"/>
                <a:gd name="T28" fmla="*/ 60 w 96"/>
                <a:gd name="T29" fmla="*/ 156 h 168"/>
                <a:gd name="T30" fmla="*/ 60 w 96"/>
                <a:gd name="T31" fmla="*/ 90 h 168"/>
                <a:gd name="T32" fmla="*/ 66 w 96"/>
                <a:gd name="T33" fmla="*/ 84 h 168"/>
                <a:gd name="T34" fmla="*/ 84 w 96"/>
                <a:gd name="T35" fmla="*/ 66 h 168"/>
                <a:gd name="T36" fmla="*/ 84 w 96"/>
                <a:gd name="T37" fmla="*/ 12 h 168"/>
                <a:gd name="T38" fmla="*/ 12 w 96"/>
                <a:gd name="T39" fmla="*/ 12 h 168"/>
                <a:gd name="T40" fmla="*/ 12 w 96"/>
                <a:gd name="T41" fmla="*/ 66 h 168"/>
                <a:gd name="T42" fmla="*/ 30 w 96"/>
                <a:gd name="T43" fmla="*/ 84 h 168"/>
                <a:gd name="T44" fmla="*/ 36 w 96"/>
                <a:gd name="T45" fmla="*/ 90 h 168"/>
                <a:gd name="T46" fmla="*/ 36 w 96"/>
                <a:gd name="T47"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6" h="168">
                  <a:moveTo>
                    <a:pt x="66" y="168"/>
                  </a:moveTo>
                  <a:cubicBezTo>
                    <a:pt x="30" y="168"/>
                    <a:pt x="30" y="168"/>
                    <a:pt x="30" y="168"/>
                  </a:cubicBezTo>
                  <a:cubicBezTo>
                    <a:pt x="27" y="168"/>
                    <a:pt x="24" y="165"/>
                    <a:pt x="24" y="162"/>
                  </a:cubicBezTo>
                  <a:cubicBezTo>
                    <a:pt x="24" y="95"/>
                    <a:pt x="24" y="95"/>
                    <a:pt x="24" y="95"/>
                  </a:cubicBezTo>
                  <a:cubicBezTo>
                    <a:pt x="10" y="92"/>
                    <a:pt x="0" y="80"/>
                    <a:pt x="0" y="66"/>
                  </a:cubicBezTo>
                  <a:cubicBezTo>
                    <a:pt x="0" y="6"/>
                    <a:pt x="0" y="6"/>
                    <a:pt x="0" y="6"/>
                  </a:cubicBezTo>
                  <a:cubicBezTo>
                    <a:pt x="0" y="2"/>
                    <a:pt x="3" y="0"/>
                    <a:pt x="6" y="0"/>
                  </a:cubicBezTo>
                  <a:cubicBezTo>
                    <a:pt x="90" y="0"/>
                    <a:pt x="90" y="0"/>
                    <a:pt x="90" y="0"/>
                  </a:cubicBezTo>
                  <a:cubicBezTo>
                    <a:pt x="93" y="0"/>
                    <a:pt x="96" y="2"/>
                    <a:pt x="96" y="6"/>
                  </a:cubicBezTo>
                  <a:cubicBezTo>
                    <a:pt x="96" y="66"/>
                    <a:pt x="96" y="66"/>
                    <a:pt x="96" y="66"/>
                  </a:cubicBezTo>
                  <a:cubicBezTo>
                    <a:pt x="96" y="80"/>
                    <a:pt x="86" y="92"/>
                    <a:pt x="72" y="95"/>
                  </a:cubicBezTo>
                  <a:cubicBezTo>
                    <a:pt x="72" y="162"/>
                    <a:pt x="72" y="162"/>
                    <a:pt x="72" y="162"/>
                  </a:cubicBezTo>
                  <a:cubicBezTo>
                    <a:pt x="72" y="165"/>
                    <a:pt x="69" y="168"/>
                    <a:pt x="66" y="168"/>
                  </a:cubicBezTo>
                  <a:close/>
                  <a:moveTo>
                    <a:pt x="36" y="156"/>
                  </a:moveTo>
                  <a:cubicBezTo>
                    <a:pt x="60" y="156"/>
                    <a:pt x="60" y="156"/>
                    <a:pt x="60" y="156"/>
                  </a:cubicBezTo>
                  <a:cubicBezTo>
                    <a:pt x="60" y="90"/>
                    <a:pt x="60" y="90"/>
                    <a:pt x="60" y="90"/>
                  </a:cubicBezTo>
                  <a:cubicBezTo>
                    <a:pt x="60" y="86"/>
                    <a:pt x="63" y="84"/>
                    <a:pt x="66" y="84"/>
                  </a:cubicBezTo>
                  <a:cubicBezTo>
                    <a:pt x="76" y="84"/>
                    <a:pt x="84" y="76"/>
                    <a:pt x="84" y="66"/>
                  </a:cubicBezTo>
                  <a:cubicBezTo>
                    <a:pt x="84" y="12"/>
                    <a:pt x="84" y="12"/>
                    <a:pt x="84" y="12"/>
                  </a:cubicBezTo>
                  <a:cubicBezTo>
                    <a:pt x="12" y="12"/>
                    <a:pt x="12" y="12"/>
                    <a:pt x="12" y="12"/>
                  </a:cubicBezTo>
                  <a:cubicBezTo>
                    <a:pt x="12" y="66"/>
                    <a:pt x="12" y="66"/>
                    <a:pt x="12" y="66"/>
                  </a:cubicBezTo>
                  <a:cubicBezTo>
                    <a:pt x="12" y="76"/>
                    <a:pt x="20" y="84"/>
                    <a:pt x="30" y="84"/>
                  </a:cubicBezTo>
                  <a:cubicBezTo>
                    <a:pt x="33" y="84"/>
                    <a:pt x="36" y="86"/>
                    <a:pt x="36" y="90"/>
                  </a:cubicBezTo>
                  <a:lnTo>
                    <a:pt x="36"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78" name="Freeform 44">
              <a:extLst>
                <a:ext uri="{FF2B5EF4-FFF2-40B4-BE49-F238E27FC236}">
                  <a16:creationId xmlns:a16="http://schemas.microsoft.com/office/drawing/2014/main" id="{E8B7DC9C-B6E3-214C-96AB-8281516F4326}"/>
                </a:ext>
              </a:extLst>
            </p:cNvPr>
            <p:cNvSpPr>
              <a:spLocks noEditPoints="1"/>
            </p:cNvSpPr>
            <p:nvPr/>
          </p:nvSpPr>
          <p:spPr bwMode="auto">
            <a:xfrm>
              <a:off x="4671" y="726"/>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79" name="Freeform 45">
              <a:extLst>
                <a:ext uri="{FF2B5EF4-FFF2-40B4-BE49-F238E27FC236}">
                  <a16:creationId xmlns:a16="http://schemas.microsoft.com/office/drawing/2014/main" id="{397E29E0-4660-AC44-AA91-82129C1E3367}"/>
                </a:ext>
              </a:extLst>
            </p:cNvPr>
            <p:cNvSpPr>
              <a:spLocks noEditPoints="1"/>
            </p:cNvSpPr>
            <p:nvPr/>
          </p:nvSpPr>
          <p:spPr bwMode="auto">
            <a:xfrm>
              <a:off x="5002" y="726"/>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80" name="Freeform 46">
              <a:extLst>
                <a:ext uri="{FF2B5EF4-FFF2-40B4-BE49-F238E27FC236}">
                  <a16:creationId xmlns:a16="http://schemas.microsoft.com/office/drawing/2014/main" id="{30250504-C013-FB41-8C0E-CC245995DB46}"/>
                </a:ext>
              </a:extLst>
            </p:cNvPr>
            <p:cNvSpPr>
              <a:spLocks noEditPoints="1"/>
            </p:cNvSpPr>
            <p:nvPr/>
          </p:nvSpPr>
          <p:spPr bwMode="auto">
            <a:xfrm>
              <a:off x="4818" y="690"/>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5"/>
                    <a:pt x="0" y="36"/>
                  </a:cubicBezTo>
                  <a:cubicBezTo>
                    <a:pt x="0" y="16"/>
                    <a:pt x="16" y="0"/>
                    <a:pt x="36" y="0"/>
                  </a:cubicBezTo>
                  <a:cubicBezTo>
                    <a:pt x="56" y="0"/>
                    <a:pt x="72" y="16"/>
                    <a:pt x="72" y="36"/>
                  </a:cubicBezTo>
                  <a:cubicBezTo>
                    <a:pt x="72" y="55"/>
                    <a:pt x="56" y="72"/>
                    <a:pt x="36" y="72"/>
                  </a:cubicBezTo>
                  <a:close/>
                  <a:moveTo>
                    <a:pt x="36" y="12"/>
                  </a:moveTo>
                  <a:cubicBezTo>
                    <a:pt x="23" y="12"/>
                    <a:pt x="12" y="22"/>
                    <a:pt x="12" y="36"/>
                  </a:cubicBezTo>
                  <a:cubicBezTo>
                    <a:pt x="12" y="49"/>
                    <a:pt x="23" y="60"/>
                    <a:pt x="36" y="60"/>
                  </a:cubicBezTo>
                  <a:cubicBezTo>
                    <a:pt x="49" y="60"/>
                    <a:pt x="60" y="49"/>
                    <a:pt x="60" y="36"/>
                  </a:cubicBezTo>
                  <a:cubicBezTo>
                    <a:pt x="60" y="22"/>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281" name="Group 122">
            <a:extLst>
              <a:ext uri="{FF2B5EF4-FFF2-40B4-BE49-F238E27FC236}">
                <a16:creationId xmlns:a16="http://schemas.microsoft.com/office/drawing/2014/main" id="{67283CD5-0255-B34C-BF7E-E084473C74C8}"/>
              </a:ext>
            </a:extLst>
          </p:cNvPr>
          <p:cNvGrpSpPr>
            <a:grpSpLocks noChangeAspect="1"/>
          </p:cNvGrpSpPr>
          <p:nvPr userDrawn="1"/>
        </p:nvGrpSpPr>
        <p:grpSpPr bwMode="auto">
          <a:xfrm>
            <a:off x="9677138" y="4315989"/>
            <a:ext cx="496566" cy="484180"/>
            <a:chOff x="487" y="3214"/>
            <a:chExt cx="441" cy="430"/>
          </a:xfrm>
          <a:solidFill>
            <a:schemeClr val="accent1"/>
          </a:solidFill>
        </p:grpSpPr>
        <p:sp>
          <p:nvSpPr>
            <p:cNvPr id="282" name="Freeform 123">
              <a:extLst>
                <a:ext uri="{FF2B5EF4-FFF2-40B4-BE49-F238E27FC236}">
                  <a16:creationId xmlns:a16="http://schemas.microsoft.com/office/drawing/2014/main" id="{72773FE5-CE95-0F4A-A086-070B43C2F3E0}"/>
                </a:ext>
              </a:extLst>
            </p:cNvPr>
            <p:cNvSpPr>
              <a:spLocks noEditPoints="1"/>
            </p:cNvSpPr>
            <p:nvPr/>
          </p:nvSpPr>
          <p:spPr bwMode="auto">
            <a:xfrm>
              <a:off x="579" y="3214"/>
              <a:ext cx="257" cy="233"/>
            </a:xfrm>
            <a:custGeom>
              <a:avLst/>
              <a:gdLst>
                <a:gd name="T0" fmla="*/ 66 w 168"/>
                <a:gd name="T1" fmla="*/ 156 h 156"/>
                <a:gd name="T2" fmla="*/ 62 w 168"/>
                <a:gd name="T3" fmla="*/ 154 h 156"/>
                <a:gd name="T4" fmla="*/ 28 w 168"/>
                <a:gd name="T5" fmla="*/ 120 h 156"/>
                <a:gd name="T6" fmla="*/ 18 w 168"/>
                <a:gd name="T7" fmla="*/ 120 h 156"/>
                <a:gd name="T8" fmla="*/ 0 w 168"/>
                <a:gd name="T9" fmla="*/ 102 h 156"/>
                <a:gd name="T10" fmla="*/ 0 w 168"/>
                <a:gd name="T11" fmla="*/ 18 h 156"/>
                <a:gd name="T12" fmla="*/ 18 w 168"/>
                <a:gd name="T13" fmla="*/ 0 h 156"/>
                <a:gd name="T14" fmla="*/ 150 w 168"/>
                <a:gd name="T15" fmla="*/ 0 h 156"/>
                <a:gd name="T16" fmla="*/ 168 w 168"/>
                <a:gd name="T17" fmla="*/ 18 h 156"/>
                <a:gd name="T18" fmla="*/ 168 w 168"/>
                <a:gd name="T19" fmla="*/ 102 h 156"/>
                <a:gd name="T20" fmla="*/ 150 w 168"/>
                <a:gd name="T21" fmla="*/ 120 h 156"/>
                <a:gd name="T22" fmla="*/ 72 w 168"/>
                <a:gd name="T23" fmla="*/ 120 h 156"/>
                <a:gd name="T24" fmla="*/ 72 w 168"/>
                <a:gd name="T25" fmla="*/ 150 h 156"/>
                <a:gd name="T26" fmla="*/ 69 w 168"/>
                <a:gd name="T27" fmla="*/ 156 h 156"/>
                <a:gd name="T28" fmla="*/ 66 w 168"/>
                <a:gd name="T29" fmla="*/ 156 h 156"/>
                <a:gd name="T30" fmla="*/ 18 w 168"/>
                <a:gd name="T31" fmla="*/ 12 h 156"/>
                <a:gd name="T32" fmla="*/ 12 w 168"/>
                <a:gd name="T33" fmla="*/ 18 h 156"/>
                <a:gd name="T34" fmla="*/ 12 w 168"/>
                <a:gd name="T35" fmla="*/ 102 h 156"/>
                <a:gd name="T36" fmla="*/ 18 w 168"/>
                <a:gd name="T37" fmla="*/ 108 h 156"/>
                <a:gd name="T38" fmla="*/ 30 w 168"/>
                <a:gd name="T39" fmla="*/ 108 h 156"/>
                <a:gd name="T40" fmla="*/ 34 w 168"/>
                <a:gd name="T41" fmla="*/ 110 h 156"/>
                <a:gd name="T42" fmla="*/ 60 w 168"/>
                <a:gd name="T43" fmla="*/ 136 h 156"/>
                <a:gd name="T44" fmla="*/ 60 w 168"/>
                <a:gd name="T45" fmla="*/ 114 h 156"/>
                <a:gd name="T46" fmla="*/ 66 w 168"/>
                <a:gd name="T47" fmla="*/ 108 h 156"/>
                <a:gd name="T48" fmla="*/ 150 w 168"/>
                <a:gd name="T49" fmla="*/ 108 h 156"/>
                <a:gd name="T50" fmla="*/ 156 w 168"/>
                <a:gd name="T51" fmla="*/ 102 h 156"/>
                <a:gd name="T52" fmla="*/ 156 w 168"/>
                <a:gd name="T53" fmla="*/ 18 h 156"/>
                <a:gd name="T54" fmla="*/ 150 w 168"/>
                <a:gd name="T55" fmla="*/ 12 h 156"/>
                <a:gd name="T56" fmla="*/ 18 w 168"/>
                <a:gd name="T57"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8" h="156">
                  <a:moveTo>
                    <a:pt x="66" y="156"/>
                  </a:moveTo>
                  <a:cubicBezTo>
                    <a:pt x="65" y="156"/>
                    <a:pt x="63" y="156"/>
                    <a:pt x="62" y="154"/>
                  </a:cubicBezTo>
                  <a:cubicBezTo>
                    <a:pt x="28" y="120"/>
                    <a:pt x="28" y="120"/>
                    <a:pt x="28" y="120"/>
                  </a:cubicBezTo>
                  <a:cubicBezTo>
                    <a:pt x="18" y="120"/>
                    <a:pt x="18" y="120"/>
                    <a:pt x="18" y="120"/>
                  </a:cubicBezTo>
                  <a:cubicBezTo>
                    <a:pt x="8" y="120"/>
                    <a:pt x="0" y="112"/>
                    <a:pt x="0" y="102"/>
                  </a:cubicBezTo>
                  <a:cubicBezTo>
                    <a:pt x="0" y="18"/>
                    <a:pt x="0" y="18"/>
                    <a:pt x="0" y="18"/>
                  </a:cubicBezTo>
                  <a:cubicBezTo>
                    <a:pt x="0" y="8"/>
                    <a:pt x="8" y="0"/>
                    <a:pt x="18" y="0"/>
                  </a:cubicBezTo>
                  <a:cubicBezTo>
                    <a:pt x="150" y="0"/>
                    <a:pt x="150" y="0"/>
                    <a:pt x="150" y="0"/>
                  </a:cubicBezTo>
                  <a:cubicBezTo>
                    <a:pt x="160" y="0"/>
                    <a:pt x="168" y="8"/>
                    <a:pt x="168" y="18"/>
                  </a:cubicBezTo>
                  <a:cubicBezTo>
                    <a:pt x="168" y="102"/>
                    <a:pt x="168" y="102"/>
                    <a:pt x="168" y="102"/>
                  </a:cubicBezTo>
                  <a:cubicBezTo>
                    <a:pt x="168" y="112"/>
                    <a:pt x="160" y="120"/>
                    <a:pt x="150" y="120"/>
                  </a:cubicBezTo>
                  <a:cubicBezTo>
                    <a:pt x="72" y="120"/>
                    <a:pt x="72" y="120"/>
                    <a:pt x="72" y="120"/>
                  </a:cubicBezTo>
                  <a:cubicBezTo>
                    <a:pt x="72" y="150"/>
                    <a:pt x="72" y="150"/>
                    <a:pt x="72" y="150"/>
                  </a:cubicBezTo>
                  <a:cubicBezTo>
                    <a:pt x="72" y="153"/>
                    <a:pt x="71" y="155"/>
                    <a:pt x="69" y="156"/>
                  </a:cubicBezTo>
                  <a:cubicBezTo>
                    <a:pt x="68" y="156"/>
                    <a:pt x="67" y="156"/>
                    <a:pt x="66" y="156"/>
                  </a:cubicBezTo>
                  <a:close/>
                  <a:moveTo>
                    <a:pt x="18" y="12"/>
                  </a:moveTo>
                  <a:cubicBezTo>
                    <a:pt x="15" y="12"/>
                    <a:pt x="12" y="15"/>
                    <a:pt x="12" y="18"/>
                  </a:cubicBezTo>
                  <a:cubicBezTo>
                    <a:pt x="12" y="102"/>
                    <a:pt x="12" y="102"/>
                    <a:pt x="12" y="102"/>
                  </a:cubicBezTo>
                  <a:cubicBezTo>
                    <a:pt x="12" y="105"/>
                    <a:pt x="15" y="108"/>
                    <a:pt x="18" y="108"/>
                  </a:cubicBezTo>
                  <a:cubicBezTo>
                    <a:pt x="30" y="108"/>
                    <a:pt x="30" y="108"/>
                    <a:pt x="30" y="108"/>
                  </a:cubicBezTo>
                  <a:cubicBezTo>
                    <a:pt x="32" y="108"/>
                    <a:pt x="33" y="109"/>
                    <a:pt x="34" y="110"/>
                  </a:cubicBezTo>
                  <a:cubicBezTo>
                    <a:pt x="60" y="136"/>
                    <a:pt x="60" y="136"/>
                    <a:pt x="60" y="136"/>
                  </a:cubicBezTo>
                  <a:cubicBezTo>
                    <a:pt x="60" y="114"/>
                    <a:pt x="60" y="114"/>
                    <a:pt x="60" y="114"/>
                  </a:cubicBezTo>
                  <a:cubicBezTo>
                    <a:pt x="60" y="111"/>
                    <a:pt x="63" y="108"/>
                    <a:pt x="66" y="108"/>
                  </a:cubicBezTo>
                  <a:cubicBezTo>
                    <a:pt x="150" y="108"/>
                    <a:pt x="150" y="108"/>
                    <a:pt x="150" y="108"/>
                  </a:cubicBezTo>
                  <a:cubicBezTo>
                    <a:pt x="154" y="108"/>
                    <a:pt x="156" y="105"/>
                    <a:pt x="156" y="102"/>
                  </a:cubicBezTo>
                  <a:cubicBezTo>
                    <a:pt x="156" y="18"/>
                    <a:pt x="156" y="18"/>
                    <a:pt x="156" y="18"/>
                  </a:cubicBezTo>
                  <a:cubicBezTo>
                    <a:pt x="156" y="15"/>
                    <a:pt x="154" y="12"/>
                    <a:pt x="150" y="12"/>
                  </a:cubicBezTo>
                  <a:lnTo>
                    <a:pt x="18"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83" name="Freeform 124">
              <a:extLst>
                <a:ext uri="{FF2B5EF4-FFF2-40B4-BE49-F238E27FC236}">
                  <a16:creationId xmlns:a16="http://schemas.microsoft.com/office/drawing/2014/main" id="{6CDD5E0D-6567-8F41-ADDA-4873270097A1}"/>
                </a:ext>
              </a:extLst>
            </p:cNvPr>
            <p:cNvSpPr>
              <a:spLocks noEditPoints="1"/>
            </p:cNvSpPr>
            <p:nvPr/>
          </p:nvSpPr>
          <p:spPr bwMode="auto">
            <a:xfrm>
              <a:off x="790" y="3411"/>
              <a:ext cx="110" cy="108"/>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84" name="Freeform 125">
              <a:extLst>
                <a:ext uri="{FF2B5EF4-FFF2-40B4-BE49-F238E27FC236}">
                  <a16:creationId xmlns:a16="http://schemas.microsoft.com/office/drawing/2014/main" id="{5E033DBE-D634-B34B-A4D9-A3AB7C0A517D}"/>
                </a:ext>
              </a:extLst>
            </p:cNvPr>
            <p:cNvSpPr>
              <a:spLocks noEditPoints="1"/>
            </p:cNvSpPr>
            <p:nvPr/>
          </p:nvSpPr>
          <p:spPr bwMode="auto">
            <a:xfrm>
              <a:off x="763" y="3501"/>
              <a:ext cx="165" cy="89"/>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85" name="Freeform 126">
              <a:extLst>
                <a:ext uri="{FF2B5EF4-FFF2-40B4-BE49-F238E27FC236}">
                  <a16:creationId xmlns:a16="http://schemas.microsoft.com/office/drawing/2014/main" id="{88700ED7-B9BA-B04A-9A1A-F877F79FB300}"/>
                </a:ext>
              </a:extLst>
            </p:cNvPr>
            <p:cNvSpPr>
              <a:spLocks noEditPoints="1"/>
            </p:cNvSpPr>
            <p:nvPr/>
          </p:nvSpPr>
          <p:spPr bwMode="auto">
            <a:xfrm>
              <a:off x="515" y="3411"/>
              <a:ext cx="110" cy="108"/>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86" name="Freeform 127">
              <a:extLst>
                <a:ext uri="{FF2B5EF4-FFF2-40B4-BE49-F238E27FC236}">
                  <a16:creationId xmlns:a16="http://schemas.microsoft.com/office/drawing/2014/main" id="{BD63F862-ED81-B442-A78A-FA6F5D451E40}"/>
                </a:ext>
              </a:extLst>
            </p:cNvPr>
            <p:cNvSpPr>
              <a:spLocks noEditPoints="1"/>
            </p:cNvSpPr>
            <p:nvPr/>
          </p:nvSpPr>
          <p:spPr bwMode="auto">
            <a:xfrm>
              <a:off x="487" y="3501"/>
              <a:ext cx="165" cy="89"/>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87" name="Freeform 128">
              <a:extLst>
                <a:ext uri="{FF2B5EF4-FFF2-40B4-BE49-F238E27FC236}">
                  <a16:creationId xmlns:a16="http://schemas.microsoft.com/office/drawing/2014/main" id="{52268FC6-A33C-ED46-9336-05D86CD13697}"/>
                </a:ext>
              </a:extLst>
            </p:cNvPr>
            <p:cNvSpPr>
              <a:spLocks noEditPoints="1"/>
            </p:cNvSpPr>
            <p:nvPr/>
          </p:nvSpPr>
          <p:spPr bwMode="auto">
            <a:xfrm>
              <a:off x="652" y="3465"/>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88" name="Freeform 129">
              <a:extLst>
                <a:ext uri="{FF2B5EF4-FFF2-40B4-BE49-F238E27FC236}">
                  <a16:creationId xmlns:a16="http://schemas.microsoft.com/office/drawing/2014/main" id="{56D30168-2DF4-C24E-A79D-080A99416751}"/>
                </a:ext>
              </a:extLst>
            </p:cNvPr>
            <p:cNvSpPr>
              <a:spLocks noEditPoints="1"/>
            </p:cNvSpPr>
            <p:nvPr/>
          </p:nvSpPr>
          <p:spPr bwMode="auto">
            <a:xfrm>
              <a:off x="625" y="3554"/>
              <a:ext cx="165" cy="90"/>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89" name="Freeform 130">
              <a:extLst>
                <a:ext uri="{FF2B5EF4-FFF2-40B4-BE49-F238E27FC236}">
                  <a16:creationId xmlns:a16="http://schemas.microsoft.com/office/drawing/2014/main" id="{A4CCAC9E-9F1D-7349-BC9A-B1EF22D519BF}"/>
                </a:ext>
              </a:extLst>
            </p:cNvPr>
            <p:cNvSpPr>
              <a:spLocks/>
            </p:cNvSpPr>
            <p:nvPr/>
          </p:nvSpPr>
          <p:spPr bwMode="auto">
            <a:xfrm>
              <a:off x="634" y="3250"/>
              <a:ext cx="147" cy="18"/>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90" name="Freeform 131">
              <a:extLst>
                <a:ext uri="{FF2B5EF4-FFF2-40B4-BE49-F238E27FC236}">
                  <a16:creationId xmlns:a16="http://schemas.microsoft.com/office/drawing/2014/main" id="{747CB487-9672-EB4E-BF7A-C18B01144E97}"/>
                </a:ext>
              </a:extLst>
            </p:cNvPr>
            <p:cNvSpPr>
              <a:spLocks/>
            </p:cNvSpPr>
            <p:nvPr/>
          </p:nvSpPr>
          <p:spPr bwMode="auto">
            <a:xfrm>
              <a:off x="634" y="3286"/>
              <a:ext cx="147" cy="18"/>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91" name="Freeform 132">
              <a:extLst>
                <a:ext uri="{FF2B5EF4-FFF2-40B4-BE49-F238E27FC236}">
                  <a16:creationId xmlns:a16="http://schemas.microsoft.com/office/drawing/2014/main" id="{5B3A23BE-3A97-9841-A871-547EA51CCD45}"/>
                </a:ext>
              </a:extLst>
            </p:cNvPr>
            <p:cNvSpPr>
              <a:spLocks/>
            </p:cNvSpPr>
            <p:nvPr/>
          </p:nvSpPr>
          <p:spPr bwMode="auto">
            <a:xfrm>
              <a:off x="634" y="3322"/>
              <a:ext cx="147" cy="17"/>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292" name="Group 140">
            <a:extLst>
              <a:ext uri="{FF2B5EF4-FFF2-40B4-BE49-F238E27FC236}">
                <a16:creationId xmlns:a16="http://schemas.microsoft.com/office/drawing/2014/main" id="{AA388C1F-8ED0-A044-89DE-83D0EEEFC80D}"/>
              </a:ext>
            </a:extLst>
          </p:cNvPr>
          <p:cNvGrpSpPr>
            <a:grpSpLocks noChangeAspect="1"/>
          </p:cNvGrpSpPr>
          <p:nvPr userDrawn="1"/>
        </p:nvGrpSpPr>
        <p:grpSpPr bwMode="auto">
          <a:xfrm>
            <a:off x="10942164" y="1923077"/>
            <a:ext cx="513762" cy="513760"/>
            <a:chOff x="1560" y="3157"/>
            <a:chExt cx="426" cy="426"/>
          </a:xfrm>
          <a:solidFill>
            <a:schemeClr val="accent1"/>
          </a:solidFill>
        </p:grpSpPr>
        <p:sp>
          <p:nvSpPr>
            <p:cNvPr id="293" name="Freeform 141">
              <a:extLst>
                <a:ext uri="{FF2B5EF4-FFF2-40B4-BE49-F238E27FC236}">
                  <a16:creationId xmlns:a16="http://schemas.microsoft.com/office/drawing/2014/main" id="{6DC37675-C2E9-FC4D-97FC-14D1439C69D6}"/>
                </a:ext>
              </a:extLst>
            </p:cNvPr>
            <p:cNvSpPr>
              <a:spLocks noEditPoints="1"/>
            </p:cNvSpPr>
            <p:nvPr/>
          </p:nvSpPr>
          <p:spPr bwMode="auto">
            <a:xfrm>
              <a:off x="1702" y="3211"/>
              <a:ext cx="142" cy="141"/>
            </a:xfrm>
            <a:custGeom>
              <a:avLst/>
              <a:gdLst>
                <a:gd name="T0" fmla="*/ 48 w 96"/>
                <a:gd name="T1" fmla="*/ 96 h 96"/>
                <a:gd name="T2" fmla="*/ 0 w 96"/>
                <a:gd name="T3" fmla="*/ 48 h 96"/>
                <a:gd name="T4" fmla="*/ 48 w 96"/>
                <a:gd name="T5" fmla="*/ 0 h 96"/>
                <a:gd name="T6" fmla="*/ 96 w 96"/>
                <a:gd name="T7" fmla="*/ 48 h 96"/>
                <a:gd name="T8" fmla="*/ 48 w 96"/>
                <a:gd name="T9" fmla="*/ 96 h 96"/>
                <a:gd name="T10" fmla="*/ 48 w 96"/>
                <a:gd name="T11" fmla="*/ 12 h 96"/>
                <a:gd name="T12" fmla="*/ 12 w 96"/>
                <a:gd name="T13" fmla="*/ 48 h 96"/>
                <a:gd name="T14" fmla="*/ 48 w 96"/>
                <a:gd name="T15" fmla="*/ 84 h 96"/>
                <a:gd name="T16" fmla="*/ 84 w 96"/>
                <a:gd name="T17" fmla="*/ 48 h 96"/>
                <a:gd name="T18" fmla="*/ 48 w 96"/>
                <a:gd name="T19" fmla="*/ 1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96"/>
                  </a:moveTo>
                  <a:cubicBezTo>
                    <a:pt x="22" y="96"/>
                    <a:pt x="0" y="75"/>
                    <a:pt x="0" y="48"/>
                  </a:cubicBezTo>
                  <a:cubicBezTo>
                    <a:pt x="0" y="22"/>
                    <a:pt x="22" y="0"/>
                    <a:pt x="48" y="0"/>
                  </a:cubicBezTo>
                  <a:cubicBezTo>
                    <a:pt x="75" y="0"/>
                    <a:pt x="96" y="22"/>
                    <a:pt x="96" y="48"/>
                  </a:cubicBezTo>
                  <a:cubicBezTo>
                    <a:pt x="96" y="75"/>
                    <a:pt x="75" y="96"/>
                    <a:pt x="48" y="96"/>
                  </a:cubicBezTo>
                  <a:close/>
                  <a:moveTo>
                    <a:pt x="48" y="12"/>
                  </a:moveTo>
                  <a:cubicBezTo>
                    <a:pt x="28" y="12"/>
                    <a:pt x="12" y="29"/>
                    <a:pt x="12" y="48"/>
                  </a:cubicBezTo>
                  <a:cubicBezTo>
                    <a:pt x="12" y="68"/>
                    <a:pt x="28" y="84"/>
                    <a:pt x="48" y="84"/>
                  </a:cubicBezTo>
                  <a:cubicBezTo>
                    <a:pt x="68" y="84"/>
                    <a:pt x="84" y="68"/>
                    <a:pt x="84" y="48"/>
                  </a:cubicBezTo>
                  <a:cubicBezTo>
                    <a:pt x="84" y="29"/>
                    <a:pt x="68" y="12"/>
                    <a:pt x="4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94" name="Freeform 142">
              <a:extLst>
                <a:ext uri="{FF2B5EF4-FFF2-40B4-BE49-F238E27FC236}">
                  <a16:creationId xmlns:a16="http://schemas.microsoft.com/office/drawing/2014/main" id="{4F2931D0-0ECD-044F-B8D7-5EE83E53FC2A}"/>
                </a:ext>
              </a:extLst>
            </p:cNvPr>
            <p:cNvSpPr>
              <a:spLocks noEditPoints="1"/>
            </p:cNvSpPr>
            <p:nvPr/>
          </p:nvSpPr>
          <p:spPr bwMode="auto">
            <a:xfrm>
              <a:off x="1643" y="3157"/>
              <a:ext cx="262" cy="392"/>
            </a:xfrm>
            <a:custGeom>
              <a:avLst/>
              <a:gdLst>
                <a:gd name="T0" fmla="*/ 88 w 177"/>
                <a:gd name="T1" fmla="*/ 265 h 265"/>
                <a:gd name="T2" fmla="*/ 88 w 177"/>
                <a:gd name="T3" fmla="*/ 265 h 265"/>
                <a:gd name="T4" fmla="*/ 83 w 177"/>
                <a:gd name="T5" fmla="*/ 262 h 265"/>
                <a:gd name="T6" fmla="*/ 0 w 177"/>
                <a:gd name="T7" fmla="*/ 89 h 265"/>
                <a:gd name="T8" fmla="*/ 88 w 177"/>
                <a:gd name="T9" fmla="*/ 0 h 265"/>
                <a:gd name="T10" fmla="*/ 177 w 177"/>
                <a:gd name="T11" fmla="*/ 89 h 265"/>
                <a:gd name="T12" fmla="*/ 93 w 177"/>
                <a:gd name="T13" fmla="*/ 262 h 265"/>
                <a:gd name="T14" fmla="*/ 88 w 177"/>
                <a:gd name="T15" fmla="*/ 265 h 265"/>
                <a:gd name="T16" fmla="*/ 88 w 177"/>
                <a:gd name="T17" fmla="*/ 12 h 265"/>
                <a:gd name="T18" fmla="*/ 12 w 177"/>
                <a:gd name="T19" fmla="*/ 89 h 265"/>
                <a:gd name="T20" fmla="*/ 88 w 177"/>
                <a:gd name="T21" fmla="*/ 248 h 265"/>
                <a:gd name="T22" fmla="*/ 165 w 177"/>
                <a:gd name="T23" fmla="*/ 89 h 265"/>
                <a:gd name="T24" fmla="*/ 88 w 177"/>
                <a:gd name="T25" fmla="*/ 1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7" h="265">
                  <a:moveTo>
                    <a:pt x="88" y="265"/>
                  </a:moveTo>
                  <a:cubicBezTo>
                    <a:pt x="88" y="265"/>
                    <a:pt x="88" y="265"/>
                    <a:pt x="88" y="265"/>
                  </a:cubicBezTo>
                  <a:cubicBezTo>
                    <a:pt x="86" y="265"/>
                    <a:pt x="84" y="264"/>
                    <a:pt x="83" y="262"/>
                  </a:cubicBezTo>
                  <a:cubicBezTo>
                    <a:pt x="80" y="257"/>
                    <a:pt x="0" y="135"/>
                    <a:pt x="0" y="89"/>
                  </a:cubicBezTo>
                  <a:cubicBezTo>
                    <a:pt x="0" y="40"/>
                    <a:pt x="40" y="0"/>
                    <a:pt x="88" y="0"/>
                  </a:cubicBezTo>
                  <a:cubicBezTo>
                    <a:pt x="137" y="0"/>
                    <a:pt x="177" y="40"/>
                    <a:pt x="177" y="89"/>
                  </a:cubicBezTo>
                  <a:cubicBezTo>
                    <a:pt x="177" y="135"/>
                    <a:pt x="97" y="257"/>
                    <a:pt x="93" y="262"/>
                  </a:cubicBezTo>
                  <a:cubicBezTo>
                    <a:pt x="92" y="264"/>
                    <a:pt x="90" y="265"/>
                    <a:pt x="88" y="265"/>
                  </a:cubicBezTo>
                  <a:close/>
                  <a:moveTo>
                    <a:pt x="88" y="12"/>
                  </a:moveTo>
                  <a:cubicBezTo>
                    <a:pt x="46" y="12"/>
                    <a:pt x="12" y="47"/>
                    <a:pt x="12" y="89"/>
                  </a:cubicBezTo>
                  <a:cubicBezTo>
                    <a:pt x="12" y="126"/>
                    <a:pt x="71" y="220"/>
                    <a:pt x="88" y="248"/>
                  </a:cubicBezTo>
                  <a:cubicBezTo>
                    <a:pt x="106" y="220"/>
                    <a:pt x="165" y="126"/>
                    <a:pt x="165" y="89"/>
                  </a:cubicBezTo>
                  <a:cubicBezTo>
                    <a:pt x="165" y="47"/>
                    <a:pt x="130" y="12"/>
                    <a:pt x="8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95" name="Freeform 143">
              <a:extLst>
                <a:ext uri="{FF2B5EF4-FFF2-40B4-BE49-F238E27FC236}">
                  <a16:creationId xmlns:a16="http://schemas.microsoft.com/office/drawing/2014/main" id="{2A0F5EEC-4050-F048-8AF4-786AD6520BE2}"/>
                </a:ext>
              </a:extLst>
            </p:cNvPr>
            <p:cNvSpPr>
              <a:spLocks noEditPoints="1"/>
            </p:cNvSpPr>
            <p:nvPr/>
          </p:nvSpPr>
          <p:spPr bwMode="auto">
            <a:xfrm>
              <a:off x="1560" y="3499"/>
              <a:ext cx="426" cy="84"/>
            </a:xfrm>
            <a:custGeom>
              <a:avLst/>
              <a:gdLst>
                <a:gd name="T0" fmla="*/ 144 w 288"/>
                <a:gd name="T1" fmla="*/ 57 h 57"/>
                <a:gd name="T2" fmla="*/ 0 w 288"/>
                <a:gd name="T3" fmla="*/ 27 h 57"/>
                <a:gd name="T4" fmla="*/ 83 w 288"/>
                <a:gd name="T5" fmla="*/ 0 h 57"/>
                <a:gd name="T6" fmla="*/ 90 w 288"/>
                <a:gd name="T7" fmla="*/ 5 h 57"/>
                <a:gd name="T8" fmla="*/ 84 w 288"/>
                <a:gd name="T9" fmla="*/ 12 h 57"/>
                <a:gd name="T10" fmla="*/ 13 w 288"/>
                <a:gd name="T11" fmla="*/ 27 h 57"/>
                <a:gd name="T12" fmla="*/ 144 w 288"/>
                <a:gd name="T13" fmla="*/ 45 h 57"/>
                <a:gd name="T14" fmla="*/ 276 w 288"/>
                <a:gd name="T15" fmla="*/ 27 h 57"/>
                <a:gd name="T16" fmla="*/ 204 w 288"/>
                <a:gd name="T17" fmla="*/ 12 h 57"/>
                <a:gd name="T18" fmla="*/ 198 w 288"/>
                <a:gd name="T19" fmla="*/ 5 h 57"/>
                <a:gd name="T20" fmla="*/ 205 w 288"/>
                <a:gd name="T21" fmla="*/ 0 h 57"/>
                <a:gd name="T22" fmla="*/ 288 w 288"/>
                <a:gd name="T23" fmla="*/ 27 h 57"/>
                <a:gd name="T24" fmla="*/ 144 w 288"/>
                <a:gd name="T25" fmla="*/ 57 h 57"/>
                <a:gd name="T26" fmla="*/ 276 w 288"/>
                <a:gd name="T27" fmla="*/ 28 h 57"/>
                <a:gd name="T28" fmla="*/ 276 w 288"/>
                <a:gd name="T29"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8" h="57">
                  <a:moveTo>
                    <a:pt x="144" y="57"/>
                  </a:moveTo>
                  <a:cubicBezTo>
                    <a:pt x="130" y="57"/>
                    <a:pt x="0" y="57"/>
                    <a:pt x="0" y="27"/>
                  </a:cubicBezTo>
                  <a:cubicBezTo>
                    <a:pt x="0" y="14"/>
                    <a:pt x="28" y="5"/>
                    <a:pt x="83" y="0"/>
                  </a:cubicBezTo>
                  <a:cubicBezTo>
                    <a:pt x="87" y="0"/>
                    <a:pt x="89" y="2"/>
                    <a:pt x="90" y="5"/>
                  </a:cubicBezTo>
                  <a:cubicBezTo>
                    <a:pt x="90" y="9"/>
                    <a:pt x="88" y="12"/>
                    <a:pt x="84" y="12"/>
                  </a:cubicBezTo>
                  <a:cubicBezTo>
                    <a:pt x="33" y="16"/>
                    <a:pt x="16" y="24"/>
                    <a:pt x="13" y="27"/>
                  </a:cubicBezTo>
                  <a:cubicBezTo>
                    <a:pt x="18" y="34"/>
                    <a:pt x="65" y="45"/>
                    <a:pt x="144" y="45"/>
                  </a:cubicBezTo>
                  <a:cubicBezTo>
                    <a:pt x="223" y="45"/>
                    <a:pt x="270" y="34"/>
                    <a:pt x="276" y="27"/>
                  </a:cubicBezTo>
                  <a:cubicBezTo>
                    <a:pt x="273" y="24"/>
                    <a:pt x="255" y="16"/>
                    <a:pt x="204" y="12"/>
                  </a:cubicBezTo>
                  <a:cubicBezTo>
                    <a:pt x="200" y="12"/>
                    <a:pt x="198" y="9"/>
                    <a:pt x="198" y="5"/>
                  </a:cubicBezTo>
                  <a:cubicBezTo>
                    <a:pt x="199" y="2"/>
                    <a:pt x="201" y="0"/>
                    <a:pt x="205" y="0"/>
                  </a:cubicBezTo>
                  <a:cubicBezTo>
                    <a:pt x="260" y="5"/>
                    <a:pt x="288" y="14"/>
                    <a:pt x="288" y="27"/>
                  </a:cubicBezTo>
                  <a:cubicBezTo>
                    <a:pt x="288" y="57"/>
                    <a:pt x="159" y="57"/>
                    <a:pt x="144" y="57"/>
                  </a:cubicBezTo>
                  <a:close/>
                  <a:moveTo>
                    <a:pt x="276" y="28"/>
                  </a:moveTo>
                  <a:cubicBezTo>
                    <a:pt x="276" y="28"/>
                    <a:pt x="276" y="28"/>
                    <a:pt x="276"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296" name="Group 265">
            <a:extLst>
              <a:ext uri="{FF2B5EF4-FFF2-40B4-BE49-F238E27FC236}">
                <a16:creationId xmlns:a16="http://schemas.microsoft.com/office/drawing/2014/main" id="{DB574722-631E-164E-AF27-0911A2FEC321}"/>
              </a:ext>
            </a:extLst>
          </p:cNvPr>
          <p:cNvGrpSpPr>
            <a:grpSpLocks noChangeAspect="1"/>
          </p:cNvGrpSpPr>
          <p:nvPr userDrawn="1"/>
        </p:nvGrpSpPr>
        <p:grpSpPr bwMode="auto">
          <a:xfrm>
            <a:off x="9686502" y="1940477"/>
            <a:ext cx="477838" cy="478960"/>
            <a:chOff x="4480" y="2998"/>
            <a:chExt cx="426" cy="427"/>
          </a:xfrm>
          <a:solidFill>
            <a:schemeClr val="accent1"/>
          </a:solidFill>
        </p:grpSpPr>
        <p:sp>
          <p:nvSpPr>
            <p:cNvPr id="297" name="Freeform 266">
              <a:extLst>
                <a:ext uri="{FF2B5EF4-FFF2-40B4-BE49-F238E27FC236}">
                  <a16:creationId xmlns:a16="http://schemas.microsoft.com/office/drawing/2014/main" id="{B9360F8F-35A5-2948-A337-3FA5820849CE}"/>
                </a:ext>
              </a:extLst>
            </p:cNvPr>
            <p:cNvSpPr>
              <a:spLocks noEditPoints="1"/>
            </p:cNvSpPr>
            <p:nvPr/>
          </p:nvSpPr>
          <p:spPr bwMode="auto">
            <a:xfrm>
              <a:off x="4480" y="2998"/>
              <a:ext cx="426" cy="427"/>
            </a:xfrm>
            <a:custGeom>
              <a:avLst/>
              <a:gdLst>
                <a:gd name="T0" fmla="*/ 144 w 288"/>
                <a:gd name="T1" fmla="*/ 288 h 288"/>
                <a:gd name="T2" fmla="*/ 0 w 288"/>
                <a:gd name="T3" fmla="*/ 141 h 288"/>
                <a:gd name="T4" fmla="*/ 138 w 288"/>
                <a:gd name="T5" fmla="*/ 0 h 288"/>
                <a:gd name="T6" fmla="*/ 144 w 288"/>
                <a:gd name="T7" fmla="*/ 0 h 288"/>
                <a:gd name="T8" fmla="*/ 288 w 288"/>
                <a:gd name="T9" fmla="*/ 143 h 288"/>
                <a:gd name="T10" fmla="*/ 144 w 288"/>
                <a:gd name="T11" fmla="*/ 288 h 288"/>
                <a:gd name="T12" fmla="*/ 144 w 288"/>
                <a:gd name="T13" fmla="*/ 12 h 288"/>
                <a:gd name="T14" fmla="*/ 139 w 288"/>
                <a:gd name="T15" fmla="*/ 12 h 288"/>
                <a:gd name="T16" fmla="*/ 12 w 288"/>
                <a:gd name="T17" fmla="*/ 141 h 288"/>
                <a:gd name="T18" fmla="*/ 144 w 288"/>
                <a:gd name="T19" fmla="*/ 276 h 288"/>
                <a:gd name="T20" fmla="*/ 276 w 288"/>
                <a:gd name="T21" fmla="*/ 143 h 288"/>
                <a:gd name="T22" fmla="*/ 144 w 288"/>
                <a:gd name="T23"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8" h="288">
                  <a:moveTo>
                    <a:pt x="144" y="288"/>
                  </a:moveTo>
                  <a:cubicBezTo>
                    <a:pt x="65" y="288"/>
                    <a:pt x="0" y="222"/>
                    <a:pt x="0" y="141"/>
                  </a:cubicBezTo>
                  <a:cubicBezTo>
                    <a:pt x="0" y="64"/>
                    <a:pt x="60" y="3"/>
                    <a:pt x="138" y="0"/>
                  </a:cubicBezTo>
                  <a:cubicBezTo>
                    <a:pt x="140" y="0"/>
                    <a:pt x="142" y="0"/>
                    <a:pt x="144" y="0"/>
                  </a:cubicBezTo>
                  <a:cubicBezTo>
                    <a:pt x="224" y="0"/>
                    <a:pt x="288" y="64"/>
                    <a:pt x="288" y="143"/>
                  </a:cubicBezTo>
                  <a:cubicBezTo>
                    <a:pt x="288" y="223"/>
                    <a:pt x="224" y="288"/>
                    <a:pt x="144" y="288"/>
                  </a:cubicBezTo>
                  <a:close/>
                  <a:moveTo>
                    <a:pt x="144" y="12"/>
                  </a:moveTo>
                  <a:cubicBezTo>
                    <a:pt x="143" y="12"/>
                    <a:pt x="141" y="12"/>
                    <a:pt x="139" y="12"/>
                  </a:cubicBezTo>
                  <a:cubicBezTo>
                    <a:pt x="67" y="15"/>
                    <a:pt x="12" y="70"/>
                    <a:pt x="12" y="141"/>
                  </a:cubicBezTo>
                  <a:cubicBezTo>
                    <a:pt x="12" y="215"/>
                    <a:pt x="71" y="276"/>
                    <a:pt x="144" y="276"/>
                  </a:cubicBezTo>
                  <a:cubicBezTo>
                    <a:pt x="217" y="276"/>
                    <a:pt x="276" y="216"/>
                    <a:pt x="276" y="143"/>
                  </a:cubicBezTo>
                  <a:cubicBezTo>
                    <a:pt x="276" y="71"/>
                    <a:pt x="217"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98" name="Freeform 267">
              <a:extLst>
                <a:ext uri="{FF2B5EF4-FFF2-40B4-BE49-F238E27FC236}">
                  <a16:creationId xmlns:a16="http://schemas.microsoft.com/office/drawing/2014/main" id="{D12E7AA0-6D6F-1C44-A651-D3A086359C5B}"/>
                </a:ext>
              </a:extLst>
            </p:cNvPr>
            <p:cNvSpPr>
              <a:spLocks/>
            </p:cNvSpPr>
            <p:nvPr/>
          </p:nvSpPr>
          <p:spPr bwMode="auto">
            <a:xfrm>
              <a:off x="4569" y="3001"/>
              <a:ext cx="123" cy="419"/>
            </a:xfrm>
            <a:custGeom>
              <a:avLst/>
              <a:gdLst>
                <a:gd name="T0" fmla="*/ 74 w 83"/>
                <a:gd name="T1" fmla="*/ 283 h 283"/>
                <a:gd name="T2" fmla="*/ 74 w 83"/>
                <a:gd name="T3" fmla="*/ 0 h 283"/>
                <a:gd name="T4" fmla="*/ 83 w 83"/>
                <a:gd name="T5" fmla="*/ 8 h 283"/>
                <a:gd name="T6" fmla="*/ 83 w 83"/>
                <a:gd name="T7" fmla="*/ 276 h 283"/>
                <a:gd name="T8" fmla="*/ 74 w 83"/>
                <a:gd name="T9" fmla="*/ 283 h 283"/>
              </a:gdLst>
              <a:ahLst/>
              <a:cxnLst>
                <a:cxn ang="0">
                  <a:pos x="T0" y="T1"/>
                </a:cxn>
                <a:cxn ang="0">
                  <a:pos x="T2" y="T3"/>
                </a:cxn>
                <a:cxn ang="0">
                  <a:pos x="T4" y="T5"/>
                </a:cxn>
                <a:cxn ang="0">
                  <a:pos x="T6" y="T7"/>
                </a:cxn>
                <a:cxn ang="0">
                  <a:pos x="T8" y="T9"/>
                </a:cxn>
              </a:cxnLst>
              <a:rect l="0" t="0" r="r" b="b"/>
              <a:pathLst>
                <a:path w="83" h="283">
                  <a:moveTo>
                    <a:pt x="74" y="283"/>
                  </a:moveTo>
                  <a:cubicBezTo>
                    <a:pt x="0" y="186"/>
                    <a:pt x="1" y="80"/>
                    <a:pt x="74" y="0"/>
                  </a:cubicBezTo>
                  <a:cubicBezTo>
                    <a:pt x="83" y="8"/>
                    <a:pt x="83" y="8"/>
                    <a:pt x="83" y="8"/>
                  </a:cubicBezTo>
                  <a:cubicBezTo>
                    <a:pt x="13" y="84"/>
                    <a:pt x="13" y="182"/>
                    <a:pt x="83" y="276"/>
                  </a:cubicBezTo>
                  <a:lnTo>
                    <a:pt x="74" y="2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299" name="Freeform 268">
              <a:extLst>
                <a:ext uri="{FF2B5EF4-FFF2-40B4-BE49-F238E27FC236}">
                  <a16:creationId xmlns:a16="http://schemas.microsoft.com/office/drawing/2014/main" id="{106A933E-5559-2E41-A345-731A2E0F8E12}"/>
                </a:ext>
              </a:extLst>
            </p:cNvPr>
            <p:cNvSpPr>
              <a:spLocks/>
            </p:cNvSpPr>
            <p:nvPr/>
          </p:nvSpPr>
          <p:spPr bwMode="auto">
            <a:xfrm>
              <a:off x="4696" y="3001"/>
              <a:ext cx="123" cy="419"/>
            </a:xfrm>
            <a:custGeom>
              <a:avLst/>
              <a:gdLst>
                <a:gd name="T0" fmla="*/ 9 w 83"/>
                <a:gd name="T1" fmla="*/ 283 h 283"/>
                <a:gd name="T2" fmla="*/ 0 w 83"/>
                <a:gd name="T3" fmla="*/ 276 h 283"/>
                <a:gd name="T4" fmla="*/ 0 w 83"/>
                <a:gd name="T5" fmla="*/ 8 h 283"/>
                <a:gd name="T6" fmla="*/ 9 w 83"/>
                <a:gd name="T7" fmla="*/ 0 h 283"/>
                <a:gd name="T8" fmla="*/ 9 w 83"/>
                <a:gd name="T9" fmla="*/ 283 h 283"/>
              </a:gdLst>
              <a:ahLst/>
              <a:cxnLst>
                <a:cxn ang="0">
                  <a:pos x="T0" y="T1"/>
                </a:cxn>
                <a:cxn ang="0">
                  <a:pos x="T2" y="T3"/>
                </a:cxn>
                <a:cxn ang="0">
                  <a:pos x="T4" y="T5"/>
                </a:cxn>
                <a:cxn ang="0">
                  <a:pos x="T6" y="T7"/>
                </a:cxn>
                <a:cxn ang="0">
                  <a:pos x="T8" y="T9"/>
                </a:cxn>
              </a:cxnLst>
              <a:rect l="0" t="0" r="r" b="b"/>
              <a:pathLst>
                <a:path w="83" h="283">
                  <a:moveTo>
                    <a:pt x="9" y="283"/>
                  </a:moveTo>
                  <a:cubicBezTo>
                    <a:pt x="0" y="276"/>
                    <a:pt x="0" y="276"/>
                    <a:pt x="0" y="276"/>
                  </a:cubicBezTo>
                  <a:cubicBezTo>
                    <a:pt x="70" y="182"/>
                    <a:pt x="70" y="84"/>
                    <a:pt x="0" y="8"/>
                  </a:cubicBezTo>
                  <a:cubicBezTo>
                    <a:pt x="9" y="0"/>
                    <a:pt x="9" y="0"/>
                    <a:pt x="9" y="0"/>
                  </a:cubicBezTo>
                  <a:cubicBezTo>
                    <a:pt x="82" y="80"/>
                    <a:pt x="83" y="186"/>
                    <a:pt x="9" y="2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300" name="Rectangle 269">
              <a:extLst>
                <a:ext uri="{FF2B5EF4-FFF2-40B4-BE49-F238E27FC236}">
                  <a16:creationId xmlns:a16="http://schemas.microsoft.com/office/drawing/2014/main" id="{9C2B5A47-940D-EA48-BAA9-4D26EB1A3E33}"/>
                </a:ext>
              </a:extLst>
            </p:cNvPr>
            <p:cNvSpPr>
              <a:spLocks noChangeArrowheads="1"/>
            </p:cNvSpPr>
            <p:nvPr/>
          </p:nvSpPr>
          <p:spPr bwMode="auto">
            <a:xfrm>
              <a:off x="4516" y="3300"/>
              <a:ext cx="356"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301" name="Rectangle 270">
              <a:extLst>
                <a:ext uri="{FF2B5EF4-FFF2-40B4-BE49-F238E27FC236}">
                  <a16:creationId xmlns:a16="http://schemas.microsoft.com/office/drawing/2014/main" id="{C426CD1A-3E99-F54E-9271-6DE70CA75D4B}"/>
                </a:ext>
              </a:extLst>
            </p:cNvPr>
            <p:cNvSpPr>
              <a:spLocks noChangeArrowheads="1"/>
            </p:cNvSpPr>
            <p:nvPr/>
          </p:nvSpPr>
          <p:spPr bwMode="auto">
            <a:xfrm>
              <a:off x="4523" y="3087"/>
              <a:ext cx="339"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sp>
          <p:nvSpPr>
            <p:cNvPr id="302" name="Rectangle 271">
              <a:extLst>
                <a:ext uri="{FF2B5EF4-FFF2-40B4-BE49-F238E27FC236}">
                  <a16:creationId xmlns:a16="http://schemas.microsoft.com/office/drawing/2014/main" id="{B3811124-B17C-D94B-8AD1-A4CCDE5EA500}"/>
                </a:ext>
              </a:extLst>
            </p:cNvPr>
            <p:cNvSpPr>
              <a:spLocks noChangeArrowheads="1"/>
            </p:cNvSpPr>
            <p:nvPr/>
          </p:nvSpPr>
          <p:spPr bwMode="auto">
            <a:xfrm>
              <a:off x="4489" y="3194"/>
              <a:ext cx="408"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n-lt"/>
              </a:endParaRPr>
            </a:p>
          </p:txBody>
        </p:sp>
      </p:grpSp>
      <p:grpSp>
        <p:nvGrpSpPr>
          <p:cNvPr id="303" name="Group 92">
            <a:extLst>
              <a:ext uri="{FF2B5EF4-FFF2-40B4-BE49-F238E27FC236}">
                <a16:creationId xmlns:a16="http://schemas.microsoft.com/office/drawing/2014/main" id="{31B23D09-8735-2E48-9CB2-8770D647F10C}"/>
              </a:ext>
            </a:extLst>
          </p:cNvPr>
          <p:cNvGrpSpPr>
            <a:grpSpLocks noChangeAspect="1"/>
          </p:cNvGrpSpPr>
          <p:nvPr userDrawn="1"/>
        </p:nvGrpSpPr>
        <p:grpSpPr bwMode="auto">
          <a:xfrm>
            <a:off x="4560155" y="5528336"/>
            <a:ext cx="578644" cy="412766"/>
            <a:chOff x="341" y="1769"/>
            <a:chExt cx="450" cy="321"/>
          </a:xfrm>
          <a:solidFill>
            <a:schemeClr val="accent1"/>
          </a:solidFill>
        </p:grpSpPr>
        <p:sp>
          <p:nvSpPr>
            <p:cNvPr id="304" name="Freeform 93">
              <a:extLst>
                <a:ext uri="{FF2B5EF4-FFF2-40B4-BE49-F238E27FC236}">
                  <a16:creationId xmlns:a16="http://schemas.microsoft.com/office/drawing/2014/main" id="{D6BFE993-EF88-464D-8FCD-289EC0330F6D}"/>
                </a:ext>
              </a:extLst>
            </p:cNvPr>
            <p:cNvSpPr>
              <a:spLocks noEditPoints="1"/>
            </p:cNvSpPr>
            <p:nvPr/>
          </p:nvSpPr>
          <p:spPr bwMode="auto">
            <a:xfrm>
              <a:off x="447" y="1923"/>
              <a:ext cx="101" cy="167"/>
            </a:xfrm>
            <a:custGeom>
              <a:avLst/>
              <a:gdLst>
                <a:gd name="T0" fmla="*/ 68 w 68"/>
                <a:gd name="T1" fmla="*/ 14 h 113"/>
                <a:gd name="T2" fmla="*/ 54 w 68"/>
                <a:gd name="T3" fmla="*/ 0 h 113"/>
                <a:gd name="T4" fmla="*/ 13 w 68"/>
                <a:gd name="T5" fmla="*/ 0 h 113"/>
                <a:gd name="T6" fmla="*/ 0 w 68"/>
                <a:gd name="T7" fmla="*/ 14 h 113"/>
                <a:gd name="T8" fmla="*/ 0 w 68"/>
                <a:gd name="T9" fmla="*/ 100 h 113"/>
                <a:gd name="T10" fmla="*/ 13 w 68"/>
                <a:gd name="T11" fmla="*/ 113 h 113"/>
                <a:gd name="T12" fmla="*/ 54 w 68"/>
                <a:gd name="T13" fmla="*/ 113 h 113"/>
                <a:gd name="T14" fmla="*/ 68 w 68"/>
                <a:gd name="T15" fmla="*/ 100 h 113"/>
                <a:gd name="T16" fmla="*/ 68 w 68"/>
                <a:gd name="T17" fmla="*/ 14 h 113"/>
                <a:gd name="T18" fmla="*/ 58 w 68"/>
                <a:gd name="T19" fmla="*/ 100 h 113"/>
                <a:gd name="T20" fmla="*/ 54 w 68"/>
                <a:gd name="T21" fmla="*/ 104 h 113"/>
                <a:gd name="T22" fmla="*/ 13 w 68"/>
                <a:gd name="T23" fmla="*/ 104 h 113"/>
                <a:gd name="T24" fmla="*/ 9 w 68"/>
                <a:gd name="T25" fmla="*/ 100 h 113"/>
                <a:gd name="T26" fmla="*/ 9 w 68"/>
                <a:gd name="T27" fmla="*/ 90 h 113"/>
                <a:gd name="T28" fmla="*/ 58 w 68"/>
                <a:gd name="T29" fmla="*/ 90 h 113"/>
                <a:gd name="T30" fmla="*/ 58 w 68"/>
                <a:gd name="T31" fmla="*/ 100 h 113"/>
                <a:gd name="T32" fmla="*/ 58 w 68"/>
                <a:gd name="T33" fmla="*/ 81 h 113"/>
                <a:gd name="T34" fmla="*/ 9 w 68"/>
                <a:gd name="T35" fmla="*/ 81 h 113"/>
                <a:gd name="T36" fmla="*/ 9 w 68"/>
                <a:gd name="T37" fmla="*/ 31 h 113"/>
                <a:gd name="T38" fmla="*/ 58 w 68"/>
                <a:gd name="T39" fmla="*/ 31 h 113"/>
                <a:gd name="T40" fmla="*/ 58 w 68"/>
                <a:gd name="T41" fmla="*/ 81 h 113"/>
                <a:gd name="T42" fmla="*/ 58 w 68"/>
                <a:gd name="T43" fmla="*/ 22 h 113"/>
                <a:gd name="T44" fmla="*/ 9 w 68"/>
                <a:gd name="T45" fmla="*/ 22 h 113"/>
                <a:gd name="T46" fmla="*/ 9 w 68"/>
                <a:gd name="T47" fmla="*/ 14 h 113"/>
                <a:gd name="T48" fmla="*/ 13 w 68"/>
                <a:gd name="T49" fmla="*/ 9 h 113"/>
                <a:gd name="T50" fmla="*/ 54 w 68"/>
                <a:gd name="T51" fmla="*/ 9 h 113"/>
                <a:gd name="T52" fmla="*/ 58 w 68"/>
                <a:gd name="T53" fmla="*/ 14 h 113"/>
                <a:gd name="T54" fmla="*/ 58 w 68"/>
                <a:gd name="T55" fmla="*/ 22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8" h="113">
                  <a:moveTo>
                    <a:pt x="68" y="14"/>
                  </a:moveTo>
                  <a:cubicBezTo>
                    <a:pt x="68" y="6"/>
                    <a:pt x="62" y="0"/>
                    <a:pt x="54" y="0"/>
                  </a:cubicBezTo>
                  <a:cubicBezTo>
                    <a:pt x="13" y="0"/>
                    <a:pt x="13" y="0"/>
                    <a:pt x="13" y="0"/>
                  </a:cubicBezTo>
                  <a:cubicBezTo>
                    <a:pt x="6" y="0"/>
                    <a:pt x="0" y="6"/>
                    <a:pt x="0" y="14"/>
                  </a:cubicBezTo>
                  <a:cubicBezTo>
                    <a:pt x="0" y="100"/>
                    <a:pt x="0" y="100"/>
                    <a:pt x="0" y="100"/>
                  </a:cubicBezTo>
                  <a:cubicBezTo>
                    <a:pt x="0" y="107"/>
                    <a:pt x="6" y="113"/>
                    <a:pt x="13" y="113"/>
                  </a:cubicBezTo>
                  <a:cubicBezTo>
                    <a:pt x="54" y="113"/>
                    <a:pt x="54" y="113"/>
                    <a:pt x="54" y="113"/>
                  </a:cubicBezTo>
                  <a:cubicBezTo>
                    <a:pt x="62" y="113"/>
                    <a:pt x="68" y="107"/>
                    <a:pt x="68" y="100"/>
                  </a:cubicBezTo>
                  <a:lnTo>
                    <a:pt x="68" y="14"/>
                  </a:lnTo>
                  <a:close/>
                  <a:moveTo>
                    <a:pt x="58" y="100"/>
                  </a:moveTo>
                  <a:cubicBezTo>
                    <a:pt x="58" y="102"/>
                    <a:pt x="56" y="104"/>
                    <a:pt x="54" y="104"/>
                  </a:cubicBezTo>
                  <a:cubicBezTo>
                    <a:pt x="13" y="104"/>
                    <a:pt x="13" y="104"/>
                    <a:pt x="13" y="104"/>
                  </a:cubicBezTo>
                  <a:cubicBezTo>
                    <a:pt x="11" y="104"/>
                    <a:pt x="9" y="102"/>
                    <a:pt x="9" y="100"/>
                  </a:cubicBezTo>
                  <a:cubicBezTo>
                    <a:pt x="9" y="90"/>
                    <a:pt x="9" y="90"/>
                    <a:pt x="9" y="90"/>
                  </a:cubicBezTo>
                  <a:cubicBezTo>
                    <a:pt x="58" y="90"/>
                    <a:pt x="58" y="90"/>
                    <a:pt x="58" y="90"/>
                  </a:cubicBezTo>
                  <a:lnTo>
                    <a:pt x="58" y="100"/>
                  </a:lnTo>
                  <a:close/>
                  <a:moveTo>
                    <a:pt x="58" y="81"/>
                  </a:moveTo>
                  <a:cubicBezTo>
                    <a:pt x="9" y="81"/>
                    <a:pt x="9" y="81"/>
                    <a:pt x="9" y="81"/>
                  </a:cubicBezTo>
                  <a:cubicBezTo>
                    <a:pt x="9" y="31"/>
                    <a:pt x="9" y="31"/>
                    <a:pt x="9" y="31"/>
                  </a:cubicBezTo>
                  <a:cubicBezTo>
                    <a:pt x="58" y="31"/>
                    <a:pt x="58" y="31"/>
                    <a:pt x="58" y="31"/>
                  </a:cubicBezTo>
                  <a:lnTo>
                    <a:pt x="58" y="81"/>
                  </a:lnTo>
                  <a:close/>
                  <a:moveTo>
                    <a:pt x="58" y="22"/>
                  </a:moveTo>
                  <a:cubicBezTo>
                    <a:pt x="9" y="22"/>
                    <a:pt x="9" y="22"/>
                    <a:pt x="9" y="22"/>
                  </a:cubicBezTo>
                  <a:cubicBezTo>
                    <a:pt x="9" y="14"/>
                    <a:pt x="9" y="14"/>
                    <a:pt x="9" y="14"/>
                  </a:cubicBezTo>
                  <a:cubicBezTo>
                    <a:pt x="9" y="11"/>
                    <a:pt x="11" y="9"/>
                    <a:pt x="13" y="9"/>
                  </a:cubicBezTo>
                  <a:cubicBezTo>
                    <a:pt x="54" y="9"/>
                    <a:pt x="54" y="9"/>
                    <a:pt x="54" y="9"/>
                  </a:cubicBezTo>
                  <a:cubicBezTo>
                    <a:pt x="56" y="9"/>
                    <a:pt x="58" y="11"/>
                    <a:pt x="58" y="14"/>
                  </a:cubicBezTo>
                  <a:lnTo>
                    <a:pt x="58"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05" name="Freeform 94">
              <a:extLst>
                <a:ext uri="{FF2B5EF4-FFF2-40B4-BE49-F238E27FC236}">
                  <a16:creationId xmlns:a16="http://schemas.microsoft.com/office/drawing/2014/main" id="{37409101-31C8-E04F-8744-C456BF4053A3}"/>
                </a:ext>
              </a:extLst>
            </p:cNvPr>
            <p:cNvSpPr>
              <a:spLocks/>
            </p:cNvSpPr>
            <p:nvPr/>
          </p:nvSpPr>
          <p:spPr bwMode="auto">
            <a:xfrm>
              <a:off x="417" y="1806"/>
              <a:ext cx="321" cy="194"/>
            </a:xfrm>
            <a:custGeom>
              <a:avLst/>
              <a:gdLst>
                <a:gd name="T0" fmla="*/ 217 w 217"/>
                <a:gd name="T1" fmla="*/ 5 h 131"/>
                <a:gd name="T2" fmla="*/ 212 w 217"/>
                <a:gd name="T3" fmla="*/ 0 h 131"/>
                <a:gd name="T4" fmla="*/ 5 w 217"/>
                <a:gd name="T5" fmla="*/ 0 h 131"/>
                <a:gd name="T6" fmla="*/ 0 w 217"/>
                <a:gd name="T7" fmla="*/ 5 h 131"/>
                <a:gd name="T8" fmla="*/ 0 w 217"/>
                <a:gd name="T9" fmla="*/ 29 h 131"/>
                <a:gd name="T10" fmla="*/ 10 w 217"/>
                <a:gd name="T11" fmla="*/ 29 h 131"/>
                <a:gd name="T12" fmla="*/ 10 w 217"/>
                <a:gd name="T13" fmla="*/ 10 h 131"/>
                <a:gd name="T14" fmla="*/ 207 w 217"/>
                <a:gd name="T15" fmla="*/ 10 h 131"/>
                <a:gd name="T16" fmla="*/ 207 w 217"/>
                <a:gd name="T17" fmla="*/ 121 h 131"/>
                <a:gd name="T18" fmla="*/ 97 w 217"/>
                <a:gd name="T19" fmla="*/ 121 h 131"/>
                <a:gd name="T20" fmla="*/ 97 w 217"/>
                <a:gd name="T21" fmla="*/ 131 h 131"/>
                <a:gd name="T22" fmla="*/ 212 w 217"/>
                <a:gd name="T23" fmla="*/ 131 h 131"/>
                <a:gd name="T24" fmla="*/ 217 w 217"/>
                <a:gd name="T25" fmla="*/ 126 h 131"/>
                <a:gd name="T26" fmla="*/ 217 w 217"/>
                <a:gd name="T27" fmla="*/ 5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7" h="131">
                  <a:moveTo>
                    <a:pt x="217" y="5"/>
                  </a:moveTo>
                  <a:cubicBezTo>
                    <a:pt x="217" y="2"/>
                    <a:pt x="215" y="0"/>
                    <a:pt x="212" y="0"/>
                  </a:cubicBezTo>
                  <a:cubicBezTo>
                    <a:pt x="5" y="0"/>
                    <a:pt x="5" y="0"/>
                    <a:pt x="5" y="0"/>
                  </a:cubicBezTo>
                  <a:cubicBezTo>
                    <a:pt x="2" y="0"/>
                    <a:pt x="0" y="2"/>
                    <a:pt x="0" y="5"/>
                  </a:cubicBezTo>
                  <a:cubicBezTo>
                    <a:pt x="0" y="29"/>
                    <a:pt x="0" y="29"/>
                    <a:pt x="0" y="29"/>
                  </a:cubicBezTo>
                  <a:cubicBezTo>
                    <a:pt x="10" y="29"/>
                    <a:pt x="10" y="29"/>
                    <a:pt x="10" y="29"/>
                  </a:cubicBezTo>
                  <a:cubicBezTo>
                    <a:pt x="10" y="10"/>
                    <a:pt x="10" y="10"/>
                    <a:pt x="10" y="10"/>
                  </a:cubicBezTo>
                  <a:cubicBezTo>
                    <a:pt x="207" y="10"/>
                    <a:pt x="207" y="10"/>
                    <a:pt x="207" y="10"/>
                  </a:cubicBezTo>
                  <a:cubicBezTo>
                    <a:pt x="207" y="121"/>
                    <a:pt x="207" y="121"/>
                    <a:pt x="207" y="121"/>
                  </a:cubicBezTo>
                  <a:cubicBezTo>
                    <a:pt x="97" y="121"/>
                    <a:pt x="97" y="121"/>
                    <a:pt x="97" y="121"/>
                  </a:cubicBezTo>
                  <a:cubicBezTo>
                    <a:pt x="97" y="131"/>
                    <a:pt x="97" y="131"/>
                    <a:pt x="97" y="131"/>
                  </a:cubicBezTo>
                  <a:cubicBezTo>
                    <a:pt x="212" y="131"/>
                    <a:pt x="212" y="131"/>
                    <a:pt x="212" y="131"/>
                  </a:cubicBezTo>
                  <a:cubicBezTo>
                    <a:pt x="215" y="131"/>
                    <a:pt x="217" y="129"/>
                    <a:pt x="217" y="126"/>
                  </a:cubicBezTo>
                  <a:lnTo>
                    <a:pt x="217"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06" name="Freeform 95">
              <a:extLst>
                <a:ext uri="{FF2B5EF4-FFF2-40B4-BE49-F238E27FC236}">
                  <a16:creationId xmlns:a16="http://schemas.microsoft.com/office/drawing/2014/main" id="{844F5876-66F7-7740-8476-CDBA4D0E8A4C}"/>
                </a:ext>
              </a:extLst>
            </p:cNvPr>
            <p:cNvSpPr>
              <a:spLocks/>
            </p:cNvSpPr>
            <p:nvPr/>
          </p:nvSpPr>
          <p:spPr bwMode="auto">
            <a:xfrm>
              <a:off x="382" y="1769"/>
              <a:ext cx="409" cy="321"/>
            </a:xfrm>
            <a:custGeom>
              <a:avLst/>
              <a:gdLst>
                <a:gd name="T0" fmla="*/ 272 w 277"/>
                <a:gd name="T1" fmla="*/ 171 h 217"/>
                <a:gd name="T2" fmla="*/ 265 w 277"/>
                <a:gd name="T3" fmla="*/ 171 h 217"/>
                <a:gd name="T4" fmla="*/ 265 w 277"/>
                <a:gd name="T5" fmla="*/ 24 h 217"/>
                <a:gd name="T6" fmla="*/ 242 w 277"/>
                <a:gd name="T7" fmla="*/ 0 h 217"/>
                <a:gd name="T8" fmla="*/ 23 w 277"/>
                <a:gd name="T9" fmla="*/ 0 h 217"/>
                <a:gd name="T10" fmla="*/ 0 w 277"/>
                <a:gd name="T11" fmla="*/ 24 h 217"/>
                <a:gd name="T12" fmla="*/ 0 w 277"/>
                <a:gd name="T13" fmla="*/ 54 h 217"/>
                <a:gd name="T14" fmla="*/ 10 w 277"/>
                <a:gd name="T15" fmla="*/ 54 h 217"/>
                <a:gd name="T16" fmla="*/ 10 w 277"/>
                <a:gd name="T17" fmla="*/ 24 h 217"/>
                <a:gd name="T18" fmla="*/ 23 w 277"/>
                <a:gd name="T19" fmla="*/ 10 h 217"/>
                <a:gd name="T20" fmla="*/ 242 w 277"/>
                <a:gd name="T21" fmla="*/ 10 h 217"/>
                <a:gd name="T22" fmla="*/ 255 w 277"/>
                <a:gd name="T23" fmla="*/ 24 h 217"/>
                <a:gd name="T24" fmla="*/ 255 w 277"/>
                <a:gd name="T25" fmla="*/ 171 h 217"/>
                <a:gd name="T26" fmla="*/ 163 w 277"/>
                <a:gd name="T27" fmla="*/ 171 h 217"/>
                <a:gd name="T28" fmla="*/ 158 w 277"/>
                <a:gd name="T29" fmla="*/ 176 h 217"/>
                <a:gd name="T30" fmla="*/ 158 w 277"/>
                <a:gd name="T31" fmla="*/ 183 h 217"/>
                <a:gd name="T32" fmla="*/ 121 w 277"/>
                <a:gd name="T33" fmla="*/ 183 h 217"/>
                <a:gd name="T34" fmla="*/ 121 w 277"/>
                <a:gd name="T35" fmla="*/ 193 h 217"/>
                <a:gd name="T36" fmla="*/ 163 w 277"/>
                <a:gd name="T37" fmla="*/ 193 h 217"/>
                <a:gd name="T38" fmla="*/ 168 w 277"/>
                <a:gd name="T39" fmla="*/ 188 h 217"/>
                <a:gd name="T40" fmla="*/ 168 w 277"/>
                <a:gd name="T41" fmla="*/ 181 h 217"/>
                <a:gd name="T42" fmla="*/ 267 w 277"/>
                <a:gd name="T43" fmla="*/ 181 h 217"/>
                <a:gd name="T44" fmla="*/ 267 w 277"/>
                <a:gd name="T45" fmla="*/ 200 h 217"/>
                <a:gd name="T46" fmla="*/ 260 w 277"/>
                <a:gd name="T47" fmla="*/ 207 h 217"/>
                <a:gd name="T48" fmla="*/ 121 w 277"/>
                <a:gd name="T49" fmla="*/ 207 h 217"/>
                <a:gd name="T50" fmla="*/ 121 w 277"/>
                <a:gd name="T51" fmla="*/ 208 h 217"/>
                <a:gd name="T52" fmla="*/ 117 w 277"/>
                <a:gd name="T53" fmla="*/ 216 h 217"/>
                <a:gd name="T54" fmla="*/ 116 w 277"/>
                <a:gd name="T55" fmla="*/ 217 h 217"/>
                <a:gd name="T56" fmla="*/ 260 w 277"/>
                <a:gd name="T57" fmla="*/ 217 h 217"/>
                <a:gd name="T58" fmla="*/ 277 w 277"/>
                <a:gd name="T59" fmla="*/ 200 h 217"/>
                <a:gd name="T60" fmla="*/ 277 w 277"/>
                <a:gd name="T61" fmla="*/ 176 h 217"/>
                <a:gd name="T62" fmla="*/ 272 w 277"/>
                <a:gd name="T63" fmla="*/ 171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7" h="217">
                  <a:moveTo>
                    <a:pt x="272" y="171"/>
                  </a:moveTo>
                  <a:cubicBezTo>
                    <a:pt x="265" y="171"/>
                    <a:pt x="265" y="171"/>
                    <a:pt x="265" y="171"/>
                  </a:cubicBezTo>
                  <a:cubicBezTo>
                    <a:pt x="265" y="24"/>
                    <a:pt x="265" y="24"/>
                    <a:pt x="265" y="24"/>
                  </a:cubicBezTo>
                  <a:cubicBezTo>
                    <a:pt x="265" y="11"/>
                    <a:pt x="255" y="0"/>
                    <a:pt x="242" y="0"/>
                  </a:cubicBezTo>
                  <a:cubicBezTo>
                    <a:pt x="23" y="0"/>
                    <a:pt x="23" y="0"/>
                    <a:pt x="23" y="0"/>
                  </a:cubicBezTo>
                  <a:cubicBezTo>
                    <a:pt x="10" y="0"/>
                    <a:pt x="0" y="11"/>
                    <a:pt x="0" y="24"/>
                  </a:cubicBezTo>
                  <a:cubicBezTo>
                    <a:pt x="0" y="54"/>
                    <a:pt x="0" y="54"/>
                    <a:pt x="0" y="54"/>
                  </a:cubicBezTo>
                  <a:cubicBezTo>
                    <a:pt x="10" y="54"/>
                    <a:pt x="10" y="54"/>
                    <a:pt x="10" y="54"/>
                  </a:cubicBezTo>
                  <a:cubicBezTo>
                    <a:pt x="10" y="24"/>
                    <a:pt x="10" y="24"/>
                    <a:pt x="10" y="24"/>
                  </a:cubicBezTo>
                  <a:cubicBezTo>
                    <a:pt x="10" y="16"/>
                    <a:pt x="16" y="10"/>
                    <a:pt x="23" y="10"/>
                  </a:cubicBezTo>
                  <a:cubicBezTo>
                    <a:pt x="242" y="10"/>
                    <a:pt x="242" y="10"/>
                    <a:pt x="242" y="10"/>
                  </a:cubicBezTo>
                  <a:cubicBezTo>
                    <a:pt x="249" y="10"/>
                    <a:pt x="255" y="16"/>
                    <a:pt x="255" y="24"/>
                  </a:cubicBezTo>
                  <a:cubicBezTo>
                    <a:pt x="255" y="171"/>
                    <a:pt x="255" y="171"/>
                    <a:pt x="255" y="171"/>
                  </a:cubicBezTo>
                  <a:cubicBezTo>
                    <a:pt x="163" y="171"/>
                    <a:pt x="163" y="171"/>
                    <a:pt x="163" y="171"/>
                  </a:cubicBezTo>
                  <a:cubicBezTo>
                    <a:pt x="160" y="171"/>
                    <a:pt x="158" y="173"/>
                    <a:pt x="158" y="176"/>
                  </a:cubicBezTo>
                  <a:cubicBezTo>
                    <a:pt x="158" y="183"/>
                    <a:pt x="158" y="183"/>
                    <a:pt x="158" y="183"/>
                  </a:cubicBezTo>
                  <a:cubicBezTo>
                    <a:pt x="121" y="183"/>
                    <a:pt x="121" y="183"/>
                    <a:pt x="121" y="183"/>
                  </a:cubicBezTo>
                  <a:cubicBezTo>
                    <a:pt x="121" y="193"/>
                    <a:pt x="121" y="193"/>
                    <a:pt x="121" y="193"/>
                  </a:cubicBezTo>
                  <a:cubicBezTo>
                    <a:pt x="163" y="193"/>
                    <a:pt x="163" y="193"/>
                    <a:pt x="163" y="193"/>
                  </a:cubicBezTo>
                  <a:cubicBezTo>
                    <a:pt x="166" y="193"/>
                    <a:pt x="168" y="191"/>
                    <a:pt x="168" y="188"/>
                  </a:cubicBezTo>
                  <a:cubicBezTo>
                    <a:pt x="168" y="181"/>
                    <a:pt x="168" y="181"/>
                    <a:pt x="168" y="181"/>
                  </a:cubicBezTo>
                  <a:cubicBezTo>
                    <a:pt x="267" y="181"/>
                    <a:pt x="267" y="181"/>
                    <a:pt x="267" y="181"/>
                  </a:cubicBezTo>
                  <a:cubicBezTo>
                    <a:pt x="267" y="200"/>
                    <a:pt x="267" y="200"/>
                    <a:pt x="267" y="200"/>
                  </a:cubicBezTo>
                  <a:cubicBezTo>
                    <a:pt x="267" y="204"/>
                    <a:pt x="264" y="207"/>
                    <a:pt x="260" y="207"/>
                  </a:cubicBezTo>
                  <a:cubicBezTo>
                    <a:pt x="121" y="207"/>
                    <a:pt x="121" y="207"/>
                    <a:pt x="121" y="207"/>
                  </a:cubicBezTo>
                  <a:cubicBezTo>
                    <a:pt x="121" y="208"/>
                    <a:pt x="121" y="208"/>
                    <a:pt x="121" y="208"/>
                  </a:cubicBezTo>
                  <a:cubicBezTo>
                    <a:pt x="120" y="211"/>
                    <a:pt x="119" y="213"/>
                    <a:pt x="117" y="216"/>
                  </a:cubicBezTo>
                  <a:cubicBezTo>
                    <a:pt x="116" y="217"/>
                    <a:pt x="116" y="217"/>
                    <a:pt x="116" y="217"/>
                  </a:cubicBezTo>
                  <a:cubicBezTo>
                    <a:pt x="260" y="217"/>
                    <a:pt x="260" y="217"/>
                    <a:pt x="260" y="217"/>
                  </a:cubicBezTo>
                  <a:cubicBezTo>
                    <a:pt x="270" y="217"/>
                    <a:pt x="277" y="209"/>
                    <a:pt x="277" y="200"/>
                  </a:cubicBezTo>
                  <a:cubicBezTo>
                    <a:pt x="277" y="176"/>
                    <a:pt x="277" y="176"/>
                    <a:pt x="277" y="176"/>
                  </a:cubicBezTo>
                  <a:cubicBezTo>
                    <a:pt x="277" y="173"/>
                    <a:pt x="275" y="171"/>
                    <a:pt x="272" y="1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07" name="Freeform 96">
              <a:extLst>
                <a:ext uri="{FF2B5EF4-FFF2-40B4-BE49-F238E27FC236}">
                  <a16:creationId xmlns:a16="http://schemas.microsoft.com/office/drawing/2014/main" id="{A289E8F4-C028-6148-B109-3D339897DCB7}"/>
                </a:ext>
              </a:extLst>
            </p:cNvPr>
            <p:cNvSpPr>
              <a:spLocks/>
            </p:cNvSpPr>
            <p:nvPr/>
          </p:nvSpPr>
          <p:spPr bwMode="auto">
            <a:xfrm>
              <a:off x="369" y="1895"/>
              <a:ext cx="115" cy="154"/>
            </a:xfrm>
            <a:custGeom>
              <a:avLst/>
              <a:gdLst>
                <a:gd name="T0" fmla="*/ 78 w 78"/>
                <a:gd name="T1" fmla="*/ 9 h 104"/>
                <a:gd name="T2" fmla="*/ 78 w 78"/>
                <a:gd name="T3" fmla="*/ 5 h 104"/>
                <a:gd name="T4" fmla="*/ 73 w 78"/>
                <a:gd name="T5" fmla="*/ 0 h 104"/>
                <a:gd name="T6" fmla="*/ 5 w 78"/>
                <a:gd name="T7" fmla="*/ 0 h 104"/>
                <a:gd name="T8" fmla="*/ 0 w 78"/>
                <a:gd name="T9" fmla="*/ 5 h 104"/>
                <a:gd name="T10" fmla="*/ 0 w 78"/>
                <a:gd name="T11" fmla="*/ 100 h 104"/>
                <a:gd name="T12" fmla="*/ 5 w 78"/>
                <a:gd name="T13" fmla="*/ 104 h 104"/>
                <a:gd name="T14" fmla="*/ 43 w 78"/>
                <a:gd name="T15" fmla="*/ 104 h 104"/>
                <a:gd name="T16" fmla="*/ 43 w 78"/>
                <a:gd name="T17" fmla="*/ 95 h 104"/>
                <a:gd name="T18" fmla="*/ 10 w 78"/>
                <a:gd name="T19" fmla="*/ 95 h 104"/>
                <a:gd name="T20" fmla="*/ 10 w 78"/>
                <a:gd name="T21" fmla="*/ 9 h 104"/>
                <a:gd name="T22" fmla="*/ 78 w 78"/>
                <a:gd name="T23" fmla="*/ 9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8" h="104">
                  <a:moveTo>
                    <a:pt x="78" y="9"/>
                  </a:moveTo>
                  <a:cubicBezTo>
                    <a:pt x="78" y="5"/>
                    <a:pt x="78" y="5"/>
                    <a:pt x="78" y="5"/>
                  </a:cubicBezTo>
                  <a:cubicBezTo>
                    <a:pt x="78" y="2"/>
                    <a:pt x="76" y="0"/>
                    <a:pt x="73" y="0"/>
                  </a:cubicBezTo>
                  <a:cubicBezTo>
                    <a:pt x="5" y="0"/>
                    <a:pt x="5" y="0"/>
                    <a:pt x="5" y="0"/>
                  </a:cubicBezTo>
                  <a:cubicBezTo>
                    <a:pt x="3" y="0"/>
                    <a:pt x="0" y="2"/>
                    <a:pt x="0" y="5"/>
                  </a:cubicBezTo>
                  <a:cubicBezTo>
                    <a:pt x="0" y="100"/>
                    <a:pt x="0" y="100"/>
                    <a:pt x="0" y="100"/>
                  </a:cubicBezTo>
                  <a:cubicBezTo>
                    <a:pt x="0" y="102"/>
                    <a:pt x="3" y="104"/>
                    <a:pt x="5" y="104"/>
                  </a:cubicBezTo>
                  <a:cubicBezTo>
                    <a:pt x="43" y="104"/>
                    <a:pt x="43" y="104"/>
                    <a:pt x="43" y="104"/>
                  </a:cubicBezTo>
                  <a:cubicBezTo>
                    <a:pt x="43" y="95"/>
                    <a:pt x="43" y="95"/>
                    <a:pt x="43" y="95"/>
                  </a:cubicBezTo>
                  <a:cubicBezTo>
                    <a:pt x="10" y="95"/>
                    <a:pt x="10" y="95"/>
                    <a:pt x="10" y="95"/>
                  </a:cubicBezTo>
                  <a:cubicBezTo>
                    <a:pt x="10" y="9"/>
                    <a:pt x="10" y="9"/>
                    <a:pt x="10" y="9"/>
                  </a:cubicBezTo>
                  <a:lnTo>
                    <a:pt x="78"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08" name="Freeform 97">
              <a:extLst>
                <a:ext uri="{FF2B5EF4-FFF2-40B4-BE49-F238E27FC236}">
                  <a16:creationId xmlns:a16="http://schemas.microsoft.com/office/drawing/2014/main" id="{30B1422A-1FC0-E644-86CF-3A9C1C0E7009}"/>
                </a:ext>
              </a:extLst>
            </p:cNvPr>
            <p:cNvSpPr>
              <a:spLocks/>
            </p:cNvSpPr>
            <p:nvPr/>
          </p:nvSpPr>
          <p:spPr bwMode="auto">
            <a:xfrm>
              <a:off x="341" y="1864"/>
              <a:ext cx="171" cy="226"/>
            </a:xfrm>
            <a:custGeom>
              <a:avLst/>
              <a:gdLst>
                <a:gd name="T0" fmla="*/ 99 w 116"/>
                <a:gd name="T1" fmla="*/ 9 h 153"/>
                <a:gd name="T2" fmla="*/ 106 w 116"/>
                <a:gd name="T3" fmla="*/ 17 h 153"/>
                <a:gd name="T4" fmla="*/ 106 w 116"/>
                <a:gd name="T5" fmla="*/ 31 h 153"/>
                <a:gd name="T6" fmla="*/ 116 w 116"/>
                <a:gd name="T7" fmla="*/ 31 h 153"/>
                <a:gd name="T8" fmla="*/ 116 w 116"/>
                <a:gd name="T9" fmla="*/ 17 h 153"/>
                <a:gd name="T10" fmla="*/ 99 w 116"/>
                <a:gd name="T11" fmla="*/ 0 h 153"/>
                <a:gd name="T12" fmla="*/ 17 w 116"/>
                <a:gd name="T13" fmla="*/ 0 h 153"/>
                <a:gd name="T14" fmla="*/ 0 w 116"/>
                <a:gd name="T15" fmla="*/ 17 h 153"/>
                <a:gd name="T16" fmla="*/ 0 w 116"/>
                <a:gd name="T17" fmla="*/ 136 h 153"/>
                <a:gd name="T18" fmla="*/ 17 w 116"/>
                <a:gd name="T19" fmla="*/ 153 h 153"/>
                <a:gd name="T20" fmla="*/ 68 w 116"/>
                <a:gd name="T21" fmla="*/ 153 h 153"/>
                <a:gd name="T22" fmla="*/ 67 w 116"/>
                <a:gd name="T23" fmla="*/ 152 h 153"/>
                <a:gd name="T24" fmla="*/ 63 w 116"/>
                <a:gd name="T25" fmla="*/ 144 h 153"/>
                <a:gd name="T26" fmla="*/ 63 w 116"/>
                <a:gd name="T27" fmla="*/ 144 h 153"/>
                <a:gd name="T28" fmla="*/ 17 w 116"/>
                <a:gd name="T29" fmla="*/ 144 h 153"/>
                <a:gd name="T30" fmla="*/ 10 w 116"/>
                <a:gd name="T31" fmla="*/ 136 h 153"/>
                <a:gd name="T32" fmla="*/ 10 w 116"/>
                <a:gd name="T33" fmla="*/ 17 h 153"/>
                <a:gd name="T34" fmla="*/ 17 w 116"/>
                <a:gd name="T35" fmla="*/ 9 h 153"/>
                <a:gd name="T36" fmla="*/ 99 w 116"/>
                <a:gd name="T37" fmla="*/ 9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6" h="153">
                  <a:moveTo>
                    <a:pt x="99" y="9"/>
                  </a:moveTo>
                  <a:cubicBezTo>
                    <a:pt x="103" y="9"/>
                    <a:pt x="106" y="13"/>
                    <a:pt x="106" y="17"/>
                  </a:cubicBezTo>
                  <a:cubicBezTo>
                    <a:pt x="106" y="31"/>
                    <a:pt x="106" y="31"/>
                    <a:pt x="106" y="31"/>
                  </a:cubicBezTo>
                  <a:cubicBezTo>
                    <a:pt x="116" y="31"/>
                    <a:pt x="116" y="31"/>
                    <a:pt x="116" y="31"/>
                  </a:cubicBezTo>
                  <a:cubicBezTo>
                    <a:pt x="116" y="17"/>
                    <a:pt x="116" y="17"/>
                    <a:pt x="116" y="17"/>
                  </a:cubicBezTo>
                  <a:cubicBezTo>
                    <a:pt x="116" y="7"/>
                    <a:pt x="108" y="0"/>
                    <a:pt x="99" y="0"/>
                  </a:cubicBezTo>
                  <a:cubicBezTo>
                    <a:pt x="17" y="0"/>
                    <a:pt x="17" y="0"/>
                    <a:pt x="17" y="0"/>
                  </a:cubicBezTo>
                  <a:cubicBezTo>
                    <a:pt x="8" y="0"/>
                    <a:pt x="0" y="7"/>
                    <a:pt x="0" y="17"/>
                  </a:cubicBezTo>
                  <a:cubicBezTo>
                    <a:pt x="0" y="136"/>
                    <a:pt x="0" y="136"/>
                    <a:pt x="0" y="136"/>
                  </a:cubicBezTo>
                  <a:cubicBezTo>
                    <a:pt x="0" y="145"/>
                    <a:pt x="8" y="153"/>
                    <a:pt x="17" y="153"/>
                  </a:cubicBezTo>
                  <a:cubicBezTo>
                    <a:pt x="68" y="153"/>
                    <a:pt x="68" y="153"/>
                    <a:pt x="68" y="153"/>
                  </a:cubicBezTo>
                  <a:cubicBezTo>
                    <a:pt x="67" y="152"/>
                    <a:pt x="67" y="152"/>
                    <a:pt x="67" y="152"/>
                  </a:cubicBezTo>
                  <a:cubicBezTo>
                    <a:pt x="65" y="150"/>
                    <a:pt x="64" y="147"/>
                    <a:pt x="63" y="144"/>
                  </a:cubicBezTo>
                  <a:cubicBezTo>
                    <a:pt x="63" y="144"/>
                    <a:pt x="63" y="144"/>
                    <a:pt x="63" y="144"/>
                  </a:cubicBezTo>
                  <a:cubicBezTo>
                    <a:pt x="17" y="144"/>
                    <a:pt x="17" y="144"/>
                    <a:pt x="17" y="144"/>
                  </a:cubicBezTo>
                  <a:cubicBezTo>
                    <a:pt x="13" y="144"/>
                    <a:pt x="10" y="140"/>
                    <a:pt x="10" y="136"/>
                  </a:cubicBezTo>
                  <a:cubicBezTo>
                    <a:pt x="10" y="17"/>
                    <a:pt x="10" y="17"/>
                    <a:pt x="10" y="17"/>
                  </a:cubicBezTo>
                  <a:cubicBezTo>
                    <a:pt x="10" y="13"/>
                    <a:pt x="13" y="9"/>
                    <a:pt x="17" y="9"/>
                  </a:cubicBezTo>
                  <a:lnTo>
                    <a:pt x="99"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09" name="Oval 98">
              <a:extLst>
                <a:ext uri="{FF2B5EF4-FFF2-40B4-BE49-F238E27FC236}">
                  <a16:creationId xmlns:a16="http://schemas.microsoft.com/office/drawing/2014/main" id="{A4B792FB-71CE-1145-960B-B90FBEB0B650}"/>
                </a:ext>
              </a:extLst>
            </p:cNvPr>
            <p:cNvSpPr>
              <a:spLocks noChangeArrowheads="1"/>
            </p:cNvSpPr>
            <p:nvPr/>
          </p:nvSpPr>
          <p:spPr bwMode="auto">
            <a:xfrm>
              <a:off x="490" y="2059"/>
              <a:ext cx="13" cy="1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10" name="Oval 99">
              <a:extLst>
                <a:ext uri="{FF2B5EF4-FFF2-40B4-BE49-F238E27FC236}">
                  <a16:creationId xmlns:a16="http://schemas.microsoft.com/office/drawing/2014/main" id="{5EF5F9D8-CCE3-2343-807F-0CF85E03EAF0}"/>
                </a:ext>
              </a:extLst>
            </p:cNvPr>
            <p:cNvSpPr>
              <a:spLocks noChangeArrowheads="1"/>
            </p:cNvSpPr>
            <p:nvPr/>
          </p:nvSpPr>
          <p:spPr bwMode="auto">
            <a:xfrm>
              <a:off x="422" y="1882"/>
              <a:ext cx="9" cy="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11" name="Oval 100">
              <a:extLst>
                <a:ext uri="{FF2B5EF4-FFF2-40B4-BE49-F238E27FC236}">
                  <a16:creationId xmlns:a16="http://schemas.microsoft.com/office/drawing/2014/main" id="{3D380F82-1897-C145-8D61-C6B842E53DF3}"/>
                </a:ext>
              </a:extLst>
            </p:cNvPr>
            <p:cNvSpPr>
              <a:spLocks noChangeArrowheads="1"/>
            </p:cNvSpPr>
            <p:nvPr/>
          </p:nvSpPr>
          <p:spPr bwMode="auto">
            <a:xfrm>
              <a:off x="417" y="2053"/>
              <a:ext cx="18" cy="2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grpSp>
      <p:grpSp>
        <p:nvGrpSpPr>
          <p:cNvPr id="312" name="Group 4">
            <a:extLst>
              <a:ext uri="{FF2B5EF4-FFF2-40B4-BE49-F238E27FC236}">
                <a16:creationId xmlns:a16="http://schemas.microsoft.com/office/drawing/2014/main" id="{84C17A15-152C-A348-853A-B692B4282DA1}"/>
              </a:ext>
            </a:extLst>
          </p:cNvPr>
          <p:cNvGrpSpPr>
            <a:grpSpLocks noChangeAspect="1"/>
          </p:cNvGrpSpPr>
          <p:nvPr userDrawn="1"/>
        </p:nvGrpSpPr>
        <p:grpSpPr bwMode="auto">
          <a:xfrm>
            <a:off x="5877270" y="5532782"/>
            <a:ext cx="484650" cy="403874"/>
            <a:chOff x="348" y="472"/>
            <a:chExt cx="426" cy="355"/>
          </a:xfrm>
          <a:solidFill>
            <a:schemeClr val="accent1"/>
          </a:solidFill>
        </p:grpSpPr>
        <p:sp>
          <p:nvSpPr>
            <p:cNvPr id="313" name="Freeform 5">
              <a:extLst>
                <a:ext uri="{FF2B5EF4-FFF2-40B4-BE49-F238E27FC236}">
                  <a16:creationId xmlns:a16="http://schemas.microsoft.com/office/drawing/2014/main" id="{719C8B8C-D094-D74C-AF4C-E723A3C19C5E}"/>
                </a:ext>
              </a:extLst>
            </p:cNvPr>
            <p:cNvSpPr>
              <a:spLocks/>
            </p:cNvSpPr>
            <p:nvPr/>
          </p:nvSpPr>
          <p:spPr bwMode="auto">
            <a:xfrm>
              <a:off x="348" y="543"/>
              <a:ext cx="373" cy="18"/>
            </a:xfrm>
            <a:custGeom>
              <a:avLst/>
              <a:gdLst>
                <a:gd name="T0" fmla="*/ 246 w 252"/>
                <a:gd name="T1" fmla="*/ 12 h 12"/>
                <a:gd name="T2" fmla="*/ 6 w 252"/>
                <a:gd name="T3" fmla="*/ 12 h 12"/>
                <a:gd name="T4" fmla="*/ 0 w 252"/>
                <a:gd name="T5" fmla="*/ 6 h 12"/>
                <a:gd name="T6" fmla="*/ 6 w 252"/>
                <a:gd name="T7" fmla="*/ 0 h 12"/>
                <a:gd name="T8" fmla="*/ 246 w 252"/>
                <a:gd name="T9" fmla="*/ 0 h 12"/>
                <a:gd name="T10" fmla="*/ 252 w 252"/>
                <a:gd name="T11" fmla="*/ 6 h 12"/>
                <a:gd name="T12" fmla="*/ 246 w 25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52" h="12">
                  <a:moveTo>
                    <a:pt x="246" y="12"/>
                  </a:moveTo>
                  <a:cubicBezTo>
                    <a:pt x="6" y="12"/>
                    <a:pt x="6" y="12"/>
                    <a:pt x="6" y="12"/>
                  </a:cubicBezTo>
                  <a:cubicBezTo>
                    <a:pt x="3" y="12"/>
                    <a:pt x="0" y="9"/>
                    <a:pt x="0" y="6"/>
                  </a:cubicBezTo>
                  <a:cubicBezTo>
                    <a:pt x="0" y="3"/>
                    <a:pt x="3" y="0"/>
                    <a:pt x="6" y="0"/>
                  </a:cubicBezTo>
                  <a:cubicBezTo>
                    <a:pt x="246" y="0"/>
                    <a:pt x="246" y="0"/>
                    <a:pt x="246" y="0"/>
                  </a:cubicBezTo>
                  <a:cubicBezTo>
                    <a:pt x="250" y="0"/>
                    <a:pt x="252" y="3"/>
                    <a:pt x="252" y="6"/>
                  </a:cubicBezTo>
                  <a:cubicBezTo>
                    <a:pt x="252" y="9"/>
                    <a:pt x="250" y="12"/>
                    <a:pt x="24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14" name="Oval 6">
              <a:extLst>
                <a:ext uri="{FF2B5EF4-FFF2-40B4-BE49-F238E27FC236}">
                  <a16:creationId xmlns:a16="http://schemas.microsoft.com/office/drawing/2014/main" id="{0E3079FA-EBC0-1C4F-BF6F-4EF1A488E97C}"/>
                </a:ext>
              </a:extLst>
            </p:cNvPr>
            <p:cNvSpPr>
              <a:spLocks noChangeArrowheads="1"/>
            </p:cNvSpPr>
            <p:nvPr/>
          </p:nvSpPr>
          <p:spPr bwMode="auto">
            <a:xfrm>
              <a:off x="401" y="507"/>
              <a:ext cx="18"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15" name="Oval 7">
              <a:extLst>
                <a:ext uri="{FF2B5EF4-FFF2-40B4-BE49-F238E27FC236}">
                  <a16:creationId xmlns:a16="http://schemas.microsoft.com/office/drawing/2014/main" id="{1020AE0A-3CB9-274A-B949-2F4B93C8FE61}"/>
                </a:ext>
              </a:extLst>
            </p:cNvPr>
            <p:cNvSpPr>
              <a:spLocks noChangeArrowheads="1"/>
            </p:cNvSpPr>
            <p:nvPr/>
          </p:nvSpPr>
          <p:spPr bwMode="auto">
            <a:xfrm>
              <a:off x="437" y="507"/>
              <a:ext cx="17"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16" name="Oval 8">
              <a:extLst>
                <a:ext uri="{FF2B5EF4-FFF2-40B4-BE49-F238E27FC236}">
                  <a16:creationId xmlns:a16="http://schemas.microsoft.com/office/drawing/2014/main" id="{98F34F8F-ABB7-4848-A76F-9F6C562D9670}"/>
                </a:ext>
              </a:extLst>
            </p:cNvPr>
            <p:cNvSpPr>
              <a:spLocks noChangeArrowheads="1"/>
            </p:cNvSpPr>
            <p:nvPr/>
          </p:nvSpPr>
          <p:spPr bwMode="auto">
            <a:xfrm>
              <a:off x="472" y="507"/>
              <a:ext cx="18"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17" name="Freeform 9">
              <a:extLst>
                <a:ext uri="{FF2B5EF4-FFF2-40B4-BE49-F238E27FC236}">
                  <a16:creationId xmlns:a16="http://schemas.microsoft.com/office/drawing/2014/main" id="{AA090CA5-2F52-AF46-BB3E-337567489E55}"/>
                </a:ext>
              </a:extLst>
            </p:cNvPr>
            <p:cNvSpPr>
              <a:spLocks noEditPoints="1"/>
            </p:cNvSpPr>
            <p:nvPr/>
          </p:nvSpPr>
          <p:spPr bwMode="auto">
            <a:xfrm>
              <a:off x="348" y="472"/>
              <a:ext cx="373" cy="284"/>
            </a:xfrm>
            <a:custGeom>
              <a:avLst/>
              <a:gdLst>
                <a:gd name="T0" fmla="*/ 222 w 252"/>
                <a:gd name="T1" fmla="*/ 192 h 192"/>
                <a:gd name="T2" fmla="*/ 30 w 252"/>
                <a:gd name="T3" fmla="*/ 192 h 192"/>
                <a:gd name="T4" fmla="*/ 0 w 252"/>
                <a:gd name="T5" fmla="*/ 162 h 192"/>
                <a:gd name="T6" fmla="*/ 0 w 252"/>
                <a:gd name="T7" fmla="*/ 30 h 192"/>
                <a:gd name="T8" fmla="*/ 30 w 252"/>
                <a:gd name="T9" fmla="*/ 0 h 192"/>
                <a:gd name="T10" fmla="*/ 222 w 252"/>
                <a:gd name="T11" fmla="*/ 0 h 192"/>
                <a:gd name="T12" fmla="*/ 252 w 252"/>
                <a:gd name="T13" fmla="*/ 30 h 192"/>
                <a:gd name="T14" fmla="*/ 252 w 252"/>
                <a:gd name="T15" fmla="*/ 162 h 192"/>
                <a:gd name="T16" fmla="*/ 222 w 252"/>
                <a:gd name="T17" fmla="*/ 192 h 192"/>
                <a:gd name="T18" fmla="*/ 30 w 252"/>
                <a:gd name="T19" fmla="*/ 12 h 192"/>
                <a:gd name="T20" fmla="*/ 12 w 252"/>
                <a:gd name="T21" fmla="*/ 30 h 192"/>
                <a:gd name="T22" fmla="*/ 12 w 252"/>
                <a:gd name="T23" fmla="*/ 162 h 192"/>
                <a:gd name="T24" fmla="*/ 30 w 252"/>
                <a:gd name="T25" fmla="*/ 180 h 192"/>
                <a:gd name="T26" fmla="*/ 222 w 252"/>
                <a:gd name="T27" fmla="*/ 180 h 192"/>
                <a:gd name="T28" fmla="*/ 240 w 252"/>
                <a:gd name="T29" fmla="*/ 162 h 192"/>
                <a:gd name="T30" fmla="*/ 240 w 252"/>
                <a:gd name="T31" fmla="*/ 30 h 192"/>
                <a:gd name="T32" fmla="*/ 222 w 252"/>
                <a:gd name="T33" fmla="*/ 12 h 192"/>
                <a:gd name="T34" fmla="*/ 30 w 252"/>
                <a:gd name="T35"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2" h="192">
                  <a:moveTo>
                    <a:pt x="222" y="192"/>
                  </a:moveTo>
                  <a:cubicBezTo>
                    <a:pt x="30" y="192"/>
                    <a:pt x="30" y="192"/>
                    <a:pt x="30" y="192"/>
                  </a:cubicBezTo>
                  <a:cubicBezTo>
                    <a:pt x="14" y="192"/>
                    <a:pt x="0" y="179"/>
                    <a:pt x="0" y="162"/>
                  </a:cubicBezTo>
                  <a:cubicBezTo>
                    <a:pt x="0" y="30"/>
                    <a:pt x="0" y="30"/>
                    <a:pt x="0" y="30"/>
                  </a:cubicBezTo>
                  <a:cubicBezTo>
                    <a:pt x="0" y="13"/>
                    <a:pt x="14" y="0"/>
                    <a:pt x="30" y="0"/>
                  </a:cubicBezTo>
                  <a:cubicBezTo>
                    <a:pt x="222" y="0"/>
                    <a:pt x="222" y="0"/>
                    <a:pt x="222" y="0"/>
                  </a:cubicBezTo>
                  <a:cubicBezTo>
                    <a:pt x="239" y="0"/>
                    <a:pt x="252" y="13"/>
                    <a:pt x="252" y="30"/>
                  </a:cubicBezTo>
                  <a:cubicBezTo>
                    <a:pt x="252" y="162"/>
                    <a:pt x="252" y="162"/>
                    <a:pt x="252" y="162"/>
                  </a:cubicBezTo>
                  <a:cubicBezTo>
                    <a:pt x="252" y="179"/>
                    <a:pt x="239" y="192"/>
                    <a:pt x="222" y="192"/>
                  </a:cubicBezTo>
                  <a:close/>
                  <a:moveTo>
                    <a:pt x="30" y="12"/>
                  </a:moveTo>
                  <a:cubicBezTo>
                    <a:pt x="20" y="12"/>
                    <a:pt x="12" y="20"/>
                    <a:pt x="12" y="30"/>
                  </a:cubicBezTo>
                  <a:cubicBezTo>
                    <a:pt x="12" y="162"/>
                    <a:pt x="12" y="162"/>
                    <a:pt x="12" y="162"/>
                  </a:cubicBezTo>
                  <a:cubicBezTo>
                    <a:pt x="12" y="172"/>
                    <a:pt x="20" y="180"/>
                    <a:pt x="30" y="180"/>
                  </a:cubicBezTo>
                  <a:cubicBezTo>
                    <a:pt x="222" y="180"/>
                    <a:pt x="222" y="180"/>
                    <a:pt x="222" y="180"/>
                  </a:cubicBezTo>
                  <a:cubicBezTo>
                    <a:pt x="232" y="180"/>
                    <a:pt x="240" y="172"/>
                    <a:pt x="240" y="162"/>
                  </a:cubicBezTo>
                  <a:cubicBezTo>
                    <a:pt x="240" y="30"/>
                    <a:pt x="240" y="30"/>
                    <a:pt x="240" y="30"/>
                  </a:cubicBezTo>
                  <a:cubicBezTo>
                    <a:pt x="240" y="20"/>
                    <a:pt x="232" y="12"/>
                    <a:pt x="222" y="12"/>
                  </a:cubicBezTo>
                  <a:lnTo>
                    <a:pt x="3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18" name="Freeform 10">
              <a:extLst>
                <a:ext uri="{FF2B5EF4-FFF2-40B4-BE49-F238E27FC236}">
                  <a16:creationId xmlns:a16="http://schemas.microsoft.com/office/drawing/2014/main" id="{8894367A-92E9-164E-BC86-5B276995A8E7}"/>
                </a:ext>
              </a:extLst>
            </p:cNvPr>
            <p:cNvSpPr>
              <a:spLocks/>
            </p:cNvSpPr>
            <p:nvPr/>
          </p:nvSpPr>
          <p:spPr bwMode="auto">
            <a:xfrm>
              <a:off x="703" y="61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19" name="Freeform 11">
              <a:extLst>
                <a:ext uri="{FF2B5EF4-FFF2-40B4-BE49-F238E27FC236}">
                  <a16:creationId xmlns:a16="http://schemas.microsoft.com/office/drawing/2014/main" id="{8C879DF6-8A8C-D14C-9B9C-E0EB824DC79F}"/>
                </a:ext>
              </a:extLst>
            </p:cNvPr>
            <p:cNvSpPr>
              <a:spLocks/>
            </p:cNvSpPr>
            <p:nvPr/>
          </p:nvSpPr>
          <p:spPr bwMode="auto">
            <a:xfrm>
              <a:off x="401" y="543"/>
              <a:ext cx="373" cy="284"/>
            </a:xfrm>
            <a:custGeom>
              <a:avLst/>
              <a:gdLst>
                <a:gd name="T0" fmla="*/ 222 w 252"/>
                <a:gd name="T1" fmla="*/ 192 h 192"/>
                <a:gd name="T2" fmla="*/ 30 w 252"/>
                <a:gd name="T3" fmla="*/ 192 h 192"/>
                <a:gd name="T4" fmla="*/ 0 w 252"/>
                <a:gd name="T5" fmla="*/ 162 h 192"/>
                <a:gd name="T6" fmla="*/ 0 w 252"/>
                <a:gd name="T7" fmla="*/ 138 h 192"/>
                <a:gd name="T8" fmla="*/ 6 w 252"/>
                <a:gd name="T9" fmla="*/ 132 h 192"/>
                <a:gd name="T10" fmla="*/ 12 w 252"/>
                <a:gd name="T11" fmla="*/ 138 h 192"/>
                <a:gd name="T12" fmla="*/ 12 w 252"/>
                <a:gd name="T13" fmla="*/ 162 h 192"/>
                <a:gd name="T14" fmla="*/ 30 w 252"/>
                <a:gd name="T15" fmla="*/ 180 h 192"/>
                <a:gd name="T16" fmla="*/ 222 w 252"/>
                <a:gd name="T17" fmla="*/ 180 h 192"/>
                <a:gd name="T18" fmla="*/ 240 w 252"/>
                <a:gd name="T19" fmla="*/ 162 h 192"/>
                <a:gd name="T20" fmla="*/ 240 w 252"/>
                <a:gd name="T21" fmla="*/ 30 h 192"/>
                <a:gd name="T22" fmla="*/ 222 w 252"/>
                <a:gd name="T23" fmla="*/ 12 h 192"/>
                <a:gd name="T24" fmla="*/ 210 w 252"/>
                <a:gd name="T25" fmla="*/ 12 h 192"/>
                <a:gd name="T26" fmla="*/ 204 w 252"/>
                <a:gd name="T27" fmla="*/ 6 h 192"/>
                <a:gd name="T28" fmla="*/ 210 w 252"/>
                <a:gd name="T29" fmla="*/ 0 h 192"/>
                <a:gd name="T30" fmla="*/ 222 w 252"/>
                <a:gd name="T31" fmla="*/ 0 h 192"/>
                <a:gd name="T32" fmla="*/ 252 w 252"/>
                <a:gd name="T33" fmla="*/ 30 h 192"/>
                <a:gd name="T34" fmla="*/ 252 w 252"/>
                <a:gd name="T35" fmla="*/ 162 h 192"/>
                <a:gd name="T36" fmla="*/ 222 w 252"/>
                <a:gd name="T3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192">
                  <a:moveTo>
                    <a:pt x="222" y="192"/>
                  </a:moveTo>
                  <a:cubicBezTo>
                    <a:pt x="30" y="192"/>
                    <a:pt x="30" y="192"/>
                    <a:pt x="30" y="192"/>
                  </a:cubicBezTo>
                  <a:cubicBezTo>
                    <a:pt x="14" y="192"/>
                    <a:pt x="0" y="179"/>
                    <a:pt x="0" y="162"/>
                  </a:cubicBezTo>
                  <a:cubicBezTo>
                    <a:pt x="0" y="138"/>
                    <a:pt x="0" y="138"/>
                    <a:pt x="0" y="138"/>
                  </a:cubicBezTo>
                  <a:cubicBezTo>
                    <a:pt x="0" y="135"/>
                    <a:pt x="3" y="132"/>
                    <a:pt x="6" y="132"/>
                  </a:cubicBezTo>
                  <a:cubicBezTo>
                    <a:pt x="10" y="132"/>
                    <a:pt x="12" y="135"/>
                    <a:pt x="12" y="138"/>
                  </a:cubicBezTo>
                  <a:cubicBezTo>
                    <a:pt x="12" y="162"/>
                    <a:pt x="12" y="162"/>
                    <a:pt x="12" y="162"/>
                  </a:cubicBezTo>
                  <a:cubicBezTo>
                    <a:pt x="12" y="172"/>
                    <a:pt x="20" y="180"/>
                    <a:pt x="30" y="180"/>
                  </a:cubicBezTo>
                  <a:cubicBezTo>
                    <a:pt x="222" y="180"/>
                    <a:pt x="222" y="180"/>
                    <a:pt x="222" y="180"/>
                  </a:cubicBezTo>
                  <a:cubicBezTo>
                    <a:pt x="232" y="180"/>
                    <a:pt x="240" y="172"/>
                    <a:pt x="240" y="162"/>
                  </a:cubicBezTo>
                  <a:cubicBezTo>
                    <a:pt x="240" y="30"/>
                    <a:pt x="240" y="30"/>
                    <a:pt x="240" y="30"/>
                  </a:cubicBezTo>
                  <a:cubicBezTo>
                    <a:pt x="240" y="20"/>
                    <a:pt x="232" y="12"/>
                    <a:pt x="222" y="12"/>
                  </a:cubicBezTo>
                  <a:cubicBezTo>
                    <a:pt x="210" y="12"/>
                    <a:pt x="210" y="12"/>
                    <a:pt x="210" y="12"/>
                  </a:cubicBezTo>
                  <a:cubicBezTo>
                    <a:pt x="207" y="12"/>
                    <a:pt x="204" y="9"/>
                    <a:pt x="204" y="6"/>
                  </a:cubicBezTo>
                  <a:cubicBezTo>
                    <a:pt x="204" y="3"/>
                    <a:pt x="207" y="0"/>
                    <a:pt x="210" y="0"/>
                  </a:cubicBezTo>
                  <a:cubicBezTo>
                    <a:pt x="222" y="0"/>
                    <a:pt x="222" y="0"/>
                    <a:pt x="222" y="0"/>
                  </a:cubicBezTo>
                  <a:cubicBezTo>
                    <a:pt x="239" y="0"/>
                    <a:pt x="252" y="13"/>
                    <a:pt x="252" y="30"/>
                  </a:cubicBezTo>
                  <a:cubicBezTo>
                    <a:pt x="252" y="162"/>
                    <a:pt x="252" y="162"/>
                    <a:pt x="252" y="162"/>
                  </a:cubicBezTo>
                  <a:cubicBezTo>
                    <a:pt x="252" y="179"/>
                    <a:pt x="239" y="192"/>
                    <a:pt x="222" y="1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sp>
        <p:nvSpPr>
          <p:cNvPr id="320" name="Freeform 132">
            <a:extLst>
              <a:ext uri="{FF2B5EF4-FFF2-40B4-BE49-F238E27FC236}">
                <a16:creationId xmlns:a16="http://schemas.microsoft.com/office/drawing/2014/main" id="{45BDCAD5-FFA8-D94A-91ED-271D762E1EF5}"/>
              </a:ext>
            </a:extLst>
          </p:cNvPr>
          <p:cNvSpPr>
            <a:spLocks noEditPoints="1"/>
          </p:cNvSpPr>
          <p:nvPr userDrawn="1"/>
        </p:nvSpPr>
        <p:spPr bwMode="auto">
          <a:xfrm>
            <a:off x="8409731" y="5515535"/>
            <a:ext cx="494523" cy="438368"/>
          </a:xfrm>
          <a:custGeom>
            <a:avLst/>
            <a:gdLst>
              <a:gd name="T0" fmla="*/ 9 w 133"/>
              <a:gd name="T1" fmla="*/ 0 h 116"/>
              <a:gd name="T2" fmla="*/ 0 w 133"/>
              <a:gd name="T3" fmla="*/ 91 h 116"/>
              <a:gd name="T4" fmla="*/ 56 w 133"/>
              <a:gd name="T5" fmla="*/ 99 h 116"/>
              <a:gd name="T6" fmla="*/ 39 w 133"/>
              <a:gd name="T7" fmla="*/ 110 h 116"/>
              <a:gd name="T8" fmla="*/ 39 w 133"/>
              <a:gd name="T9" fmla="*/ 116 h 116"/>
              <a:gd name="T10" fmla="*/ 97 w 133"/>
              <a:gd name="T11" fmla="*/ 113 h 116"/>
              <a:gd name="T12" fmla="*/ 78 w 133"/>
              <a:gd name="T13" fmla="*/ 110 h 116"/>
              <a:gd name="T14" fmla="*/ 124 w 133"/>
              <a:gd name="T15" fmla="*/ 99 h 116"/>
              <a:gd name="T16" fmla="*/ 133 w 133"/>
              <a:gd name="T17" fmla="*/ 8 h 116"/>
              <a:gd name="T18" fmla="*/ 72 w 133"/>
              <a:gd name="T19" fmla="*/ 110 h 116"/>
              <a:gd name="T20" fmla="*/ 61 w 133"/>
              <a:gd name="T21" fmla="*/ 99 h 116"/>
              <a:gd name="T22" fmla="*/ 72 w 133"/>
              <a:gd name="T23" fmla="*/ 110 h 116"/>
              <a:gd name="T24" fmla="*/ 124 w 133"/>
              <a:gd name="T25" fmla="*/ 94 h 116"/>
              <a:gd name="T26" fmla="*/ 6 w 133"/>
              <a:gd name="T27" fmla="*/ 91 h 116"/>
              <a:gd name="T28" fmla="*/ 9 w 133"/>
              <a:gd name="T29" fmla="*/ 5 h 116"/>
              <a:gd name="T30" fmla="*/ 127 w 133"/>
              <a:gd name="T31" fmla="*/ 8 h 116"/>
              <a:gd name="T32" fmla="*/ 109 w 133"/>
              <a:gd name="T33" fmla="*/ 36 h 116"/>
              <a:gd name="T34" fmla="*/ 68 w 133"/>
              <a:gd name="T35" fmla="*/ 19 h 116"/>
              <a:gd name="T36" fmla="*/ 30 w 133"/>
              <a:gd name="T37" fmla="*/ 36 h 116"/>
              <a:gd name="T38" fmla="*/ 30 w 133"/>
              <a:gd name="T39" fmla="*/ 36 h 116"/>
              <a:gd name="T40" fmla="*/ 28 w 133"/>
              <a:gd name="T41" fmla="*/ 37 h 116"/>
              <a:gd name="T42" fmla="*/ 28 w 133"/>
              <a:gd name="T43" fmla="*/ 57 h 116"/>
              <a:gd name="T44" fmla="*/ 23 w 133"/>
              <a:gd name="T45" fmla="*/ 76 h 116"/>
              <a:gd name="T46" fmla="*/ 36 w 133"/>
              <a:gd name="T47" fmla="*/ 77 h 116"/>
              <a:gd name="T48" fmla="*/ 39 w 133"/>
              <a:gd name="T49" fmla="*/ 73 h 116"/>
              <a:gd name="T50" fmla="*/ 34 w 133"/>
              <a:gd name="T51" fmla="*/ 43 h 116"/>
              <a:gd name="T52" fmla="*/ 45 w 133"/>
              <a:gd name="T53" fmla="*/ 66 h 116"/>
              <a:gd name="T54" fmla="*/ 68 w 133"/>
              <a:gd name="T55" fmla="*/ 79 h 116"/>
              <a:gd name="T56" fmla="*/ 71 w 133"/>
              <a:gd name="T57" fmla="*/ 79 h 116"/>
              <a:gd name="T58" fmla="*/ 94 w 133"/>
              <a:gd name="T59" fmla="*/ 66 h 116"/>
              <a:gd name="T60" fmla="*/ 109 w 133"/>
              <a:gd name="T61" fmla="*/ 41 h 116"/>
              <a:gd name="T62" fmla="*/ 109 w 133"/>
              <a:gd name="T63" fmla="*/ 36 h 116"/>
              <a:gd name="T64" fmla="*/ 31 w 133"/>
              <a:gd name="T65" fmla="*/ 66 h 116"/>
              <a:gd name="T66" fmla="*/ 29 w 133"/>
              <a:gd name="T67" fmla="*/ 71 h 116"/>
              <a:gd name="T68" fmla="*/ 69 w 133"/>
              <a:gd name="T69" fmla="*/ 74 h 116"/>
              <a:gd name="T70" fmla="*/ 50 w 133"/>
              <a:gd name="T71" fmla="*/ 50 h 116"/>
              <a:gd name="T72" fmla="*/ 69 w 133"/>
              <a:gd name="T73" fmla="*/ 58 h 116"/>
              <a:gd name="T74" fmla="*/ 89 w 133"/>
              <a:gd name="T75" fmla="*/ 50 h 116"/>
              <a:gd name="T76" fmla="*/ 69 w 133"/>
              <a:gd name="T77" fmla="*/ 52 h 116"/>
              <a:gd name="T78" fmla="*/ 69 w 133"/>
              <a:gd name="T79" fmla="*/ 25 h 116"/>
              <a:gd name="T80" fmla="*/ 69 w 133"/>
              <a:gd name="T81" fmla="*/ 5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33" h="116">
                <a:moveTo>
                  <a:pt x="124" y="0"/>
                </a:moveTo>
                <a:cubicBezTo>
                  <a:pt x="9" y="0"/>
                  <a:pt x="9" y="0"/>
                  <a:pt x="9" y="0"/>
                </a:cubicBezTo>
                <a:cubicBezTo>
                  <a:pt x="4" y="0"/>
                  <a:pt x="0" y="4"/>
                  <a:pt x="0" y="8"/>
                </a:cubicBezTo>
                <a:cubicBezTo>
                  <a:pt x="0" y="91"/>
                  <a:pt x="0" y="91"/>
                  <a:pt x="0" y="91"/>
                </a:cubicBezTo>
                <a:cubicBezTo>
                  <a:pt x="0" y="95"/>
                  <a:pt x="4" y="99"/>
                  <a:pt x="9" y="99"/>
                </a:cubicBezTo>
                <a:cubicBezTo>
                  <a:pt x="56" y="99"/>
                  <a:pt x="56" y="99"/>
                  <a:pt x="56" y="99"/>
                </a:cubicBezTo>
                <a:cubicBezTo>
                  <a:pt x="56" y="110"/>
                  <a:pt x="56" y="110"/>
                  <a:pt x="56" y="110"/>
                </a:cubicBezTo>
                <a:cubicBezTo>
                  <a:pt x="39" y="110"/>
                  <a:pt x="39" y="110"/>
                  <a:pt x="39" y="110"/>
                </a:cubicBezTo>
                <a:cubicBezTo>
                  <a:pt x="37" y="110"/>
                  <a:pt x="36" y="111"/>
                  <a:pt x="36" y="113"/>
                </a:cubicBezTo>
                <a:cubicBezTo>
                  <a:pt x="36" y="114"/>
                  <a:pt x="37" y="116"/>
                  <a:pt x="39" y="116"/>
                </a:cubicBezTo>
                <a:cubicBezTo>
                  <a:pt x="94" y="116"/>
                  <a:pt x="94" y="116"/>
                  <a:pt x="94" y="116"/>
                </a:cubicBezTo>
                <a:cubicBezTo>
                  <a:pt x="96" y="116"/>
                  <a:pt x="97" y="114"/>
                  <a:pt x="97" y="113"/>
                </a:cubicBezTo>
                <a:cubicBezTo>
                  <a:pt x="97" y="111"/>
                  <a:pt x="96" y="110"/>
                  <a:pt x="94" y="110"/>
                </a:cubicBezTo>
                <a:cubicBezTo>
                  <a:pt x="78" y="110"/>
                  <a:pt x="78" y="110"/>
                  <a:pt x="78" y="110"/>
                </a:cubicBezTo>
                <a:cubicBezTo>
                  <a:pt x="78" y="99"/>
                  <a:pt x="78" y="99"/>
                  <a:pt x="78" y="99"/>
                </a:cubicBezTo>
                <a:cubicBezTo>
                  <a:pt x="124" y="99"/>
                  <a:pt x="124" y="99"/>
                  <a:pt x="124" y="99"/>
                </a:cubicBezTo>
                <a:cubicBezTo>
                  <a:pt x="129" y="99"/>
                  <a:pt x="133" y="95"/>
                  <a:pt x="133" y="91"/>
                </a:cubicBezTo>
                <a:cubicBezTo>
                  <a:pt x="133" y="8"/>
                  <a:pt x="133" y="8"/>
                  <a:pt x="133" y="8"/>
                </a:cubicBezTo>
                <a:cubicBezTo>
                  <a:pt x="133" y="4"/>
                  <a:pt x="129" y="0"/>
                  <a:pt x="124" y="0"/>
                </a:cubicBezTo>
                <a:close/>
                <a:moveTo>
                  <a:pt x="72" y="110"/>
                </a:moveTo>
                <a:cubicBezTo>
                  <a:pt x="61" y="110"/>
                  <a:pt x="61" y="110"/>
                  <a:pt x="61" y="110"/>
                </a:cubicBezTo>
                <a:cubicBezTo>
                  <a:pt x="61" y="99"/>
                  <a:pt x="61" y="99"/>
                  <a:pt x="61" y="99"/>
                </a:cubicBezTo>
                <a:cubicBezTo>
                  <a:pt x="72" y="99"/>
                  <a:pt x="72" y="99"/>
                  <a:pt x="72" y="99"/>
                </a:cubicBezTo>
                <a:lnTo>
                  <a:pt x="72" y="110"/>
                </a:lnTo>
                <a:close/>
                <a:moveTo>
                  <a:pt x="127" y="91"/>
                </a:moveTo>
                <a:cubicBezTo>
                  <a:pt x="127" y="92"/>
                  <a:pt x="126" y="94"/>
                  <a:pt x="124" y="94"/>
                </a:cubicBezTo>
                <a:cubicBezTo>
                  <a:pt x="9" y="94"/>
                  <a:pt x="9" y="94"/>
                  <a:pt x="9" y="94"/>
                </a:cubicBezTo>
                <a:cubicBezTo>
                  <a:pt x="7" y="94"/>
                  <a:pt x="6" y="92"/>
                  <a:pt x="6" y="91"/>
                </a:cubicBezTo>
                <a:cubicBezTo>
                  <a:pt x="6" y="8"/>
                  <a:pt x="6" y="8"/>
                  <a:pt x="6" y="8"/>
                </a:cubicBezTo>
                <a:cubicBezTo>
                  <a:pt x="6" y="7"/>
                  <a:pt x="7" y="5"/>
                  <a:pt x="9" y="5"/>
                </a:cubicBezTo>
                <a:cubicBezTo>
                  <a:pt x="124" y="5"/>
                  <a:pt x="124" y="5"/>
                  <a:pt x="124" y="5"/>
                </a:cubicBezTo>
                <a:cubicBezTo>
                  <a:pt x="126" y="5"/>
                  <a:pt x="127" y="7"/>
                  <a:pt x="127" y="8"/>
                </a:cubicBezTo>
                <a:lnTo>
                  <a:pt x="127" y="91"/>
                </a:lnTo>
                <a:close/>
                <a:moveTo>
                  <a:pt x="109" y="36"/>
                </a:moveTo>
                <a:cubicBezTo>
                  <a:pt x="70" y="19"/>
                  <a:pt x="70" y="19"/>
                  <a:pt x="70" y="19"/>
                </a:cubicBezTo>
                <a:cubicBezTo>
                  <a:pt x="70" y="19"/>
                  <a:pt x="69" y="19"/>
                  <a:pt x="68" y="19"/>
                </a:cubicBezTo>
                <a:cubicBezTo>
                  <a:pt x="30" y="36"/>
                  <a:pt x="30" y="36"/>
                  <a:pt x="30" y="36"/>
                </a:cubicBezTo>
                <a:cubicBezTo>
                  <a:pt x="30" y="36"/>
                  <a:pt x="30" y="36"/>
                  <a:pt x="30" y="36"/>
                </a:cubicBezTo>
                <a:cubicBezTo>
                  <a:pt x="30" y="36"/>
                  <a:pt x="30" y="36"/>
                  <a:pt x="30" y="36"/>
                </a:cubicBezTo>
                <a:cubicBezTo>
                  <a:pt x="30" y="36"/>
                  <a:pt x="30" y="36"/>
                  <a:pt x="30" y="36"/>
                </a:cubicBezTo>
                <a:cubicBezTo>
                  <a:pt x="29" y="36"/>
                  <a:pt x="29" y="36"/>
                  <a:pt x="29" y="37"/>
                </a:cubicBezTo>
                <a:cubicBezTo>
                  <a:pt x="29" y="37"/>
                  <a:pt x="28" y="37"/>
                  <a:pt x="28" y="37"/>
                </a:cubicBezTo>
                <a:cubicBezTo>
                  <a:pt x="28" y="37"/>
                  <a:pt x="28" y="38"/>
                  <a:pt x="28" y="38"/>
                </a:cubicBezTo>
                <a:cubicBezTo>
                  <a:pt x="28" y="57"/>
                  <a:pt x="28" y="57"/>
                  <a:pt x="28" y="57"/>
                </a:cubicBezTo>
                <a:cubicBezTo>
                  <a:pt x="23" y="73"/>
                  <a:pt x="23" y="73"/>
                  <a:pt x="23" y="73"/>
                </a:cubicBezTo>
                <a:cubicBezTo>
                  <a:pt x="22" y="74"/>
                  <a:pt x="22" y="75"/>
                  <a:pt x="23" y="76"/>
                </a:cubicBezTo>
                <a:cubicBezTo>
                  <a:pt x="24" y="77"/>
                  <a:pt x="24" y="77"/>
                  <a:pt x="25" y="77"/>
                </a:cubicBezTo>
                <a:cubicBezTo>
                  <a:pt x="36" y="77"/>
                  <a:pt x="36" y="77"/>
                  <a:pt x="36" y="77"/>
                </a:cubicBezTo>
                <a:cubicBezTo>
                  <a:pt x="37" y="77"/>
                  <a:pt x="38" y="77"/>
                  <a:pt x="38" y="76"/>
                </a:cubicBezTo>
                <a:cubicBezTo>
                  <a:pt x="39" y="75"/>
                  <a:pt x="39" y="74"/>
                  <a:pt x="39" y="73"/>
                </a:cubicBezTo>
                <a:cubicBezTo>
                  <a:pt x="34" y="57"/>
                  <a:pt x="34" y="57"/>
                  <a:pt x="34" y="57"/>
                </a:cubicBezTo>
                <a:cubicBezTo>
                  <a:pt x="34" y="43"/>
                  <a:pt x="34" y="43"/>
                  <a:pt x="34" y="43"/>
                </a:cubicBezTo>
                <a:cubicBezTo>
                  <a:pt x="45" y="47"/>
                  <a:pt x="45" y="47"/>
                  <a:pt x="45" y="47"/>
                </a:cubicBezTo>
                <a:cubicBezTo>
                  <a:pt x="45" y="66"/>
                  <a:pt x="45" y="66"/>
                  <a:pt x="45" y="66"/>
                </a:cubicBezTo>
                <a:cubicBezTo>
                  <a:pt x="45" y="67"/>
                  <a:pt x="45" y="68"/>
                  <a:pt x="46" y="68"/>
                </a:cubicBezTo>
                <a:cubicBezTo>
                  <a:pt x="68" y="79"/>
                  <a:pt x="68" y="79"/>
                  <a:pt x="68" y="79"/>
                </a:cubicBezTo>
                <a:cubicBezTo>
                  <a:pt x="68" y="80"/>
                  <a:pt x="69" y="80"/>
                  <a:pt x="69" y="80"/>
                </a:cubicBezTo>
                <a:cubicBezTo>
                  <a:pt x="70" y="80"/>
                  <a:pt x="70" y="80"/>
                  <a:pt x="71" y="79"/>
                </a:cubicBezTo>
                <a:cubicBezTo>
                  <a:pt x="93" y="68"/>
                  <a:pt x="93" y="68"/>
                  <a:pt x="93" y="68"/>
                </a:cubicBezTo>
                <a:cubicBezTo>
                  <a:pt x="94" y="68"/>
                  <a:pt x="94" y="67"/>
                  <a:pt x="94" y="66"/>
                </a:cubicBezTo>
                <a:cubicBezTo>
                  <a:pt x="94" y="47"/>
                  <a:pt x="94" y="47"/>
                  <a:pt x="94" y="47"/>
                </a:cubicBezTo>
                <a:cubicBezTo>
                  <a:pt x="109" y="41"/>
                  <a:pt x="109" y="41"/>
                  <a:pt x="109" y="41"/>
                </a:cubicBezTo>
                <a:cubicBezTo>
                  <a:pt x="110" y="41"/>
                  <a:pt x="111" y="40"/>
                  <a:pt x="111" y="38"/>
                </a:cubicBezTo>
                <a:cubicBezTo>
                  <a:pt x="111" y="37"/>
                  <a:pt x="110" y="36"/>
                  <a:pt x="109" y="36"/>
                </a:cubicBezTo>
                <a:close/>
                <a:moveTo>
                  <a:pt x="29" y="71"/>
                </a:moveTo>
                <a:cubicBezTo>
                  <a:pt x="31" y="66"/>
                  <a:pt x="31" y="66"/>
                  <a:pt x="31" y="66"/>
                </a:cubicBezTo>
                <a:cubicBezTo>
                  <a:pt x="32" y="71"/>
                  <a:pt x="32" y="71"/>
                  <a:pt x="32" y="71"/>
                </a:cubicBezTo>
                <a:lnTo>
                  <a:pt x="29" y="71"/>
                </a:lnTo>
                <a:close/>
                <a:moveTo>
                  <a:pt x="89" y="64"/>
                </a:moveTo>
                <a:cubicBezTo>
                  <a:pt x="69" y="74"/>
                  <a:pt x="69" y="74"/>
                  <a:pt x="69" y="74"/>
                </a:cubicBezTo>
                <a:cubicBezTo>
                  <a:pt x="50" y="64"/>
                  <a:pt x="50" y="64"/>
                  <a:pt x="50" y="64"/>
                </a:cubicBezTo>
                <a:cubicBezTo>
                  <a:pt x="50" y="50"/>
                  <a:pt x="50" y="50"/>
                  <a:pt x="50" y="50"/>
                </a:cubicBezTo>
                <a:cubicBezTo>
                  <a:pt x="68" y="57"/>
                  <a:pt x="68" y="57"/>
                  <a:pt x="68" y="57"/>
                </a:cubicBezTo>
                <a:cubicBezTo>
                  <a:pt x="69" y="58"/>
                  <a:pt x="69" y="58"/>
                  <a:pt x="69" y="58"/>
                </a:cubicBezTo>
                <a:cubicBezTo>
                  <a:pt x="70" y="58"/>
                  <a:pt x="70" y="58"/>
                  <a:pt x="70" y="57"/>
                </a:cubicBezTo>
                <a:cubicBezTo>
                  <a:pt x="89" y="50"/>
                  <a:pt x="89" y="50"/>
                  <a:pt x="89" y="50"/>
                </a:cubicBezTo>
                <a:lnTo>
                  <a:pt x="89" y="64"/>
                </a:lnTo>
                <a:close/>
                <a:moveTo>
                  <a:pt x="69" y="52"/>
                </a:moveTo>
                <a:cubicBezTo>
                  <a:pt x="38" y="38"/>
                  <a:pt x="38" y="38"/>
                  <a:pt x="38" y="38"/>
                </a:cubicBezTo>
                <a:cubicBezTo>
                  <a:pt x="69" y="25"/>
                  <a:pt x="69" y="25"/>
                  <a:pt x="69" y="25"/>
                </a:cubicBezTo>
                <a:cubicBezTo>
                  <a:pt x="101" y="38"/>
                  <a:pt x="101" y="38"/>
                  <a:pt x="101" y="38"/>
                </a:cubicBezTo>
                <a:lnTo>
                  <a:pt x="69" y="52"/>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rtl="0"/>
            <a:endParaRPr lang="en-US" dirty="0">
              <a:latin typeface="+mj-lt"/>
            </a:endParaRPr>
          </a:p>
        </p:txBody>
      </p:sp>
      <p:grpSp>
        <p:nvGrpSpPr>
          <p:cNvPr id="325" name="Group 104">
            <a:extLst>
              <a:ext uri="{FF2B5EF4-FFF2-40B4-BE49-F238E27FC236}">
                <a16:creationId xmlns:a16="http://schemas.microsoft.com/office/drawing/2014/main" id="{C933286F-FB2B-2B48-B689-90FB1B740D79}"/>
              </a:ext>
            </a:extLst>
          </p:cNvPr>
          <p:cNvGrpSpPr>
            <a:grpSpLocks noChangeAspect="1"/>
          </p:cNvGrpSpPr>
          <p:nvPr userDrawn="1"/>
        </p:nvGrpSpPr>
        <p:grpSpPr bwMode="auto">
          <a:xfrm>
            <a:off x="7207268" y="5477733"/>
            <a:ext cx="341846" cy="513972"/>
            <a:chOff x="1443" y="2997"/>
            <a:chExt cx="284" cy="427"/>
          </a:xfrm>
          <a:solidFill>
            <a:schemeClr val="accent1"/>
          </a:solidFill>
        </p:grpSpPr>
        <p:sp>
          <p:nvSpPr>
            <p:cNvPr id="326" name="Freeform 105">
              <a:extLst>
                <a:ext uri="{FF2B5EF4-FFF2-40B4-BE49-F238E27FC236}">
                  <a16:creationId xmlns:a16="http://schemas.microsoft.com/office/drawing/2014/main" id="{EBD25FD2-6E1F-C448-BE38-E904E3A2FB73}"/>
                </a:ext>
              </a:extLst>
            </p:cNvPr>
            <p:cNvSpPr>
              <a:spLocks noEditPoints="1"/>
            </p:cNvSpPr>
            <p:nvPr/>
          </p:nvSpPr>
          <p:spPr bwMode="auto">
            <a:xfrm>
              <a:off x="1462" y="3104"/>
              <a:ext cx="261" cy="320"/>
            </a:xfrm>
            <a:custGeom>
              <a:avLst/>
              <a:gdLst>
                <a:gd name="T0" fmla="*/ 155 w 176"/>
                <a:gd name="T1" fmla="*/ 216 h 216"/>
                <a:gd name="T2" fmla="*/ 59 w 176"/>
                <a:gd name="T3" fmla="*/ 216 h 216"/>
                <a:gd name="T4" fmla="*/ 54 w 176"/>
                <a:gd name="T5" fmla="*/ 213 h 216"/>
                <a:gd name="T6" fmla="*/ 6 w 176"/>
                <a:gd name="T7" fmla="*/ 141 h 216"/>
                <a:gd name="T8" fmla="*/ 4 w 176"/>
                <a:gd name="T9" fmla="*/ 116 h 216"/>
                <a:gd name="T10" fmla="*/ 17 w 176"/>
                <a:gd name="T11" fmla="*/ 108 h 216"/>
                <a:gd name="T12" fmla="*/ 59 w 176"/>
                <a:gd name="T13" fmla="*/ 137 h 216"/>
                <a:gd name="T14" fmla="*/ 59 w 176"/>
                <a:gd name="T15" fmla="*/ 24 h 216"/>
                <a:gd name="T16" fmla="*/ 83 w 176"/>
                <a:gd name="T17" fmla="*/ 0 h 216"/>
                <a:gd name="T18" fmla="*/ 107 w 176"/>
                <a:gd name="T19" fmla="*/ 24 h 216"/>
                <a:gd name="T20" fmla="*/ 107 w 176"/>
                <a:gd name="T21" fmla="*/ 92 h 216"/>
                <a:gd name="T22" fmla="*/ 156 w 176"/>
                <a:gd name="T23" fmla="*/ 108 h 216"/>
                <a:gd name="T24" fmla="*/ 173 w 176"/>
                <a:gd name="T25" fmla="*/ 145 h 216"/>
                <a:gd name="T26" fmla="*/ 161 w 176"/>
                <a:gd name="T27" fmla="*/ 211 h 216"/>
                <a:gd name="T28" fmla="*/ 155 w 176"/>
                <a:gd name="T29" fmla="*/ 216 h 216"/>
                <a:gd name="T30" fmla="*/ 62 w 176"/>
                <a:gd name="T31" fmla="*/ 204 h 216"/>
                <a:gd name="T32" fmla="*/ 150 w 176"/>
                <a:gd name="T33" fmla="*/ 204 h 216"/>
                <a:gd name="T34" fmla="*/ 161 w 176"/>
                <a:gd name="T35" fmla="*/ 143 h 216"/>
                <a:gd name="T36" fmla="*/ 152 w 176"/>
                <a:gd name="T37" fmla="*/ 120 h 216"/>
                <a:gd name="T38" fmla="*/ 99 w 176"/>
                <a:gd name="T39" fmla="*/ 102 h 216"/>
                <a:gd name="T40" fmla="*/ 95 w 176"/>
                <a:gd name="T41" fmla="*/ 96 h 216"/>
                <a:gd name="T42" fmla="*/ 95 w 176"/>
                <a:gd name="T43" fmla="*/ 24 h 216"/>
                <a:gd name="T44" fmla="*/ 83 w 176"/>
                <a:gd name="T45" fmla="*/ 12 h 216"/>
                <a:gd name="T46" fmla="*/ 71 w 176"/>
                <a:gd name="T47" fmla="*/ 24 h 216"/>
                <a:gd name="T48" fmla="*/ 71 w 176"/>
                <a:gd name="T49" fmla="*/ 156 h 216"/>
                <a:gd name="T50" fmla="*/ 67 w 176"/>
                <a:gd name="T51" fmla="*/ 162 h 216"/>
                <a:gd name="T52" fmla="*/ 60 w 176"/>
                <a:gd name="T53" fmla="*/ 159 h 216"/>
                <a:gd name="T54" fmla="*/ 17 w 176"/>
                <a:gd name="T55" fmla="*/ 120 h 216"/>
                <a:gd name="T56" fmla="*/ 14 w 176"/>
                <a:gd name="T57" fmla="*/ 121 h 216"/>
                <a:gd name="T58" fmla="*/ 16 w 176"/>
                <a:gd name="T59" fmla="*/ 135 h 216"/>
                <a:gd name="T60" fmla="*/ 62 w 176"/>
                <a:gd name="T61" fmla="*/ 204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6" h="216">
                  <a:moveTo>
                    <a:pt x="155" y="216"/>
                  </a:moveTo>
                  <a:cubicBezTo>
                    <a:pt x="59" y="216"/>
                    <a:pt x="59" y="216"/>
                    <a:pt x="59" y="216"/>
                  </a:cubicBezTo>
                  <a:cubicBezTo>
                    <a:pt x="57" y="216"/>
                    <a:pt x="55" y="215"/>
                    <a:pt x="54" y="213"/>
                  </a:cubicBezTo>
                  <a:cubicBezTo>
                    <a:pt x="6" y="141"/>
                    <a:pt x="6" y="141"/>
                    <a:pt x="6" y="141"/>
                  </a:cubicBezTo>
                  <a:cubicBezTo>
                    <a:pt x="2" y="135"/>
                    <a:pt x="0" y="124"/>
                    <a:pt x="4" y="116"/>
                  </a:cubicBezTo>
                  <a:cubicBezTo>
                    <a:pt x="6" y="111"/>
                    <a:pt x="11" y="108"/>
                    <a:pt x="17" y="108"/>
                  </a:cubicBezTo>
                  <a:cubicBezTo>
                    <a:pt x="30" y="108"/>
                    <a:pt x="42" y="113"/>
                    <a:pt x="59" y="137"/>
                  </a:cubicBezTo>
                  <a:cubicBezTo>
                    <a:pt x="59" y="24"/>
                    <a:pt x="59" y="24"/>
                    <a:pt x="59" y="24"/>
                  </a:cubicBezTo>
                  <a:cubicBezTo>
                    <a:pt x="59" y="11"/>
                    <a:pt x="70" y="0"/>
                    <a:pt x="83" y="0"/>
                  </a:cubicBezTo>
                  <a:cubicBezTo>
                    <a:pt x="96" y="0"/>
                    <a:pt x="107" y="11"/>
                    <a:pt x="107" y="24"/>
                  </a:cubicBezTo>
                  <a:cubicBezTo>
                    <a:pt x="107" y="92"/>
                    <a:pt x="107" y="92"/>
                    <a:pt x="107" y="92"/>
                  </a:cubicBezTo>
                  <a:cubicBezTo>
                    <a:pt x="156" y="108"/>
                    <a:pt x="156" y="108"/>
                    <a:pt x="156" y="108"/>
                  </a:cubicBezTo>
                  <a:cubicBezTo>
                    <a:pt x="172" y="113"/>
                    <a:pt x="176" y="131"/>
                    <a:pt x="173" y="145"/>
                  </a:cubicBezTo>
                  <a:cubicBezTo>
                    <a:pt x="161" y="211"/>
                    <a:pt x="161" y="211"/>
                    <a:pt x="161" y="211"/>
                  </a:cubicBezTo>
                  <a:cubicBezTo>
                    <a:pt x="161" y="214"/>
                    <a:pt x="158" y="216"/>
                    <a:pt x="155" y="216"/>
                  </a:cubicBezTo>
                  <a:close/>
                  <a:moveTo>
                    <a:pt x="62" y="204"/>
                  </a:moveTo>
                  <a:cubicBezTo>
                    <a:pt x="150" y="204"/>
                    <a:pt x="150" y="204"/>
                    <a:pt x="150" y="204"/>
                  </a:cubicBezTo>
                  <a:cubicBezTo>
                    <a:pt x="161" y="143"/>
                    <a:pt x="161" y="143"/>
                    <a:pt x="161" y="143"/>
                  </a:cubicBezTo>
                  <a:cubicBezTo>
                    <a:pt x="163" y="134"/>
                    <a:pt x="161" y="123"/>
                    <a:pt x="152" y="120"/>
                  </a:cubicBezTo>
                  <a:cubicBezTo>
                    <a:pt x="99" y="102"/>
                    <a:pt x="99" y="102"/>
                    <a:pt x="99" y="102"/>
                  </a:cubicBezTo>
                  <a:cubicBezTo>
                    <a:pt x="97" y="101"/>
                    <a:pt x="95" y="99"/>
                    <a:pt x="95" y="96"/>
                  </a:cubicBezTo>
                  <a:cubicBezTo>
                    <a:pt x="95" y="24"/>
                    <a:pt x="95" y="24"/>
                    <a:pt x="95" y="24"/>
                  </a:cubicBezTo>
                  <a:cubicBezTo>
                    <a:pt x="95" y="17"/>
                    <a:pt x="90" y="12"/>
                    <a:pt x="83" y="12"/>
                  </a:cubicBezTo>
                  <a:cubicBezTo>
                    <a:pt x="77" y="12"/>
                    <a:pt x="71" y="18"/>
                    <a:pt x="71" y="24"/>
                  </a:cubicBezTo>
                  <a:cubicBezTo>
                    <a:pt x="71" y="156"/>
                    <a:pt x="71" y="156"/>
                    <a:pt x="71" y="156"/>
                  </a:cubicBezTo>
                  <a:cubicBezTo>
                    <a:pt x="71" y="159"/>
                    <a:pt x="69" y="161"/>
                    <a:pt x="67" y="162"/>
                  </a:cubicBezTo>
                  <a:cubicBezTo>
                    <a:pt x="64" y="163"/>
                    <a:pt x="62" y="162"/>
                    <a:pt x="60" y="159"/>
                  </a:cubicBezTo>
                  <a:cubicBezTo>
                    <a:pt x="37" y="123"/>
                    <a:pt x="26" y="120"/>
                    <a:pt x="17" y="120"/>
                  </a:cubicBezTo>
                  <a:cubicBezTo>
                    <a:pt x="15" y="120"/>
                    <a:pt x="15" y="121"/>
                    <a:pt x="14" y="121"/>
                  </a:cubicBezTo>
                  <a:cubicBezTo>
                    <a:pt x="13" y="124"/>
                    <a:pt x="14" y="131"/>
                    <a:pt x="16" y="135"/>
                  </a:cubicBezTo>
                  <a:lnTo>
                    <a:pt x="62" y="2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27" name="Freeform 106">
              <a:extLst>
                <a:ext uri="{FF2B5EF4-FFF2-40B4-BE49-F238E27FC236}">
                  <a16:creationId xmlns:a16="http://schemas.microsoft.com/office/drawing/2014/main" id="{BD9B7B3C-0689-BA4C-ABBF-BCE7E3B46DB5}"/>
                </a:ext>
              </a:extLst>
            </p:cNvPr>
            <p:cNvSpPr>
              <a:spLocks/>
            </p:cNvSpPr>
            <p:nvPr/>
          </p:nvSpPr>
          <p:spPr bwMode="auto">
            <a:xfrm>
              <a:off x="1656" y="3122"/>
              <a:ext cx="71"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28" name="Freeform 107">
              <a:extLst>
                <a:ext uri="{FF2B5EF4-FFF2-40B4-BE49-F238E27FC236}">
                  <a16:creationId xmlns:a16="http://schemas.microsoft.com/office/drawing/2014/main" id="{C9272C8E-5CB2-4643-AEA6-BE716984C944}"/>
                </a:ext>
              </a:extLst>
            </p:cNvPr>
            <p:cNvSpPr>
              <a:spLocks/>
            </p:cNvSpPr>
            <p:nvPr/>
          </p:nvSpPr>
          <p:spPr bwMode="auto">
            <a:xfrm>
              <a:off x="1638" y="3031"/>
              <a:ext cx="55" cy="55"/>
            </a:xfrm>
            <a:custGeom>
              <a:avLst/>
              <a:gdLst>
                <a:gd name="T0" fmla="*/ 6 w 37"/>
                <a:gd name="T1" fmla="*/ 37 h 37"/>
                <a:gd name="T2" fmla="*/ 2 w 37"/>
                <a:gd name="T3" fmla="*/ 35 h 37"/>
                <a:gd name="T4" fmla="*/ 2 w 37"/>
                <a:gd name="T5" fmla="*/ 27 h 37"/>
                <a:gd name="T6" fmla="*/ 26 w 37"/>
                <a:gd name="T7" fmla="*/ 3 h 37"/>
                <a:gd name="T8" fmla="*/ 34 w 37"/>
                <a:gd name="T9" fmla="*/ 3 h 37"/>
                <a:gd name="T10" fmla="*/ 34 w 37"/>
                <a:gd name="T11" fmla="*/ 11 h 37"/>
                <a:gd name="T12" fmla="*/ 10 w 37"/>
                <a:gd name="T13" fmla="*/ 35 h 37"/>
                <a:gd name="T14" fmla="*/ 6 w 37"/>
                <a:gd name="T15" fmla="*/ 37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37">
                  <a:moveTo>
                    <a:pt x="6" y="37"/>
                  </a:moveTo>
                  <a:cubicBezTo>
                    <a:pt x="5" y="37"/>
                    <a:pt x="3" y="36"/>
                    <a:pt x="2" y="35"/>
                  </a:cubicBezTo>
                  <a:cubicBezTo>
                    <a:pt x="0" y="33"/>
                    <a:pt x="0" y="29"/>
                    <a:pt x="2" y="27"/>
                  </a:cubicBezTo>
                  <a:cubicBezTo>
                    <a:pt x="26" y="3"/>
                    <a:pt x="26" y="3"/>
                    <a:pt x="26" y="3"/>
                  </a:cubicBezTo>
                  <a:cubicBezTo>
                    <a:pt x="28" y="0"/>
                    <a:pt x="32" y="0"/>
                    <a:pt x="34" y="3"/>
                  </a:cubicBezTo>
                  <a:cubicBezTo>
                    <a:pt x="37" y="5"/>
                    <a:pt x="37" y="9"/>
                    <a:pt x="34" y="11"/>
                  </a:cubicBezTo>
                  <a:cubicBezTo>
                    <a:pt x="10" y="35"/>
                    <a:pt x="10" y="35"/>
                    <a:pt x="10" y="35"/>
                  </a:cubicBezTo>
                  <a:cubicBezTo>
                    <a:pt x="9" y="36"/>
                    <a:pt x="8" y="37"/>
                    <a:pt x="6"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29" name="Freeform 108">
              <a:extLst>
                <a:ext uri="{FF2B5EF4-FFF2-40B4-BE49-F238E27FC236}">
                  <a16:creationId xmlns:a16="http://schemas.microsoft.com/office/drawing/2014/main" id="{CA4C5504-30D4-1D40-B292-CD5DA723192D}"/>
                </a:ext>
              </a:extLst>
            </p:cNvPr>
            <p:cNvSpPr>
              <a:spLocks/>
            </p:cNvSpPr>
            <p:nvPr/>
          </p:nvSpPr>
          <p:spPr bwMode="auto">
            <a:xfrm>
              <a:off x="1585" y="2997"/>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5"/>
                    <a:pt x="0" y="42"/>
                  </a:cubicBezTo>
                  <a:cubicBezTo>
                    <a:pt x="0" y="6"/>
                    <a:pt x="0" y="6"/>
                    <a:pt x="0" y="6"/>
                  </a:cubicBezTo>
                  <a:cubicBezTo>
                    <a:pt x="0" y="3"/>
                    <a:pt x="3" y="0"/>
                    <a:pt x="6" y="0"/>
                  </a:cubicBezTo>
                  <a:cubicBezTo>
                    <a:pt x="10" y="0"/>
                    <a:pt x="12" y="3"/>
                    <a:pt x="12" y="6"/>
                  </a:cubicBezTo>
                  <a:cubicBezTo>
                    <a:pt x="12" y="42"/>
                    <a:pt x="12" y="42"/>
                    <a:pt x="12" y="42"/>
                  </a:cubicBezTo>
                  <a:cubicBezTo>
                    <a:pt x="12" y="45"/>
                    <a:pt x="10" y="48"/>
                    <a:pt x="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30" name="Freeform 109">
              <a:extLst>
                <a:ext uri="{FF2B5EF4-FFF2-40B4-BE49-F238E27FC236}">
                  <a16:creationId xmlns:a16="http://schemas.microsoft.com/office/drawing/2014/main" id="{7B5112E2-4CA4-294E-BC9B-DD315AEE8935}"/>
                </a:ext>
              </a:extLst>
            </p:cNvPr>
            <p:cNvSpPr>
              <a:spLocks/>
            </p:cNvSpPr>
            <p:nvPr/>
          </p:nvSpPr>
          <p:spPr bwMode="auto">
            <a:xfrm>
              <a:off x="1478" y="3031"/>
              <a:ext cx="55" cy="55"/>
            </a:xfrm>
            <a:custGeom>
              <a:avLst/>
              <a:gdLst>
                <a:gd name="T0" fmla="*/ 30 w 37"/>
                <a:gd name="T1" fmla="*/ 37 h 37"/>
                <a:gd name="T2" fmla="*/ 26 w 37"/>
                <a:gd name="T3" fmla="*/ 35 h 37"/>
                <a:gd name="T4" fmla="*/ 2 w 37"/>
                <a:gd name="T5" fmla="*/ 11 h 37"/>
                <a:gd name="T6" fmla="*/ 2 w 37"/>
                <a:gd name="T7" fmla="*/ 3 h 37"/>
                <a:gd name="T8" fmla="*/ 10 w 37"/>
                <a:gd name="T9" fmla="*/ 3 h 37"/>
                <a:gd name="T10" fmla="*/ 34 w 37"/>
                <a:gd name="T11" fmla="*/ 27 h 37"/>
                <a:gd name="T12" fmla="*/ 34 w 37"/>
                <a:gd name="T13" fmla="*/ 35 h 37"/>
                <a:gd name="T14" fmla="*/ 30 w 37"/>
                <a:gd name="T15" fmla="*/ 37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37">
                  <a:moveTo>
                    <a:pt x="30" y="37"/>
                  </a:moveTo>
                  <a:cubicBezTo>
                    <a:pt x="29" y="37"/>
                    <a:pt x="27" y="36"/>
                    <a:pt x="26" y="35"/>
                  </a:cubicBezTo>
                  <a:cubicBezTo>
                    <a:pt x="2" y="11"/>
                    <a:pt x="2" y="11"/>
                    <a:pt x="2" y="11"/>
                  </a:cubicBezTo>
                  <a:cubicBezTo>
                    <a:pt x="0" y="9"/>
                    <a:pt x="0" y="5"/>
                    <a:pt x="2" y="3"/>
                  </a:cubicBezTo>
                  <a:cubicBezTo>
                    <a:pt x="4" y="0"/>
                    <a:pt x="8" y="0"/>
                    <a:pt x="10" y="3"/>
                  </a:cubicBezTo>
                  <a:cubicBezTo>
                    <a:pt x="34" y="27"/>
                    <a:pt x="34" y="27"/>
                    <a:pt x="34" y="27"/>
                  </a:cubicBezTo>
                  <a:cubicBezTo>
                    <a:pt x="37" y="29"/>
                    <a:pt x="37" y="33"/>
                    <a:pt x="34" y="35"/>
                  </a:cubicBezTo>
                  <a:cubicBezTo>
                    <a:pt x="33" y="36"/>
                    <a:pt x="32" y="37"/>
                    <a:pt x="30"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31" name="Freeform 110">
              <a:extLst>
                <a:ext uri="{FF2B5EF4-FFF2-40B4-BE49-F238E27FC236}">
                  <a16:creationId xmlns:a16="http://schemas.microsoft.com/office/drawing/2014/main" id="{B8173CE6-5D1A-A846-84AC-EC2E79F0576F}"/>
                </a:ext>
              </a:extLst>
            </p:cNvPr>
            <p:cNvSpPr>
              <a:spLocks/>
            </p:cNvSpPr>
            <p:nvPr/>
          </p:nvSpPr>
          <p:spPr bwMode="auto">
            <a:xfrm>
              <a:off x="1443" y="3122"/>
              <a:ext cx="71"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grpSp>
      <p:grpSp>
        <p:nvGrpSpPr>
          <p:cNvPr id="332" name="Group 48">
            <a:extLst>
              <a:ext uri="{FF2B5EF4-FFF2-40B4-BE49-F238E27FC236}">
                <a16:creationId xmlns:a16="http://schemas.microsoft.com/office/drawing/2014/main" id="{845CA248-13D3-B844-9F40-7BA5E1132E69}"/>
              </a:ext>
            </a:extLst>
          </p:cNvPr>
          <p:cNvGrpSpPr>
            <a:grpSpLocks noChangeAspect="1"/>
          </p:cNvGrpSpPr>
          <p:nvPr userDrawn="1"/>
        </p:nvGrpSpPr>
        <p:grpSpPr bwMode="auto">
          <a:xfrm>
            <a:off x="10941132" y="3109340"/>
            <a:ext cx="515826" cy="496764"/>
            <a:chOff x="6532" y="451"/>
            <a:chExt cx="433" cy="417"/>
          </a:xfrm>
          <a:solidFill>
            <a:schemeClr val="accent1"/>
          </a:solidFill>
        </p:grpSpPr>
        <p:sp>
          <p:nvSpPr>
            <p:cNvPr id="333" name="Freeform 49">
              <a:extLst>
                <a:ext uri="{FF2B5EF4-FFF2-40B4-BE49-F238E27FC236}">
                  <a16:creationId xmlns:a16="http://schemas.microsoft.com/office/drawing/2014/main" id="{17E6D66F-E2A5-7445-867C-00B311AB2CDF}"/>
                </a:ext>
              </a:extLst>
            </p:cNvPr>
            <p:cNvSpPr>
              <a:spLocks/>
            </p:cNvSpPr>
            <p:nvPr/>
          </p:nvSpPr>
          <p:spPr bwMode="auto">
            <a:xfrm>
              <a:off x="6837" y="621"/>
              <a:ext cx="128" cy="94"/>
            </a:xfrm>
            <a:custGeom>
              <a:avLst/>
              <a:gdLst>
                <a:gd name="T0" fmla="*/ 7 w 86"/>
                <a:gd name="T1" fmla="*/ 64 h 64"/>
                <a:gd name="T2" fmla="*/ 3 w 86"/>
                <a:gd name="T3" fmla="*/ 63 h 64"/>
                <a:gd name="T4" fmla="*/ 1 w 86"/>
                <a:gd name="T5" fmla="*/ 55 h 64"/>
                <a:gd name="T6" fmla="*/ 34 w 86"/>
                <a:gd name="T7" fmla="*/ 3 h 64"/>
                <a:gd name="T8" fmla="*/ 38 w 86"/>
                <a:gd name="T9" fmla="*/ 0 h 64"/>
                <a:gd name="T10" fmla="*/ 43 w 86"/>
                <a:gd name="T11" fmla="*/ 2 h 64"/>
                <a:gd name="T12" fmla="*/ 84 w 86"/>
                <a:gd name="T13" fmla="*/ 48 h 64"/>
                <a:gd name="T14" fmla="*/ 84 w 86"/>
                <a:gd name="T15" fmla="*/ 56 h 64"/>
                <a:gd name="T16" fmla="*/ 75 w 86"/>
                <a:gd name="T17" fmla="*/ 56 h 64"/>
                <a:gd name="T18" fmla="*/ 40 w 86"/>
                <a:gd name="T19" fmla="*/ 16 h 64"/>
                <a:gd name="T20" fmla="*/ 12 w 86"/>
                <a:gd name="T21" fmla="*/ 61 h 64"/>
                <a:gd name="T22" fmla="*/ 7 w 86"/>
                <a:gd name="T23"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64">
                  <a:moveTo>
                    <a:pt x="7" y="64"/>
                  </a:moveTo>
                  <a:cubicBezTo>
                    <a:pt x="5" y="64"/>
                    <a:pt x="4" y="64"/>
                    <a:pt x="3" y="63"/>
                  </a:cubicBezTo>
                  <a:cubicBezTo>
                    <a:pt x="1" y="62"/>
                    <a:pt x="0" y="58"/>
                    <a:pt x="1" y="55"/>
                  </a:cubicBezTo>
                  <a:cubicBezTo>
                    <a:pt x="34" y="3"/>
                    <a:pt x="34" y="3"/>
                    <a:pt x="34" y="3"/>
                  </a:cubicBezTo>
                  <a:cubicBezTo>
                    <a:pt x="35" y="1"/>
                    <a:pt x="36" y="0"/>
                    <a:pt x="38" y="0"/>
                  </a:cubicBezTo>
                  <a:cubicBezTo>
                    <a:pt x="40" y="0"/>
                    <a:pt x="42" y="1"/>
                    <a:pt x="43" y="2"/>
                  </a:cubicBezTo>
                  <a:cubicBezTo>
                    <a:pt x="84" y="48"/>
                    <a:pt x="84" y="48"/>
                    <a:pt x="84" y="48"/>
                  </a:cubicBezTo>
                  <a:cubicBezTo>
                    <a:pt x="86" y="50"/>
                    <a:pt x="86" y="54"/>
                    <a:pt x="84" y="56"/>
                  </a:cubicBezTo>
                  <a:cubicBezTo>
                    <a:pt x="81" y="58"/>
                    <a:pt x="78" y="58"/>
                    <a:pt x="75" y="56"/>
                  </a:cubicBezTo>
                  <a:cubicBezTo>
                    <a:pt x="40" y="16"/>
                    <a:pt x="40" y="16"/>
                    <a:pt x="40" y="16"/>
                  </a:cubicBezTo>
                  <a:cubicBezTo>
                    <a:pt x="12" y="61"/>
                    <a:pt x="12" y="61"/>
                    <a:pt x="12" y="61"/>
                  </a:cubicBezTo>
                  <a:cubicBezTo>
                    <a:pt x="11" y="63"/>
                    <a:pt x="9" y="64"/>
                    <a:pt x="7"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34" name="Freeform 50">
              <a:extLst>
                <a:ext uri="{FF2B5EF4-FFF2-40B4-BE49-F238E27FC236}">
                  <a16:creationId xmlns:a16="http://schemas.microsoft.com/office/drawing/2014/main" id="{A947C942-EA82-4B48-9330-14A742F71BE2}"/>
                </a:ext>
              </a:extLst>
            </p:cNvPr>
            <p:cNvSpPr>
              <a:spLocks/>
            </p:cNvSpPr>
            <p:nvPr/>
          </p:nvSpPr>
          <p:spPr bwMode="auto">
            <a:xfrm>
              <a:off x="6759" y="621"/>
              <a:ext cx="157" cy="233"/>
            </a:xfrm>
            <a:custGeom>
              <a:avLst/>
              <a:gdLst>
                <a:gd name="T0" fmla="*/ 7 w 106"/>
                <a:gd name="T1" fmla="*/ 158 h 158"/>
                <a:gd name="T2" fmla="*/ 1 w 106"/>
                <a:gd name="T3" fmla="*/ 154 h 158"/>
                <a:gd name="T4" fmla="*/ 5 w 106"/>
                <a:gd name="T5" fmla="*/ 147 h 158"/>
                <a:gd name="T6" fmla="*/ 74 w 106"/>
                <a:gd name="T7" fmla="*/ 94 h 158"/>
                <a:gd name="T8" fmla="*/ 86 w 106"/>
                <a:gd name="T9" fmla="*/ 8 h 158"/>
                <a:gd name="T10" fmla="*/ 90 w 106"/>
                <a:gd name="T11" fmla="*/ 1 h 158"/>
                <a:gd name="T12" fmla="*/ 97 w 106"/>
                <a:gd name="T13" fmla="*/ 5 h 158"/>
                <a:gd name="T14" fmla="*/ 84 w 106"/>
                <a:gd name="T15" fmla="*/ 100 h 158"/>
                <a:gd name="T16" fmla="*/ 8 w 106"/>
                <a:gd name="T17" fmla="*/ 158 h 158"/>
                <a:gd name="T18" fmla="*/ 7 w 106"/>
                <a:gd name="T19" fmla="*/ 158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58">
                  <a:moveTo>
                    <a:pt x="7" y="158"/>
                  </a:moveTo>
                  <a:cubicBezTo>
                    <a:pt x="4" y="158"/>
                    <a:pt x="2" y="157"/>
                    <a:pt x="1" y="154"/>
                  </a:cubicBezTo>
                  <a:cubicBezTo>
                    <a:pt x="0" y="151"/>
                    <a:pt x="2" y="147"/>
                    <a:pt x="5" y="147"/>
                  </a:cubicBezTo>
                  <a:cubicBezTo>
                    <a:pt x="34" y="139"/>
                    <a:pt x="59" y="121"/>
                    <a:pt x="74" y="94"/>
                  </a:cubicBezTo>
                  <a:cubicBezTo>
                    <a:pt x="89" y="68"/>
                    <a:pt x="93" y="38"/>
                    <a:pt x="86" y="8"/>
                  </a:cubicBezTo>
                  <a:cubicBezTo>
                    <a:pt x="85" y="5"/>
                    <a:pt x="87" y="2"/>
                    <a:pt x="90" y="1"/>
                  </a:cubicBezTo>
                  <a:cubicBezTo>
                    <a:pt x="93" y="0"/>
                    <a:pt x="97" y="2"/>
                    <a:pt x="97" y="5"/>
                  </a:cubicBezTo>
                  <a:cubicBezTo>
                    <a:pt x="106" y="38"/>
                    <a:pt x="101" y="71"/>
                    <a:pt x="84" y="100"/>
                  </a:cubicBezTo>
                  <a:cubicBezTo>
                    <a:pt x="67" y="129"/>
                    <a:pt x="40" y="150"/>
                    <a:pt x="8" y="158"/>
                  </a:cubicBezTo>
                  <a:cubicBezTo>
                    <a:pt x="8" y="158"/>
                    <a:pt x="7" y="158"/>
                    <a:pt x="7" y="1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35" name="Freeform 51">
              <a:extLst>
                <a:ext uri="{FF2B5EF4-FFF2-40B4-BE49-F238E27FC236}">
                  <a16:creationId xmlns:a16="http://schemas.microsoft.com/office/drawing/2014/main" id="{F6FECDDB-A3E0-AB42-AE11-B42BD5D93CE1}"/>
                </a:ext>
              </a:extLst>
            </p:cNvPr>
            <p:cNvSpPr>
              <a:spLocks/>
            </p:cNvSpPr>
            <p:nvPr/>
          </p:nvSpPr>
          <p:spPr bwMode="auto">
            <a:xfrm>
              <a:off x="6599" y="451"/>
              <a:ext cx="110" cy="112"/>
            </a:xfrm>
            <a:custGeom>
              <a:avLst/>
              <a:gdLst>
                <a:gd name="T0" fmla="*/ 68 w 74"/>
                <a:gd name="T1" fmla="*/ 76 h 76"/>
                <a:gd name="T2" fmla="*/ 67 w 74"/>
                <a:gd name="T3" fmla="*/ 76 h 76"/>
                <a:gd name="T4" fmla="*/ 6 w 74"/>
                <a:gd name="T5" fmla="*/ 70 h 76"/>
                <a:gd name="T6" fmla="*/ 1 w 74"/>
                <a:gd name="T7" fmla="*/ 67 h 76"/>
                <a:gd name="T8" fmla="*/ 1 w 74"/>
                <a:gd name="T9" fmla="*/ 61 h 76"/>
                <a:gd name="T10" fmla="*/ 24 w 74"/>
                <a:gd name="T11" fmla="*/ 5 h 76"/>
                <a:gd name="T12" fmla="*/ 32 w 74"/>
                <a:gd name="T13" fmla="*/ 1 h 76"/>
                <a:gd name="T14" fmla="*/ 35 w 74"/>
                <a:gd name="T15" fmla="*/ 9 h 76"/>
                <a:gd name="T16" fmla="*/ 15 w 74"/>
                <a:gd name="T17" fmla="*/ 58 h 76"/>
                <a:gd name="T18" fmla="*/ 68 w 74"/>
                <a:gd name="T19" fmla="*/ 64 h 76"/>
                <a:gd name="T20" fmla="*/ 74 w 74"/>
                <a:gd name="T21" fmla="*/ 70 h 76"/>
                <a:gd name="T22" fmla="*/ 68 w 74"/>
                <a:gd name="T23" fmla="*/ 7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4" h="76">
                  <a:moveTo>
                    <a:pt x="68" y="76"/>
                  </a:moveTo>
                  <a:cubicBezTo>
                    <a:pt x="67" y="76"/>
                    <a:pt x="67" y="76"/>
                    <a:pt x="67" y="76"/>
                  </a:cubicBezTo>
                  <a:cubicBezTo>
                    <a:pt x="6" y="70"/>
                    <a:pt x="6" y="70"/>
                    <a:pt x="6" y="70"/>
                  </a:cubicBezTo>
                  <a:cubicBezTo>
                    <a:pt x="4" y="69"/>
                    <a:pt x="2" y="68"/>
                    <a:pt x="1" y="67"/>
                  </a:cubicBezTo>
                  <a:cubicBezTo>
                    <a:pt x="1" y="65"/>
                    <a:pt x="0" y="63"/>
                    <a:pt x="1" y="61"/>
                  </a:cubicBezTo>
                  <a:cubicBezTo>
                    <a:pt x="24" y="5"/>
                    <a:pt x="24" y="5"/>
                    <a:pt x="24" y="5"/>
                  </a:cubicBezTo>
                  <a:cubicBezTo>
                    <a:pt x="25" y="1"/>
                    <a:pt x="29" y="0"/>
                    <a:pt x="32" y="1"/>
                  </a:cubicBezTo>
                  <a:cubicBezTo>
                    <a:pt x="35" y="2"/>
                    <a:pt x="36" y="6"/>
                    <a:pt x="35" y="9"/>
                  </a:cubicBezTo>
                  <a:cubicBezTo>
                    <a:pt x="15" y="58"/>
                    <a:pt x="15" y="58"/>
                    <a:pt x="15" y="58"/>
                  </a:cubicBezTo>
                  <a:cubicBezTo>
                    <a:pt x="68" y="64"/>
                    <a:pt x="68" y="64"/>
                    <a:pt x="68" y="64"/>
                  </a:cubicBezTo>
                  <a:cubicBezTo>
                    <a:pt x="71" y="64"/>
                    <a:pt x="74" y="67"/>
                    <a:pt x="74" y="70"/>
                  </a:cubicBezTo>
                  <a:cubicBezTo>
                    <a:pt x="73" y="73"/>
                    <a:pt x="71" y="76"/>
                    <a:pt x="68"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36" name="Freeform 52">
              <a:extLst>
                <a:ext uri="{FF2B5EF4-FFF2-40B4-BE49-F238E27FC236}">
                  <a16:creationId xmlns:a16="http://schemas.microsoft.com/office/drawing/2014/main" id="{368296E1-91C7-0142-92A5-9FC30718B4EF}"/>
                </a:ext>
              </a:extLst>
            </p:cNvPr>
            <p:cNvSpPr>
              <a:spLocks/>
            </p:cNvSpPr>
            <p:nvPr/>
          </p:nvSpPr>
          <p:spPr bwMode="auto">
            <a:xfrm>
              <a:off x="6599" y="491"/>
              <a:ext cx="269" cy="81"/>
            </a:xfrm>
            <a:custGeom>
              <a:avLst/>
              <a:gdLst>
                <a:gd name="T0" fmla="*/ 175 w 182"/>
                <a:gd name="T1" fmla="*/ 55 h 55"/>
                <a:gd name="T2" fmla="*/ 171 w 182"/>
                <a:gd name="T3" fmla="*/ 53 h 55"/>
                <a:gd name="T4" fmla="*/ 94 w 182"/>
                <a:gd name="T5" fmla="*/ 14 h 55"/>
                <a:gd name="T6" fmla="*/ 11 w 182"/>
                <a:gd name="T7" fmla="*/ 41 h 55"/>
                <a:gd name="T8" fmla="*/ 2 w 182"/>
                <a:gd name="T9" fmla="*/ 40 h 55"/>
                <a:gd name="T10" fmla="*/ 3 w 182"/>
                <a:gd name="T11" fmla="*/ 32 h 55"/>
                <a:gd name="T12" fmla="*/ 94 w 182"/>
                <a:gd name="T13" fmla="*/ 2 h 55"/>
                <a:gd name="T14" fmla="*/ 180 w 182"/>
                <a:gd name="T15" fmla="*/ 45 h 55"/>
                <a:gd name="T16" fmla="*/ 179 w 182"/>
                <a:gd name="T17" fmla="*/ 53 h 55"/>
                <a:gd name="T18" fmla="*/ 175 w 182"/>
                <a:gd name="T19"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2" h="55">
                  <a:moveTo>
                    <a:pt x="175" y="55"/>
                  </a:moveTo>
                  <a:cubicBezTo>
                    <a:pt x="174" y="55"/>
                    <a:pt x="172" y="54"/>
                    <a:pt x="171" y="53"/>
                  </a:cubicBezTo>
                  <a:cubicBezTo>
                    <a:pt x="151" y="30"/>
                    <a:pt x="124" y="16"/>
                    <a:pt x="94" y="14"/>
                  </a:cubicBezTo>
                  <a:cubicBezTo>
                    <a:pt x="63" y="12"/>
                    <a:pt x="34" y="21"/>
                    <a:pt x="11" y="41"/>
                  </a:cubicBezTo>
                  <a:cubicBezTo>
                    <a:pt x="8" y="43"/>
                    <a:pt x="4" y="43"/>
                    <a:pt x="2" y="40"/>
                  </a:cubicBezTo>
                  <a:cubicBezTo>
                    <a:pt x="0" y="38"/>
                    <a:pt x="0" y="34"/>
                    <a:pt x="3" y="32"/>
                  </a:cubicBezTo>
                  <a:cubicBezTo>
                    <a:pt x="28" y="10"/>
                    <a:pt x="61" y="0"/>
                    <a:pt x="94" y="2"/>
                  </a:cubicBezTo>
                  <a:cubicBezTo>
                    <a:pt x="128" y="4"/>
                    <a:pt x="159" y="20"/>
                    <a:pt x="180" y="45"/>
                  </a:cubicBezTo>
                  <a:cubicBezTo>
                    <a:pt x="182" y="47"/>
                    <a:pt x="182" y="51"/>
                    <a:pt x="179" y="53"/>
                  </a:cubicBezTo>
                  <a:cubicBezTo>
                    <a:pt x="178" y="54"/>
                    <a:pt x="177" y="55"/>
                    <a:pt x="175"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37" name="Freeform 53">
              <a:extLst>
                <a:ext uri="{FF2B5EF4-FFF2-40B4-BE49-F238E27FC236}">
                  <a16:creationId xmlns:a16="http://schemas.microsoft.com/office/drawing/2014/main" id="{58A5879A-4845-1A4E-AD7C-5245A79764CB}"/>
                </a:ext>
              </a:extLst>
            </p:cNvPr>
            <p:cNvSpPr>
              <a:spLocks/>
            </p:cNvSpPr>
            <p:nvPr/>
          </p:nvSpPr>
          <p:spPr bwMode="auto">
            <a:xfrm>
              <a:off x="6568" y="754"/>
              <a:ext cx="108" cy="114"/>
            </a:xfrm>
            <a:custGeom>
              <a:avLst/>
              <a:gdLst>
                <a:gd name="T0" fmla="*/ 7 w 73"/>
                <a:gd name="T1" fmla="*/ 77 h 77"/>
                <a:gd name="T2" fmla="*/ 1 w 73"/>
                <a:gd name="T3" fmla="*/ 72 h 77"/>
                <a:gd name="T4" fmla="*/ 6 w 73"/>
                <a:gd name="T5" fmla="*/ 65 h 77"/>
                <a:gd name="T6" fmla="*/ 58 w 73"/>
                <a:gd name="T7" fmla="*/ 57 h 77"/>
                <a:gd name="T8" fmla="*/ 36 w 73"/>
                <a:gd name="T9" fmla="*/ 9 h 77"/>
                <a:gd name="T10" fmla="*/ 39 w 73"/>
                <a:gd name="T11" fmla="*/ 1 h 77"/>
                <a:gd name="T12" fmla="*/ 47 w 73"/>
                <a:gd name="T13" fmla="*/ 4 h 77"/>
                <a:gd name="T14" fmla="*/ 73 w 73"/>
                <a:gd name="T15" fmla="*/ 60 h 77"/>
                <a:gd name="T16" fmla="*/ 73 w 73"/>
                <a:gd name="T17" fmla="*/ 65 h 77"/>
                <a:gd name="T18" fmla="*/ 68 w 73"/>
                <a:gd name="T19" fmla="*/ 68 h 77"/>
                <a:gd name="T20" fmla="*/ 7 w 73"/>
                <a:gd name="T21" fmla="*/ 77 h 77"/>
                <a:gd name="T22" fmla="*/ 7 w 73"/>
                <a:gd name="T23"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3" h="77">
                  <a:moveTo>
                    <a:pt x="7" y="77"/>
                  </a:moveTo>
                  <a:cubicBezTo>
                    <a:pt x="4" y="77"/>
                    <a:pt x="1" y="75"/>
                    <a:pt x="1" y="72"/>
                  </a:cubicBezTo>
                  <a:cubicBezTo>
                    <a:pt x="0" y="69"/>
                    <a:pt x="2" y="66"/>
                    <a:pt x="6" y="65"/>
                  </a:cubicBezTo>
                  <a:cubicBezTo>
                    <a:pt x="58" y="57"/>
                    <a:pt x="58" y="57"/>
                    <a:pt x="58" y="57"/>
                  </a:cubicBezTo>
                  <a:cubicBezTo>
                    <a:pt x="36" y="9"/>
                    <a:pt x="36" y="9"/>
                    <a:pt x="36" y="9"/>
                  </a:cubicBezTo>
                  <a:cubicBezTo>
                    <a:pt x="35" y="6"/>
                    <a:pt x="36" y="2"/>
                    <a:pt x="39" y="1"/>
                  </a:cubicBezTo>
                  <a:cubicBezTo>
                    <a:pt x="42" y="0"/>
                    <a:pt x="46" y="1"/>
                    <a:pt x="47" y="4"/>
                  </a:cubicBezTo>
                  <a:cubicBezTo>
                    <a:pt x="73" y="60"/>
                    <a:pt x="73" y="60"/>
                    <a:pt x="73" y="60"/>
                  </a:cubicBezTo>
                  <a:cubicBezTo>
                    <a:pt x="73" y="61"/>
                    <a:pt x="73" y="63"/>
                    <a:pt x="73" y="65"/>
                  </a:cubicBezTo>
                  <a:cubicBezTo>
                    <a:pt x="72" y="67"/>
                    <a:pt x="70" y="68"/>
                    <a:pt x="68" y="68"/>
                  </a:cubicBezTo>
                  <a:cubicBezTo>
                    <a:pt x="7" y="77"/>
                    <a:pt x="7" y="77"/>
                    <a:pt x="7" y="77"/>
                  </a:cubicBezTo>
                  <a:cubicBezTo>
                    <a:pt x="7" y="77"/>
                    <a:pt x="7" y="77"/>
                    <a:pt x="7" y="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38" name="Freeform 54">
              <a:extLst>
                <a:ext uri="{FF2B5EF4-FFF2-40B4-BE49-F238E27FC236}">
                  <a16:creationId xmlns:a16="http://schemas.microsoft.com/office/drawing/2014/main" id="{B1F284B8-040C-EA40-B415-8A9522FE867B}"/>
                </a:ext>
              </a:extLst>
            </p:cNvPr>
            <p:cNvSpPr>
              <a:spLocks/>
            </p:cNvSpPr>
            <p:nvPr/>
          </p:nvSpPr>
          <p:spPr bwMode="auto">
            <a:xfrm>
              <a:off x="6532" y="612"/>
              <a:ext cx="144" cy="242"/>
            </a:xfrm>
            <a:custGeom>
              <a:avLst/>
              <a:gdLst>
                <a:gd name="T0" fmla="*/ 90 w 97"/>
                <a:gd name="T1" fmla="*/ 164 h 164"/>
                <a:gd name="T2" fmla="*/ 88 w 97"/>
                <a:gd name="T3" fmla="*/ 163 h 164"/>
                <a:gd name="T4" fmla="*/ 17 w 97"/>
                <a:gd name="T5" fmla="*/ 100 h 164"/>
                <a:gd name="T6" fmla="*/ 11 w 97"/>
                <a:gd name="T7" fmla="*/ 4 h 164"/>
                <a:gd name="T8" fmla="*/ 19 w 97"/>
                <a:gd name="T9" fmla="*/ 1 h 164"/>
                <a:gd name="T10" fmla="*/ 22 w 97"/>
                <a:gd name="T11" fmla="*/ 8 h 164"/>
                <a:gd name="T12" fmla="*/ 27 w 97"/>
                <a:gd name="T13" fmla="*/ 94 h 164"/>
                <a:gd name="T14" fmla="*/ 92 w 97"/>
                <a:gd name="T15" fmla="*/ 152 h 164"/>
                <a:gd name="T16" fmla="*/ 96 w 97"/>
                <a:gd name="T17" fmla="*/ 160 h 164"/>
                <a:gd name="T18" fmla="*/ 90 w 97"/>
                <a:gd name="T19"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 h="164">
                  <a:moveTo>
                    <a:pt x="90" y="164"/>
                  </a:moveTo>
                  <a:cubicBezTo>
                    <a:pt x="90" y="164"/>
                    <a:pt x="89" y="164"/>
                    <a:pt x="88" y="163"/>
                  </a:cubicBezTo>
                  <a:cubicBezTo>
                    <a:pt x="57" y="152"/>
                    <a:pt x="31" y="130"/>
                    <a:pt x="17" y="100"/>
                  </a:cubicBezTo>
                  <a:cubicBezTo>
                    <a:pt x="2" y="70"/>
                    <a:pt x="0" y="36"/>
                    <a:pt x="11" y="4"/>
                  </a:cubicBezTo>
                  <a:cubicBezTo>
                    <a:pt x="12" y="1"/>
                    <a:pt x="16" y="0"/>
                    <a:pt x="19" y="1"/>
                  </a:cubicBezTo>
                  <a:cubicBezTo>
                    <a:pt x="22" y="2"/>
                    <a:pt x="23" y="5"/>
                    <a:pt x="22" y="8"/>
                  </a:cubicBezTo>
                  <a:cubicBezTo>
                    <a:pt x="12" y="37"/>
                    <a:pt x="14" y="67"/>
                    <a:pt x="27" y="94"/>
                  </a:cubicBezTo>
                  <a:cubicBezTo>
                    <a:pt x="41" y="121"/>
                    <a:pt x="64" y="142"/>
                    <a:pt x="92" y="152"/>
                  </a:cubicBezTo>
                  <a:cubicBezTo>
                    <a:pt x="96" y="153"/>
                    <a:pt x="97" y="157"/>
                    <a:pt x="96" y="160"/>
                  </a:cubicBezTo>
                  <a:cubicBezTo>
                    <a:pt x="95" y="162"/>
                    <a:pt x="93" y="164"/>
                    <a:pt x="90"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339" name="Group 81">
            <a:extLst>
              <a:ext uri="{FF2B5EF4-FFF2-40B4-BE49-F238E27FC236}">
                <a16:creationId xmlns:a16="http://schemas.microsoft.com/office/drawing/2014/main" id="{6F0CCB4D-675F-F14F-99D5-2DD46749B800}"/>
              </a:ext>
            </a:extLst>
          </p:cNvPr>
          <p:cNvGrpSpPr>
            <a:grpSpLocks noChangeAspect="1"/>
          </p:cNvGrpSpPr>
          <p:nvPr userDrawn="1"/>
        </p:nvGrpSpPr>
        <p:grpSpPr bwMode="auto">
          <a:xfrm>
            <a:off x="798612" y="5509828"/>
            <a:ext cx="450851" cy="449782"/>
            <a:chOff x="1370" y="1720"/>
            <a:chExt cx="426" cy="425"/>
          </a:xfrm>
          <a:solidFill>
            <a:schemeClr val="accent1"/>
          </a:solidFill>
        </p:grpSpPr>
        <p:sp>
          <p:nvSpPr>
            <p:cNvPr id="340" name="Freeform 82">
              <a:extLst>
                <a:ext uri="{FF2B5EF4-FFF2-40B4-BE49-F238E27FC236}">
                  <a16:creationId xmlns:a16="http://schemas.microsoft.com/office/drawing/2014/main" id="{AFD37094-822A-F447-8CE7-9F103F960375}"/>
                </a:ext>
              </a:extLst>
            </p:cNvPr>
            <p:cNvSpPr>
              <a:spLocks/>
            </p:cNvSpPr>
            <p:nvPr/>
          </p:nvSpPr>
          <p:spPr bwMode="auto">
            <a:xfrm>
              <a:off x="1370" y="1755"/>
              <a:ext cx="426" cy="390"/>
            </a:xfrm>
            <a:custGeom>
              <a:avLst/>
              <a:gdLst>
                <a:gd name="T0" fmla="*/ 282 w 288"/>
                <a:gd name="T1" fmla="*/ 264 h 264"/>
                <a:gd name="T2" fmla="*/ 6 w 288"/>
                <a:gd name="T3" fmla="*/ 264 h 264"/>
                <a:gd name="T4" fmla="*/ 0 w 288"/>
                <a:gd name="T5" fmla="*/ 258 h 264"/>
                <a:gd name="T6" fmla="*/ 0 w 288"/>
                <a:gd name="T7" fmla="*/ 6 h 264"/>
                <a:gd name="T8" fmla="*/ 6 w 288"/>
                <a:gd name="T9" fmla="*/ 0 h 264"/>
                <a:gd name="T10" fmla="*/ 54 w 288"/>
                <a:gd name="T11" fmla="*/ 0 h 264"/>
                <a:gd name="T12" fmla="*/ 60 w 288"/>
                <a:gd name="T13" fmla="*/ 6 h 264"/>
                <a:gd name="T14" fmla="*/ 54 w 288"/>
                <a:gd name="T15" fmla="*/ 12 h 264"/>
                <a:gd name="T16" fmla="*/ 12 w 288"/>
                <a:gd name="T17" fmla="*/ 12 h 264"/>
                <a:gd name="T18" fmla="*/ 12 w 288"/>
                <a:gd name="T19" fmla="*/ 252 h 264"/>
                <a:gd name="T20" fmla="*/ 276 w 288"/>
                <a:gd name="T21" fmla="*/ 252 h 264"/>
                <a:gd name="T22" fmla="*/ 276 w 288"/>
                <a:gd name="T23" fmla="*/ 12 h 264"/>
                <a:gd name="T24" fmla="*/ 234 w 288"/>
                <a:gd name="T25" fmla="*/ 12 h 264"/>
                <a:gd name="T26" fmla="*/ 228 w 288"/>
                <a:gd name="T27" fmla="*/ 6 h 264"/>
                <a:gd name="T28" fmla="*/ 234 w 288"/>
                <a:gd name="T29" fmla="*/ 0 h 264"/>
                <a:gd name="T30" fmla="*/ 282 w 288"/>
                <a:gd name="T31" fmla="*/ 0 h 264"/>
                <a:gd name="T32" fmla="*/ 288 w 288"/>
                <a:gd name="T33" fmla="*/ 6 h 264"/>
                <a:gd name="T34" fmla="*/ 288 w 288"/>
                <a:gd name="T35" fmla="*/ 258 h 264"/>
                <a:gd name="T36" fmla="*/ 282 w 288"/>
                <a:gd name="T37" fmla="*/ 264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8" h="264">
                  <a:moveTo>
                    <a:pt x="282" y="264"/>
                  </a:moveTo>
                  <a:cubicBezTo>
                    <a:pt x="6" y="264"/>
                    <a:pt x="6" y="264"/>
                    <a:pt x="6" y="264"/>
                  </a:cubicBezTo>
                  <a:cubicBezTo>
                    <a:pt x="3" y="264"/>
                    <a:pt x="0" y="261"/>
                    <a:pt x="0" y="258"/>
                  </a:cubicBezTo>
                  <a:cubicBezTo>
                    <a:pt x="0" y="6"/>
                    <a:pt x="0" y="6"/>
                    <a:pt x="0" y="6"/>
                  </a:cubicBezTo>
                  <a:cubicBezTo>
                    <a:pt x="0" y="2"/>
                    <a:pt x="3" y="0"/>
                    <a:pt x="6" y="0"/>
                  </a:cubicBezTo>
                  <a:cubicBezTo>
                    <a:pt x="54" y="0"/>
                    <a:pt x="54" y="0"/>
                    <a:pt x="54" y="0"/>
                  </a:cubicBezTo>
                  <a:cubicBezTo>
                    <a:pt x="58" y="0"/>
                    <a:pt x="60" y="2"/>
                    <a:pt x="60" y="6"/>
                  </a:cubicBezTo>
                  <a:cubicBezTo>
                    <a:pt x="60" y="9"/>
                    <a:pt x="58" y="12"/>
                    <a:pt x="54" y="12"/>
                  </a:cubicBezTo>
                  <a:cubicBezTo>
                    <a:pt x="12" y="12"/>
                    <a:pt x="12" y="12"/>
                    <a:pt x="12" y="12"/>
                  </a:cubicBezTo>
                  <a:cubicBezTo>
                    <a:pt x="12" y="252"/>
                    <a:pt x="12" y="252"/>
                    <a:pt x="12" y="252"/>
                  </a:cubicBezTo>
                  <a:cubicBezTo>
                    <a:pt x="276" y="252"/>
                    <a:pt x="276" y="252"/>
                    <a:pt x="276" y="252"/>
                  </a:cubicBezTo>
                  <a:cubicBezTo>
                    <a:pt x="276" y="12"/>
                    <a:pt x="276" y="12"/>
                    <a:pt x="276" y="12"/>
                  </a:cubicBezTo>
                  <a:cubicBezTo>
                    <a:pt x="234" y="12"/>
                    <a:pt x="234" y="12"/>
                    <a:pt x="234" y="12"/>
                  </a:cubicBezTo>
                  <a:cubicBezTo>
                    <a:pt x="231" y="12"/>
                    <a:pt x="228" y="9"/>
                    <a:pt x="228" y="6"/>
                  </a:cubicBezTo>
                  <a:cubicBezTo>
                    <a:pt x="228" y="2"/>
                    <a:pt x="231" y="0"/>
                    <a:pt x="234" y="0"/>
                  </a:cubicBezTo>
                  <a:cubicBezTo>
                    <a:pt x="282" y="0"/>
                    <a:pt x="282" y="0"/>
                    <a:pt x="282" y="0"/>
                  </a:cubicBezTo>
                  <a:cubicBezTo>
                    <a:pt x="286" y="0"/>
                    <a:pt x="288" y="2"/>
                    <a:pt x="288" y="6"/>
                  </a:cubicBezTo>
                  <a:cubicBezTo>
                    <a:pt x="288" y="258"/>
                    <a:pt x="288" y="258"/>
                    <a:pt x="288" y="258"/>
                  </a:cubicBezTo>
                  <a:cubicBezTo>
                    <a:pt x="288" y="261"/>
                    <a:pt x="286" y="264"/>
                    <a:pt x="282"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1" name="Freeform 83">
              <a:extLst>
                <a:ext uri="{FF2B5EF4-FFF2-40B4-BE49-F238E27FC236}">
                  <a16:creationId xmlns:a16="http://schemas.microsoft.com/office/drawing/2014/main" id="{3422F472-FD2E-E146-B0EE-B299A1CAE080}"/>
                </a:ext>
              </a:extLst>
            </p:cNvPr>
            <p:cNvSpPr>
              <a:spLocks noEditPoints="1"/>
            </p:cNvSpPr>
            <p:nvPr/>
          </p:nvSpPr>
          <p:spPr bwMode="auto">
            <a:xfrm>
              <a:off x="1441" y="1720"/>
              <a:ext cx="71" cy="89"/>
            </a:xfrm>
            <a:custGeom>
              <a:avLst/>
              <a:gdLst>
                <a:gd name="T0" fmla="*/ 42 w 48"/>
                <a:gd name="T1" fmla="*/ 60 h 60"/>
                <a:gd name="T2" fmla="*/ 6 w 48"/>
                <a:gd name="T3" fmla="*/ 60 h 60"/>
                <a:gd name="T4" fmla="*/ 0 w 48"/>
                <a:gd name="T5" fmla="*/ 54 h 60"/>
                <a:gd name="T6" fmla="*/ 0 w 48"/>
                <a:gd name="T7" fmla="*/ 6 h 60"/>
                <a:gd name="T8" fmla="*/ 6 w 48"/>
                <a:gd name="T9" fmla="*/ 0 h 60"/>
                <a:gd name="T10" fmla="*/ 42 w 48"/>
                <a:gd name="T11" fmla="*/ 0 h 60"/>
                <a:gd name="T12" fmla="*/ 48 w 48"/>
                <a:gd name="T13" fmla="*/ 6 h 60"/>
                <a:gd name="T14" fmla="*/ 48 w 48"/>
                <a:gd name="T15" fmla="*/ 54 h 60"/>
                <a:gd name="T16" fmla="*/ 42 w 48"/>
                <a:gd name="T17" fmla="*/ 60 h 60"/>
                <a:gd name="T18" fmla="*/ 12 w 48"/>
                <a:gd name="T19" fmla="*/ 48 h 60"/>
                <a:gd name="T20" fmla="*/ 36 w 48"/>
                <a:gd name="T21" fmla="*/ 48 h 60"/>
                <a:gd name="T22" fmla="*/ 36 w 48"/>
                <a:gd name="T23" fmla="*/ 12 h 60"/>
                <a:gd name="T24" fmla="*/ 12 w 48"/>
                <a:gd name="T25" fmla="*/ 12 h 60"/>
                <a:gd name="T26" fmla="*/ 12 w 48"/>
                <a:gd name="T27"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60">
                  <a:moveTo>
                    <a:pt x="42" y="60"/>
                  </a:moveTo>
                  <a:cubicBezTo>
                    <a:pt x="6" y="60"/>
                    <a:pt x="6" y="60"/>
                    <a:pt x="6" y="60"/>
                  </a:cubicBezTo>
                  <a:cubicBezTo>
                    <a:pt x="3" y="60"/>
                    <a:pt x="0" y="57"/>
                    <a:pt x="0" y="54"/>
                  </a:cubicBezTo>
                  <a:cubicBezTo>
                    <a:pt x="0" y="6"/>
                    <a:pt x="0" y="6"/>
                    <a:pt x="0" y="6"/>
                  </a:cubicBezTo>
                  <a:cubicBezTo>
                    <a:pt x="0" y="2"/>
                    <a:pt x="3" y="0"/>
                    <a:pt x="6" y="0"/>
                  </a:cubicBezTo>
                  <a:cubicBezTo>
                    <a:pt x="42" y="0"/>
                    <a:pt x="42" y="0"/>
                    <a:pt x="42" y="0"/>
                  </a:cubicBezTo>
                  <a:cubicBezTo>
                    <a:pt x="46" y="0"/>
                    <a:pt x="48" y="2"/>
                    <a:pt x="48" y="6"/>
                  </a:cubicBezTo>
                  <a:cubicBezTo>
                    <a:pt x="48" y="54"/>
                    <a:pt x="48" y="54"/>
                    <a:pt x="48" y="54"/>
                  </a:cubicBezTo>
                  <a:cubicBezTo>
                    <a:pt x="48" y="57"/>
                    <a:pt x="46" y="60"/>
                    <a:pt x="42" y="60"/>
                  </a:cubicBezTo>
                  <a:close/>
                  <a:moveTo>
                    <a:pt x="12" y="48"/>
                  </a:moveTo>
                  <a:cubicBezTo>
                    <a:pt x="36" y="48"/>
                    <a:pt x="36" y="48"/>
                    <a:pt x="36" y="48"/>
                  </a:cubicBezTo>
                  <a:cubicBezTo>
                    <a:pt x="36" y="12"/>
                    <a:pt x="36" y="12"/>
                    <a:pt x="36" y="12"/>
                  </a:cubicBezTo>
                  <a:cubicBezTo>
                    <a:pt x="12" y="12"/>
                    <a:pt x="12" y="12"/>
                    <a:pt x="12" y="12"/>
                  </a:cubicBezTo>
                  <a:lnTo>
                    <a:pt x="12"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2" name="Freeform 84">
              <a:extLst>
                <a:ext uri="{FF2B5EF4-FFF2-40B4-BE49-F238E27FC236}">
                  <a16:creationId xmlns:a16="http://schemas.microsoft.com/office/drawing/2014/main" id="{A5C0B545-2E7A-5941-9C66-99945E3792ED}"/>
                </a:ext>
              </a:extLst>
            </p:cNvPr>
            <p:cNvSpPr>
              <a:spLocks noEditPoints="1"/>
            </p:cNvSpPr>
            <p:nvPr/>
          </p:nvSpPr>
          <p:spPr bwMode="auto">
            <a:xfrm>
              <a:off x="1654" y="1720"/>
              <a:ext cx="71" cy="89"/>
            </a:xfrm>
            <a:custGeom>
              <a:avLst/>
              <a:gdLst>
                <a:gd name="T0" fmla="*/ 42 w 48"/>
                <a:gd name="T1" fmla="*/ 60 h 60"/>
                <a:gd name="T2" fmla="*/ 6 w 48"/>
                <a:gd name="T3" fmla="*/ 60 h 60"/>
                <a:gd name="T4" fmla="*/ 0 w 48"/>
                <a:gd name="T5" fmla="*/ 54 h 60"/>
                <a:gd name="T6" fmla="*/ 0 w 48"/>
                <a:gd name="T7" fmla="*/ 6 h 60"/>
                <a:gd name="T8" fmla="*/ 6 w 48"/>
                <a:gd name="T9" fmla="*/ 0 h 60"/>
                <a:gd name="T10" fmla="*/ 42 w 48"/>
                <a:gd name="T11" fmla="*/ 0 h 60"/>
                <a:gd name="T12" fmla="*/ 48 w 48"/>
                <a:gd name="T13" fmla="*/ 6 h 60"/>
                <a:gd name="T14" fmla="*/ 48 w 48"/>
                <a:gd name="T15" fmla="*/ 54 h 60"/>
                <a:gd name="T16" fmla="*/ 42 w 48"/>
                <a:gd name="T17" fmla="*/ 60 h 60"/>
                <a:gd name="T18" fmla="*/ 12 w 48"/>
                <a:gd name="T19" fmla="*/ 48 h 60"/>
                <a:gd name="T20" fmla="*/ 36 w 48"/>
                <a:gd name="T21" fmla="*/ 48 h 60"/>
                <a:gd name="T22" fmla="*/ 36 w 48"/>
                <a:gd name="T23" fmla="*/ 12 h 60"/>
                <a:gd name="T24" fmla="*/ 12 w 48"/>
                <a:gd name="T25" fmla="*/ 12 h 60"/>
                <a:gd name="T26" fmla="*/ 12 w 48"/>
                <a:gd name="T27"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60">
                  <a:moveTo>
                    <a:pt x="42" y="60"/>
                  </a:moveTo>
                  <a:cubicBezTo>
                    <a:pt x="6" y="60"/>
                    <a:pt x="6" y="60"/>
                    <a:pt x="6" y="60"/>
                  </a:cubicBezTo>
                  <a:cubicBezTo>
                    <a:pt x="3" y="60"/>
                    <a:pt x="0" y="57"/>
                    <a:pt x="0" y="54"/>
                  </a:cubicBezTo>
                  <a:cubicBezTo>
                    <a:pt x="0" y="6"/>
                    <a:pt x="0" y="6"/>
                    <a:pt x="0" y="6"/>
                  </a:cubicBezTo>
                  <a:cubicBezTo>
                    <a:pt x="0" y="2"/>
                    <a:pt x="3" y="0"/>
                    <a:pt x="6" y="0"/>
                  </a:cubicBezTo>
                  <a:cubicBezTo>
                    <a:pt x="42" y="0"/>
                    <a:pt x="42" y="0"/>
                    <a:pt x="42" y="0"/>
                  </a:cubicBezTo>
                  <a:cubicBezTo>
                    <a:pt x="46" y="0"/>
                    <a:pt x="48" y="2"/>
                    <a:pt x="48" y="6"/>
                  </a:cubicBezTo>
                  <a:cubicBezTo>
                    <a:pt x="48" y="54"/>
                    <a:pt x="48" y="54"/>
                    <a:pt x="48" y="54"/>
                  </a:cubicBezTo>
                  <a:cubicBezTo>
                    <a:pt x="48" y="57"/>
                    <a:pt x="46" y="60"/>
                    <a:pt x="42" y="60"/>
                  </a:cubicBezTo>
                  <a:close/>
                  <a:moveTo>
                    <a:pt x="12" y="48"/>
                  </a:moveTo>
                  <a:cubicBezTo>
                    <a:pt x="36" y="48"/>
                    <a:pt x="36" y="48"/>
                    <a:pt x="36" y="48"/>
                  </a:cubicBezTo>
                  <a:cubicBezTo>
                    <a:pt x="36" y="12"/>
                    <a:pt x="36" y="12"/>
                    <a:pt x="36" y="12"/>
                  </a:cubicBezTo>
                  <a:cubicBezTo>
                    <a:pt x="12" y="12"/>
                    <a:pt x="12" y="12"/>
                    <a:pt x="12" y="12"/>
                  </a:cubicBezTo>
                  <a:lnTo>
                    <a:pt x="12"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3" name="Freeform 85">
              <a:extLst>
                <a:ext uri="{FF2B5EF4-FFF2-40B4-BE49-F238E27FC236}">
                  <a16:creationId xmlns:a16="http://schemas.microsoft.com/office/drawing/2014/main" id="{374CD6E2-C0BA-8E40-A449-820C4406F10F}"/>
                </a:ext>
              </a:extLst>
            </p:cNvPr>
            <p:cNvSpPr>
              <a:spLocks/>
            </p:cNvSpPr>
            <p:nvPr/>
          </p:nvSpPr>
          <p:spPr bwMode="auto">
            <a:xfrm>
              <a:off x="1495" y="1755"/>
              <a:ext cx="177" cy="18"/>
            </a:xfrm>
            <a:custGeom>
              <a:avLst/>
              <a:gdLst>
                <a:gd name="T0" fmla="*/ 114 w 120"/>
                <a:gd name="T1" fmla="*/ 12 h 12"/>
                <a:gd name="T2" fmla="*/ 6 w 120"/>
                <a:gd name="T3" fmla="*/ 12 h 12"/>
                <a:gd name="T4" fmla="*/ 0 w 120"/>
                <a:gd name="T5" fmla="*/ 6 h 12"/>
                <a:gd name="T6" fmla="*/ 6 w 120"/>
                <a:gd name="T7" fmla="*/ 0 h 12"/>
                <a:gd name="T8" fmla="*/ 114 w 120"/>
                <a:gd name="T9" fmla="*/ 0 h 12"/>
                <a:gd name="T10" fmla="*/ 120 w 120"/>
                <a:gd name="T11" fmla="*/ 6 h 12"/>
                <a:gd name="T12" fmla="*/ 114 w 12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20" h="12">
                  <a:moveTo>
                    <a:pt x="114" y="12"/>
                  </a:moveTo>
                  <a:cubicBezTo>
                    <a:pt x="6" y="12"/>
                    <a:pt x="6" y="12"/>
                    <a:pt x="6" y="12"/>
                  </a:cubicBezTo>
                  <a:cubicBezTo>
                    <a:pt x="3" y="12"/>
                    <a:pt x="0" y="9"/>
                    <a:pt x="0" y="6"/>
                  </a:cubicBezTo>
                  <a:cubicBezTo>
                    <a:pt x="0" y="2"/>
                    <a:pt x="3" y="0"/>
                    <a:pt x="6" y="0"/>
                  </a:cubicBezTo>
                  <a:cubicBezTo>
                    <a:pt x="114" y="0"/>
                    <a:pt x="114" y="0"/>
                    <a:pt x="114" y="0"/>
                  </a:cubicBezTo>
                  <a:cubicBezTo>
                    <a:pt x="118" y="0"/>
                    <a:pt x="120" y="2"/>
                    <a:pt x="120" y="6"/>
                  </a:cubicBezTo>
                  <a:cubicBezTo>
                    <a:pt x="120" y="9"/>
                    <a:pt x="118" y="12"/>
                    <a:pt x="11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4" name="Freeform 86">
              <a:extLst>
                <a:ext uri="{FF2B5EF4-FFF2-40B4-BE49-F238E27FC236}">
                  <a16:creationId xmlns:a16="http://schemas.microsoft.com/office/drawing/2014/main" id="{5650B1E9-10A3-734D-9AC1-8B333A356749}"/>
                </a:ext>
              </a:extLst>
            </p:cNvPr>
            <p:cNvSpPr>
              <a:spLocks/>
            </p:cNvSpPr>
            <p:nvPr/>
          </p:nvSpPr>
          <p:spPr bwMode="auto">
            <a:xfrm>
              <a:off x="1370" y="1844"/>
              <a:ext cx="426" cy="18"/>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3" y="12"/>
                    <a:pt x="0" y="9"/>
                    <a:pt x="0" y="6"/>
                  </a:cubicBezTo>
                  <a:cubicBezTo>
                    <a:pt x="0" y="2"/>
                    <a:pt x="3" y="0"/>
                    <a:pt x="6" y="0"/>
                  </a:cubicBezTo>
                  <a:cubicBezTo>
                    <a:pt x="282" y="0"/>
                    <a:pt x="282" y="0"/>
                    <a:pt x="282" y="0"/>
                  </a:cubicBezTo>
                  <a:cubicBezTo>
                    <a:pt x="286" y="0"/>
                    <a:pt x="288" y="2"/>
                    <a:pt x="288" y="6"/>
                  </a:cubicBezTo>
                  <a:cubicBezTo>
                    <a:pt x="288" y="9"/>
                    <a:pt x="286"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5" name="Freeform 87">
              <a:extLst>
                <a:ext uri="{FF2B5EF4-FFF2-40B4-BE49-F238E27FC236}">
                  <a16:creationId xmlns:a16="http://schemas.microsoft.com/office/drawing/2014/main" id="{4B7887F8-0B63-E948-966D-617614E80C9B}"/>
                </a:ext>
              </a:extLst>
            </p:cNvPr>
            <p:cNvSpPr>
              <a:spLocks/>
            </p:cNvSpPr>
            <p:nvPr/>
          </p:nvSpPr>
          <p:spPr bwMode="auto">
            <a:xfrm>
              <a:off x="1477" y="1879"/>
              <a:ext cx="18" cy="231"/>
            </a:xfrm>
            <a:custGeom>
              <a:avLst/>
              <a:gdLst>
                <a:gd name="T0" fmla="*/ 6 w 12"/>
                <a:gd name="T1" fmla="*/ 156 h 156"/>
                <a:gd name="T2" fmla="*/ 0 w 12"/>
                <a:gd name="T3" fmla="*/ 150 h 156"/>
                <a:gd name="T4" fmla="*/ 0 w 12"/>
                <a:gd name="T5" fmla="*/ 6 h 156"/>
                <a:gd name="T6" fmla="*/ 6 w 12"/>
                <a:gd name="T7" fmla="*/ 0 h 156"/>
                <a:gd name="T8" fmla="*/ 12 w 12"/>
                <a:gd name="T9" fmla="*/ 6 h 156"/>
                <a:gd name="T10" fmla="*/ 12 w 12"/>
                <a:gd name="T11" fmla="*/ 150 h 156"/>
                <a:gd name="T12" fmla="*/ 6 w 1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12" h="156">
                  <a:moveTo>
                    <a:pt x="6" y="156"/>
                  </a:moveTo>
                  <a:cubicBezTo>
                    <a:pt x="3" y="156"/>
                    <a:pt x="0" y="153"/>
                    <a:pt x="0" y="150"/>
                  </a:cubicBezTo>
                  <a:cubicBezTo>
                    <a:pt x="0" y="6"/>
                    <a:pt x="0" y="6"/>
                    <a:pt x="0" y="6"/>
                  </a:cubicBezTo>
                  <a:cubicBezTo>
                    <a:pt x="0" y="2"/>
                    <a:pt x="3" y="0"/>
                    <a:pt x="6" y="0"/>
                  </a:cubicBezTo>
                  <a:cubicBezTo>
                    <a:pt x="10" y="0"/>
                    <a:pt x="12" y="2"/>
                    <a:pt x="12" y="6"/>
                  </a:cubicBezTo>
                  <a:cubicBezTo>
                    <a:pt x="12" y="150"/>
                    <a:pt x="12" y="150"/>
                    <a:pt x="12" y="150"/>
                  </a:cubicBezTo>
                  <a:cubicBezTo>
                    <a:pt x="12" y="153"/>
                    <a:pt x="10" y="156"/>
                    <a:pt x="6"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6" name="Freeform 88">
              <a:extLst>
                <a:ext uri="{FF2B5EF4-FFF2-40B4-BE49-F238E27FC236}">
                  <a16:creationId xmlns:a16="http://schemas.microsoft.com/office/drawing/2014/main" id="{ABE6E62F-E613-A74D-B3A8-299734AD81E5}"/>
                </a:ext>
              </a:extLst>
            </p:cNvPr>
            <p:cNvSpPr>
              <a:spLocks/>
            </p:cNvSpPr>
            <p:nvPr/>
          </p:nvSpPr>
          <p:spPr bwMode="auto">
            <a:xfrm>
              <a:off x="1565" y="1879"/>
              <a:ext cx="18" cy="231"/>
            </a:xfrm>
            <a:custGeom>
              <a:avLst/>
              <a:gdLst>
                <a:gd name="T0" fmla="*/ 6 w 12"/>
                <a:gd name="T1" fmla="*/ 156 h 156"/>
                <a:gd name="T2" fmla="*/ 0 w 12"/>
                <a:gd name="T3" fmla="*/ 150 h 156"/>
                <a:gd name="T4" fmla="*/ 0 w 12"/>
                <a:gd name="T5" fmla="*/ 6 h 156"/>
                <a:gd name="T6" fmla="*/ 6 w 12"/>
                <a:gd name="T7" fmla="*/ 0 h 156"/>
                <a:gd name="T8" fmla="*/ 12 w 12"/>
                <a:gd name="T9" fmla="*/ 6 h 156"/>
                <a:gd name="T10" fmla="*/ 12 w 12"/>
                <a:gd name="T11" fmla="*/ 150 h 156"/>
                <a:gd name="T12" fmla="*/ 6 w 1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12" h="156">
                  <a:moveTo>
                    <a:pt x="6" y="156"/>
                  </a:moveTo>
                  <a:cubicBezTo>
                    <a:pt x="3" y="156"/>
                    <a:pt x="0" y="153"/>
                    <a:pt x="0" y="150"/>
                  </a:cubicBezTo>
                  <a:cubicBezTo>
                    <a:pt x="0" y="6"/>
                    <a:pt x="0" y="6"/>
                    <a:pt x="0" y="6"/>
                  </a:cubicBezTo>
                  <a:cubicBezTo>
                    <a:pt x="0" y="2"/>
                    <a:pt x="3" y="0"/>
                    <a:pt x="6" y="0"/>
                  </a:cubicBezTo>
                  <a:cubicBezTo>
                    <a:pt x="10" y="0"/>
                    <a:pt x="12" y="2"/>
                    <a:pt x="12" y="6"/>
                  </a:cubicBezTo>
                  <a:cubicBezTo>
                    <a:pt x="12" y="150"/>
                    <a:pt x="12" y="150"/>
                    <a:pt x="12" y="150"/>
                  </a:cubicBezTo>
                  <a:cubicBezTo>
                    <a:pt x="12" y="153"/>
                    <a:pt x="10" y="156"/>
                    <a:pt x="6"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7" name="Freeform 89">
              <a:extLst>
                <a:ext uri="{FF2B5EF4-FFF2-40B4-BE49-F238E27FC236}">
                  <a16:creationId xmlns:a16="http://schemas.microsoft.com/office/drawing/2014/main" id="{695E4311-FAD6-9945-AF11-C24EB5180752}"/>
                </a:ext>
              </a:extLst>
            </p:cNvPr>
            <p:cNvSpPr>
              <a:spLocks/>
            </p:cNvSpPr>
            <p:nvPr/>
          </p:nvSpPr>
          <p:spPr bwMode="auto">
            <a:xfrm>
              <a:off x="1654" y="1879"/>
              <a:ext cx="18" cy="231"/>
            </a:xfrm>
            <a:custGeom>
              <a:avLst/>
              <a:gdLst>
                <a:gd name="T0" fmla="*/ 6 w 12"/>
                <a:gd name="T1" fmla="*/ 156 h 156"/>
                <a:gd name="T2" fmla="*/ 0 w 12"/>
                <a:gd name="T3" fmla="*/ 150 h 156"/>
                <a:gd name="T4" fmla="*/ 0 w 12"/>
                <a:gd name="T5" fmla="*/ 6 h 156"/>
                <a:gd name="T6" fmla="*/ 6 w 12"/>
                <a:gd name="T7" fmla="*/ 0 h 156"/>
                <a:gd name="T8" fmla="*/ 12 w 12"/>
                <a:gd name="T9" fmla="*/ 6 h 156"/>
                <a:gd name="T10" fmla="*/ 12 w 12"/>
                <a:gd name="T11" fmla="*/ 150 h 156"/>
                <a:gd name="T12" fmla="*/ 6 w 1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12" h="156">
                  <a:moveTo>
                    <a:pt x="6" y="156"/>
                  </a:moveTo>
                  <a:cubicBezTo>
                    <a:pt x="3" y="156"/>
                    <a:pt x="0" y="153"/>
                    <a:pt x="0" y="150"/>
                  </a:cubicBezTo>
                  <a:cubicBezTo>
                    <a:pt x="0" y="6"/>
                    <a:pt x="0" y="6"/>
                    <a:pt x="0" y="6"/>
                  </a:cubicBezTo>
                  <a:cubicBezTo>
                    <a:pt x="0" y="2"/>
                    <a:pt x="3" y="0"/>
                    <a:pt x="6" y="0"/>
                  </a:cubicBezTo>
                  <a:cubicBezTo>
                    <a:pt x="10" y="0"/>
                    <a:pt x="12" y="2"/>
                    <a:pt x="12" y="6"/>
                  </a:cubicBezTo>
                  <a:cubicBezTo>
                    <a:pt x="12" y="150"/>
                    <a:pt x="12" y="150"/>
                    <a:pt x="12" y="150"/>
                  </a:cubicBezTo>
                  <a:cubicBezTo>
                    <a:pt x="12" y="153"/>
                    <a:pt x="10" y="156"/>
                    <a:pt x="6"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8" name="Freeform 90">
              <a:extLst>
                <a:ext uri="{FF2B5EF4-FFF2-40B4-BE49-F238E27FC236}">
                  <a16:creationId xmlns:a16="http://schemas.microsoft.com/office/drawing/2014/main" id="{F6332ED2-95E6-314D-B133-3718ED39BF6D}"/>
                </a:ext>
              </a:extLst>
            </p:cNvPr>
            <p:cNvSpPr>
              <a:spLocks/>
            </p:cNvSpPr>
            <p:nvPr/>
          </p:nvSpPr>
          <p:spPr bwMode="auto">
            <a:xfrm>
              <a:off x="1406" y="1915"/>
              <a:ext cx="355" cy="18"/>
            </a:xfrm>
            <a:custGeom>
              <a:avLst/>
              <a:gdLst>
                <a:gd name="T0" fmla="*/ 234 w 240"/>
                <a:gd name="T1" fmla="*/ 12 h 12"/>
                <a:gd name="T2" fmla="*/ 6 w 240"/>
                <a:gd name="T3" fmla="*/ 12 h 12"/>
                <a:gd name="T4" fmla="*/ 0 w 240"/>
                <a:gd name="T5" fmla="*/ 6 h 12"/>
                <a:gd name="T6" fmla="*/ 6 w 240"/>
                <a:gd name="T7" fmla="*/ 0 h 12"/>
                <a:gd name="T8" fmla="*/ 234 w 240"/>
                <a:gd name="T9" fmla="*/ 0 h 12"/>
                <a:gd name="T10" fmla="*/ 240 w 240"/>
                <a:gd name="T11" fmla="*/ 6 h 12"/>
                <a:gd name="T12" fmla="*/ 234 w 24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0" h="12">
                  <a:moveTo>
                    <a:pt x="234" y="12"/>
                  </a:moveTo>
                  <a:cubicBezTo>
                    <a:pt x="6" y="12"/>
                    <a:pt x="6" y="12"/>
                    <a:pt x="6" y="12"/>
                  </a:cubicBezTo>
                  <a:cubicBezTo>
                    <a:pt x="3" y="12"/>
                    <a:pt x="0" y="9"/>
                    <a:pt x="0" y="6"/>
                  </a:cubicBezTo>
                  <a:cubicBezTo>
                    <a:pt x="0" y="2"/>
                    <a:pt x="3" y="0"/>
                    <a:pt x="6" y="0"/>
                  </a:cubicBezTo>
                  <a:cubicBezTo>
                    <a:pt x="234" y="0"/>
                    <a:pt x="234" y="0"/>
                    <a:pt x="234" y="0"/>
                  </a:cubicBezTo>
                  <a:cubicBezTo>
                    <a:pt x="238" y="0"/>
                    <a:pt x="240" y="2"/>
                    <a:pt x="240" y="6"/>
                  </a:cubicBezTo>
                  <a:cubicBezTo>
                    <a:pt x="240" y="9"/>
                    <a:pt x="238" y="12"/>
                    <a:pt x="23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49" name="Freeform 91">
              <a:extLst>
                <a:ext uri="{FF2B5EF4-FFF2-40B4-BE49-F238E27FC236}">
                  <a16:creationId xmlns:a16="http://schemas.microsoft.com/office/drawing/2014/main" id="{6A20710A-A127-3045-90AC-4BEF3E718D67}"/>
                </a:ext>
              </a:extLst>
            </p:cNvPr>
            <p:cNvSpPr>
              <a:spLocks/>
            </p:cNvSpPr>
            <p:nvPr/>
          </p:nvSpPr>
          <p:spPr bwMode="auto">
            <a:xfrm>
              <a:off x="1406" y="1986"/>
              <a:ext cx="355" cy="17"/>
            </a:xfrm>
            <a:custGeom>
              <a:avLst/>
              <a:gdLst>
                <a:gd name="T0" fmla="*/ 234 w 240"/>
                <a:gd name="T1" fmla="*/ 12 h 12"/>
                <a:gd name="T2" fmla="*/ 6 w 240"/>
                <a:gd name="T3" fmla="*/ 12 h 12"/>
                <a:gd name="T4" fmla="*/ 0 w 240"/>
                <a:gd name="T5" fmla="*/ 6 h 12"/>
                <a:gd name="T6" fmla="*/ 6 w 240"/>
                <a:gd name="T7" fmla="*/ 0 h 12"/>
                <a:gd name="T8" fmla="*/ 234 w 240"/>
                <a:gd name="T9" fmla="*/ 0 h 12"/>
                <a:gd name="T10" fmla="*/ 240 w 240"/>
                <a:gd name="T11" fmla="*/ 6 h 12"/>
                <a:gd name="T12" fmla="*/ 234 w 24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0" h="12">
                  <a:moveTo>
                    <a:pt x="234" y="12"/>
                  </a:moveTo>
                  <a:cubicBezTo>
                    <a:pt x="6" y="12"/>
                    <a:pt x="6" y="12"/>
                    <a:pt x="6" y="12"/>
                  </a:cubicBezTo>
                  <a:cubicBezTo>
                    <a:pt x="3" y="12"/>
                    <a:pt x="0" y="9"/>
                    <a:pt x="0" y="6"/>
                  </a:cubicBezTo>
                  <a:cubicBezTo>
                    <a:pt x="0" y="2"/>
                    <a:pt x="3" y="0"/>
                    <a:pt x="6" y="0"/>
                  </a:cubicBezTo>
                  <a:cubicBezTo>
                    <a:pt x="234" y="0"/>
                    <a:pt x="234" y="0"/>
                    <a:pt x="234" y="0"/>
                  </a:cubicBezTo>
                  <a:cubicBezTo>
                    <a:pt x="238" y="0"/>
                    <a:pt x="240" y="2"/>
                    <a:pt x="240" y="6"/>
                  </a:cubicBezTo>
                  <a:cubicBezTo>
                    <a:pt x="240" y="9"/>
                    <a:pt x="238" y="12"/>
                    <a:pt x="23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50" name="Freeform 92">
              <a:extLst>
                <a:ext uri="{FF2B5EF4-FFF2-40B4-BE49-F238E27FC236}">
                  <a16:creationId xmlns:a16="http://schemas.microsoft.com/office/drawing/2014/main" id="{D7659633-77CA-5343-AA5A-F95F88663879}"/>
                </a:ext>
              </a:extLst>
            </p:cNvPr>
            <p:cNvSpPr>
              <a:spLocks/>
            </p:cNvSpPr>
            <p:nvPr/>
          </p:nvSpPr>
          <p:spPr bwMode="auto">
            <a:xfrm>
              <a:off x="1406" y="2057"/>
              <a:ext cx="355" cy="17"/>
            </a:xfrm>
            <a:custGeom>
              <a:avLst/>
              <a:gdLst>
                <a:gd name="T0" fmla="*/ 234 w 240"/>
                <a:gd name="T1" fmla="*/ 12 h 12"/>
                <a:gd name="T2" fmla="*/ 6 w 240"/>
                <a:gd name="T3" fmla="*/ 12 h 12"/>
                <a:gd name="T4" fmla="*/ 0 w 240"/>
                <a:gd name="T5" fmla="*/ 6 h 12"/>
                <a:gd name="T6" fmla="*/ 6 w 240"/>
                <a:gd name="T7" fmla="*/ 0 h 12"/>
                <a:gd name="T8" fmla="*/ 234 w 240"/>
                <a:gd name="T9" fmla="*/ 0 h 12"/>
                <a:gd name="T10" fmla="*/ 240 w 240"/>
                <a:gd name="T11" fmla="*/ 6 h 12"/>
                <a:gd name="T12" fmla="*/ 234 w 24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0" h="12">
                  <a:moveTo>
                    <a:pt x="234" y="12"/>
                  </a:moveTo>
                  <a:cubicBezTo>
                    <a:pt x="6" y="12"/>
                    <a:pt x="6" y="12"/>
                    <a:pt x="6" y="12"/>
                  </a:cubicBezTo>
                  <a:cubicBezTo>
                    <a:pt x="3" y="12"/>
                    <a:pt x="0" y="9"/>
                    <a:pt x="0" y="6"/>
                  </a:cubicBezTo>
                  <a:cubicBezTo>
                    <a:pt x="0" y="2"/>
                    <a:pt x="3" y="0"/>
                    <a:pt x="6" y="0"/>
                  </a:cubicBezTo>
                  <a:cubicBezTo>
                    <a:pt x="234" y="0"/>
                    <a:pt x="234" y="0"/>
                    <a:pt x="234" y="0"/>
                  </a:cubicBezTo>
                  <a:cubicBezTo>
                    <a:pt x="238" y="0"/>
                    <a:pt x="240" y="2"/>
                    <a:pt x="240" y="6"/>
                  </a:cubicBezTo>
                  <a:cubicBezTo>
                    <a:pt x="240" y="9"/>
                    <a:pt x="238" y="12"/>
                    <a:pt x="23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grpSp>
      <p:sp>
        <p:nvSpPr>
          <p:cNvPr id="351" name="Freeform 144">
            <a:extLst>
              <a:ext uri="{FF2B5EF4-FFF2-40B4-BE49-F238E27FC236}">
                <a16:creationId xmlns:a16="http://schemas.microsoft.com/office/drawing/2014/main" id="{887C956D-5C6A-EF41-B68E-293B826857D7}"/>
              </a:ext>
            </a:extLst>
          </p:cNvPr>
          <p:cNvSpPr>
            <a:spLocks/>
          </p:cNvSpPr>
          <p:nvPr userDrawn="1"/>
        </p:nvSpPr>
        <p:spPr bwMode="auto">
          <a:xfrm rot="10800000">
            <a:off x="2171887" y="1915146"/>
            <a:ext cx="274440" cy="529622"/>
          </a:xfrm>
          <a:custGeom>
            <a:avLst/>
            <a:gdLst>
              <a:gd name="T0" fmla="*/ 116 w 154"/>
              <a:gd name="T1" fmla="*/ 167 h 297"/>
              <a:gd name="T2" fmla="*/ 83 w 154"/>
              <a:gd name="T3" fmla="*/ 119 h 297"/>
              <a:gd name="T4" fmla="*/ 83 w 154"/>
              <a:gd name="T5" fmla="*/ 18 h 297"/>
              <a:gd name="T6" fmla="*/ 83 w 154"/>
              <a:gd name="T7" fmla="*/ 17 h 297"/>
              <a:gd name="T8" fmla="*/ 83 w 154"/>
              <a:gd name="T9" fmla="*/ 17 h 297"/>
              <a:gd name="T10" fmla="*/ 109 w 154"/>
              <a:gd name="T11" fmla="*/ 34 h 297"/>
              <a:gd name="T12" fmla="*/ 118 w 154"/>
              <a:gd name="T13" fmla="*/ 33 h 297"/>
              <a:gd name="T14" fmla="*/ 119 w 154"/>
              <a:gd name="T15" fmla="*/ 30 h 297"/>
              <a:gd name="T16" fmla="*/ 116 w 154"/>
              <a:gd name="T17" fmla="*/ 25 h 297"/>
              <a:gd name="T18" fmla="*/ 80 w 154"/>
              <a:gd name="T19" fmla="*/ 1 h 297"/>
              <a:gd name="T20" fmla="*/ 80 w 154"/>
              <a:gd name="T21" fmla="*/ 1 h 297"/>
              <a:gd name="T22" fmla="*/ 80 w 154"/>
              <a:gd name="T23" fmla="*/ 1 h 297"/>
              <a:gd name="T24" fmla="*/ 80 w 154"/>
              <a:gd name="T25" fmla="*/ 1 h 297"/>
              <a:gd name="T26" fmla="*/ 79 w 154"/>
              <a:gd name="T27" fmla="*/ 0 h 297"/>
              <a:gd name="T28" fmla="*/ 79 w 154"/>
              <a:gd name="T29" fmla="*/ 0 h 297"/>
              <a:gd name="T30" fmla="*/ 77 w 154"/>
              <a:gd name="T31" fmla="*/ 0 h 297"/>
              <a:gd name="T32" fmla="*/ 77 w 154"/>
              <a:gd name="T33" fmla="*/ 0 h 297"/>
              <a:gd name="T34" fmla="*/ 76 w 154"/>
              <a:gd name="T35" fmla="*/ 0 h 297"/>
              <a:gd name="T36" fmla="*/ 75 w 154"/>
              <a:gd name="T37" fmla="*/ 0 h 297"/>
              <a:gd name="T38" fmla="*/ 74 w 154"/>
              <a:gd name="T39" fmla="*/ 1 h 297"/>
              <a:gd name="T40" fmla="*/ 74 w 154"/>
              <a:gd name="T41" fmla="*/ 1 h 297"/>
              <a:gd name="T42" fmla="*/ 74 w 154"/>
              <a:gd name="T43" fmla="*/ 1 h 297"/>
              <a:gd name="T44" fmla="*/ 74 w 154"/>
              <a:gd name="T45" fmla="*/ 1 h 297"/>
              <a:gd name="T46" fmla="*/ 38 w 154"/>
              <a:gd name="T47" fmla="*/ 25 h 297"/>
              <a:gd name="T48" fmla="*/ 37 w 154"/>
              <a:gd name="T49" fmla="*/ 33 h 297"/>
              <a:gd name="T50" fmla="*/ 45 w 154"/>
              <a:gd name="T51" fmla="*/ 34 h 297"/>
              <a:gd name="T52" fmla="*/ 71 w 154"/>
              <a:gd name="T53" fmla="*/ 17 h 297"/>
              <a:gd name="T54" fmla="*/ 71 w 154"/>
              <a:gd name="T55" fmla="*/ 17 h 297"/>
              <a:gd name="T56" fmla="*/ 71 w 154"/>
              <a:gd name="T57" fmla="*/ 18 h 297"/>
              <a:gd name="T58" fmla="*/ 71 w 154"/>
              <a:gd name="T59" fmla="*/ 119 h 297"/>
              <a:gd name="T60" fmla="*/ 38 w 154"/>
              <a:gd name="T61" fmla="*/ 167 h 297"/>
              <a:gd name="T62" fmla="*/ 0 w 154"/>
              <a:gd name="T63" fmla="*/ 226 h 297"/>
              <a:gd name="T64" fmla="*/ 0 w 154"/>
              <a:gd name="T65" fmla="*/ 255 h 297"/>
              <a:gd name="T66" fmla="*/ 0 w 154"/>
              <a:gd name="T67" fmla="*/ 280 h 297"/>
              <a:gd name="T68" fmla="*/ 0 w 154"/>
              <a:gd name="T69" fmla="*/ 291 h 297"/>
              <a:gd name="T70" fmla="*/ 6 w 154"/>
              <a:gd name="T71" fmla="*/ 297 h 297"/>
              <a:gd name="T72" fmla="*/ 12 w 154"/>
              <a:gd name="T73" fmla="*/ 291 h 297"/>
              <a:gd name="T74" fmla="*/ 12 w 154"/>
              <a:gd name="T75" fmla="*/ 280 h 297"/>
              <a:gd name="T76" fmla="*/ 12 w 154"/>
              <a:gd name="T77" fmla="*/ 280 h 297"/>
              <a:gd name="T78" fmla="*/ 12 w 154"/>
              <a:gd name="T79" fmla="*/ 226 h 297"/>
              <a:gd name="T80" fmla="*/ 45 w 154"/>
              <a:gd name="T81" fmla="*/ 177 h 297"/>
              <a:gd name="T82" fmla="*/ 77 w 154"/>
              <a:gd name="T83" fmla="*/ 146 h 297"/>
              <a:gd name="T84" fmla="*/ 109 w 154"/>
              <a:gd name="T85" fmla="*/ 177 h 297"/>
              <a:gd name="T86" fmla="*/ 142 w 154"/>
              <a:gd name="T87" fmla="*/ 226 h 297"/>
              <a:gd name="T88" fmla="*/ 142 w 154"/>
              <a:gd name="T89" fmla="*/ 280 h 297"/>
              <a:gd name="T90" fmla="*/ 142 w 154"/>
              <a:gd name="T91" fmla="*/ 280 h 297"/>
              <a:gd name="T92" fmla="*/ 142 w 154"/>
              <a:gd name="T93" fmla="*/ 291 h 297"/>
              <a:gd name="T94" fmla="*/ 148 w 154"/>
              <a:gd name="T95" fmla="*/ 297 h 297"/>
              <a:gd name="T96" fmla="*/ 154 w 154"/>
              <a:gd name="T97" fmla="*/ 291 h 297"/>
              <a:gd name="T98" fmla="*/ 154 w 154"/>
              <a:gd name="T99" fmla="*/ 280 h 297"/>
              <a:gd name="T100" fmla="*/ 154 w 154"/>
              <a:gd name="T101" fmla="*/ 255 h 297"/>
              <a:gd name="T102" fmla="*/ 154 w 154"/>
              <a:gd name="T103" fmla="*/ 226 h 297"/>
              <a:gd name="T104" fmla="*/ 116 w 154"/>
              <a:gd name="T105" fmla="*/ 167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4" h="297">
                <a:moveTo>
                  <a:pt x="116" y="167"/>
                </a:moveTo>
                <a:cubicBezTo>
                  <a:pt x="98" y="156"/>
                  <a:pt x="83" y="146"/>
                  <a:pt x="83" y="119"/>
                </a:cubicBezTo>
                <a:cubicBezTo>
                  <a:pt x="83" y="18"/>
                  <a:pt x="83" y="18"/>
                  <a:pt x="83" y="18"/>
                </a:cubicBezTo>
                <a:cubicBezTo>
                  <a:pt x="83" y="18"/>
                  <a:pt x="83" y="17"/>
                  <a:pt x="83" y="17"/>
                </a:cubicBezTo>
                <a:cubicBezTo>
                  <a:pt x="83" y="17"/>
                  <a:pt x="83" y="17"/>
                  <a:pt x="83" y="17"/>
                </a:cubicBezTo>
                <a:cubicBezTo>
                  <a:pt x="109" y="34"/>
                  <a:pt x="109" y="34"/>
                  <a:pt x="109" y="34"/>
                </a:cubicBezTo>
                <a:cubicBezTo>
                  <a:pt x="112" y="36"/>
                  <a:pt x="116" y="36"/>
                  <a:pt x="118" y="33"/>
                </a:cubicBezTo>
                <a:cubicBezTo>
                  <a:pt x="118" y="32"/>
                  <a:pt x="119" y="31"/>
                  <a:pt x="119" y="30"/>
                </a:cubicBezTo>
                <a:cubicBezTo>
                  <a:pt x="119" y="28"/>
                  <a:pt x="118" y="26"/>
                  <a:pt x="116" y="25"/>
                </a:cubicBezTo>
                <a:cubicBezTo>
                  <a:pt x="80" y="1"/>
                  <a:pt x="80" y="1"/>
                  <a:pt x="80" y="1"/>
                </a:cubicBezTo>
                <a:cubicBezTo>
                  <a:pt x="80" y="1"/>
                  <a:pt x="80" y="1"/>
                  <a:pt x="80" y="1"/>
                </a:cubicBezTo>
                <a:cubicBezTo>
                  <a:pt x="80" y="1"/>
                  <a:pt x="80" y="1"/>
                  <a:pt x="80" y="1"/>
                </a:cubicBezTo>
                <a:cubicBezTo>
                  <a:pt x="80" y="1"/>
                  <a:pt x="80" y="1"/>
                  <a:pt x="80" y="1"/>
                </a:cubicBezTo>
                <a:cubicBezTo>
                  <a:pt x="80" y="1"/>
                  <a:pt x="79" y="0"/>
                  <a:pt x="79" y="0"/>
                </a:cubicBezTo>
                <a:cubicBezTo>
                  <a:pt x="79" y="0"/>
                  <a:pt x="79" y="0"/>
                  <a:pt x="79" y="0"/>
                </a:cubicBezTo>
                <a:cubicBezTo>
                  <a:pt x="78" y="0"/>
                  <a:pt x="78" y="0"/>
                  <a:pt x="77" y="0"/>
                </a:cubicBezTo>
                <a:cubicBezTo>
                  <a:pt x="77" y="0"/>
                  <a:pt x="77" y="0"/>
                  <a:pt x="77" y="0"/>
                </a:cubicBezTo>
                <a:cubicBezTo>
                  <a:pt x="76" y="0"/>
                  <a:pt x="76" y="0"/>
                  <a:pt x="76" y="0"/>
                </a:cubicBezTo>
                <a:cubicBezTo>
                  <a:pt x="75" y="0"/>
                  <a:pt x="75" y="0"/>
                  <a:pt x="75" y="0"/>
                </a:cubicBezTo>
                <a:cubicBezTo>
                  <a:pt x="75" y="0"/>
                  <a:pt x="74" y="1"/>
                  <a:pt x="74" y="1"/>
                </a:cubicBezTo>
                <a:cubicBezTo>
                  <a:pt x="74" y="1"/>
                  <a:pt x="74" y="1"/>
                  <a:pt x="74" y="1"/>
                </a:cubicBezTo>
                <a:cubicBezTo>
                  <a:pt x="74" y="1"/>
                  <a:pt x="74" y="1"/>
                  <a:pt x="74" y="1"/>
                </a:cubicBezTo>
                <a:cubicBezTo>
                  <a:pt x="74" y="1"/>
                  <a:pt x="74" y="1"/>
                  <a:pt x="74" y="1"/>
                </a:cubicBezTo>
                <a:cubicBezTo>
                  <a:pt x="38" y="25"/>
                  <a:pt x="38" y="25"/>
                  <a:pt x="38" y="25"/>
                </a:cubicBezTo>
                <a:cubicBezTo>
                  <a:pt x="35" y="26"/>
                  <a:pt x="35" y="30"/>
                  <a:pt x="37" y="33"/>
                </a:cubicBezTo>
                <a:cubicBezTo>
                  <a:pt x="38" y="36"/>
                  <a:pt x="42" y="36"/>
                  <a:pt x="45" y="34"/>
                </a:cubicBezTo>
                <a:cubicBezTo>
                  <a:pt x="71" y="17"/>
                  <a:pt x="71" y="17"/>
                  <a:pt x="71" y="17"/>
                </a:cubicBezTo>
                <a:cubicBezTo>
                  <a:pt x="71" y="17"/>
                  <a:pt x="71" y="17"/>
                  <a:pt x="71" y="17"/>
                </a:cubicBezTo>
                <a:cubicBezTo>
                  <a:pt x="71" y="17"/>
                  <a:pt x="71" y="18"/>
                  <a:pt x="71" y="18"/>
                </a:cubicBezTo>
                <a:cubicBezTo>
                  <a:pt x="71" y="119"/>
                  <a:pt x="71" y="119"/>
                  <a:pt x="71" y="119"/>
                </a:cubicBezTo>
                <a:cubicBezTo>
                  <a:pt x="71" y="146"/>
                  <a:pt x="56" y="156"/>
                  <a:pt x="38" y="167"/>
                </a:cubicBezTo>
                <a:cubicBezTo>
                  <a:pt x="20" y="179"/>
                  <a:pt x="0" y="193"/>
                  <a:pt x="0" y="226"/>
                </a:cubicBezTo>
                <a:cubicBezTo>
                  <a:pt x="0" y="255"/>
                  <a:pt x="0" y="255"/>
                  <a:pt x="0" y="255"/>
                </a:cubicBezTo>
                <a:cubicBezTo>
                  <a:pt x="0" y="280"/>
                  <a:pt x="0" y="280"/>
                  <a:pt x="0" y="280"/>
                </a:cubicBezTo>
                <a:cubicBezTo>
                  <a:pt x="0" y="291"/>
                  <a:pt x="0" y="291"/>
                  <a:pt x="0" y="291"/>
                </a:cubicBezTo>
                <a:cubicBezTo>
                  <a:pt x="0" y="294"/>
                  <a:pt x="3" y="297"/>
                  <a:pt x="6" y="297"/>
                </a:cubicBezTo>
                <a:cubicBezTo>
                  <a:pt x="9" y="297"/>
                  <a:pt x="12" y="294"/>
                  <a:pt x="12" y="291"/>
                </a:cubicBezTo>
                <a:cubicBezTo>
                  <a:pt x="12" y="280"/>
                  <a:pt x="12" y="280"/>
                  <a:pt x="12" y="280"/>
                </a:cubicBezTo>
                <a:cubicBezTo>
                  <a:pt x="12" y="280"/>
                  <a:pt x="12" y="280"/>
                  <a:pt x="12" y="280"/>
                </a:cubicBezTo>
                <a:cubicBezTo>
                  <a:pt x="12" y="226"/>
                  <a:pt x="12" y="226"/>
                  <a:pt x="12" y="226"/>
                </a:cubicBezTo>
                <a:cubicBezTo>
                  <a:pt x="12" y="199"/>
                  <a:pt x="27" y="189"/>
                  <a:pt x="45" y="177"/>
                </a:cubicBezTo>
                <a:cubicBezTo>
                  <a:pt x="57" y="169"/>
                  <a:pt x="70" y="161"/>
                  <a:pt x="77" y="146"/>
                </a:cubicBezTo>
                <a:cubicBezTo>
                  <a:pt x="84" y="161"/>
                  <a:pt x="97" y="169"/>
                  <a:pt x="109" y="177"/>
                </a:cubicBezTo>
                <a:cubicBezTo>
                  <a:pt x="127" y="189"/>
                  <a:pt x="142" y="199"/>
                  <a:pt x="142" y="226"/>
                </a:cubicBezTo>
                <a:cubicBezTo>
                  <a:pt x="142" y="280"/>
                  <a:pt x="142" y="280"/>
                  <a:pt x="142" y="280"/>
                </a:cubicBezTo>
                <a:cubicBezTo>
                  <a:pt x="142" y="280"/>
                  <a:pt x="142" y="280"/>
                  <a:pt x="142" y="280"/>
                </a:cubicBezTo>
                <a:cubicBezTo>
                  <a:pt x="142" y="291"/>
                  <a:pt x="142" y="291"/>
                  <a:pt x="142" y="291"/>
                </a:cubicBezTo>
                <a:cubicBezTo>
                  <a:pt x="142" y="294"/>
                  <a:pt x="145" y="297"/>
                  <a:pt x="148" y="297"/>
                </a:cubicBezTo>
                <a:cubicBezTo>
                  <a:pt x="152" y="297"/>
                  <a:pt x="154" y="294"/>
                  <a:pt x="154" y="291"/>
                </a:cubicBezTo>
                <a:cubicBezTo>
                  <a:pt x="154" y="280"/>
                  <a:pt x="154" y="280"/>
                  <a:pt x="154" y="280"/>
                </a:cubicBezTo>
                <a:cubicBezTo>
                  <a:pt x="154" y="255"/>
                  <a:pt x="154" y="255"/>
                  <a:pt x="154" y="255"/>
                </a:cubicBezTo>
                <a:cubicBezTo>
                  <a:pt x="154" y="226"/>
                  <a:pt x="154" y="226"/>
                  <a:pt x="154" y="226"/>
                </a:cubicBezTo>
                <a:cubicBezTo>
                  <a:pt x="154" y="193"/>
                  <a:pt x="134" y="179"/>
                  <a:pt x="116" y="16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rtl="0"/>
            <a:endParaRPr lang="en-US" dirty="0">
              <a:latin typeface="+mj-lt"/>
            </a:endParaRPr>
          </a:p>
        </p:txBody>
      </p:sp>
      <p:grpSp>
        <p:nvGrpSpPr>
          <p:cNvPr id="352" name="Group 351">
            <a:extLst>
              <a:ext uri="{FF2B5EF4-FFF2-40B4-BE49-F238E27FC236}">
                <a16:creationId xmlns:a16="http://schemas.microsoft.com/office/drawing/2014/main" id="{93CF84E6-DB80-C040-8D2B-6B117435B35D}"/>
              </a:ext>
            </a:extLst>
          </p:cNvPr>
          <p:cNvGrpSpPr>
            <a:grpSpLocks noChangeAspect="1"/>
          </p:cNvGrpSpPr>
          <p:nvPr userDrawn="1"/>
        </p:nvGrpSpPr>
        <p:grpSpPr bwMode="auto">
          <a:xfrm>
            <a:off x="7132640" y="1933804"/>
            <a:ext cx="491102" cy="492306"/>
            <a:chOff x="1378" y="455"/>
            <a:chExt cx="408" cy="409"/>
          </a:xfrm>
          <a:solidFill>
            <a:schemeClr val="accent1"/>
          </a:solidFill>
        </p:grpSpPr>
        <p:sp>
          <p:nvSpPr>
            <p:cNvPr id="353" name="Freeform 10">
              <a:extLst>
                <a:ext uri="{FF2B5EF4-FFF2-40B4-BE49-F238E27FC236}">
                  <a16:creationId xmlns:a16="http://schemas.microsoft.com/office/drawing/2014/main" id="{19E0843A-545A-5E44-8AF6-E92D9679B4AC}"/>
                </a:ext>
              </a:extLst>
            </p:cNvPr>
            <p:cNvSpPr>
              <a:spLocks noEditPoints="1"/>
            </p:cNvSpPr>
            <p:nvPr/>
          </p:nvSpPr>
          <p:spPr bwMode="auto">
            <a:xfrm>
              <a:off x="1412" y="489"/>
              <a:ext cx="340" cy="341"/>
            </a:xfrm>
            <a:custGeom>
              <a:avLst/>
              <a:gdLst>
                <a:gd name="T0" fmla="*/ 115 w 230"/>
                <a:gd name="T1" fmla="*/ 230 h 230"/>
                <a:gd name="T2" fmla="*/ 0 w 230"/>
                <a:gd name="T3" fmla="*/ 115 h 230"/>
                <a:gd name="T4" fmla="*/ 115 w 230"/>
                <a:gd name="T5" fmla="*/ 0 h 230"/>
                <a:gd name="T6" fmla="*/ 230 w 230"/>
                <a:gd name="T7" fmla="*/ 115 h 230"/>
                <a:gd name="T8" fmla="*/ 115 w 230"/>
                <a:gd name="T9" fmla="*/ 230 h 230"/>
                <a:gd name="T10" fmla="*/ 115 w 230"/>
                <a:gd name="T11" fmla="*/ 12 h 230"/>
                <a:gd name="T12" fmla="*/ 12 w 230"/>
                <a:gd name="T13" fmla="*/ 115 h 230"/>
                <a:gd name="T14" fmla="*/ 115 w 230"/>
                <a:gd name="T15" fmla="*/ 218 h 230"/>
                <a:gd name="T16" fmla="*/ 218 w 230"/>
                <a:gd name="T17" fmla="*/ 115 h 230"/>
                <a:gd name="T18" fmla="*/ 115 w 230"/>
                <a:gd name="T19" fmla="*/ 12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230">
                  <a:moveTo>
                    <a:pt x="115" y="230"/>
                  </a:moveTo>
                  <a:cubicBezTo>
                    <a:pt x="52" y="230"/>
                    <a:pt x="0" y="178"/>
                    <a:pt x="0" y="115"/>
                  </a:cubicBezTo>
                  <a:cubicBezTo>
                    <a:pt x="0" y="51"/>
                    <a:pt x="52" y="0"/>
                    <a:pt x="115" y="0"/>
                  </a:cubicBezTo>
                  <a:cubicBezTo>
                    <a:pt x="179" y="0"/>
                    <a:pt x="230" y="51"/>
                    <a:pt x="230" y="115"/>
                  </a:cubicBezTo>
                  <a:cubicBezTo>
                    <a:pt x="230" y="178"/>
                    <a:pt x="179" y="230"/>
                    <a:pt x="115" y="230"/>
                  </a:cubicBezTo>
                  <a:close/>
                  <a:moveTo>
                    <a:pt x="115" y="12"/>
                  </a:moveTo>
                  <a:cubicBezTo>
                    <a:pt x="59" y="12"/>
                    <a:pt x="12" y="58"/>
                    <a:pt x="12" y="115"/>
                  </a:cubicBezTo>
                  <a:cubicBezTo>
                    <a:pt x="12" y="172"/>
                    <a:pt x="59" y="218"/>
                    <a:pt x="115" y="218"/>
                  </a:cubicBezTo>
                  <a:cubicBezTo>
                    <a:pt x="172" y="218"/>
                    <a:pt x="218" y="172"/>
                    <a:pt x="218" y="115"/>
                  </a:cubicBezTo>
                  <a:cubicBezTo>
                    <a:pt x="218" y="58"/>
                    <a:pt x="172" y="12"/>
                    <a:pt x="1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54" name="Freeform 11">
              <a:extLst>
                <a:ext uri="{FF2B5EF4-FFF2-40B4-BE49-F238E27FC236}">
                  <a16:creationId xmlns:a16="http://schemas.microsoft.com/office/drawing/2014/main" id="{E215F30D-61AD-A146-85D1-7B02FC0B2576}"/>
                </a:ext>
              </a:extLst>
            </p:cNvPr>
            <p:cNvSpPr>
              <a:spLocks noEditPoints="1"/>
            </p:cNvSpPr>
            <p:nvPr/>
          </p:nvSpPr>
          <p:spPr bwMode="auto">
            <a:xfrm>
              <a:off x="1498" y="574"/>
              <a:ext cx="170" cy="170"/>
            </a:xfrm>
            <a:custGeom>
              <a:avLst/>
              <a:gdLst>
                <a:gd name="T0" fmla="*/ 57 w 115"/>
                <a:gd name="T1" fmla="*/ 115 h 115"/>
                <a:gd name="T2" fmla="*/ 0 w 115"/>
                <a:gd name="T3" fmla="*/ 58 h 115"/>
                <a:gd name="T4" fmla="*/ 57 w 115"/>
                <a:gd name="T5" fmla="*/ 0 h 115"/>
                <a:gd name="T6" fmla="*/ 115 w 115"/>
                <a:gd name="T7" fmla="*/ 58 h 115"/>
                <a:gd name="T8" fmla="*/ 57 w 115"/>
                <a:gd name="T9" fmla="*/ 115 h 115"/>
                <a:gd name="T10" fmla="*/ 57 w 115"/>
                <a:gd name="T11" fmla="*/ 12 h 115"/>
                <a:gd name="T12" fmla="*/ 12 w 115"/>
                <a:gd name="T13" fmla="*/ 58 h 115"/>
                <a:gd name="T14" fmla="*/ 57 w 115"/>
                <a:gd name="T15" fmla="*/ 103 h 115"/>
                <a:gd name="T16" fmla="*/ 103 w 115"/>
                <a:gd name="T17" fmla="*/ 58 h 115"/>
                <a:gd name="T18" fmla="*/ 57 w 115"/>
                <a:gd name="T19" fmla="*/ 12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15">
                  <a:moveTo>
                    <a:pt x="57" y="115"/>
                  </a:moveTo>
                  <a:cubicBezTo>
                    <a:pt x="26" y="115"/>
                    <a:pt x="0" y="90"/>
                    <a:pt x="0" y="58"/>
                  </a:cubicBezTo>
                  <a:cubicBezTo>
                    <a:pt x="0" y="26"/>
                    <a:pt x="26" y="0"/>
                    <a:pt x="57" y="0"/>
                  </a:cubicBezTo>
                  <a:cubicBezTo>
                    <a:pt x="89" y="0"/>
                    <a:pt x="115" y="26"/>
                    <a:pt x="115" y="58"/>
                  </a:cubicBezTo>
                  <a:cubicBezTo>
                    <a:pt x="115" y="90"/>
                    <a:pt x="89" y="115"/>
                    <a:pt x="57" y="115"/>
                  </a:cubicBezTo>
                  <a:close/>
                  <a:moveTo>
                    <a:pt x="57" y="12"/>
                  </a:moveTo>
                  <a:cubicBezTo>
                    <a:pt x="32" y="12"/>
                    <a:pt x="12" y="33"/>
                    <a:pt x="12" y="58"/>
                  </a:cubicBezTo>
                  <a:cubicBezTo>
                    <a:pt x="12" y="83"/>
                    <a:pt x="32" y="103"/>
                    <a:pt x="57" y="103"/>
                  </a:cubicBezTo>
                  <a:cubicBezTo>
                    <a:pt x="83" y="103"/>
                    <a:pt x="103" y="83"/>
                    <a:pt x="103" y="58"/>
                  </a:cubicBezTo>
                  <a:cubicBezTo>
                    <a:pt x="103" y="33"/>
                    <a:pt x="83" y="12"/>
                    <a:pt x="5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55" name="Freeform 12">
              <a:extLst>
                <a:ext uri="{FF2B5EF4-FFF2-40B4-BE49-F238E27FC236}">
                  <a16:creationId xmlns:a16="http://schemas.microsoft.com/office/drawing/2014/main" id="{B99AB6FD-96E3-0141-8570-EF1AD6989162}"/>
                </a:ext>
              </a:extLst>
            </p:cNvPr>
            <p:cNvSpPr>
              <a:spLocks/>
            </p:cNvSpPr>
            <p:nvPr/>
          </p:nvSpPr>
          <p:spPr bwMode="auto">
            <a:xfrm>
              <a:off x="1573" y="455"/>
              <a:ext cx="18" cy="409"/>
            </a:xfrm>
            <a:custGeom>
              <a:avLst/>
              <a:gdLst>
                <a:gd name="T0" fmla="*/ 6 w 12"/>
                <a:gd name="T1" fmla="*/ 276 h 276"/>
                <a:gd name="T2" fmla="*/ 0 w 12"/>
                <a:gd name="T3" fmla="*/ 270 h 276"/>
                <a:gd name="T4" fmla="*/ 0 w 12"/>
                <a:gd name="T5" fmla="*/ 6 h 276"/>
                <a:gd name="T6" fmla="*/ 6 w 12"/>
                <a:gd name="T7" fmla="*/ 0 h 276"/>
                <a:gd name="T8" fmla="*/ 12 w 12"/>
                <a:gd name="T9" fmla="*/ 6 h 276"/>
                <a:gd name="T10" fmla="*/ 12 w 12"/>
                <a:gd name="T11" fmla="*/ 270 h 276"/>
                <a:gd name="T12" fmla="*/ 6 w 12"/>
                <a:gd name="T13" fmla="*/ 276 h 276"/>
              </a:gdLst>
              <a:ahLst/>
              <a:cxnLst>
                <a:cxn ang="0">
                  <a:pos x="T0" y="T1"/>
                </a:cxn>
                <a:cxn ang="0">
                  <a:pos x="T2" y="T3"/>
                </a:cxn>
                <a:cxn ang="0">
                  <a:pos x="T4" y="T5"/>
                </a:cxn>
                <a:cxn ang="0">
                  <a:pos x="T6" y="T7"/>
                </a:cxn>
                <a:cxn ang="0">
                  <a:pos x="T8" y="T9"/>
                </a:cxn>
                <a:cxn ang="0">
                  <a:pos x="T10" y="T11"/>
                </a:cxn>
                <a:cxn ang="0">
                  <a:pos x="T12" y="T13"/>
                </a:cxn>
              </a:cxnLst>
              <a:rect l="0" t="0" r="r" b="b"/>
              <a:pathLst>
                <a:path w="12" h="276">
                  <a:moveTo>
                    <a:pt x="6" y="276"/>
                  </a:moveTo>
                  <a:cubicBezTo>
                    <a:pt x="3" y="276"/>
                    <a:pt x="0" y="273"/>
                    <a:pt x="0" y="270"/>
                  </a:cubicBezTo>
                  <a:cubicBezTo>
                    <a:pt x="0" y="6"/>
                    <a:pt x="0" y="6"/>
                    <a:pt x="0" y="6"/>
                  </a:cubicBezTo>
                  <a:cubicBezTo>
                    <a:pt x="0" y="3"/>
                    <a:pt x="3" y="0"/>
                    <a:pt x="6" y="0"/>
                  </a:cubicBezTo>
                  <a:cubicBezTo>
                    <a:pt x="10" y="0"/>
                    <a:pt x="12" y="3"/>
                    <a:pt x="12" y="6"/>
                  </a:cubicBezTo>
                  <a:cubicBezTo>
                    <a:pt x="12" y="270"/>
                    <a:pt x="12" y="270"/>
                    <a:pt x="12" y="270"/>
                  </a:cubicBezTo>
                  <a:cubicBezTo>
                    <a:pt x="12" y="273"/>
                    <a:pt x="10" y="276"/>
                    <a:pt x="6" y="2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sp>
          <p:nvSpPr>
            <p:cNvPr id="356" name="Freeform 13">
              <a:extLst>
                <a:ext uri="{FF2B5EF4-FFF2-40B4-BE49-F238E27FC236}">
                  <a16:creationId xmlns:a16="http://schemas.microsoft.com/office/drawing/2014/main" id="{B8756B43-11EC-4C44-B2BA-7B15246B220E}"/>
                </a:ext>
              </a:extLst>
            </p:cNvPr>
            <p:cNvSpPr>
              <a:spLocks/>
            </p:cNvSpPr>
            <p:nvPr/>
          </p:nvSpPr>
          <p:spPr bwMode="auto">
            <a:xfrm>
              <a:off x="1378" y="651"/>
              <a:ext cx="408" cy="17"/>
            </a:xfrm>
            <a:custGeom>
              <a:avLst/>
              <a:gdLst>
                <a:gd name="T0" fmla="*/ 270 w 276"/>
                <a:gd name="T1" fmla="*/ 12 h 12"/>
                <a:gd name="T2" fmla="*/ 6 w 276"/>
                <a:gd name="T3" fmla="*/ 12 h 12"/>
                <a:gd name="T4" fmla="*/ 0 w 276"/>
                <a:gd name="T5" fmla="*/ 6 h 12"/>
                <a:gd name="T6" fmla="*/ 6 w 276"/>
                <a:gd name="T7" fmla="*/ 0 h 12"/>
                <a:gd name="T8" fmla="*/ 270 w 276"/>
                <a:gd name="T9" fmla="*/ 0 h 12"/>
                <a:gd name="T10" fmla="*/ 276 w 276"/>
                <a:gd name="T11" fmla="*/ 6 h 12"/>
                <a:gd name="T12" fmla="*/ 270 w 27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76" h="12">
                  <a:moveTo>
                    <a:pt x="270" y="12"/>
                  </a:moveTo>
                  <a:cubicBezTo>
                    <a:pt x="6" y="12"/>
                    <a:pt x="6" y="12"/>
                    <a:pt x="6" y="12"/>
                  </a:cubicBezTo>
                  <a:cubicBezTo>
                    <a:pt x="3" y="12"/>
                    <a:pt x="0" y="9"/>
                    <a:pt x="0" y="6"/>
                  </a:cubicBezTo>
                  <a:cubicBezTo>
                    <a:pt x="0" y="3"/>
                    <a:pt x="3" y="0"/>
                    <a:pt x="6" y="0"/>
                  </a:cubicBezTo>
                  <a:cubicBezTo>
                    <a:pt x="270" y="0"/>
                    <a:pt x="270" y="0"/>
                    <a:pt x="270" y="0"/>
                  </a:cubicBezTo>
                  <a:cubicBezTo>
                    <a:pt x="274" y="0"/>
                    <a:pt x="276" y="3"/>
                    <a:pt x="276" y="6"/>
                  </a:cubicBezTo>
                  <a:cubicBezTo>
                    <a:pt x="276" y="9"/>
                    <a:pt x="274" y="12"/>
                    <a:pt x="27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p>
          </p:txBody>
        </p:sp>
      </p:grpSp>
      <p:grpSp>
        <p:nvGrpSpPr>
          <p:cNvPr id="357" name="Group 60">
            <a:extLst>
              <a:ext uri="{FF2B5EF4-FFF2-40B4-BE49-F238E27FC236}">
                <a16:creationId xmlns:a16="http://schemas.microsoft.com/office/drawing/2014/main" id="{3B66017D-AE30-3842-A30B-430AD751F9D3}"/>
              </a:ext>
            </a:extLst>
          </p:cNvPr>
          <p:cNvGrpSpPr>
            <a:grpSpLocks noChangeAspect="1"/>
          </p:cNvGrpSpPr>
          <p:nvPr userDrawn="1"/>
        </p:nvGrpSpPr>
        <p:grpSpPr bwMode="auto">
          <a:xfrm>
            <a:off x="3334652" y="5494451"/>
            <a:ext cx="481666" cy="480536"/>
            <a:chOff x="348" y="1721"/>
            <a:chExt cx="426" cy="425"/>
          </a:xfrm>
          <a:solidFill>
            <a:schemeClr val="accent1"/>
          </a:solidFill>
        </p:grpSpPr>
        <p:sp>
          <p:nvSpPr>
            <p:cNvPr id="358" name="Freeform 61">
              <a:extLst>
                <a:ext uri="{FF2B5EF4-FFF2-40B4-BE49-F238E27FC236}">
                  <a16:creationId xmlns:a16="http://schemas.microsoft.com/office/drawing/2014/main" id="{2C5B2D4E-1F4D-CB46-A341-2B749AC7F16E}"/>
                </a:ext>
              </a:extLst>
            </p:cNvPr>
            <p:cNvSpPr>
              <a:spLocks noEditPoints="1"/>
            </p:cNvSpPr>
            <p:nvPr/>
          </p:nvSpPr>
          <p:spPr bwMode="auto">
            <a:xfrm>
              <a:off x="348" y="1721"/>
              <a:ext cx="373" cy="372"/>
            </a:xfrm>
            <a:custGeom>
              <a:avLst/>
              <a:gdLst>
                <a:gd name="T0" fmla="*/ 126 w 252"/>
                <a:gd name="T1" fmla="*/ 252 h 252"/>
                <a:gd name="T2" fmla="*/ 0 w 252"/>
                <a:gd name="T3" fmla="*/ 126 h 252"/>
                <a:gd name="T4" fmla="*/ 126 w 252"/>
                <a:gd name="T5" fmla="*/ 0 h 252"/>
                <a:gd name="T6" fmla="*/ 252 w 252"/>
                <a:gd name="T7" fmla="*/ 126 h 252"/>
                <a:gd name="T8" fmla="*/ 126 w 252"/>
                <a:gd name="T9" fmla="*/ 252 h 252"/>
                <a:gd name="T10" fmla="*/ 126 w 252"/>
                <a:gd name="T11" fmla="*/ 12 h 252"/>
                <a:gd name="T12" fmla="*/ 12 w 252"/>
                <a:gd name="T13" fmla="*/ 126 h 252"/>
                <a:gd name="T14" fmla="*/ 126 w 252"/>
                <a:gd name="T15" fmla="*/ 240 h 252"/>
                <a:gd name="T16" fmla="*/ 240 w 252"/>
                <a:gd name="T17" fmla="*/ 126 h 252"/>
                <a:gd name="T18" fmla="*/ 126 w 252"/>
                <a:gd name="T19" fmla="*/ 12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2" h="252">
                  <a:moveTo>
                    <a:pt x="126" y="252"/>
                  </a:moveTo>
                  <a:cubicBezTo>
                    <a:pt x="56" y="252"/>
                    <a:pt x="0" y="195"/>
                    <a:pt x="0" y="126"/>
                  </a:cubicBezTo>
                  <a:cubicBezTo>
                    <a:pt x="0" y="56"/>
                    <a:pt x="56" y="0"/>
                    <a:pt x="126" y="0"/>
                  </a:cubicBezTo>
                  <a:cubicBezTo>
                    <a:pt x="195" y="0"/>
                    <a:pt x="252" y="56"/>
                    <a:pt x="252" y="126"/>
                  </a:cubicBezTo>
                  <a:cubicBezTo>
                    <a:pt x="252" y="195"/>
                    <a:pt x="195" y="252"/>
                    <a:pt x="126" y="252"/>
                  </a:cubicBezTo>
                  <a:close/>
                  <a:moveTo>
                    <a:pt x="126" y="12"/>
                  </a:moveTo>
                  <a:cubicBezTo>
                    <a:pt x="63" y="12"/>
                    <a:pt x="12" y="63"/>
                    <a:pt x="12" y="126"/>
                  </a:cubicBezTo>
                  <a:cubicBezTo>
                    <a:pt x="12" y="188"/>
                    <a:pt x="63" y="240"/>
                    <a:pt x="126" y="240"/>
                  </a:cubicBezTo>
                  <a:cubicBezTo>
                    <a:pt x="188" y="240"/>
                    <a:pt x="240" y="188"/>
                    <a:pt x="240" y="126"/>
                  </a:cubicBezTo>
                  <a:cubicBezTo>
                    <a:pt x="240" y="63"/>
                    <a:pt x="188" y="12"/>
                    <a:pt x="12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59" name="Freeform 62">
              <a:extLst>
                <a:ext uri="{FF2B5EF4-FFF2-40B4-BE49-F238E27FC236}">
                  <a16:creationId xmlns:a16="http://schemas.microsoft.com/office/drawing/2014/main" id="{DD515909-F712-6D4B-BF72-2C4B8885D1C9}"/>
                </a:ext>
              </a:extLst>
            </p:cNvPr>
            <p:cNvSpPr>
              <a:spLocks/>
            </p:cNvSpPr>
            <p:nvPr/>
          </p:nvSpPr>
          <p:spPr bwMode="auto">
            <a:xfrm>
              <a:off x="650" y="2022"/>
              <a:ext cx="124" cy="124"/>
            </a:xfrm>
            <a:custGeom>
              <a:avLst/>
              <a:gdLst>
                <a:gd name="T0" fmla="*/ 78 w 84"/>
                <a:gd name="T1" fmla="*/ 84 h 84"/>
                <a:gd name="T2" fmla="*/ 73 w 84"/>
                <a:gd name="T3" fmla="*/ 82 h 84"/>
                <a:gd name="T4" fmla="*/ 2 w 84"/>
                <a:gd name="T5" fmla="*/ 11 h 84"/>
                <a:gd name="T6" fmla="*/ 2 w 84"/>
                <a:gd name="T7" fmla="*/ 2 h 84"/>
                <a:gd name="T8" fmla="*/ 11 w 84"/>
                <a:gd name="T9" fmla="*/ 2 h 84"/>
                <a:gd name="T10" fmla="*/ 82 w 84"/>
                <a:gd name="T11" fmla="*/ 73 h 84"/>
                <a:gd name="T12" fmla="*/ 82 w 84"/>
                <a:gd name="T13" fmla="*/ 82 h 84"/>
                <a:gd name="T14" fmla="*/ 78 w 84"/>
                <a:gd name="T15" fmla="*/ 84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84">
                  <a:moveTo>
                    <a:pt x="78" y="84"/>
                  </a:moveTo>
                  <a:cubicBezTo>
                    <a:pt x="76" y="84"/>
                    <a:pt x="75" y="83"/>
                    <a:pt x="73" y="82"/>
                  </a:cubicBezTo>
                  <a:cubicBezTo>
                    <a:pt x="2" y="11"/>
                    <a:pt x="2" y="11"/>
                    <a:pt x="2" y="11"/>
                  </a:cubicBezTo>
                  <a:cubicBezTo>
                    <a:pt x="0" y="8"/>
                    <a:pt x="0" y="5"/>
                    <a:pt x="2" y="2"/>
                  </a:cubicBezTo>
                  <a:cubicBezTo>
                    <a:pt x="5" y="0"/>
                    <a:pt x="8" y="0"/>
                    <a:pt x="11" y="2"/>
                  </a:cubicBezTo>
                  <a:cubicBezTo>
                    <a:pt x="82" y="73"/>
                    <a:pt x="82" y="73"/>
                    <a:pt x="82" y="73"/>
                  </a:cubicBezTo>
                  <a:cubicBezTo>
                    <a:pt x="84" y="76"/>
                    <a:pt x="84" y="80"/>
                    <a:pt x="82" y="82"/>
                  </a:cubicBezTo>
                  <a:cubicBezTo>
                    <a:pt x="81" y="83"/>
                    <a:pt x="79" y="84"/>
                    <a:pt x="78"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60" name="Freeform 63">
              <a:extLst>
                <a:ext uri="{FF2B5EF4-FFF2-40B4-BE49-F238E27FC236}">
                  <a16:creationId xmlns:a16="http://schemas.microsoft.com/office/drawing/2014/main" id="{CC9BE79E-AA71-604B-8FB7-CFEA0AC849D7}"/>
                </a:ext>
              </a:extLst>
            </p:cNvPr>
            <p:cNvSpPr>
              <a:spLocks noEditPoints="1"/>
            </p:cNvSpPr>
            <p:nvPr/>
          </p:nvSpPr>
          <p:spPr bwMode="auto">
            <a:xfrm>
              <a:off x="412" y="1783"/>
              <a:ext cx="244" cy="248"/>
            </a:xfrm>
            <a:custGeom>
              <a:avLst/>
              <a:gdLst>
                <a:gd name="T0" fmla="*/ 66 w 165"/>
                <a:gd name="T1" fmla="*/ 168 h 168"/>
                <a:gd name="T2" fmla="*/ 60 w 165"/>
                <a:gd name="T3" fmla="*/ 146 h 168"/>
                <a:gd name="T4" fmla="*/ 27 w 165"/>
                <a:gd name="T5" fmla="*/ 143 h 168"/>
                <a:gd name="T6" fmla="*/ 1 w 165"/>
                <a:gd name="T7" fmla="*/ 110 h 168"/>
                <a:gd name="T8" fmla="*/ 3 w 165"/>
                <a:gd name="T9" fmla="*/ 102 h 168"/>
                <a:gd name="T10" fmla="*/ 17 w 165"/>
                <a:gd name="T11" fmla="*/ 74 h 168"/>
                <a:gd name="T12" fmla="*/ 0 w 165"/>
                <a:gd name="T13" fmla="*/ 62 h 168"/>
                <a:gd name="T14" fmla="*/ 19 w 165"/>
                <a:gd name="T15" fmla="*/ 26 h 168"/>
                <a:gd name="T16" fmla="*/ 42 w 165"/>
                <a:gd name="T17" fmla="*/ 32 h 168"/>
                <a:gd name="T18" fmla="*/ 60 w 165"/>
                <a:gd name="T19" fmla="*/ 6 h 168"/>
                <a:gd name="T20" fmla="*/ 102 w 165"/>
                <a:gd name="T21" fmla="*/ 0 h 168"/>
                <a:gd name="T22" fmla="*/ 108 w 165"/>
                <a:gd name="T23" fmla="*/ 23 h 168"/>
                <a:gd name="T24" fmla="*/ 138 w 165"/>
                <a:gd name="T25" fmla="*/ 24 h 168"/>
                <a:gd name="T26" fmla="*/ 146 w 165"/>
                <a:gd name="T27" fmla="*/ 26 h 168"/>
                <a:gd name="T28" fmla="*/ 165 w 165"/>
                <a:gd name="T29" fmla="*/ 62 h 168"/>
                <a:gd name="T30" fmla="*/ 148 w 165"/>
                <a:gd name="T31" fmla="*/ 74 h 168"/>
                <a:gd name="T32" fmla="*/ 162 w 165"/>
                <a:gd name="T33" fmla="*/ 102 h 168"/>
                <a:gd name="T34" fmla="*/ 164 w 165"/>
                <a:gd name="T35" fmla="*/ 110 h 168"/>
                <a:gd name="T36" fmla="*/ 143 w 165"/>
                <a:gd name="T37" fmla="*/ 144 h 168"/>
                <a:gd name="T38" fmla="*/ 124 w 165"/>
                <a:gd name="T39" fmla="*/ 135 h 168"/>
                <a:gd name="T40" fmla="*/ 108 w 165"/>
                <a:gd name="T41" fmla="*/ 162 h 168"/>
                <a:gd name="T42" fmla="*/ 72 w 165"/>
                <a:gd name="T43" fmla="*/ 156 h 168"/>
                <a:gd name="T44" fmla="*/ 96 w 165"/>
                <a:gd name="T45" fmla="*/ 141 h 168"/>
                <a:gd name="T46" fmla="*/ 120 w 165"/>
                <a:gd name="T47" fmla="*/ 123 h 168"/>
                <a:gd name="T48" fmla="*/ 139 w 165"/>
                <a:gd name="T49" fmla="*/ 130 h 168"/>
                <a:gd name="T50" fmla="*/ 138 w 165"/>
                <a:gd name="T51" fmla="*/ 102 h 168"/>
                <a:gd name="T52" fmla="*/ 135 w 165"/>
                <a:gd name="T53" fmla="*/ 72 h 168"/>
                <a:gd name="T54" fmla="*/ 151 w 165"/>
                <a:gd name="T55" fmla="*/ 58 h 168"/>
                <a:gd name="T56" fmla="*/ 127 w 165"/>
                <a:gd name="T57" fmla="*/ 45 h 168"/>
                <a:gd name="T58" fmla="*/ 100 w 165"/>
                <a:gd name="T59" fmla="*/ 32 h 168"/>
                <a:gd name="T60" fmla="*/ 96 w 165"/>
                <a:gd name="T61" fmla="*/ 12 h 168"/>
                <a:gd name="T62" fmla="*/ 72 w 165"/>
                <a:gd name="T63" fmla="*/ 26 h 168"/>
                <a:gd name="T64" fmla="*/ 47 w 165"/>
                <a:gd name="T65" fmla="*/ 44 h 168"/>
                <a:gd name="T66" fmla="*/ 27 w 165"/>
                <a:gd name="T67" fmla="*/ 37 h 168"/>
                <a:gd name="T68" fmla="*/ 27 w 165"/>
                <a:gd name="T69" fmla="*/ 65 h 168"/>
                <a:gd name="T70" fmla="*/ 30 w 165"/>
                <a:gd name="T71" fmla="*/ 95 h 168"/>
                <a:gd name="T72" fmla="*/ 14 w 165"/>
                <a:gd name="T73" fmla="*/ 109 h 168"/>
                <a:gd name="T74" fmla="*/ 40 w 165"/>
                <a:gd name="T75" fmla="*/ 123 h 168"/>
                <a:gd name="T76" fmla="*/ 67 w 165"/>
                <a:gd name="T77" fmla="*/ 135 h 168"/>
                <a:gd name="T78" fmla="*/ 72 w 165"/>
                <a:gd name="T79"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5" h="168">
                  <a:moveTo>
                    <a:pt x="102" y="168"/>
                  </a:moveTo>
                  <a:cubicBezTo>
                    <a:pt x="66" y="168"/>
                    <a:pt x="66" y="168"/>
                    <a:pt x="66" y="168"/>
                  </a:cubicBezTo>
                  <a:cubicBezTo>
                    <a:pt x="63" y="168"/>
                    <a:pt x="60" y="165"/>
                    <a:pt x="60" y="162"/>
                  </a:cubicBezTo>
                  <a:cubicBezTo>
                    <a:pt x="60" y="146"/>
                    <a:pt x="60" y="146"/>
                    <a:pt x="60" y="146"/>
                  </a:cubicBezTo>
                  <a:cubicBezTo>
                    <a:pt x="52" y="143"/>
                    <a:pt x="47" y="139"/>
                    <a:pt x="42" y="135"/>
                  </a:cubicBezTo>
                  <a:cubicBezTo>
                    <a:pt x="27" y="143"/>
                    <a:pt x="27" y="143"/>
                    <a:pt x="27" y="143"/>
                  </a:cubicBezTo>
                  <a:cubicBezTo>
                    <a:pt x="24" y="145"/>
                    <a:pt x="21" y="144"/>
                    <a:pt x="19" y="141"/>
                  </a:cubicBezTo>
                  <a:cubicBezTo>
                    <a:pt x="1" y="110"/>
                    <a:pt x="1" y="110"/>
                    <a:pt x="1" y="110"/>
                  </a:cubicBezTo>
                  <a:cubicBezTo>
                    <a:pt x="0" y="109"/>
                    <a:pt x="0" y="107"/>
                    <a:pt x="0" y="106"/>
                  </a:cubicBezTo>
                  <a:cubicBezTo>
                    <a:pt x="1" y="104"/>
                    <a:pt x="2" y="103"/>
                    <a:pt x="3" y="102"/>
                  </a:cubicBezTo>
                  <a:cubicBezTo>
                    <a:pt x="17" y="94"/>
                    <a:pt x="17" y="94"/>
                    <a:pt x="17" y="94"/>
                  </a:cubicBezTo>
                  <a:cubicBezTo>
                    <a:pt x="16" y="87"/>
                    <a:pt x="16" y="80"/>
                    <a:pt x="17" y="74"/>
                  </a:cubicBezTo>
                  <a:cubicBezTo>
                    <a:pt x="3" y="65"/>
                    <a:pt x="3" y="65"/>
                    <a:pt x="3" y="65"/>
                  </a:cubicBezTo>
                  <a:cubicBezTo>
                    <a:pt x="2" y="65"/>
                    <a:pt x="1" y="63"/>
                    <a:pt x="0" y="62"/>
                  </a:cubicBezTo>
                  <a:cubicBezTo>
                    <a:pt x="0" y="60"/>
                    <a:pt x="0" y="59"/>
                    <a:pt x="1" y="57"/>
                  </a:cubicBezTo>
                  <a:cubicBezTo>
                    <a:pt x="19" y="26"/>
                    <a:pt x="19" y="26"/>
                    <a:pt x="19" y="26"/>
                  </a:cubicBezTo>
                  <a:cubicBezTo>
                    <a:pt x="21" y="23"/>
                    <a:pt x="25" y="22"/>
                    <a:pt x="27" y="24"/>
                  </a:cubicBezTo>
                  <a:cubicBezTo>
                    <a:pt x="42" y="32"/>
                    <a:pt x="42" y="32"/>
                    <a:pt x="42" y="32"/>
                  </a:cubicBezTo>
                  <a:cubicBezTo>
                    <a:pt x="47" y="28"/>
                    <a:pt x="52" y="24"/>
                    <a:pt x="60" y="22"/>
                  </a:cubicBezTo>
                  <a:cubicBezTo>
                    <a:pt x="60" y="6"/>
                    <a:pt x="60" y="6"/>
                    <a:pt x="60" y="6"/>
                  </a:cubicBezTo>
                  <a:cubicBezTo>
                    <a:pt x="60" y="2"/>
                    <a:pt x="63" y="0"/>
                    <a:pt x="66" y="0"/>
                  </a:cubicBezTo>
                  <a:cubicBezTo>
                    <a:pt x="102" y="0"/>
                    <a:pt x="102" y="0"/>
                    <a:pt x="102" y="0"/>
                  </a:cubicBezTo>
                  <a:cubicBezTo>
                    <a:pt x="105" y="0"/>
                    <a:pt x="108" y="2"/>
                    <a:pt x="108" y="6"/>
                  </a:cubicBezTo>
                  <a:cubicBezTo>
                    <a:pt x="108" y="23"/>
                    <a:pt x="108" y="23"/>
                    <a:pt x="108" y="23"/>
                  </a:cubicBezTo>
                  <a:cubicBezTo>
                    <a:pt x="115" y="26"/>
                    <a:pt x="120" y="29"/>
                    <a:pt x="124" y="32"/>
                  </a:cubicBezTo>
                  <a:cubicBezTo>
                    <a:pt x="138" y="24"/>
                    <a:pt x="138" y="24"/>
                    <a:pt x="138" y="24"/>
                  </a:cubicBezTo>
                  <a:cubicBezTo>
                    <a:pt x="139" y="23"/>
                    <a:pt x="141" y="23"/>
                    <a:pt x="143" y="23"/>
                  </a:cubicBezTo>
                  <a:cubicBezTo>
                    <a:pt x="144" y="24"/>
                    <a:pt x="146" y="25"/>
                    <a:pt x="146" y="26"/>
                  </a:cubicBezTo>
                  <a:cubicBezTo>
                    <a:pt x="164" y="57"/>
                    <a:pt x="164" y="57"/>
                    <a:pt x="164" y="57"/>
                  </a:cubicBezTo>
                  <a:cubicBezTo>
                    <a:pt x="165" y="59"/>
                    <a:pt x="165" y="60"/>
                    <a:pt x="165" y="62"/>
                  </a:cubicBezTo>
                  <a:cubicBezTo>
                    <a:pt x="165" y="63"/>
                    <a:pt x="164" y="65"/>
                    <a:pt x="162" y="65"/>
                  </a:cubicBezTo>
                  <a:cubicBezTo>
                    <a:pt x="148" y="74"/>
                    <a:pt x="148" y="74"/>
                    <a:pt x="148" y="74"/>
                  </a:cubicBezTo>
                  <a:cubicBezTo>
                    <a:pt x="149" y="80"/>
                    <a:pt x="149" y="87"/>
                    <a:pt x="148" y="94"/>
                  </a:cubicBezTo>
                  <a:cubicBezTo>
                    <a:pt x="162" y="102"/>
                    <a:pt x="162" y="102"/>
                    <a:pt x="162" y="102"/>
                  </a:cubicBezTo>
                  <a:cubicBezTo>
                    <a:pt x="164" y="103"/>
                    <a:pt x="165" y="104"/>
                    <a:pt x="165" y="106"/>
                  </a:cubicBezTo>
                  <a:cubicBezTo>
                    <a:pt x="165" y="107"/>
                    <a:pt x="165" y="109"/>
                    <a:pt x="164" y="110"/>
                  </a:cubicBezTo>
                  <a:cubicBezTo>
                    <a:pt x="146" y="141"/>
                    <a:pt x="146" y="141"/>
                    <a:pt x="146" y="141"/>
                  </a:cubicBezTo>
                  <a:cubicBezTo>
                    <a:pt x="146" y="143"/>
                    <a:pt x="144" y="144"/>
                    <a:pt x="143" y="144"/>
                  </a:cubicBezTo>
                  <a:cubicBezTo>
                    <a:pt x="141" y="144"/>
                    <a:pt x="139" y="144"/>
                    <a:pt x="138" y="143"/>
                  </a:cubicBezTo>
                  <a:cubicBezTo>
                    <a:pt x="124" y="135"/>
                    <a:pt x="124" y="135"/>
                    <a:pt x="124" y="135"/>
                  </a:cubicBezTo>
                  <a:cubicBezTo>
                    <a:pt x="120" y="138"/>
                    <a:pt x="115" y="142"/>
                    <a:pt x="108" y="145"/>
                  </a:cubicBezTo>
                  <a:cubicBezTo>
                    <a:pt x="108" y="162"/>
                    <a:pt x="108" y="162"/>
                    <a:pt x="108" y="162"/>
                  </a:cubicBezTo>
                  <a:cubicBezTo>
                    <a:pt x="108" y="165"/>
                    <a:pt x="105" y="168"/>
                    <a:pt x="102" y="168"/>
                  </a:cubicBezTo>
                  <a:close/>
                  <a:moveTo>
                    <a:pt x="72" y="156"/>
                  </a:moveTo>
                  <a:cubicBezTo>
                    <a:pt x="96" y="156"/>
                    <a:pt x="96" y="156"/>
                    <a:pt x="96" y="156"/>
                  </a:cubicBezTo>
                  <a:cubicBezTo>
                    <a:pt x="96" y="141"/>
                    <a:pt x="96" y="141"/>
                    <a:pt x="96" y="141"/>
                  </a:cubicBezTo>
                  <a:cubicBezTo>
                    <a:pt x="96" y="139"/>
                    <a:pt x="97" y="136"/>
                    <a:pt x="100" y="135"/>
                  </a:cubicBezTo>
                  <a:cubicBezTo>
                    <a:pt x="109" y="131"/>
                    <a:pt x="115" y="127"/>
                    <a:pt x="120" y="123"/>
                  </a:cubicBezTo>
                  <a:cubicBezTo>
                    <a:pt x="122" y="122"/>
                    <a:pt x="125" y="121"/>
                    <a:pt x="127" y="123"/>
                  </a:cubicBezTo>
                  <a:cubicBezTo>
                    <a:pt x="139" y="130"/>
                    <a:pt x="139" y="130"/>
                    <a:pt x="139" y="130"/>
                  </a:cubicBezTo>
                  <a:cubicBezTo>
                    <a:pt x="151" y="109"/>
                    <a:pt x="151" y="109"/>
                    <a:pt x="151" y="109"/>
                  </a:cubicBezTo>
                  <a:cubicBezTo>
                    <a:pt x="138" y="102"/>
                    <a:pt x="138" y="102"/>
                    <a:pt x="138" y="102"/>
                  </a:cubicBezTo>
                  <a:cubicBezTo>
                    <a:pt x="136" y="101"/>
                    <a:pt x="135" y="98"/>
                    <a:pt x="135" y="95"/>
                  </a:cubicBezTo>
                  <a:cubicBezTo>
                    <a:pt x="137" y="87"/>
                    <a:pt x="137" y="80"/>
                    <a:pt x="135" y="72"/>
                  </a:cubicBezTo>
                  <a:cubicBezTo>
                    <a:pt x="135" y="69"/>
                    <a:pt x="136" y="67"/>
                    <a:pt x="138" y="65"/>
                  </a:cubicBezTo>
                  <a:cubicBezTo>
                    <a:pt x="151" y="58"/>
                    <a:pt x="151" y="58"/>
                    <a:pt x="151" y="58"/>
                  </a:cubicBezTo>
                  <a:cubicBezTo>
                    <a:pt x="139" y="37"/>
                    <a:pt x="139" y="37"/>
                    <a:pt x="139" y="37"/>
                  </a:cubicBezTo>
                  <a:cubicBezTo>
                    <a:pt x="127" y="45"/>
                    <a:pt x="127" y="45"/>
                    <a:pt x="127" y="45"/>
                  </a:cubicBezTo>
                  <a:cubicBezTo>
                    <a:pt x="125" y="46"/>
                    <a:pt x="122" y="46"/>
                    <a:pt x="120" y="44"/>
                  </a:cubicBezTo>
                  <a:cubicBezTo>
                    <a:pt x="116" y="40"/>
                    <a:pt x="109" y="36"/>
                    <a:pt x="100" y="32"/>
                  </a:cubicBezTo>
                  <a:cubicBezTo>
                    <a:pt x="97" y="31"/>
                    <a:pt x="96" y="29"/>
                    <a:pt x="96" y="26"/>
                  </a:cubicBezTo>
                  <a:cubicBezTo>
                    <a:pt x="96" y="12"/>
                    <a:pt x="96" y="12"/>
                    <a:pt x="96" y="12"/>
                  </a:cubicBezTo>
                  <a:cubicBezTo>
                    <a:pt x="72" y="12"/>
                    <a:pt x="72" y="12"/>
                    <a:pt x="72" y="12"/>
                  </a:cubicBezTo>
                  <a:cubicBezTo>
                    <a:pt x="72" y="26"/>
                    <a:pt x="72" y="26"/>
                    <a:pt x="72" y="26"/>
                  </a:cubicBezTo>
                  <a:cubicBezTo>
                    <a:pt x="72" y="29"/>
                    <a:pt x="70" y="32"/>
                    <a:pt x="67" y="32"/>
                  </a:cubicBezTo>
                  <a:cubicBezTo>
                    <a:pt x="57" y="35"/>
                    <a:pt x="53" y="38"/>
                    <a:pt x="47" y="44"/>
                  </a:cubicBezTo>
                  <a:cubicBezTo>
                    <a:pt x="45" y="45"/>
                    <a:pt x="42" y="46"/>
                    <a:pt x="40" y="45"/>
                  </a:cubicBezTo>
                  <a:cubicBezTo>
                    <a:pt x="27" y="37"/>
                    <a:pt x="27" y="37"/>
                    <a:pt x="27" y="37"/>
                  </a:cubicBezTo>
                  <a:cubicBezTo>
                    <a:pt x="14" y="58"/>
                    <a:pt x="14" y="58"/>
                    <a:pt x="14" y="58"/>
                  </a:cubicBezTo>
                  <a:cubicBezTo>
                    <a:pt x="27" y="65"/>
                    <a:pt x="27" y="65"/>
                    <a:pt x="27" y="65"/>
                  </a:cubicBezTo>
                  <a:cubicBezTo>
                    <a:pt x="29" y="67"/>
                    <a:pt x="31" y="69"/>
                    <a:pt x="30" y="72"/>
                  </a:cubicBezTo>
                  <a:cubicBezTo>
                    <a:pt x="28" y="80"/>
                    <a:pt x="28" y="88"/>
                    <a:pt x="30" y="95"/>
                  </a:cubicBezTo>
                  <a:cubicBezTo>
                    <a:pt x="31" y="98"/>
                    <a:pt x="29" y="101"/>
                    <a:pt x="27" y="102"/>
                  </a:cubicBezTo>
                  <a:cubicBezTo>
                    <a:pt x="14" y="109"/>
                    <a:pt x="14" y="109"/>
                    <a:pt x="14" y="109"/>
                  </a:cubicBezTo>
                  <a:cubicBezTo>
                    <a:pt x="26" y="130"/>
                    <a:pt x="26" y="130"/>
                    <a:pt x="26" y="130"/>
                  </a:cubicBezTo>
                  <a:cubicBezTo>
                    <a:pt x="40" y="123"/>
                    <a:pt x="40" y="123"/>
                    <a:pt x="40" y="123"/>
                  </a:cubicBezTo>
                  <a:cubicBezTo>
                    <a:pt x="42" y="121"/>
                    <a:pt x="45" y="122"/>
                    <a:pt x="47" y="123"/>
                  </a:cubicBezTo>
                  <a:cubicBezTo>
                    <a:pt x="53" y="129"/>
                    <a:pt x="57" y="133"/>
                    <a:pt x="67" y="135"/>
                  </a:cubicBezTo>
                  <a:cubicBezTo>
                    <a:pt x="70" y="136"/>
                    <a:pt x="72" y="138"/>
                    <a:pt x="72" y="141"/>
                  </a:cubicBezTo>
                  <a:lnTo>
                    <a:pt x="72"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sp>
          <p:nvSpPr>
            <p:cNvPr id="361" name="Freeform 64">
              <a:extLst>
                <a:ext uri="{FF2B5EF4-FFF2-40B4-BE49-F238E27FC236}">
                  <a16:creationId xmlns:a16="http://schemas.microsoft.com/office/drawing/2014/main" id="{7949AA08-1950-4A44-91C1-8E34BD10E503}"/>
                </a:ext>
              </a:extLst>
            </p:cNvPr>
            <p:cNvSpPr>
              <a:spLocks noEditPoints="1"/>
            </p:cNvSpPr>
            <p:nvPr/>
          </p:nvSpPr>
          <p:spPr bwMode="auto">
            <a:xfrm>
              <a:off x="490" y="1863"/>
              <a:ext cx="89" cy="88"/>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dirty="0">
                <a:latin typeface="+mj-lt"/>
              </a:endParaRPr>
            </a:p>
          </p:txBody>
        </p:sp>
      </p:grpSp>
      <p:grpSp>
        <p:nvGrpSpPr>
          <p:cNvPr id="362" name="Group 83">
            <a:extLst>
              <a:ext uri="{FF2B5EF4-FFF2-40B4-BE49-F238E27FC236}">
                <a16:creationId xmlns:a16="http://schemas.microsoft.com/office/drawing/2014/main" id="{EFF1C6C9-655D-274A-BF87-2269FFB3606F}"/>
              </a:ext>
            </a:extLst>
          </p:cNvPr>
          <p:cNvGrpSpPr>
            <a:grpSpLocks noChangeAspect="1"/>
          </p:cNvGrpSpPr>
          <p:nvPr userDrawn="1"/>
        </p:nvGrpSpPr>
        <p:grpSpPr bwMode="auto">
          <a:xfrm>
            <a:off x="10959261" y="4300132"/>
            <a:ext cx="479568" cy="490720"/>
            <a:chOff x="1580" y="1910"/>
            <a:chExt cx="387" cy="396"/>
          </a:xfrm>
          <a:solidFill>
            <a:schemeClr val="accent4"/>
          </a:solidFill>
        </p:grpSpPr>
        <p:sp>
          <p:nvSpPr>
            <p:cNvPr id="363" name="Freeform 84">
              <a:extLst>
                <a:ext uri="{FF2B5EF4-FFF2-40B4-BE49-F238E27FC236}">
                  <a16:creationId xmlns:a16="http://schemas.microsoft.com/office/drawing/2014/main" id="{A5BD3BA6-1E5D-A147-A5E7-38A35AFB2FB8}"/>
                </a:ext>
              </a:extLst>
            </p:cNvPr>
            <p:cNvSpPr>
              <a:spLocks noEditPoints="1"/>
            </p:cNvSpPr>
            <p:nvPr/>
          </p:nvSpPr>
          <p:spPr bwMode="auto">
            <a:xfrm>
              <a:off x="1655" y="1982"/>
              <a:ext cx="238" cy="252"/>
            </a:xfrm>
            <a:custGeom>
              <a:avLst/>
              <a:gdLst>
                <a:gd name="T0" fmla="*/ 0 w 156"/>
                <a:gd name="T1" fmla="*/ 78 h 169"/>
                <a:gd name="T2" fmla="*/ 54 w 156"/>
                <a:gd name="T3" fmla="*/ 163 h 169"/>
                <a:gd name="T4" fmla="*/ 96 w 156"/>
                <a:gd name="T5" fmla="*/ 169 h 169"/>
                <a:gd name="T6" fmla="*/ 102 w 156"/>
                <a:gd name="T7" fmla="*/ 153 h 169"/>
                <a:gd name="T8" fmla="*/ 78 w 156"/>
                <a:gd name="T9" fmla="*/ 0 h 169"/>
                <a:gd name="T10" fmla="*/ 90 w 156"/>
                <a:gd name="T11" fmla="*/ 148 h 169"/>
                <a:gd name="T12" fmla="*/ 66 w 156"/>
                <a:gd name="T13" fmla="*/ 157 h 169"/>
                <a:gd name="T14" fmla="*/ 61 w 156"/>
                <a:gd name="T15" fmla="*/ 142 h 169"/>
                <a:gd name="T16" fmla="*/ 63 w 156"/>
                <a:gd name="T17" fmla="*/ 133 h 169"/>
                <a:gd name="T18" fmla="*/ 67 w 156"/>
                <a:gd name="T19" fmla="*/ 110 h 169"/>
                <a:gd name="T20" fmla="*/ 58 w 156"/>
                <a:gd name="T21" fmla="*/ 89 h 169"/>
                <a:gd name="T22" fmla="*/ 53 w 156"/>
                <a:gd name="T23" fmla="*/ 78 h 169"/>
                <a:gd name="T24" fmla="*/ 56 w 156"/>
                <a:gd name="T25" fmla="*/ 67 h 169"/>
                <a:gd name="T26" fmla="*/ 55 w 156"/>
                <a:gd name="T27" fmla="*/ 57 h 169"/>
                <a:gd name="T28" fmla="*/ 82 w 156"/>
                <a:gd name="T29" fmla="*/ 44 h 169"/>
                <a:gd name="T30" fmla="*/ 99 w 156"/>
                <a:gd name="T31" fmla="*/ 67 h 169"/>
                <a:gd name="T32" fmla="*/ 102 w 156"/>
                <a:gd name="T33" fmla="*/ 78 h 169"/>
                <a:gd name="T34" fmla="*/ 102 w 156"/>
                <a:gd name="T35" fmla="*/ 83 h 169"/>
                <a:gd name="T36" fmla="*/ 92 w 156"/>
                <a:gd name="T37" fmla="*/ 105 h 169"/>
                <a:gd name="T38" fmla="*/ 89 w 156"/>
                <a:gd name="T39" fmla="*/ 127 h 169"/>
                <a:gd name="T40" fmla="*/ 105 w 156"/>
                <a:gd name="T41" fmla="*/ 138 h 169"/>
                <a:gd name="T42" fmla="*/ 118 w 156"/>
                <a:gd name="T43" fmla="*/ 131 h 169"/>
                <a:gd name="T44" fmla="*/ 100 w 156"/>
                <a:gd name="T45" fmla="*/ 114 h 169"/>
                <a:gd name="T46" fmla="*/ 114 w 156"/>
                <a:gd name="T47" fmla="*/ 80 h 169"/>
                <a:gd name="T48" fmla="*/ 111 w 156"/>
                <a:gd name="T49" fmla="*/ 69 h 169"/>
                <a:gd name="T50" fmla="*/ 82 w 156"/>
                <a:gd name="T51" fmla="*/ 33 h 169"/>
                <a:gd name="T52" fmla="*/ 44 w 156"/>
                <a:gd name="T53" fmla="*/ 49 h 169"/>
                <a:gd name="T54" fmla="*/ 43 w 156"/>
                <a:gd name="T55" fmla="*/ 71 h 169"/>
                <a:gd name="T56" fmla="*/ 46 w 156"/>
                <a:gd name="T57" fmla="*/ 93 h 169"/>
                <a:gd name="T58" fmla="*/ 55 w 156"/>
                <a:gd name="T59" fmla="*/ 123 h 169"/>
                <a:gd name="T60" fmla="*/ 12 w 156"/>
                <a:gd name="T61" fmla="*/ 78 h 169"/>
                <a:gd name="T62" fmla="*/ 144 w 156"/>
                <a:gd name="T63" fmla="*/ 7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6" h="169">
                  <a:moveTo>
                    <a:pt x="78" y="0"/>
                  </a:moveTo>
                  <a:cubicBezTo>
                    <a:pt x="35" y="0"/>
                    <a:pt x="0" y="35"/>
                    <a:pt x="0" y="78"/>
                  </a:cubicBezTo>
                  <a:cubicBezTo>
                    <a:pt x="0" y="112"/>
                    <a:pt x="22" y="142"/>
                    <a:pt x="54" y="153"/>
                  </a:cubicBezTo>
                  <a:cubicBezTo>
                    <a:pt x="54" y="163"/>
                    <a:pt x="54" y="163"/>
                    <a:pt x="54" y="163"/>
                  </a:cubicBezTo>
                  <a:cubicBezTo>
                    <a:pt x="54" y="166"/>
                    <a:pt x="56" y="169"/>
                    <a:pt x="60" y="169"/>
                  </a:cubicBezTo>
                  <a:cubicBezTo>
                    <a:pt x="96" y="169"/>
                    <a:pt x="96" y="169"/>
                    <a:pt x="96" y="169"/>
                  </a:cubicBezTo>
                  <a:cubicBezTo>
                    <a:pt x="99" y="169"/>
                    <a:pt x="102" y="166"/>
                    <a:pt x="102" y="163"/>
                  </a:cubicBezTo>
                  <a:cubicBezTo>
                    <a:pt x="102" y="153"/>
                    <a:pt x="102" y="153"/>
                    <a:pt x="102" y="153"/>
                  </a:cubicBezTo>
                  <a:cubicBezTo>
                    <a:pt x="134" y="142"/>
                    <a:pt x="156" y="112"/>
                    <a:pt x="156" y="78"/>
                  </a:cubicBezTo>
                  <a:cubicBezTo>
                    <a:pt x="156" y="35"/>
                    <a:pt x="121" y="0"/>
                    <a:pt x="78" y="0"/>
                  </a:cubicBezTo>
                  <a:close/>
                  <a:moveTo>
                    <a:pt x="94" y="142"/>
                  </a:moveTo>
                  <a:cubicBezTo>
                    <a:pt x="92" y="143"/>
                    <a:pt x="90" y="145"/>
                    <a:pt x="90" y="148"/>
                  </a:cubicBezTo>
                  <a:cubicBezTo>
                    <a:pt x="90" y="157"/>
                    <a:pt x="90" y="157"/>
                    <a:pt x="90" y="157"/>
                  </a:cubicBezTo>
                  <a:cubicBezTo>
                    <a:pt x="66" y="157"/>
                    <a:pt x="66" y="157"/>
                    <a:pt x="66" y="157"/>
                  </a:cubicBezTo>
                  <a:cubicBezTo>
                    <a:pt x="66" y="148"/>
                    <a:pt x="66" y="148"/>
                    <a:pt x="66" y="148"/>
                  </a:cubicBezTo>
                  <a:cubicBezTo>
                    <a:pt x="66" y="145"/>
                    <a:pt x="64" y="143"/>
                    <a:pt x="61" y="142"/>
                  </a:cubicBezTo>
                  <a:cubicBezTo>
                    <a:pt x="57" y="141"/>
                    <a:pt x="54" y="140"/>
                    <a:pt x="50" y="138"/>
                  </a:cubicBezTo>
                  <a:cubicBezTo>
                    <a:pt x="54" y="136"/>
                    <a:pt x="59" y="135"/>
                    <a:pt x="63" y="133"/>
                  </a:cubicBezTo>
                  <a:cubicBezTo>
                    <a:pt x="65" y="132"/>
                    <a:pt x="67" y="130"/>
                    <a:pt x="67" y="127"/>
                  </a:cubicBezTo>
                  <a:cubicBezTo>
                    <a:pt x="67" y="110"/>
                    <a:pt x="67" y="110"/>
                    <a:pt x="67" y="110"/>
                  </a:cubicBezTo>
                  <a:cubicBezTo>
                    <a:pt x="67" y="108"/>
                    <a:pt x="65" y="106"/>
                    <a:pt x="63" y="105"/>
                  </a:cubicBezTo>
                  <a:cubicBezTo>
                    <a:pt x="63" y="105"/>
                    <a:pt x="58" y="102"/>
                    <a:pt x="58" y="89"/>
                  </a:cubicBezTo>
                  <a:cubicBezTo>
                    <a:pt x="58" y="86"/>
                    <a:pt x="56" y="84"/>
                    <a:pt x="54" y="84"/>
                  </a:cubicBezTo>
                  <a:cubicBezTo>
                    <a:pt x="53" y="83"/>
                    <a:pt x="52" y="80"/>
                    <a:pt x="53" y="78"/>
                  </a:cubicBezTo>
                  <a:cubicBezTo>
                    <a:pt x="56" y="78"/>
                    <a:pt x="58" y="75"/>
                    <a:pt x="58" y="72"/>
                  </a:cubicBezTo>
                  <a:cubicBezTo>
                    <a:pt x="58" y="71"/>
                    <a:pt x="58" y="69"/>
                    <a:pt x="56" y="67"/>
                  </a:cubicBezTo>
                  <a:cubicBezTo>
                    <a:pt x="54" y="60"/>
                    <a:pt x="53" y="58"/>
                    <a:pt x="53" y="57"/>
                  </a:cubicBezTo>
                  <a:cubicBezTo>
                    <a:pt x="54" y="57"/>
                    <a:pt x="54" y="57"/>
                    <a:pt x="55" y="57"/>
                  </a:cubicBezTo>
                  <a:cubicBezTo>
                    <a:pt x="58" y="58"/>
                    <a:pt x="61" y="56"/>
                    <a:pt x="62" y="53"/>
                  </a:cubicBezTo>
                  <a:cubicBezTo>
                    <a:pt x="63" y="48"/>
                    <a:pt x="72" y="44"/>
                    <a:pt x="82" y="44"/>
                  </a:cubicBezTo>
                  <a:cubicBezTo>
                    <a:pt x="92" y="44"/>
                    <a:pt x="100" y="48"/>
                    <a:pt x="102" y="53"/>
                  </a:cubicBezTo>
                  <a:cubicBezTo>
                    <a:pt x="103" y="58"/>
                    <a:pt x="100" y="64"/>
                    <a:pt x="99" y="67"/>
                  </a:cubicBezTo>
                  <a:cubicBezTo>
                    <a:pt x="98" y="69"/>
                    <a:pt x="97" y="71"/>
                    <a:pt x="97" y="72"/>
                  </a:cubicBezTo>
                  <a:cubicBezTo>
                    <a:pt x="97" y="75"/>
                    <a:pt x="100" y="78"/>
                    <a:pt x="102" y="78"/>
                  </a:cubicBezTo>
                  <a:cubicBezTo>
                    <a:pt x="103" y="78"/>
                    <a:pt x="103" y="79"/>
                    <a:pt x="103" y="79"/>
                  </a:cubicBezTo>
                  <a:cubicBezTo>
                    <a:pt x="103" y="81"/>
                    <a:pt x="102" y="82"/>
                    <a:pt x="102" y="83"/>
                  </a:cubicBezTo>
                  <a:cubicBezTo>
                    <a:pt x="99" y="84"/>
                    <a:pt x="97" y="86"/>
                    <a:pt x="97" y="89"/>
                  </a:cubicBezTo>
                  <a:cubicBezTo>
                    <a:pt x="97" y="101"/>
                    <a:pt x="93" y="104"/>
                    <a:pt x="92" y="105"/>
                  </a:cubicBezTo>
                  <a:cubicBezTo>
                    <a:pt x="90" y="106"/>
                    <a:pt x="89" y="108"/>
                    <a:pt x="89" y="110"/>
                  </a:cubicBezTo>
                  <a:cubicBezTo>
                    <a:pt x="89" y="127"/>
                    <a:pt x="89" y="127"/>
                    <a:pt x="89" y="127"/>
                  </a:cubicBezTo>
                  <a:cubicBezTo>
                    <a:pt x="89" y="130"/>
                    <a:pt x="90" y="132"/>
                    <a:pt x="92" y="133"/>
                  </a:cubicBezTo>
                  <a:cubicBezTo>
                    <a:pt x="97" y="135"/>
                    <a:pt x="101" y="136"/>
                    <a:pt x="105" y="138"/>
                  </a:cubicBezTo>
                  <a:cubicBezTo>
                    <a:pt x="102" y="140"/>
                    <a:pt x="98" y="141"/>
                    <a:pt x="94" y="142"/>
                  </a:cubicBezTo>
                  <a:close/>
                  <a:moveTo>
                    <a:pt x="118" y="131"/>
                  </a:moveTo>
                  <a:cubicBezTo>
                    <a:pt x="112" y="128"/>
                    <a:pt x="106" y="126"/>
                    <a:pt x="100" y="123"/>
                  </a:cubicBezTo>
                  <a:cubicBezTo>
                    <a:pt x="100" y="114"/>
                    <a:pt x="100" y="114"/>
                    <a:pt x="100" y="114"/>
                  </a:cubicBezTo>
                  <a:cubicBezTo>
                    <a:pt x="104" y="111"/>
                    <a:pt x="108" y="105"/>
                    <a:pt x="109" y="93"/>
                  </a:cubicBezTo>
                  <a:cubicBezTo>
                    <a:pt x="112" y="90"/>
                    <a:pt x="114" y="85"/>
                    <a:pt x="114" y="80"/>
                  </a:cubicBezTo>
                  <a:cubicBezTo>
                    <a:pt x="114" y="76"/>
                    <a:pt x="114" y="74"/>
                    <a:pt x="112" y="71"/>
                  </a:cubicBezTo>
                  <a:cubicBezTo>
                    <a:pt x="112" y="71"/>
                    <a:pt x="111" y="70"/>
                    <a:pt x="111" y="69"/>
                  </a:cubicBezTo>
                  <a:cubicBezTo>
                    <a:pt x="113" y="65"/>
                    <a:pt x="115" y="57"/>
                    <a:pt x="113" y="50"/>
                  </a:cubicBezTo>
                  <a:cubicBezTo>
                    <a:pt x="110" y="37"/>
                    <a:pt x="94" y="33"/>
                    <a:pt x="82" y="33"/>
                  </a:cubicBezTo>
                  <a:cubicBezTo>
                    <a:pt x="71" y="33"/>
                    <a:pt x="58" y="36"/>
                    <a:pt x="53" y="45"/>
                  </a:cubicBezTo>
                  <a:cubicBezTo>
                    <a:pt x="49" y="45"/>
                    <a:pt x="46" y="46"/>
                    <a:pt x="44" y="49"/>
                  </a:cubicBezTo>
                  <a:cubicBezTo>
                    <a:pt x="39" y="55"/>
                    <a:pt x="42" y="64"/>
                    <a:pt x="45" y="69"/>
                  </a:cubicBezTo>
                  <a:cubicBezTo>
                    <a:pt x="44" y="70"/>
                    <a:pt x="44" y="71"/>
                    <a:pt x="43" y="71"/>
                  </a:cubicBezTo>
                  <a:cubicBezTo>
                    <a:pt x="42" y="74"/>
                    <a:pt x="41" y="77"/>
                    <a:pt x="41" y="80"/>
                  </a:cubicBezTo>
                  <a:cubicBezTo>
                    <a:pt x="41" y="85"/>
                    <a:pt x="43" y="90"/>
                    <a:pt x="46" y="93"/>
                  </a:cubicBezTo>
                  <a:cubicBezTo>
                    <a:pt x="47" y="105"/>
                    <a:pt x="51" y="111"/>
                    <a:pt x="55" y="114"/>
                  </a:cubicBezTo>
                  <a:cubicBezTo>
                    <a:pt x="55" y="123"/>
                    <a:pt x="55" y="123"/>
                    <a:pt x="55" y="123"/>
                  </a:cubicBezTo>
                  <a:cubicBezTo>
                    <a:pt x="49" y="126"/>
                    <a:pt x="43" y="128"/>
                    <a:pt x="38" y="131"/>
                  </a:cubicBezTo>
                  <a:cubicBezTo>
                    <a:pt x="22" y="119"/>
                    <a:pt x="12" y="100"/>
                    <a:pt x="12" y="78"/>
                  </a:cubicBezTo>
                  <a:cubicBezTo>
                    <a:pt x="12" y="42"/>
                    <a:pt x="41" y="12"/>
                    <a:pt x="78" y="12"/>
                  </a:cubicBezTo>
                  <a:cubicBezTo>
                    <a:pt x="114" y="12"/>
                    <a:pt x="144" y="42"/>
                    <a:pt x="144" y="78"/>
                  </a:cubicBezTo>
                  <a:cubicBezTo>
                    <a:pt x="144" y="100"/>
                    <a:pt x="134" y="119"/>
                    <a:pt x="118" y="13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64" name="Freeform 85">
              <a:extLst>
                <a:ext uri="{FF2B5EF4-FFF2-40B4-BE49-F238E27FC236}">
                  <a16:creationId xmlns:a16="http://schemas.microsoft.com/office/drawing/2014/main" id="{16B4A2A5-EFF3-D844-8BFB-D9FC0A674E57}"/>
                </a:ext>
              </a:extLst>
            </p:cNvPr>
            <p:cNvSpPr>
              <a:spLocks/>
            </p:cNvSpPr>
            <p:nvPr/>
          </p:nvSpPr>
          <p:spPr bwMode="auto">
            <a:xfrm>
              <a:off x="1756" y="2288"/>
              <a:ext cx="36" cy="18"/>
            </a:xfrm>
            <a:custGeom>
              <a:avLst/>
              <a:gdLst>
                <a:gd name="T0" fmla="*/ 18 w 24"/>
                <a:gd name="T1" fmla="*/ 0 h 12"/>
                <a:gd name="T2" fmla="*/ 6 w 24"/>
                <a:gd name="T3" fmla="*/ 0 h 12"/>
                <a:gd name="T4" fmla="*/ 0 w 24"/>
                <a:gd name="T5" fmla="*/ 6 h 12"/>
                <a:gd name="T6" fmla="*/ 6 w 24"/>
                <a:gd name="T7" fmla="*/ 12 h 12"/>
                <a:gd name="T8" fmla="*/ 18 w 24"/>
                <a:gd name="T9" fmla="*/ 12 h 12"/>
                <a:gd name="T10" fmla="*/ 24 w 24"/>
                <a:gd name="T11" fmla="*/ 6 h 12"/>
                <a:gd name="T12" fmla="*/ 18 w 2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24" h="12">
                  <a:moveTo>
                    <a:pt x="18" y="0"/>
                  </a:moveTo>
                  <a:cubicBezTo>
                    <a:pt x="6" y="0"/>
                    <a:pt x="6" y="0"/>
                    <a:pt x="6" y="0"/>
                  </a:cubicBezTo>
                  <a:cubicBezTo>
                    <a:pt x="2" y="0"/>
                    <a:pt x="0" y="2"/>
                    <a:pt x="0" y="6"/>
                  </a:cubicBezTo>
                  <a:cubicBezTo>
                    <a:pt x="0" y="9"/>
                    <a:pt x="2" y="12"/>
                    <a:pt x="6" y="12"/>
                  </a:cubicBezTo>
                  <a:cubicBezTo>
                    <a:pt x="18" y="12"/>
                    <a:pt x="18" y="12"/>
                    <a:pt x="18" y="12"/>
                  </a:cubicBezTo>
                  <a:cubicBezTo>
                    <a:pt x="21" y="12"/>
                    <a:pt x="24" y="9"/>
                    <a:pt x="24" y="6"/>
                  </a:cubicBezTo>
                  <a:cubicBezTo>
                    <a:pt x="24" y="2"/>
                    <a:pt x="21" y="0"/>
                    <a:pt x="18"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65" name="Freeform 86">
              <a:extLst>
                <a:ext uri="{FF2B5EF4-FFF2-40B4-BE49-F238E27FC236}">
                  <a16:creationId xmlns:a16="http://schemas.microsoft.com/office/drawing/2014/main" id="{01032911-E44E-6A44-B3AE-2C20E895BDF1}"/>
                </a:ext>
              </a:extLst>
            </p:cNvPr>
            <p:cNvSpPr>
              <a:spLocks/>
            </p:cNvSpPr>
            <p:nvPr/>
          </p:nvSpPr>
          <p:spPr bwMode="auto">
            <a:xfrm>
              <a:off x="1737" y="2252"/>
              <a:ext cx="74" cy="18"/>
            </a:xfrm>
            <a:custGeom>
              <a:avLst/>
              <a:gdLst>
                <a:gd name="T0" fmla="*/ 42 w 48"/>
                <a:gd name="T1" fmla="*/ 0 h 12"/>
                <a:gd name="T2" fmla="*/ 6 w 48"/>
                <a:gd name="T3" fmla="*/ 0 h 12"/>
                <a:gd name="T4" fmla="*/ 0 w 48"/>
                <a:gd name="T5" fmla="*/ 6 h 12"/>
                <a:gd name="T6" fmla="*/ 6 w 48"/>
                <a:gd name="T7" fmla="*/ 12 h 12"/>
                <a:gd name="T8" fmla="*/ 42 w 48"/>
                <a:gd name="T9" fmla="*/ 12 h 12"/>
                <a:gd name="T10" fmla="*/ 48 w 48"/>
                <a:gd name="T11" fmla="*/ 6 h 12"/>
                <a:gd name="T12" fmla="*/ 42 w 48"/>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0"/>
                  </a:moveTo>
                  <a:cubicBezTo>
                    <a:pt x="6" y="0"/>
                    <a:pt x="6" y="0"/>
                    <a:pt x="6" y="0"/>
                  </a:cubicBezTo>
                  <a:cubicBezTo>
                    <a:pt x="2" y="0"/>
                    <a:pt x="0" y="2"/>
                    <a:pt x="0" y="6"/>
                  </a:cubicBezTo>
                  <a:cubicBezTo>
                    <a:pt x="0" y="9"/>
                    <a:pt x="2" y="12"/>
                    <a:pt x="6" y="12"/>
                  </a:cubicBezTo>
                  <a:cubicBezTo>
                    <a:pt x="42" y="12"/>
                    <a:pt x="42" y="12"/>
                    <a:pt x="42" y="12"/>
                  </a:cubicBezTo>
                  <a:cubicBezTo>
                    <a:pt x="45" y="12"/>
                    <a:pt x="48" y="9"/>
                    <a:pt x="48" y="6"/>
                  </a:cubicBezTo>
                  <a:cubicBezTo>
                    <a:pt x="48" y="2"/>
                    <a:pt x="45" y="0"/>
                    <a:pt x="42"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66" name="Freeform 87">
              <a:extLst>
                <a:ext uri="{FF2B5EF4-FFF2-40B4-BE49-F238E27FC236}">
                  <a16:creationId xmlns:a16="http://schemas.microsoft.com/office/drawing/2014/main" id="{329745C6-8CE0-9B43-A51F-DC7EC13E0A91}"/>
                </a:ext>
              </a:extLst>
            </p:cNvPr>
            <p:cNvSpPr>
              <a:spLocks/>
            </p:cNvSpPr>
            <p:nvPr/>
          </p:nvSpPr>
          <p:spPr bwMode="auto">
            <a:xfrm>
              <a:off x="1765" y="1910"/>
              <a:ext cx="18" cy="54"/>
            </a:xfrm>
            <a:custGeom>
              <a:avLst/>
              <a:gdLst>
                <a:gd name="T0" fmla="*/ 6 w 12"/>
                <a:gd name="T1" fmla="*/ 36 h 36"/>
                <a:gd name="T2" fmla="*/ 12 w 12"/>
                <a:gd name="T3" fmla="*/ 30 h 36"/>
                <a:gd name="T4" fmla="*/ 12 w 12"/>
                <a:gd name="T5" fmla="*/ 6 h 36"/>
                <a:gd name="T6" fmla="*/ 6 w 12"/>
                <a:gd name="T7" fmla="*/ 0 h 36"/>
                <a:gd name="T8" fmla="*/ 0 w 12"/>
                <a:gd name="T9" fmla="*/ 6 h 36"/>
                <a:gd name="T10" fmla="*/ 0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9" y="36"/>
                    <a:pt x="12" y="34"/>
                    <a:pt x="12" y="30"/>
                  </a:cubicBezTo>
                  <a:cubicBezTo>
                    <a:pt x="12" y="6"/>
                    <a:pt x="12" y="6"/>
                    <a:pt x="12" y="6"/>
                  </a:cubicBezTo>
                  <a:cubicBezTo>
                    <a:pt x="12" y="3"/>
                    <a:pt x="9" y="0"/>
                    <a:pt x="6" y="0"/>
                  </a:cubicBezTo>
                  <a:cubicBezTo>
                    <a:pt x="2" y="0"/>
                    <a:pt x="0" y="3"/>
                    <a:pt x="0" y="6"/>
                  </a:cubicBezTo>
                  <a:cubicBezTo>
                    <a:pt x="0" y="30"/>
                    <a:pt x="0" y="30"/>
                    <a:pt x="0" y="30"/>
                  </a:cubicBezTo>
                  <a:cubicBezTo>
                    <a:pt x="0" y="34"/>
                    <a:pt x="2" y="36"/>
                    <a:pt x="6" y="3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67" name="Freeform 88">
              <a:extLst>
                <a:ext uri="{FF2B5EF4-FFF2-40B4-BE49-F238E27FC236}">
                  <a16:creationId xmlns:a16="http://schemas.microsoft.com/office/drawing/2014/main" id="{8FA27E58-1649-0041-A7D0-1488B173F455}"/>
                </a:ext>
              </a:extLst>
            </p:cNvPr>
            <p:cNvSpPr>
              <a:spLocks/>
            </p:cNvSpPr>
            <p:nvPr/>
          </p:nvSpPr>
          <p:spPr bwMode="auto">
            <a:xfrm>
              <a:off x="1912" y="2089"/>
              <a:ext cx="55" cy="18"/>
            </a:xfrm>
            <a:custGeom>
              <a:avLst/>
              <a:gdLst>
                <a:gd name="T0" fmla="*/ 30 w 36"/>
                <a:gd name="T1" fmla="*/ 0 h 12"/>
                <a:gd name="T2" fmla="*/ 6 w 36"/>
                <a:gd name="T3" fmla="*/ 0 h 12"/>
                <a:gd name="T4" fmla="*/ 0 w 36"/>
                <a:gd name="T5" fmla="*/ 6 h 12"/>
                <a:gd name="T6" fmla="*/ 6 w 36"/>
                <a:gd name="T7" fmla="*/ 12 h 12"/>
                <a:gd name="T8" fmla="*/ 30 w 36"/>
                <a:gd name="T9" fmla="*/ 12 h 12"/>
                <a:gd name="T10" fmla="*/ 36 w 36"/>
                <a:gd name="T11" fmla="*/ 6 h 12"/>
                <a:gd name="T12" fmla="*/ 30 w 3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0"/>
                  </a:moveTo>
                  <a:cubicBezTo>
                    <a:pt x="6" y="0"/>
                    <a:pt x="6" y="0"/>
                    <a:pt x="6" y="0"/>
                  </a:cubicBezTo>
                  <a:cubicBezTo>
                    <a:pt x="2" y="0"/>
                    <a:pt x="0" y="3"/>
                    <a:pt x="0" y="6"/>
                  </a:cubicBezTo>
                  <a:cubicBezTo>
                    <a:pt x="0" y="10"/>
                    <a:pt x="2" y="12"/>
                    <a:pt x="6" y="12"/>
                  </a:cubicBezTo>
                  <a:cubicBezTo>
                    <a:pt x="30" y="12"/>
                    <a:pt x="30" y="12"/>
                    <a:pt x="30" y="12"/>
                  </a:cubicBezTo>
                  <a:cubicBezTo>
                    <a:pt x="33" y="12"/>
                    <a:pt x="36" y="10"/>
                    <a:pt x="36" y="6"/>
                  </a:cubicBezTo>
                  <a:cubicBezTo>
                    <a:pt x="36" y="3"/>
                    <a:pt x="33" y="0"/>
                    <a:pt x="3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68" name="Freeform 89">
              <a:extLst>
                <a:ext uri="{FF2B5EF4-FFF2-40B4-BE49-F238E27FC236}">
                  <a16:creationId xmlns:a16="http://schemas.microsoft.com/office/drawing/2014/main" id="{09F7C906-F808-E349-BEC7-3B3085AFF7F7}"/>
                </a:ext>
              </a:extLst>
            </p:cNvPr>
            <p:cNvSpPr>
              <a:spLocks/>
            </p:cNvSpPr>
            <p:nvPr/>
          </p:nvSpPr>
          <p:spPr bwMode="auto">
            <a:xfrm>
              <a:off x="1580" y="2089"/>
              <a:ext cx="55" cy="18"/>
            </a:xfrm>
            <a:custGeom>
              <a:avLst/>
              <a:gdLst>
                <a:gd name="T0" fmla="*/ 30 w 36"/>
                <a:gd name="T1" fmla="*/ 0 h 12"/>
                <a:gd name="T2" fmla="*/ 6 w 36"/>
                <a:gd name="T3" fmla="*/ 0 h 12"/>
                <a:gd name="T4" fmla="*/ 0 w 36"/>
                <a:gd name="T5" fmla="*/ 6 h 12"/>
                <a:gd name="T6" fmla="*/ 6 w 36"/>
                <a:gd name="T7" fmla="*/ 12 h 12"/>
                <a:gd name="T8" fmla="*/ 30 w 36"/>
                <a:gd name="T9" fmla="*/ 12 h 12"/>
                <a:gd name="T10" fmla="*/ 36 w 36"/>
                <a:gd name="T11" fmla="*/ 6 h 12"/>
                <a:gd name="T12" fmla="*/ 30 w 3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0"/>
                  </a:moveTo>
                  <a:cubicBezTo>
                    <a:pt x="6" y="0"/>
                    <a:pt x="6" y="0"/>
                    <a:pt x="6" y="0"/>
                  </a:cubicBezTo>
                  <a:cubicBezTo>
                    <a:pt x="3" y="0"/>
                    <a:pt x="0" y="3"/>
                    <a:pt x="0" y="6"/>
                  </a:cubicBezTo>
                  <a:cubicBezTo>
                    <a:pt x="0" y="10"/>
                    <a:pt x="3" y="12"/>
                    <a:pt x="6" y="12"/>
                  </a:cubicBezTo>
                  <a:cubicBezTo>
                    <a:pt x="30" y="12"/>
                    <a:pt x="30" y="12"/>
                    <a:pt x="30" y="12"/>
                  </a:cubicBezTo>
                  <a:cubicBezTo>
                    <a:pt x="34" y="12"/>
                    <a:pt x="36" y="10"/>
                    <a:pt x="36" y="6"/>
                  </a:cubicBezTo>
                  <a:cubicBezTo>
                    <a:pt x="36" y="3"/>
                    <a:pt x="34" y="0"/>
                    <a:pt x="3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69" name="Freeform 90">
              <a:extLst>
                <a:ext uri="{FF2B5EF4-FFF2-40B4-BE49-F238E27FC236}">
                  <a16:creationId xmlns:a16="http://schemas.microsoft.com/office/drawing/2014/main" id="{7A702297-D13A-8649-B1E4-169139C5B88C}"/>
                </a:ext>
              </a:extLst>
            </p:cNvPr>
            <p:cNvSpPr>
              <a:spLocks/>
            </p:cNvSpPr>
            <p:nvPr/>
          </p:nvSpPr>
          <p:spPr bwMode="auto">
            <a:xfrm>
              <a:off x="1621" y="1949"/>
              <a:ext cx="58" cy="57"/>
            </a:xfrm>
            <a:custGeom>
              <a:avLst/>
              <a:gdLst>
                <a:gd name="T0" fmla="*/ 27 w 38"/>
                <a:gd name="T1" fmla="*/ 37 h 38"/>
                <a:gd name="T2" fmla="*/ 32 w 38"/>
                <a:gd name="T3" fmla="*/ 38 h 38"/>
                <a:gd name="T4" fmla="*/ 36 w 38"/>
                <a:gd name="T5" fmla="*/ 37 h 38"/>
                <a:gd name="T6" fmla="*/ 36 w 38"/>
                <a:gd name="T7" fmla="*/ 28 h 38"/>
                <a:gd name="T8" fmla="*/ 10 w 38"/>
                <a:gd name="T9" fmla="*/ 3 h 38"/>
                <a:gd name="T10" fmla="*/ 2 w 38"/>
                <a:gd name="T11" fmla="*/ 3 h 38"/>
                <a:gd name="T12" fmla="*/ 2 w 38"/>
                <a:gd name="T13" fmla="*/ 11 h 38"/>
                <a:gd name="T14" fmla="*/ 27 w 38"/>
                <a:gd name="T15" fmla="*/ 37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38">
                  <a:moveTo>
                    <a:pt x="27" y="37"/>
                  </a:moveTo>
                  <a:cubicBezTo>
                    <a:pt x="29" y="38"/>
                    <a:pt x="30" y="38"/>
                    <a:pt x="32" y="38"/>
                  </a:cubicBezTo>
                  <a:cubicBezTo>
                    <a:pt x="33" y="38"/>
                    <a:pt x="35" y="38"/>
                    <a:pt x="36" y="37"/>
                  </a:cubicBezTo>
                  <a:cubicBezTo>
                    <a:pt x="38" y="34"/>
                    <a:pt x="38" y="31"/>
                    <a:pt x="36" y="28"/>
                  </a:cubicBezTo>
                  <a:cubicBezTo>
                    <a:pt x="10" y="3"/>
                    <a:pt x="10" y="3"/>
                    <a:pt x="10" y="3"/>
                  </a:cubicBezTo>
                  <a:cubicBezTo>
                    <a:pt x="8" y="0"/>
                    <a:pt x="4" y="0"/>
                    <a:pt x="2" y="3"/>
                  </a:cubicBezTo>
                  <a:cubicBezTo>
                    <a:pt x="0" y="5"/>
                    <a:pt x="0" y="9"/>
                    <a:pt x="2" y="11"/>
                  </a:cubicBezTo>
                  <a:lnTo>
                    <a:pt x="27" y="3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70" name="Freeform 91">
              <a:extLst>
                <a:ext uri="{FF2B5EF4-FFF2-40B4-BE49-F238E27FC236}">
                  <a16:creationId xmlns:a16="http://schemas.microsoft.com/office/drawing/2014/main" id="{B529D1D4-ACB6-4044-80CA-AB16AF0C4585}"/>
                </a:ext>
              </a:extLst>
            </p:cNvPr>
            <p:cNvSpPr>
              <a:spLocks/>
            </p:cNvSpPr>
            <p:nvPr/>
          </p:nvSpPr>
          <p:spPr bwMode="auto">
            <a:xfrm>
              <a:off x="1867" y="1949"/>
              <a:ext cx="60" cy="57"/>
            </a:xfrm>
            <a:custGeom>
              <a:avLst/>
              <a:gdLst>
                <a:gd name="T0" fmla="*/ 7 w 39"/>
                <a:gd name="T1" fmla="*/ 38 h 38"/>
                <a:gd name="T2" fmla="*/ 11 w 39"/>
                <a:gd name="T3" fmla="*/ 37 h 38"/>
                <a:gd name="T4" fmla="*/ 36 w 39"/>
                <a:gd name="T5" fmla="*/ 11 h 38"/>
                <a:gd name="T6" fmla="*/ 36 w 39"/>
                <a:gd name="T7" fmla="*/ 3 h 38"/>
                <a:gd name="T8" fmla="*/ 28 w 39"/>
                <a:gd name="T9" fmla="*/ 3 h 38"/>
                <a:gd name="T10" fmla="*/ 2 w 39"/>
                <a:gd name="T11" fmla="*/ 28 h 38"/>
                <a:gd name="T12" fmla="*/ 2 w 39"/>
                <a:gd name="T13" fmla="*/ 37 h 38"/>
                <a:gd name="T14" fmla="*/ 7 w 39"/>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7" y="38"/>
                  </a:moveTo>
                  <a:cubicBezTo>
                    <a:pt x="8" y="38"/>
                    <a:pt x="10" y="38"/>
                    <a:pt x="11" y="37"/>
                  </a:cubicBezTo>
                  <a:cubicBezTo>
                    <a:pt x="36" y="11"/>
                    <a:pt x="36" y="11"/>
                    <a:pt x="36" y="11"/>
                  </a:cubicBezTo>
                  <a:cubicBezTo>
                    <a:pt x="39" y="9"/>
                    <a:pt x="39" y="5"/>
                    <a:pt x="36" y="3"/>
                  </a:cubicBezTo>
                  <a:cubicBezTo>
                    <a:pt x="34" y="0"/>
                    <a:pt x="30" y="0"/>
                    <a:pt x="28" y="3"/>
                  </a:cubicBezTo>
                  <a:cubicBezTo>
                    <a:pt x="2" y="28"/>
                    <a:pt x="2" y="28"/>
                    <a:pt x="2" y="28"/>
                  </a:cubicBezTo>
                  <a:cubicBezTo>
                    <a:pt x="0" y="31"/>
                    <a:pt x="0" y="34"/>
                    <a:pt x="2" y="37"/>
                  </a:cubicBezTo>
                  <a:cubicBezTo>
                    <a:pt x="4" y="38"/>
                    <a:pt x="5" y="38"/>
                    <a:pt x="7" y="3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grpSp>
      <p:grpSp>
        <p:nvGrpSpPr>
          <p:cNvPr id="371" name="Group 56">
            <a:extLst>
              <a:ext uri="{FF2B5EF4-FFF2-40B4-BE49-F238E27FC236}">
                <a16:creationId xmlns:a16="http://schemas.microsoft.com/office/drawing/2014/main" id="{754010E9-6578-4145-B63E-FE551FCF0B38}"/>
              </a:ext>
            </a:extLst>
          </p:cNvPr>
          <p:cNvGrpSpPr>
            <a:grpSpLocks noChangeAspect="1"/>
          </p:cNvGrpSpPr>
          <p:nvPr userDrawn="1"/>
        </p:nvGrpSpPr>
        <p:grpSpPr bwMode="auto">
          <a:xfrm>
            <a:off x="8400111" y="1923077"/>
            <a:ext cx="513762" cy="513760"/>
            <a:chOff x="6721" y="600"/>
            <a:chExt cx="426" cy="426"/>
          </a:xfrm>
          <a:solidFill>
            <a:schemeClr val="accent4"/>
          </a:solidFill>
        </p:grpSpPr>
        <p:sp>
          <p:nvSpPr>
            <p:cNvPr id="372" name="Freeform 57">
              <a:extLst>
                <a:ext uri="{FF2B5EF4-FFF2-40B4-BE49-F238E27FC236}">
                  <a16:creationId xmlns:a16="http://schemas.microsoft.com/office/drawing/2014/main" id="{E54CC8A3-2BE8-4348-8408-7A6C774ED71C}"/>
                </a:ext>
              </a:extLst>
            </p:cNvPr>
            <p:cNvSpPr>
              <a:spLocks/>
            </p:cNvSpPr>
            <p:nvPr/>
          </p:nvSpPr>
          <p:spPr bwMode="auto">
            <a:xfrm>
              <a:off x="6721" y="600"/>
              <a:ext cx="426"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90 w 288"/>
                <a:gd name="T19" fmla="*/ 268 h 288"/>
                <a:gd name="T20" fmla="*/ 198 w 288"/>
                <a:gd name="T21" fmla="*/ 272 h 288"/>
                <a:gd name="T22" fmla="*/ 194 w 288"/>
                <a:gd name="T23" fmla="*/ 280 h 288"/>
                <a:gd name="T24" fmla="*/ 144 w 288"/>
                <a:gd name="T25"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8" h="288">
                  <a:moveTo>
                    <a:pt x="144" y="288"/>
                  </a:moveTo>
                  <a:cubicBezTo>
                    <a:pt x="65" y="288"/>
                    <a:pt x="0" y="224"/>
                    <a:pt x="0" y="144"/>
                  </a:cubicBezTo>
                  <a:cubicBezTo>
                    <a:pt x="0" y="65"/>
                    <a:pt x="65" y="0"/>
                    <a:pt x="144" y="0"/>
                  </a:cubicBezTo>
                  <a:cubicBezTo>
                    <a:pt x="224" y="0"/>
                    <a:pt x="288" y="65"/>
                    <a:pt x="288" y="144"/>
                  </a:cubicBezTo>
                  <a:cubicBezTo>
                    <a:pt x="288" y="148"/>
                    <a:pt x="286" y="150"/>
                    <a:pt x="282" y="150"/>
                  </a:cubicBezTo>
                  <a:cubicBezTo>
                    <a:pt x="279" y="150"/>
                    <a:pt x="276" y="148"/>
                    <a:pt x="276" y="144"/>
                  </a:cubicBezTo>
                  <a:cubicBezTo>
                    <a:pt x="276" y="71"/>
                    <a:pt x="217" y="12"/>
                    <a:pt x="144" y="12"/>
                  </a:cubicBezTo>
                  <a:cubicBezTo>
                    <a:pt x="72" y="12"/>
                    <a:pt x="12" y="71"/>
                    <a:pt x="12" y="144"/>
                  </a:cubicBezTo>
                  <a:cubicBezTo>
                    <a:pt x="12" y="217"/>
                    <a:pt x="72" y="276"/>
                    <a:pt x="144" y="276"/>
                  </a:cubicBezTo>
                  <a:cubicBezTo>
                    <a:pt x="160" y="276"/>
                    <a:pt x="175" y="274"/>
                    <a:pt x="190" y="268"/>
                  </a:cubicBezTo>
                  <a:cubicBezTo>
                    <a:pt x="193" y="267"/>
                    <a:pt x="196" y="269"/>
                    <a:pt x="198" y="272"/>
                  </a:cubicBezTo>
                  <a:cubicBezTo>
                    <a:pt x="199" y="275"/>
                    <a:pt x="197" y="278"/>
                    <a:pt x="194" y="280"/>
                  </a:cubicBezTo>
                  <a:cubicBezTo>
                    <a:pt x="178" y="285"/>
                    <a:pt x="161" y="288"/>
                    <a:pt x="144" y="28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73" name="Freeform 58">
              <a:extLst>
                <a:ext uri="{FF2B5EF4-FFF2-40B4-BE49-F238E27FC236}">
                  <a16:creationId xmlns:a16="http://schemas.microsoft.com/office/drawing/2014/main" id="{468ADAAF-C6DA-A647-AC52-16E1AB8E8D5B}"/>
                </a:ext>
              </a:extLst>
            </p:cNvPr>
            <p:cNvSpPr>
              <a:spLocks noEditPoints="1"/>
            </p:cNvSpPr>
            <p:nvPr/>
          </p:nvSpPr>
          <p:spPr bwMode="auto">
            <a:xfrm>
              <a:off x="6987" y="813"/>
              <a:ext cx="160" cy="213"/>
            </a:xfrm>
            <a:custGeom>
              <a:avLst/>
              <a:gdLst>
                <a:gd name="T0" fmla="*/ 54 w 108"/>
                <a:gd name="T1" fmla="*/ 144 h 144"/>
                <a:gd name="T2" fmla="*/ 50 w 108"/>
                <a:gd name="T3" fmla="*/ 142 h 144"/>
                <a:gd name="T4" fmla="*/ 0 w 108"/>
                <a:gd name="T5" fmla="*/ 54 h 144"/>
                <a:gd name="T6" fmla="*/ 54 w 108"/>
                <a:gd name="T7" fmla="*/ 0 h 144"/>
                <a:gd name="T8" fmla="*/ 108 w 108"/>
                <a:gd name="T9" fmla="*/ 54 h 144"/>
                <a:gd name="T10" fmla="*/ 59 w 108"/>
                <a:gd name="T11" fmla="*/ 142 h 144"/>
                <a:gd name="T12" fmla="*/ 54 w 108"/>
                <a:gd name="T13" fmla="*/ 144 h 144"/>
                <a:gd name="T14" fmla="*/ 54 w 108"/>
                <a:gd name="T15" fmla="*/ 12 h 144"/>
                <a:gd name="T16" fmla="*/ 12 w 108"/>
                <a:gd name="T17" fmla="*/ 54 h 144"/>
                <a:gd name="T18" fmla="*/ 54 w 108"/>
                <a:gd name="T19" fmla="*/ 129 h 144"/>
                <a:gd name="T20" fmla="*/ 96 w 108"/>
                <a:gd name="T21" fmla="*/ 54 h 144"/>
                <a:gd name="T22" fmla="*/ 54 w 108"/>
                <a:gd name="T23" fmla="*/ 1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 h="144">
                  <a:moveTo>
                    <a:pt x="54" y="144"/>
                  </a:moveTo>
                  <a:cubicBezTo>
                    <a:pt x="53" y="144"/>
                    <a:pt x="51" y="143"/>
                    <a:pt x="50" y="142"/>
                  </a:cubicBezTo>
                  <a:cubicBezTo>
                    <a:pt x="45" y="136"/>
                    <a:pt x="0" y="82"/>
                    <a:pt x="0" y="54"/>
                  </a:cubicBezTo>
                  <a:cubicBezTo>
                    <a:pt x="0" y="24"/>
                    <a:pt x="25" y="0"/>
                    <a:pt x="54" y="0"/>
                  </a:cubicBezTo>
                  <a:cubicBezTo>
                    <a:pt x="84" y="0"/>
                    <a:pt x="108" y="24"/>
                    <a:pt x="108" y="54"/>
                  </a:cubicBezTo>
                  <a:cubicBezTo>
                    <a:pt x="108" y="82"/>
                    <a:pt x="64" y="136"/>
                    <a:pt x="59" y="142"/>
                  </a:cubicBezTo>
                  <a:cubicBezTo>
                    <a:pt x="58" y="143"/>
                    <a:pt x="56" y="144"/>
                    <a:pt x="54" y="144"/>
                  </a:cubicBezTo>
                  <a:close/>
                  <a:moveTo>
                    <a:pt x="54" y="12"/>
                  </a:moveTo>
                  <a:cubicBezTo>
                    <a:pt x="31" y="12"/>
                    <a:pt x="12" y="31"/>
                    <a:pt x="12" y="54"/>
                  </a:cubicBezTo>
                  <a:cubicBezTo>
                    <a:pt x="12" y="72"/>
                    <a:pt x="40" y="110"/>
                    <a:pt x="54" y="129"/>
                  </a:cubicBezTo>
                  <a:cubicBezTo>
                    <a:pt x="69" y="110"/>
                    <a:pt x="96" y="72"/>
                    <a:pt x="96" y="54"/>
                  </a:cubicBezTo>
                  <a:cubicBezTo>
                    <a:pt x="96" y="31"/>
                    <a:pt x="78" y="12"/>
                    <a:pt x="54" y="1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74" name="Freeform 59">
              <a:extLst>
                <a:ext uri="{FF2B5EF4-FFF2-40B4-BE49-F238E27FC236}">
                  <a16:creationId xmlns:a16="http://schemas.microsoft.com/office/drawing/2014/main" id="{1D2D45F1-2BA4-144E-BFD4-CF2AE4D806EF}"/>
                </a:ext>
              </a:extLst>
            </p:cNvPr>
            <p:cNvSpPr>
              <a:spLocks noEditPoints="1"/>
            </p:cNvSpPr>
            <p:nvPr/>
          </p:nvSpPr>
          <p:spPr bwMode="auto">
            <a:xfrm>
              <a:off x="7032" y="857"/>
              <a:ext cx="71"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8" y="0"/>
                    <a:pt x="48" y="11"/>
                    <a:pt x="48" y="24"/>
                  </a:cubicBezTo>
                  <a:cubicBezTo>
                    <a:pt x="48" y="37"/>
                    <a:pt x="38" y="48"/>
                    <a:pt x="24" y="48"/>
                  </a:cubicBezTo>
                  <a:close/>
                  <a:moveTo>
                    <a:pt x="24" y="12"/>
                  </a:moveTo>
                  <a:cubicBezTo>
                    <a:pt x="18" y="12"/>
                    <a:pt x="12" y="18"/>
                    <a:pt x="12" y="24"/>
                  </a:cubicBezTo>
                  <a:cubicBezTo>
                    <a:pt x="12" y="31"/>
                    <a:pt x="18" y="36"/>
                    <a:pt x="24" y="36"/>
                  </a:cubicBezTo>
                  <a:cubicBezTo>
                    <a:pt x="31" y="36"/>
                    <a:pt x="36" y="31"/>
                    <a:pt x="36" y="24"/>
                  </a:cubicBezTo>
                  <a:cubicBezTo>
                    <a:pt x="36" y="18"/>
                    <a:pt x="31" y="12"/>
                    <a:pt x="24" y="1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75" name="Freeform 60">
              <a:extLst>
                <a:ext uri="{FF2B5EF4-FFF2-40B4-BE49-F238E27FC236}">
                  <a16:creationId xmlns:a16="http://schemas.microsoft.com/office/drawing/2014/main" id="{B9008D23-F674-6448-903D-C3B5D32E5D05}"/>
                </a:ext>
              </a:extLst>
            </p:cNvPr>
            <p:cNvSpPr>
              <a:spLocks/>
            </p:cNvSpPr>
            <p:nvPr/>
          </p:nvSpPr>
          <p:spPr bwMode="auto">
            <a:xfrm>
              <a:off x="6792" y="607"/>
              <a:ext cx="213" cy="313"/>
            </a:xfrm>
            <a:custGeom>
              <a:avLst/>
              <a:gdLst>
                <a:gd name="T0" fmla="*/ 66 w 144"/>
                <a:gd name="T1" fmla="*/ 211 h 211"/>
                <a:gd name="T2" fmla="*/ 60 w 144"/>
                <a:gd name="T3" fmla="*/ 205 h 211"/>
                <a:gd name="T4" fmla="*/ 60 w 144"/>
                <a:gd name="T5" fmla="*/ 178 h 211"/>
                <a:gd name="T6" fmla="*/ 3 w 144"/>
                <a:gd name="T7" fmla="*/ 132 h 211"/>
                <a:gd name="T8" fmla="*/ 1 w 144"/>
                <a:gd name="T9" fmla="*/ 124 h 211"/>
                <a:gd name="T10" fmla="*/ 28 w 144"/>
                <a:gd name="T11" fmla="*/ 82 h 211"/>
                <a:gd name="T12" fmla="*/ 33 w 144"/>
                <a:gd name="T13" fmla="*/ 79 h 211"/>
                <a:gd name="T14" fmla="*/ 96 w 144"/>
                <a:gd name="T15" fmla="*/ 79 h 211"/>
                <a:gd name="T16" fmla="*/ 96 w 144"/>
                <a:gd name="T17" fmla="*/ 52 h 211"/>
                <a:gd name="T18" fmla="*/ 81 w 144"/>
                <a:gd name="T19" fmla="*/ 42 h 211"/>
                <a:gd name="T20" fmla="*/ 78 w 144"/>
                <a:gd name="T21" fmla="*/ 37 h 211"/>
                <a:gd name="T22" fmla="*/ 81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8 w 144"/>
                <a:gd name="T35" fmla="*/ 49 h 211"/>
                <a:gd name="T36" fmla="*/ 108 w 144"/>
                <a:gd name="T37" fmla="*/ 85 h 211"/>
                <a:gd name="T38" fmla="*/ 102 w 144"/>
                <a:gd name="T39" fmla="*/ 91 h 211"/>
                <a:gd name="T40" fmla="*/ 37 w 144"/>
                <a:gd name="T41" fmla="*/ 91 h 211"/>
                <a:gd name="T42" fmla="*/ 14 w 144"/>
                <a:gd name="T43" fmla="*/ 126 h 211"/>
                <a:gd name="T44" fmla="*/ 70 w 144"/>
                <a:gd name="T45" fmla="*/ 171 h 211"/>
                <a:gd name="T46" fmla="*/ 72 w 144"/>
                <a:gd name="T47" fmla="*/ 175 h 211"/>
                <a:gd name="T48" fmla="*/ 72 w 144"/>
                <a:gd name="T49" fmla="*/ 205 h 211"/>
                <a:gd name="T50" fmla="*/ 66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6" y="211"/>
                  </a:moveTo>
                  <a:cubicBezTo>
                    <a:pt x="63" y="211"/>
                    <a:pt x="60" y="209"/>
                    <a:pt x="60" y="205"/>
                  </a:cubicBezTo>
                  <a:cubicBezTo>
                    <a:pt x="60" y="178"/>
                    <a:pt x="60" y="178"/>
                    <a:pt x="60" y="178"/>
                  </a:cubicBezTo>
                  <a:cubicBezTo>
                    <a:pt x="3" y="132"/>
                    <a:pt x="3" y="132"/>
                    <a:pt x="3" y="132"/>
                  </a:cubicBezTo>
                  <a:cubicBezTo>
                    <a:pt x="0" y="130"/>
                    <a:pt x="0" y="127"/>
                    <a:pt x="1" y="124"/>
                  </a:cubicBezTo>
                  <a:cubicBezTo>
                    <a:pt x="28" y="82"/>
                    <a:pt x="28" y="82"/>
                    <a:pt x="28" y="82"/>
                  </a:cubicBezTo>
                  <a:cubicBezTo>
                    <a:pt x="30" y="80"/>
                    <a:pt x="31" y="79"/>
                    <a:pt x="33" y="79"/>
                  </a:cubicBezTo>
                  <a:cubicBezTo>
                    <a:pt x="96" y="79"/>
                    <a:pt x="96" y="79"/>
                    <a:pt x="96" y="79"/>
                  </a:cubicBezTo>
                  <a:cubicBezTo>
                    <a:pt x="96" y="52"/>
                    <a:pt x="96" y="52"/>
                    <a:pt x="96" y="52"/>
                  </a:cubicBezTo>
                  <a:cubicBezTo>
                    <a:pt x="81" y="42"/>
                    <a:pt x="81" y="42"/>
                    <a:pt x="81" y="42"/>
                  </a:cubicBezTo>
                  <a:cubicBezTo>
                    <a:pt x="79" y="41"/>
                    <a:pt x="78" y="39"/>
                    <a:pt x="78" y="37"/>
                  </a:cubicBezTo>
                  <a:cubicBezTo>
                    <a:pt x="79" y="35"/>
                    <a:pt x="80" y="33"/>
                    <a:pt x="81" y="32"/>
                  </a:cubicBezTo>
                  <a:cubicBezTo>
                    <a:pt x="134" y="2"/>
                    <a:pt x="134" y="2"/>
                    <a:pt x="134" y="2"/>
                  </a:cubicBezTo>
                  <a:cubicBezTo>
                    <a:pt x="137" y="0"/>
                    <a:pt x="140" y="1"/>
                    <a:pt x="142" y="4"/>
                  </a:cubicBezTo>
                  <a:cubicBezTo>
                    <a:pt x="144" y="7"/>
                    <a:pt x="143" y="11"/>
                    <a:pt x="140" y="12"/>
                  </a:cubicBezTo>
                  <a:cubicBezTo>
                    <a:pt x="96" y="38"/>
                    <a:pt x="96" y="38"/>
                    <a:pt x="96" y="38"/>
                  </a:cubicBezTo>
                  <a:cubicBezTo>
                    <a:pt x="106" y="44"/>
                    <a:pt x="106" y="44"/>
                    <a:pt x="106" y="44"/>
                  </a:cubicBezTo>
                  <a:cubicBezTo>
                    <a:pt x="107" y="45"/>
                    <a:pt x="108" y="47"/>
                    <a:pt x="108" y="49"/>
                  </a:cubicBezTo>
                  <a:cubicBezTo>
                    <a:pt x="108" y="85"/>
                    <a:pt x="108" y="85"/>
                    <a:pt x="108" y="85"/>
                  </a:cubicBezTo>
                  <a:cubicBezTo>
                    <a:pt x="108" y="89"/>
                    <a:pt x="106" y="91"/>
                    <a:pt x="102" y="91"/>
                  </a:cubicBezTo>
                  <a:cubicBezTo>
                    <a:pt x="37" y="91"/>
                    <a:pt x="37" y="91"/>
                    <a:pt x="37" y="91"/>
                  </a:cubicBezTo>
                  <a:cubicBezTo>
                    <a:pt x="14" y="126"/>
                    <a:pt x="14" y="126"/>
                    <a:pt x="14" y="126"/>
                  </a:cubicBezTo>
                  <a:cubicBezTo>
                    <a:pt x="70" y="171"/>
                    <a:pt x="70" y="171"/>
                    <a:pt x="70" y="171"/>
                  </a:cubicBezTo>
                  <a:cubicBezTo>
                    <a:pt x="72" y="172"/>
                    <a:pt x="72" y="173"/>
                    <a:pt x="72" y="175"/>
                  </a:cubicBezTo>
                  <a:cubicBezTo>
                    <a:pt x="72" y="205"/>
                    <a:pt x="72" y="205"/>
                    <a:pt x="72" y="205"/>
                  </a:cubicBezTo>
                  <a:cubicBezTo>
                    <a:pt x="72" y="209"/>
                    <a:pt x="70" y="211"/>
                    <a:pt x="66" y="21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sp>
          <p:nvSpPr>
            <p:cNvPr id="376" name="Freeform 61">
              <a:extLst>
                <a:ext uri="{FF2B5EF4-FFF2-40B4-BE49-F238E27FC236}">
                  <a16:creationId xmlns:a16="http://schemas.microsoft.com/office/drawing/2014/main" id="{81B4FE17-16E8-1D46-A84D-C61DF767FCAD}"/>
                </a:ext>
              </a:extLst>
            </p:cNvPr>
            <p:cNvSpPr>
              <a:spLocks/>
            </p:cNvSpPr>
            <p:nvPr/>
          </p:nvSpPr>
          <p:spPr bwMode="auto">
            <a:xfrm>
              <a:off x="6983" y="665"/>
              <a:ext cx="112" cy="108"/>
            </a:xfrm>
            <a:custGeom>
              <a:avLst/>
              <a:gdLst>
                <a:gd name="T0" fmla="*/ 6 w 76"/>
                <a:gd name="T1" fmla="*/ 73 h 73"/>
                <a:gd name="T2" fmla="*/ 2 w 76"/>
                <a:gd name="T3" fmla="*/ 71 h 73"/>
                <a:gd name="T4" fmla="*/ 2 w 76"/>
                <a:gd name="T5" fmla="*/ 63 h 73"/>
                <a:gd name="T6" fmla="*/ 23 w 76"/>
                <a:gd name="T7" fmla="*/ 42 h 73"/>
                <a:gd name="T8" fmla="*/ 27 w 76"/>
                <a:gd name="T9" fmla="*/ 40 h 73"/>
                <a:gd name="T10" fmla="*/ 45 w 76"/>
                <a:gd name="T11" fmla="*/ 40 h 73"/>
                <a:gd name="T12" fmla="*/ 64 w 76"/>
                <a:gd name="T13" fmla="*/ 4 h 73"/>
                <a:gd name="T14" fmla="*/ 72 w 76"/>
                <a:gd name="T15" fmla="*/ 2 h 73"/>
                <a:gd name="T16" fmla="*/ 75 w 76"/>
                <a:gd name="T17" fmla="*/ 10 h 73"/>
                <a:gd name="T18" fmla="*/ 54 w 76"/>
                <a:gd name="T19" fmla="*/ 49 h 73"/>
                <a:gd name="T20" fmla="*/ 48 w 76"/>
                <a:gd name="T21" fmla="*/ 52 h 73"/>
                <a:gd name="T22" fmla="*/ 30 w 76"/>
                <a:gd name="T23" fmla="*/ 52 h 73"/>
                <a:gd name="T24" fmla="*/ 11 w 76"/>
                <a:gd name="T25" fmla="*/ 71 h 73"/>
                <a:gd name="T26" fmla="*/ 6 w 76"/>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73">
                  <a:moveTo>
                    <a:pt x="6" y="73"/>
                  </a:moveTo>
                  <a:cubicBezTo>
                    <a:pt x="5" y="73"/>
                    <a:pt x="3" y="73"/>
                    <a:pt x="2" y="71"/>
                  </a:cubicBezTo>
                  <a:cubicBezTo>
                    <a:pt x="0" y="69"/>
                    <a:pt x="0" y="65"/>
                    <a:pt x="2" y="63"/>
                  </a:cubicBezTo>
                  <a:cubicBezTo>
                    <a:pt x="23" y="42"/>
                    <a:pt x="23" y="42"/>
                    <a:pt x="23" y="42"/>
                  </a:cubicBezTo>
                  <a:cubicBezTo>
                    <a:pt x="24" y="41"/>
                    <a:pt x="26" y="40"/>
                    <a:pt x="27" y="40"/>
                  </a:cubicBezTo>
                  <a:cubicBezTo>
                    <a:pt x="45" y="40"/>
                    <a:pt x="45" y="40"/>
                    <a:pt x="45" y="40"/>
                  </a:cubicBezTo>
                  <a:cubicBezTo>
                    <a:pt x="64" y="4"/>
                    <a:pt x="64" y="4"/>
                    <a:pt x="64" y="4"/>
                  </a:cubicBezTo>
                  <a:cubicBezTo>
                    <a:pt x="66" y="2"/>
                    <a:pt x="69" y="0"/>
                    <a:pt x="72" y="2"/>
                  </a:cubicBezTo>
                  <a:cubicBezTo>
                    <a:pt x="75" y="4"/>
                    <a:pt x="76" y="7"/>
                    <a:pt x="75" y="10"/>
                  </a:cubicBezTo>
                  <a:cubicBezTo>
                    <a:pt x="54" y="49"/>
                    <a:pt x="54" y="49"/>
                    <a:pt x="54" y="49"/>
                  </a:cubicBezTo>
                  <a:cubicBezTo>
                    <a:pt x="53" y="51"/>
                    <a:pt x="51" y="52"/>
                    <a:pt x="48" y="52"/>
                  </a:cubicBezTo>
                  <a:cubicBezTo>
                    <a:pt x="30" y="52"/>
                    <a:pt x="30" y="52"/>
                    <a:pt x="30" y="52"/>
                  </a:cubicBezTo>
                  <a:cubicBezTo>
                    <a:pt x="11" y="71"/>
                    <a:pt x="11" y="71"/>
                    <a:pt x="11" y="71"/>
                  </a:cubicBezTo>
                  <a:cubicBezTo>
                    <a:pt x="10" y="73"/>
                    <a:pt x="8" y="73"/>
                    <a:pt x="6" y="7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rtl="0"/>
              <a:endParaRPr lang="en-US" dirty="0"/>
            </a:p>
          </p:txBody>
        </p:sp>
      </p:grpSp>
      <p:sp>
        <p:nvSpPr>
          <p:cNvPr id="5" name="TextBox 4">
            <a:extLst>
              <a:ext uri="{FF2B5EF4-FFF2-40B4-BE49-F238E27FC236}">
                <a16:creationId xmlns:a16="http://schemas.microsoft.com/office/drawing/2014/main" id="{F6439B37-7E18-2D43-9C03-BCA23C9C27E0}"/>
              </a:ext>
            </a:extLst>
          </p:cNvPr>
          <p:cNvSpPr txBox="1"/>
          <p:nvPr userDrawn="1"/>
        </p:nvSpPr>
        <p:spPr>
          <a:xfrm>
            <a:off x="4732020" y="2080260"/>
            <a:ext cx="0" cy="0"/>
          </a:xfrm>
          <a:prstGeom prst="rect">
            <a:avLst/>
          </a:prstGeom>
          <a:noFill/>
        </p:spPr>
        <p:txBody>
          <a:bodyPr wrap="none" lIns="0" tIns="0" rIns="0" bIns="0" rtlCol="0">
            <a:noAutofit/>
          </a:bodyPr>
          <a:lstStyle/>
          <a:p>
            <a:pPr algn="l" defTabSz="228600" rtl="0">
              <a:spcAft>
                <a:spcPts val="1200"/>
              </a:spcAft>
            </a:pPr>
            <a:endParaRPr lang="en-US" noProof="0" dirty="0"/>
          </a:p>
        </p:txBody>
      </p:sp>
    </p:spTree>
    <p:extLst>
      <p:ext uri="{BB962C8B-B14F-4D97-AF65-F5344CB8AC3E}">
        <p14:creationId xmlns:p14="http://schemas.microsoft.com/office/powerpoint/2010/main" val="1088905343"/>
      </p:ext>
    </p:extLst>
  </p:cSld>
  <p:clrMapOvr>
    <a:masterClrMapping/>
  </p:clrMapOvr>
  <p:extLst>
    <p:ext uri="{DCECCB84-F9BA-43D5-87BE-67443E8EF086}">
      <p15:sldGuideLst xmlns:p15="http://schemas.microsoft.com/office/powerpoint/2012/main"/>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userDrawn="1">
  <p:cSld name="2_1.d_Greetings + Greater Than L">
    <p:bg>
      <p:bgPr>
        <a:solidFill>
          <a:schemeClr val="accent2"/>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7DA4AE5-6640-8675-E8DF-6908FAFC157C}"/>
              </a:ext>
            </a:extLst>
          </p:cNvPr>
          <p:cNvGraphicFramePr>
            <a:graphicFrameLocks noChangeAspect="1"/>
          </p:cNvGraphicFramePr>
          <p:nvPr userDrawn="1">
            <p:custDataLst>
              <p:tags r:id="rId1"/>
            </p:custDataLst>
            <p:extLst>
              <p:ext uri="{D42A27DB-BD31-4B8C-83A1-F6EECF244321}">
                <p14:modId xmlns:p14="http://schemas.microsoft.com/office/powerpoint/2010/main" val="21008408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77DA4AE5-6640-8675-E8DF-6908FAFC15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6CEACBCD-EEA7-9E4C-AB9C-A5B7B9C4F53E}"/>
              </a:ext>
            </a:extLst>
          </p:cNvPr>
          <p:cNvPicPr>
            <a:picLocks noChangeAspect="1"/>
          </p:cNvPicPr>
          <p:nvPr userDrawn="1"/>
        </p:nvPicPr>
        <p:blipFill rotWithShape="1">
          <a:blip r:embed="rId5"/>
          <a:srcRect l="43477" t="2429" b="25355"/>
          <a:stretch/>
        </p:blipFill>
        <p:spPr>
          <a:xfrm rot="16200000">
            <a:off x="2664226" y="-2664226"/>
            <a:ext cx="6863549" cy="12192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229233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11430001" cy="2221454"/>
          </a:xfrm>
        </p:spPr>
        <p:txBody>
          <a:bodyPr vert="horz" anchor="ctr"/>
          <a:lstStyle>
            <a:lvl1pPr algn="ctr" rtl="0">
              <a:defRPr sz="6600" b="1" i="0">
                <a:solidFill>
                  <a:schemeClr val="tx1"/>
                </a:solidFill>
                <a:latin typeface="Graphik Semibold" panose="020B0503030202060203" pitchFamily="34" charset="77"/>
              </a:defRPr>
            </a:lvl1pPr>
          </a:lstStyle>
          <a:p>
            <a:r>
              <a:rPr lang="en-US"/>
              <a:t>Thank you</a:t>
            </a:r>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rtl="0">
              <a:spcAft>
                <a:spcPts val="1200"/>
              </a:spcAft>
            </a:pPr>
            <a:endParaRPr lang="en-US" noProof="0"/>
          </a:p>
        </p:txBody>
      </p:sp>
      <p:pic>
        <p:nvPicPr>
          <p:cNvPr id="8" name="Graphic 5">
            <a:extLst>
              <a:ext uri="{FF2B5EF4-FFF2-40B4-BE49-F238E27FC236}">
                <a16:creationId xmlns:a16="http://schemas.microsoft.com/office/drawing/2014/main" id="{8A434902-2B67-1A41-BC66-D714D1382D0A}"/>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p:blipFill>
        <p:spPr>
          <a:xfrm>
            <a:off x="5480357" y="4809173"/>
            <a:ext cx="1231286" cy="325437"/>
          </a:xfrm>
          <a:prstGeom prst="rect">
            <a:avLst/>
          </a:prstGeom>
        </p:spPr>
      </p:pic>
      <p:pic>
        <p:nvPicPr>
          <p:cNvPr id="12" name="Picture 11">
            <a:extLst>
              <a:ext uri="{FF2B5EF4-FFF2-40B4-BE49-F238E27FC236}">
                <a16:creationId xmlns:a16="http://schemas.microsoft.com/office/drawing/2014/main" id="{A7E5774E-B2C1-4792-91D6-2C68659BB2E0}"/>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4036603325"/>
      </p:ext>
    </p:extLst>
  </p:cSld>
  <p:clrMapOvr>
    <a:overrideClrMapping bg1="dk1" tx1="lt1" bg2="dk2" tx2="lt2" accent1="accent1" accent2="accent2" accent3="accent3" accent4="accent4" accent5="accent5" accent6="accent6" hlink="hlink" folHlink="folHlink"/>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userDrawn="1">
  <p:cSld name="6_Large title only">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1A523B63-A97C-AE89-D3D8-C9BEE1088204}"/>
              </a:ext>
            </a:extLst>
          </p:cNvPr>
          <p:cNvGraphicFramePr>
            <a:graphicFrameLocks noChangeAspect="1"/>
          </p:cNvGraphicFramePr>
          <p:nvPr userDrawn="1">
            <p:custDataLst>
              <p:tags r:id="rId1"/>
            </p:custDataLst>
            <p:extLst>
              <p:ext uri="{D42A27DB-BD31-4B8C-83A1-F6EECF244321}">
                <p14:modId xmlns:p14="http://schemas.microsoft.com/office/powerpoint/2010/main" val="35825173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2" name="think-cell data - do not delete" hidden="1">
                        <a:extLst>
                          <a:ext uri="{FF2B5EF4-FFF2-40B4-BE49-F238E27FC236}">
                            <a16:creationId xmlns:a16="http://schemas.microsoft.com/office/drawing/2014/main" id="{1A523B63-A97C-AE89-D3D8-C9BEE108820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234">
            <a:extLst>
              <a:ext uri="{FF2B5EF4-FFF2-40B4-BE49-F238E27FC236}">
                <a16:creationId xmlns:a16="http://schemas.microsoft.com/office/drawing/2014/main" id="{D56436F7-AA2D-4536-A7FB-A1ED877D8B9A}"/>
              </a:ext>
            </a:extLst>
          </p:cNvPr>
          <p:cNvSpPr>
            <a:spLocks noGrp="1"/>
          </p:cNvSpPr>
          <p:nvPr>
            <p:ph type="body" sz="quarter" idx="17" hasCustomPrompt="1"/>
          </p:nvPr>
        </p:nvSpPr>
        <p:spPr>
          <a:xfrm>
            <a:off x="442912" y="628921"/>
            <a:ext cx="11306175" cy="861774"/>
          </a:xfrm>
          <a:prstGeom prst="rect">
            <a:avLst/>
          </a:prstGeom>
        </p:spPr>
        <p:txBody>
          <a:bodyPr wrap="square" lIns="0" tIns="0" rIns="0" bIns="0">
            <a:spAutoFit/>
          </a:bodyPr>
          <a:lstStyle>
            <a:lvl1pPr rtl="0">
              <a:lnSpc>
                <a:spcPct val="100000"/>
              </a:lnSpc>
              <a:defRPr sz="2800" b="0">
                <a:solidFill>
                  <a:schemeClr val="accent6"/>
                </a:solidFill>
                <a:latin typeface="Graphik Semibold" panose="020B0703030202060203" pitchFamily="34" charset="0"/>
              </a:defRPr>
            </a:lvl1pPr>
          </a:lstStyle>
          <a:p>
            <a:pPr lvl="0"/>
            <a:r>
              <a:rPr lang="en-US" dirty="0"/>
              <a:t>Title goes here </a:t>
            </a:r>
            <a:br>
              <a:rPr lang="en-US" dirty="0"/>
            </a:br>
            <a:r>
              <a:rPr lang="en-US" dirty="0"/>
              <a:t>in few lines</a:t>
            </a:r>
          </a:p>
        </p:txBody>
      </p:sp>
    </p:spTree>
    <p:extLst>
      <p:ext uri="{BB962C8B-B14F-4D97-AF65-F5344CB8AC3E}">
        <p14:creationId xmlns:p14="http://schemas.microsoft.com/office/powerpoint/2010/main" val="4219046324"/>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userDrawn="1">
  <p:cSld name="Content slide headline only">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054C6F1-228B-B08F-0431-1A8AF30EBF5E}"/>
              </a:ext>
            </a:extLst>
          </p:cNvPr>
          <p:cNvGraphicFramePr>
            <a:graphicFrameLocks noChangeAspect="1"/>
          </p:cNvGraphicFramePr>
          <p:nvPr userDrawn="1">
            <p:custDataLst>
              <p:tags r:id="rId1"/>
            </p:custDataLst>
            <p:extLst>
              <p:ext uri="{D42A27DB-BD31-4B8C-83A1-F6EECF244321}">
                <p14:modId xmlns:p14="http://schemas.microsoft.com/office/powerpoint/2010/main" val="2866234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F054C6F1-228B-B08F-0431-1A8AF30EBF5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Slide Number">
            <a:extLst>
              <a:ext uri="{FF2B5EF4-FFF2-40B4-BE49-F238E27FC236}">
                <a16:creationId xmlns:a16="http://schemas.microsoft.com/office/drawing/2014/main" id="{D542CA60-04BC-4D72-9857-995F390C55A3}"/>
              </a:ext>
            </a:extLst>
          </p:cNvPr>
          <p:cNvSpPr>
            <a:spLocks noGrp="1"/>
          </p:cNvSpPr>
          <p:nvPr>
            <p:ph type="sldNum" sz="quarter" idx="2"/>
          </p:nvPr>
        </p:nvSpPr>
        <p:spPr>
          <a:xfrm>
            <a:off x="11562151" y="6443759"/>
            <a:ext cx="247262" cy="132523"/>
          </a:xfrm>
          <a:prstGeom prst="rect">
            <a:avLst/>
          </a:prstGeom>
        </p:spPr>
        <p:txBody>
          <a:bodyPr/>
          <a:lstStyle>
            <a:lvl1pPr rtl="0">
              <a:defRPr>
                <a:latin typeface="+mn-lt"/>
              </a:defRPr>
            </a:lvl1pPr>
          </a:lstStyle>
          <a:p>
            <a:fld id="{86CB4B4D-7CA3-9044-876B-883B54F8677D}" type="slidenum">
              <a:rPr lang="en-US" smtClean="0"/>
              <a:pPr/>
              <a:t>‹#›</a:t>
            </a:fld>
            <a:endParaRPr lang="en-US" dirty="0"/>
          </a:p>
        </p:txBody>
      </p:sp>
      <p:sp>
        <p:nvSpPr>
          <p:cNvPr id="7" name="Footer Placeholder 2">
            <a:extLst>
              <a:ext uri="{FF2B5EF4-FFF2-40B4-BE49-F238E27FC236}">
                <a16:creationId xmlns:a16="http://schemas.microsoft.com/office/drawing/2014/main" id="{B61A1DA7-4CD6-4E03-9262-B4C2A97A43C5}"/>
              </a:ext>
            </a:extLst>
          </p:cNvPr>
          <p:cNvSpPr>
            <a:spLocks noGrp="1"/>
          </p:cNvSpPr>
          <p:nvPr>
            <p:ph type="ftr" sz="quarter" idx="3"/>
          </p:nvPr>
        </p:nvSpPr>
        <p:spPr>
          <a:xfrm>
            <a:off x="8373353" y="6443759"/>
            <a:ext cx="3175200" cy="132523"/>
          </a:xfrm>
          <a:prstGeom prst="rect">
            <a:avLst/>
          </a:prstGeom>
        </p:spPr>
        <p:txBody>
          <a:bodyPr lIns="0" tIns="0" rIns="0" bIns="0"/>
          <a:lstStyle>
            <a:lvl1pPr algn="r" rtl="0">
              <a:defRPr sz="800">
                <a:solidFill>
                  <a:schemeClr val="tx1">
                    <a:alpha val="40000"/>
                  </a:schemeClr>
                </a:solidFill>
                <a:latin typeface="+mn-lt"/>
              </a:defRPr>
            </a:lvl1pPr>
          </a:lstStyle>
          <a:p>
            <a:r>
              <a:rPr lang="en-US"/>
              <a:t>Copyright © 2023 Accenture. All rights reserved.</a:t>
            </a:r>
            <a:endParaRPr lang="en-US" dirty="0"/>
          </a:p>
        </p:txBody>
      </p:sp>
      <p:sp>
        <p:nvSpPr>
          <p:cNvPr id="2" name="Text Placeholder 13">
            <a:extLst>
              <a:ext uri="{FF2B5EF4-FFF2-40B4-BE49-F238E27FC236}">
                <a16:creationId xmlns:a16="http://schemas.microsoft.com/office/drawing/2014/main" id="{CCD744FC-FE69-6224-AA47-F11B56601159}"/>
              </a:ext>
            </a:extLst>
          </p:cNvPr>
          <p:cNvSpPr>
            <a:spLocks noGrp="1"/>
          </p:cNvSpPr>
          <p:nvPr>
            <p:ph type="body" sz="quarter" idx="13" hasCustomPrompt="1"/>
          </p:nvPr>
        </p:nvSpPr>
        <p:spPr>
          <a:xfrm>
            <a:off x="621198" y="410565"/>
            <a:ext cx="10931868" cy="547703"/>
          </a:xfrm>
          <a:prstGeom prst="rect">
            <a:avLst/>
          </a:prstGeom>
        </p:spPr>
        <p:txBody>
          <a:bodyPr lIns="0" tIns="0" rIns="0" bIns="0" anchor="t"/>
          <a:lstStyle>
            <a:lvl1pPr rtl="0">
              <a:defRPr sz="3998"/>
            </a:lvl1pPr>
          </a:lstStyle>
          <a:p>
            <a:pPr lvl="0"/>
            <a:r>
              <a:rPr lang="en-US"/>
              <a:t>Headline here</a:t>
            </a:r>
            <a:endParaRPr lang="en-US" dirty="0"/>
          </a:p>
        </p:txBody>
      </p:sp>
      <p:sp>
        <p:nvSpPr>
          <p:cNvPr id="3" name="Text Placeholder 8">
            <a:extLst>
              <a:ext uri="{FF2B5EF4-FFF2-40B4-BE49-F238E27FC236}">
                <a16:creationId xmlns:a16="http://schemas.microsoft.com/office/drawing/2014/main" id="{45BBA6DF-FE03-F671-14B1-C589B1A10B05}"/>
              </a:ext>
            </a:extLst>
          </p:cNvPr>
          <p:cNvSpPr>
            <a:spLocks noGrp="1"/>
          </p:cNvSpPr>
          <p:nvPr>
            <p:ph type="body" sz="quarter" idx="14" hasCustomPrompt="1"/>
          </p:nvPr>
        </p:nvSpPr>
        <p:spPr>
          <a:xfrm>
            <a:off x="621198" y="1035703"/>
            <a:ext cx="10936028" cy="612491"/>
          </a:xfrm>
          <a:prstGeom prst="rect">
            <a:avLst/>
          </a:prstGeom>
        </p:spPr>
        <p:txBody>
          <a:bodyPr lIns="0" tIns="0" rIns="216000" bIns="0"/>
          <a:lstStyle>
            <a:lvl1pPr rtl="0">
              <a:lnSpc>
                <a:spcPct val="120000"/>
              </a:lnSpc>
              <a:spcAft>
                <a:spcPts val="1800"/>
              </a:spcAft>
              <a:defRPr lang="en-US" sz="1999" kern="0" spc="0" dirty="0" smtClean="0">
                <a:solidFill>
                  <a:srgbClr val="000000"/>
                </a:solidFill>
                <a:latin typeface="+mn-lt"/>
                <a:ea typeface="+mn-ea"/>
                <a:cs typeface="+mn-cs"/>
              </a:defRPr>
            </a:lvl1pPr>
            <a:lvl2pPr>
              <a:lnSpc>
                <a:spcPct val="150000"/>
              </a:lnSpc>
              <a:defRPr lang="en-US" sz="1400" kern="0" spc="0" dirty="0" smtClean="0">
                <a:solidFill>
                  <a:srgbClr val="000000"/>
                </a:solidFill>
                <a:latin typeface="Graphik"/>
                <a:ea typeface="+mn-ea"/>
                <a:cs typeface="+mn-cs"/>
              </a:defRPr>
            </a:lvl2pPr>
            <a:lvl3pPr>
              <a:lnSpc>
                <a:spcPct val="150000"/>
              </a:lnSpc>
              <a:defRPr sz="1400" spc="0"/>
            </a:lvl3pPr>
            <a:lvl4pPr>
              <a:lnSpc>
                <a:spcPct val="150000"/>
              </a:lnSpc>
              <a:defRPr sz="1400" spc="0"/>
            </a:lvl4pPr>
            <a:lvl5pPr>
              <a:lnSpc>
                <a:spcPct val="150000"/>
              </a:lnSpc>
              <a:defRPr sz="1100" spc="0"/>
            </a:lvl5pPr>
          </a:lstStyle>
          <a:p>
            <a:pPr lvl="0"/>
            <a:r>
              <a:rPr lang="en-US" dirty="0"/>
              <a:t>Subline here</a:t>
            </a:r>
          </a:p>
        </p:txBody>
      </p:sp>
    </p:spTree>
    <p:extLst>
      <p:ext uri="{BB962C8B-B14F-4D97-AF65-F5344CB8AC3E}">
        <p14:creationId xmlns:p14="http://schemas.microsoft.com/office/powerpoint/2010/main" val="143340178"/>
      </p:ext>
    </p:extLst>
  </p:cSld>
  <p:clrMapOvr>
    <a:masterClrMapping/>
  </p:clrMapOvr>
  <p:extLst>
    <p:ext uri="{DCECCB84-F9BA-43D5-87BE-67443E8EF086}">
      <p15:sldGuideLst xmlns:p15="http://schemas.microsoft.com/office/powerpoint/2012/main"/>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userDrawn="1">
  <p:cSld name="Headline + side bar_V3">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E30AAD-EE6D-5843-17B4-F034252067E4}"/>
              </a:ext>
            </a:extLst>
          </p:cNvPr>
          <p:cNvGraphicFramePr>
            <a:graphicFrameLocks noChangeAspect="1"/>
          </p:cNvGraphicFramePr>
          <p:nvPr userDrawn="1">
            <p:custDataLst>
              <p:tags r:id="rId1"/>
            </p:custDataLst>
            <p:extLst>
              <p:ext uri="{D42A27DB-BD31-4B8C-83A1-F6EECF244321}">
                <p14:modId xmlns:p14="http://schemas.microsoft.com/office/powerpoint/2010/main" val="15822103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think-cell data - do not delete" hidden="1">
                        <a:extLst>
                          <a:ext uri="{FF2B5EF4-FFF2-40B4-BE49-F238E27FC236}">
                            <a16:creationId xmlns:a16="http://schemas.microsoft.com/office/drawing/2014/main" id="{04E30AAD-EE6D-5843-17B4-F034252067E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8EB0D8BF-968C-1B97-0ACC-486ACB60E02E}"/>
              </a:ext>
            </a:extLst>
          </p:cNvPr>
          <p:cNvSpPr/>
          <p:nvPr userDrawn="1"/>
        </p:nvSpPr>
        <p:spPr>
          <a:xfrm>
            <a:off x="1" y="0"/>
            <a:ext cx="152460" cy="6858000"/>
          </a:xfrm>
          <a:prstGeom prst="rect">
            <a:avLst/>
          </a:prstGeom>
          <a:gradFill>
            <a:gsLst>
              <a:gs pos="59000">
                <a:srgbClr val="F343AE"/>
              </a:gs>
              <a:gs pos="100000">
                <a:srgbClr val="FFC000"/>
              </a:gs>
              <a:gs pos="13000">
                <a:schemeClr val="accent1"/>
              </a:gs>
            </a:gsLst>
            <a:lin ang="10200000" scaled="0"/>
          </a:gradFill>
          <a:ln w="44450" cap="rnd">
            <a:noFill/>
            <a:round/>
          </a:ln>
        </p:spPr>
        <p:style>
          <a:lnRef idx="1">
            <a:schemeClr val="accent1"/>
          </a:lnRef>
          <a:fillRef idx="0">
            <a:schemeClr val="accent1"/>
          </a:fillRef>
          <a:effectRef idx="0">
            <a:schemeClr val="accent1"/>
          </a:effectRef>
          <a:fontRef idx="minor">
            <a:schemeClr val="tx1"/>
          </a:fontRef>
        </p:style>
        <p:txBody>
          <a:bodyPr tIns="91419" bIns="91419" rtlCol="0" anchor="ctr"/>
          <a:lstStyle/>
          <a:p>
            <a:pPr algn="ctr" rtl="0"/>
            <a:endParaRPr lang="en-US" sz="1800" dirty="0"/>
          </a:p>
        </p:txBody>
      </p:sp>
      <p:sp>
        <p:nvSpPr>
          <p:cNvPr id="2" name="Text Placeholder 13">
            <a:extLst>
              <a:ext uri="{FF2B5EF4-FFF2-40B4-BE49-F238E27FC236}">
                <a16:creationId xmlns:a16="http://schemas.microsoft.com/office/drawing/2014/main" id="{FE43B63E-CBC2-A577-868D-20ADB01E5897}"/>
              </a:ext>
            </a:extLst>
          </p:cNvPr>
          <p:cNvSpPr>
            <a:spLocks noGrp="1"/>
          </p:cNvSpPr>
          <p:nvPr>
            <p:ph type="body" sz="quarter" idx="13" hasCustomPrompt="1"/>
          </p:nvPr>
        </p:nvSpPr>
        <p:spPr>
          <a:xfrm>
            <a:off x="620956" y="620571"/>
            <a:ext cx="9076108" cy="828483"/>
          </a:xfrm>
          <a:prstGeom prst="rect">
            <a:avLst/>
          </a:prstGeom>
        </p:spPr>
        <p:txBody>
          <a:bodyPr lIns="0" tIns="0" rIns="0" bIns="0" anchor="t"/>
          <a:lstStyle>
            <a:lvl1pPr rtl="0">
              <a:defRPr sz="3999"/>
            </a:lvl1pPr>
            <a:lvl2pPr rtl="0">
              <a:defRPr/>
            </a:lvl2pPr>
          </a:lstStyle>
          <a:p>
            <a:pPr lvl="0"/>
            <a:r>
              <a:rPr lang="en-US"/>
              <a:t>Headline here</a:t>
            </a:r>
          </a:p>
          <a:p>
            <a:pPr lvl="1"/>
            <a:r>
              <a:rPr lang="en-US"/>
              <a:t>Subline here</a:t>
            </a:r>
            <a:endParaRPr lang="en-US" dirty="0"/>
          </a:p>
        </p:txBody>
      </p:sp>
    </p:spTree>
    <p:extLst>
      <p:ext uri="{BB962C8B-B14F-4D97-AF65-F5344CB8AC3E}">
        <p14:creationId xmlns:p14="http://schemas.microsoft.com/office/powerpoint/2010/main" val="602771766"/>
      </p:ext>
    </p:extLst>
  </p:cSld>
  <p:clrMapOvr>
    <a:masterClrMapping/>
  </p:clrMapOvr>
  <p:extLst>
    <p:ext uri="{DCECCB84-F9BA-43D5-87BE-67443E8EF086}">
      <p15:sldGuideLst xmlns:p15="http://schemas.microsoft.com/office/powerpoint/2012/main"/>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preserve="1" userDrawn="1">
  <p:cSld name="3_3.a Cover Image - Left-aligned, Logo, image">
    <p:bg>
      <p:bgPr>
        <a:solidFill>
          <a:schemeClr val="accent3"/>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4E14167-8B76-1BE5-3EB1-685698D5453B}"/>
              </a:ext>
            </a:extLst>
          </p:cNvPr>
          <p:cNvGraphicFramePr>
            <a:graphicFrameLocks noChangeAspect="1"/>
          </p:cNvGraphicFramePr>
          <p:nvPr userDrawn="1">
            <p:custDataLst>
              <p:tags r:id="rId1"/>
            </p:custDataLst>
            <p:extLst>
              <p:ext uri="{D42A27DB-BD31-4B8C-83A1-F6EECF244321}">
                <p14:modId xmlns:p14="http://schemas.microsoft.com/office/powerpoint/2010/main" val="3885456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think-cell data - do not delete" hidden="1">
                        <a:extLst>
                          <a:ext uri="{FF2B5EF4-FFF2-40B4-BE49-F238E27FC236}">
                            <a16:creationId xmlns:a16="http://schemas.microsoft.com/office/drawing/2014/main" id="{A4E14167-8B76-1BE5-3EB1-685698D5453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3" name="Picture 12" descr="A person smelling a flower&#10;&#10;Description automatically generated">
            <a:extLst>
              <a:ext uri="{FF2B5EF4-FFF2-40B4-BE49-F238E27FC236}">
                <a16:creationId xmlns:a16="http://schemas.microsoft.com/office/drawing/2014/main" id="{0CBFC399-4E34-4C69-8E9D-E735FCAE89A1}"/>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flipH="1">
            <a:off x="0" y="4320"/>
            <a:ext cx="12192000" cy="6858000"/>
          </a:xfrm>
          <a:prstGeom prst="rect">
            <a:avLst/>
          </a:prstGeom>
        </p:spPr>
      </p:pic>
      <p:sp>
        <p:nvSpPr>
          <p:cNvPr id="14" name="Rectangle 13">
            <a:extLst>
              <a:ext uri="{FF2B5EF4-FFF2-40B4-BE49-F238E27FC236}">
                <a16:creationId xmlns:a16="http://schemas.microsoft.com/office/drawing/2014/main" id="{A19527F9-733E-41FC-B222-D2614B1DFA63}"/>
              </a:ext>
            </a:extLst>
          </p:cNvPr>
          <p:cNvSpPr/>
          <p:nvPr userDrawn="1"/>
        </p:nvSpPr>
        <p:spPr>
          <a:xfrm>
            <a:off x="0" y="0"/>
            <a:ext cx="8144540" cy="6858000"/>
          </a:xfrm>
          <a:prstGeom prst="rect">
            <a:avLst/>
          </a:prstGeom>
          <a:gradFill flip="none" rotWithShape="1">
            <a:gsLst>
              <a:gs pos="0">
                <a:schemeClr val="bg1">
                  <a:alpha val="80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0" name="Title 1">
            <a:extLst>
              <a:ext uri="{FF2B5EF4-FFF2-40B4-BE49-F238E27FC236}">
                <a16:creationId xmlns:a16="http://schemas.microsoft.com/office/drawing/2014/main" id="{A42152A1-14C1-4148-997A-5E1AFC97B6FA}"/>
              </a:ext>
            </a:extLst>
          </p:cNvPr>
          <p:cNvSpPr>
            <a:spLocks noGrp="1"/>
          </p:cNvSpPr>
          <p:nvPr>
            <p:ph type="ctrTitle" hasCustomPrompt="1"/>
          </p:nvPr>
        </p:nvSpPr>
        <p:spPr>
          <a:xfrm>
            <a:off x="381001" y="1139544"/>
            <a:ext cx="5796512" cy="2476499"/>
          </a:xfrm>
        </p:spPr>
        <p:txBody>
          <a:bodyPr vert="horz" anchor="b"/>
          <a:lstStyle>
            <a:lvl1pPr algn="l" rtl="0">
              <a:lnSpc>
                <a:spcPct val="90000"/>
              </a:lnSpc>
              <a:defRPr sz="4800">
                <a:solidFill>
                  <a:schemeClr val="tx1"/>
                </a:solidFill>
              </a:defRPr>
            </a:lvl1pPr>
          </a:lstStyle>
          <a:p>
            <a:r>
              <a:rPr lang="en-US" dirty="0"/>
              <a:t>Place presentation title here 48pt</a:t>
            </a:r>
          </a:p>
        </p:txBody>
      </p:sp>
      <p:sp>
        <p:nvSpPr>
          <p:cNvPr id="12" name="Date Placeholder 10">
            <a:extLst>
              <a:ext uri="{FF2B5EF4-FFF2-40B4-BE49-F238E27FC236}">
                <a16:creationId xmlns:a16="http://schemas.microsoft.com/office/drawing/2014/main" id="{0EE3D888-7260-4448-89CB-0DD9DA94D80C}"/>
              </a:ext>
            </a:extLst>
          </p:cNvPr>
          <p:cNvSpPr>
            <a:spLocks noGrp="1"/>
          </p:cNvSpPr>
          <p:nvPr>
            <p:ph type="dt" sz="half" idx="2"/>
          </p:nvPr>
        </p:nvSpPr>
        <p:spPr>
          <a:xfrm>
            <a:off x="381001" y="4949211"/>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pPr/>
              <a:t>Thursday, August 27, 2026</a:t>
            </a:fld>
            <a:endParaRPr lang="en-US" dirty="0"/>
          </a:p>
        </p:txBody>
      </p:sp>
      <p:sp>
        <p:nvSpPr>
          <p:cNvPr id="15" name="Text Placeholder 16">
            <a:extLst>
              <a:ext uri="{FF2B5EF4-FFF2-40B4-BE49-F238E27FC236}">
                <a16:creationId xmlns:a16="http://schemas.microsoft.com/office/drawing/2014/main" id="{5940F489-2069-4D1A-8A73-1CF50F04F639}"/>
              </a:ext>
            </a:extLst>
          </p:cNvPr>
          <p:cNvSpPr>
            <a:spLocks noGrp="1"/>
          </p:cNvSpPr>
          <p:nvPr>
            <p:ph type="body" sz="quarter" idx="12" hasCustomPrompt="1"/>
          </p:nvPr>
        </p:nvSpPr>
        <p:spPr>
          <a:xfrm>
            <a:off x="381001" y="5194488"/>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17" name="Subtitle 2">
            <a:extLst>
              <a:ext uri="{FF2B5EF4-FFF2-40B4-BE49-F238E27FC236}">
                <a16:creationId xmlns:a16="http://schemas.microsoft.com/office/drawing/2014/main" id="{F07F062E-EB0A-4BF3-AD8A-861249E75C63}"/>
              </a:ext>
            </a:extLst>
          </p:cNvPr>
          <p:cNvSpPr>
            <a:spLocks noGrp="1"/>
          </p:cNvSpPr>
          <p:nvPr>
            <p:ph type="subTitle" idx="1" hasCustomPrompt="1"/>
          </p:nvPr>
        </p:nvSpPr>
        <p:spPr>
          <a:xfrm>
            <a:off x="381001" y="3856366"/>
            <a:ext cx="4229099" cy="1092845"/>
          </a:xfrm>
        </p:spPr>
        <p:txBody>
          <a:bodyPr/>
          <a:lstStyle>
            <a:lvl1pPr marL="0" indent="0" algn="l" rtl="0">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grpSp>
        <p:nvGrpSpPr>
          <p:cNvPr id="16" name="Group 15">
            <a:extLst>
              <a:ext uri="{FF2B5EF4-FFF2-40B4-BE49-F238E27FC236}">
                <a16:creationId xmlns:a16="http://schemas.microsoft.com/office/drawing/2014/main" id="{CCF32982-E421-493C-8505-E355E60399FE}"/>
              </a:ext>
            </a:extLst>
          </p:cNvPr>
          <p:cNvGrpSpPr/>
          <p:nvPr userDrawn="1"/>
        </p:nvGrpSpPr>
        <p:grpSpPr>
          <a:xfrm>
            <a:off x="381002" y="481263"/>
            <a:ext cx="2910258" cy="465221"/>
            <a:chOff x="381002" y="481263"/>
            <a:chExt cx="2910258" cy="465221"/>
          </a:xfrm>
        </p:grpSpPr>
        <p:pic>
          <p:nvPicPr>
            <p:cNvPr id="18" name="Graphic 5">
              <a:extLst>
                <a:ext uri="{FF2B5EF4-FFF2-40B4-BE49-F238E27FC236}">
                  <a16:creationId xmlns:a16="http://schemas.microsoft.com/office/drawing/2014/main" id="{DD977F31-AF8B-4B1B-8CF7-9FD5A1421035}"/>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002" y="557213"/>
              <a:ext cx="1231286" cy="325437"/>
            </a:xfrm>
            <a:prstGeom prst="rect">
              <a:avLst/>
            </a:prstGeom>
          </p:spPr>
        </p:pic>
        <p:pic>
          <p:nvPicPr>
            <p:cNvPr id="19" name="Picture 18" descr="A picture containing text, clipart&#10;&#10;Description automatically generated">
              <a:extLst>
                <a:ext uri="{FF2B5EF4-FFF2-40B4-BE49-F238E27FC236}">
                  <a16:creationId xmlns:a16="http://schemas.microsoft.com/office/drawing/2014/main" id="{7F22E43D-D51A-4E40-A135-44384914C562}"/>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2078685" y="695131"/>
              <a:ext cx="1212575" cy="232914"/>
            </a:xfrm>
            <a:prstGeom prst="rect">
              <a:avLst/>
            </a:prstGeom>
          </p:spPr>
        </p:pic>
        <p:cxnSp>
          <p:nvCxnSpPr>
            <p:cNvPr id="20" name="Straight Connector 19">
              <a:extLst>
                <a:ext uri="{FF2B5EF4-FFF2-40B4-BE49-F238E27FC236}">
                  <a16:creationId xmlns:a16="http://schemas.microsoft.com/office/drawing/2014/main" id="{01E49097-647A-4B59-8756-86C6E9F4376B}"/>
                </a:ext>
              </a:extLst>
            </p:cNvPr>
            <p:cNvCxnSpPr/>
            <p:nvPr userDrawn="1"/>
          </p:nvCxnSpPr>
          <p:spPr>
            <a:xfrm>
              <a:off x="1843369" y="481263"/>
              <a:ext cx="0" cy="46522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Text Placeholder 7">
            <a:extLst>
              <a:ext uri="{FF2B5EF4-FFF2-40B4-BE49-F238E27FC236}">
                <a16:creationId xmlns:a16="http://schemas.microsoft.com/office/drawing/2014/main" id="{E9620B0D-D8F4-42F3-BF37-9F2E1FEE087D}"/>
              </a:ext>
            </a:extLst>
          </p:cNvPr>
          <p:cNvSpPr txBox="1">
            <a:spLocks/>
          </p:cNvSpPr>
          <p:nvPr userDrawn="1"/>
        </p:nvSpPr>
        <p:spPr>
          <a:xfrm>
            <a:off x="9282223" y="6315616"/>
            <a:ext cx="2454341" cy="276999"/>
          </a:xfrm>
          <a:prstGeom prst="rect">
            <a:avLst/>
          </a:prstGeom>
        </p:spPr>
        <p:txBody>
          <a:bodyPr vert="horz" wrap="square" lIns="0" tIns="0" rIns="0" bIns="0" rtlCol="0" anchor="t">
            <a:spAutoFit/>
          </a:bodyPr>
          <a:lstStyle>
            <a:lvl1pPr marL="0" indent="0" algn="r" defTabSz="609493" rtl="0" eaLnBrk="1" latinLnBrk="0" hangingPunct="1">
              <a:spcBef>
                <a:spcPct val="20000"/>
              </a:spcBef>
              <a:buFont typeface="Arial"/>
              <a:buNone/>
              <a:defRPr sz="1800" b="1" i="0" kern="1200">
                <a:solidFill>
                  <a:srgbClr val="FFFFFF"/>
                </a:solidFill>
                <a:effectLst>
                  <a:outerShdw blurRad="88900" sx="103000" sy="103000" algn="ctr" rotWithShape="0">
                    <a:prstClr val="black">
                      <a:alpha val="50000"/>
                    </a:prstClr>
                  </a:outerShdw>
                </a:effectLst>
                <a:latin typeface="Graphik Semibold" panose="020B0503030202060203" pitchFamily="34" charset="77"/>
                <a:ea typeface="+mn-ea"/>
                <a:cs typeface="+mn-cs"/>
              </a:defRPr>
            </a:lvl1pPr>
            <a:lvl2pPr marL="990427" indent="-380933"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2pPr>
            <a:lvl3pPr marL="1523733"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3pPr>
            <a:lvl4pPr marL="2133227"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4pPr>
            <a:lvl5pPr marL="2742720" indent="-304747" algn="l" defTabSz="609493" rtl="0" eaLnBrk="1" latinLnBrk="0" hangingPunct="1">
              <a:spcBef>
                <a:spcPct val="20000"/>
              </a:spcBef>
              <a:buFont typeface="Arial"/>
              <a:buChar char="»"/>
              <a:defRPr sz="1600" b="0" i="0" kern="1200">
                <a:solidFill>
                  <a:srgbClr val="7F7F7F"/>
                </a:solidFill>
                <a:latin typeface="Graphik Light" panose="020B0403030202060203" pitchFamily="34" charset="77"/>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pPr rtl="0"/>
            <a:r>
              <a:rPr lang="en-US" dirty="0">
                <a:effectLst>
                  <a:outerShdw blurRad="127000" algn="ctr" rotWithShape="0">
                    <a:prstClr val="black">
                      <a:alpha val="70000"/>
                    </a:prstClr>
                  </a:outerShdw>
                </a:effectLst>
                <a:latin typeface="Graphik Bold" panose="020B0803030202060203" pitchFamily="34" charset="0"/>
              </a:rPr>
              <a:t>Let there be change</a:t>
            </a:r>
          </a:p>
        </p:txBody>
      </p:sp>
    </p:spTree>
    <p:extLst>
      <p:ext uri="{BB962C8B-B14F-4D97-AF65-F5344CB8AC3E}">
        <p14:creationId xmlns:p14="http://schemas.microsoft.com/office/powerpoint/2010/main" val="38846499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preserve="1" userDrawn="1">
  <p:cSld name="1_5.a Section Divider with Image - Gradient Dark">
    <p:bg>
      <p:bgPr>
        <a:solidFill>
          <a:schemeClr val="accent3"/>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1573434-DB1A-464B-7715-32A763BD93C3}"/>
              </a:ext>
            </a:extLst>
          </p:cNvPr>
          <p:cNvGraphicFramePr>
            <a:graphicFrameLocks noChangeAspect="1"/>
          </p:cNvGraphicFramePr>
          <p:nvPr userDrawn="1">
            <p:custDataLst>
              <p:tags r:id="rId1"/>
            </p:custDataLst>
            <p:extLst>
              <p:ext uri="{D42A27DB-BD31-4B8C-83A1-F6EECF244321}">
                <p14:modId xmlns:p14="http://schemas.microsoft.com/office/powerpoint/2010/main" val="28428180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D1573434-DB1A-464B-7715-32A763BD93C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8" name="Picture 7">
            <a:extLst>
              <a:ext uri="{FF2B5EF4-FFF2-40B4-BE49-F238E27FC236}">
                <a16:creationId xmlns:a16="http://schemas.microsoft.com/office/drawing/2014/main" id="{6455D6A4-50FC-844D-853D-DBE28E121A09}"/>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rot="16200000">
            <a:off x="2664226" y="-2664226"/>
            <a:ext cx="6863549" cy="12192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rtl="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US" dirty="0"/>
              <a:t>Place subtitle here in GT Sectra Fine 24pt</a:t>
            </a:r>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rtl="0">
              <a:buNone/>
              <a:defRPr sz="1400" b="0">
                <a:solidFill>
                  <a:schemeClr val="tx1"/>
                </a:solidFill>
              </a:defRPr>
            </a:lvl1pPr>
          </a:lstStyle>
          <a:p>
            <a:r>
              <a:rPr lang="en-US" dirty="0"/>
              <a:t>Add image, then ‘Send to Back’</a:t>
            </a:r>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vert="horz" anchor="b"/>
          <a:lstStyle>
            <a:lvl1pPr rtl="0">
              <a:defRPr sz="5400">
                <a:solidFill>
                  <a:schemeClr val="tx1"/>
                </a:solidFill>
              </a:defRPr>
            </a:lvl1pPr>
          </a:lstStyle>
          <a:p>
            <a:r>
              <a:rPr lang="en-US" dirty="0"/>
              <a:t>Section title 54pt</a:t>
            </a:r>
          </a:p>
        </p:txBody>
      </p:sp>
      <p:sp>
        <p:nvSpPr>
          <p:cNvPr id="7" name="TextBox 6">
            <a:extLst>
              <a:ext uri="{FF2B5EF4-FFF2-40B4-BE49-F238E27FC236}">
                <a16:creationId xmlns:a16="http://schemas.microsoft.com/office/drawing/2014/main" id="{65BB85E4-FADD-4019-B75F-48AAA1B24BF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3" name="TextBox 12">
            <a:extLst>
              <a:ext uri="{FF2B5EF4-FFF2-40B4-BE49-F238E27FC236}">
                <a16:creationId xmlns:a16="http://schemas.microsoft.com/office/drawing/2014/main" id="{0AA9DA53-B254-449D-A9A7-919CCDC199D9}"/>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dirty="0">
                <a:solidFill>
                  <a:schemeClr val="tx1">
                    <a:alpha val="75000"/>
                  </a:schemeClr>
                </a:solidFill>
              </a:rPr>
              <a:t>Copyright © 2023 Accenture. All rights reserved. Confidential – H&amp;M Group and Accenture.</a:t>
            </a:r>
            <a:endParaRPr lang="en-US" noProof="0" dirty="0">
              <a:solidFill>
                <a:schemeClr val="tx1">
                  <a:alpha val="75000"/>
                </a:schemeClr>
              </a:solidFill>
            </a:endParaRPr>
          </a:p>
        </p:txBody>
      </p:sp>
      <p:pic>
        <p:nvPicPr>
          <p:cNvPr id="10" name="Picture 9">
            <a:extLst>
              <a:ext uri="{FF2B5EF4-FFF2-40B4-BE49-F238E27FC236}">
                <a16:creationId xmlns:a16="http://schemas.microsoft.com/office/drawing/2014/main" id="{7A8FA6D4-CF09-4207-9977-955F83BBDBA5}"/>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23696477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preserve="1" userDrawn="1">
  <p:cSld name="1_5.b Section Divider with Image - Gradient Dark">
    <p:bg>
      <p:bgPr>
        <a:solidFill>
          <a:schemeClr val="accent3"/>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9D4D6E2-3C68-D8BF-95CD-41FE9BC71BCA}"/>
              </a:ext>
            </a:extLst>
          </p:cNvPr>
          <p:cNvGraphicFramePr>
            <a:graphicFrameLocks noChangeAspect="1"/>
          </p:cNvGraphicFramePr>
          <p:nvPr userDrawn="1">
            <p:custDataLst>
              <p:tags r:id="rId1"/>
            </p:custDataLst>
            <p:extLst>
              <p:ext uri="{D42A27DB-BD31-4B8C-83A1-F6EECF244321}">
                <p14:modId xmlns:p14="http://schemas.microsoft.com/office/powerpoint/2010/main" val="12708990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E9D4D6E2-3C68-D8BF-95CD-41FE9BC71BC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FD731BCB-3A34-1F49-BC94-92D65258367B}"/>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rot="10800000" flipH="1">
            <a:off x="0" y="0"/>
            <a:ext cx="12192000" cy="6858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rtl="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US" dirty="0"/>
              <a:t>Place subtitle here in GT Sectra Fine 24pt</a:t>
            </a:r>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rtl="0">
              <a:buNone/>
              <a:defRPr sz="1400" b="0">
                <a:solidFill>
                  <a:schemeClr val="tx1"/>
                </a:solidFill>
              </a:defRPr>
            </a:lvl1pPr>
          </a:lstStyle>
          <a:p>
            <a:r>
              <a:rPr lang="en-US" dirty="0"/>
              <a:t>Add image, then ‘Send to Back’</a:t>
            </a:r>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vert="horz" anchor="b"/>
          <a:lstStyle>
            <a:lvl1pPr rtl="0">
              <a:defRPr sz="5400">
                <a:solidFill>
                  <a:schemeClr val="tx1"/>
                </a:solidFill>
              </a:defRPr>
            </a:lvl1pPr>
          </a:lstStyle>
          <a:p>
            <a:r>
              <a:rPr lang="en-US" dirty="0"/>
              <a:t>Section title 54pt</a:t>
            </a:r>
          </a:p>
        </p:txBody>
      </p:sp>
      <p:sp>
        <p:nvSpPr>
          <p:cNvPr id="7" name="TextBox 6">
            <a:extLst>
              <a:ext uri="{FF2B5EF4-FFF2-40B4-BE49-F238E27FC236}">
                <a16:creationId xmlns:a16="http://schemas.microsoft.com/office/drawing/2014/main" id="{65BB85E4-FADD-4019-B75F-48AAA1B24BF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8" name="TextBox 7">
            <a:extLst>
              <a:ext uri="{FF2B5EF4-FFF2-40B4-BE49-F238E27FC236}">
                <a16:creationId xmlns:a16="http://schemas.microsoft.com/office/drawing/2014/main" id="{4E654F6B-C434-4994-9DA5-37F7D7282F2D}"/>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dirty="0">
                <a:solidFill>
                  <a:schemeClr val="tx1">
                    <a:alpha val="75000"/>
                  </a:schemeClr>
                </a:solidFill>
              </a:rPr>
              <a:t>Copyright © 2023 Accenture. All rights reserved. Confidential – H&amp;M Group and Accenture.</a:t>
            </a:r>
            <a:endParaRPr lang="en-US" noProof="0" dirty="0">
              <a:solidFill>
                <a:schemeClr val="tx1">
                  <a:alpha val="75000"/>
                </a:schemeClr>
              </a:solidFill>
            </a:endParaRPr>
          </a:p>
        </p:txBody>
      </p:sp>
      <p:pic>
        <p:nvPicPr>
          <p:cNvPr id="11" name="Picture 10">
            <a:extLst>
              <a:ext uri="{FF2B5EF4-FFF2-40B4-BE49-F238E27FC236}">
                <a16:creationId xmlns:a16="http://schemas.microsoft.com/office/drawing/2014/main" id="{FFE13CBB-24E1-4A2A-95AC-4860BE35FE7A}"/>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5736620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showMasterSp="0" preserve="1" userDrawn="1">
  <p:cSld name="1_5.c Section Divider with Image - Gradient Dark">
    <p:bg>
      <p:bgPr>
        <a:solidFill>
          <a:schemeClr val="accent3"/>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8FB3BA2-2D62-227D-80BD-4572DDD63F6F}"/>
              </a:ext>
            </a:extLst>
          </p:cNvPr>
          <p:cNvGraphicFramePr>
            <a:graphicFrameLocks noChangeAspect="1"/>
          </p:cNvGraphicFramePr>
          <p:nvPr userDrawn="1">
            <p:custDataLst>
              <p:tags r:id="rId1"/>
            </p:custDataLst>
            <p:extLst>
              <p:ext uri="{D42A27DB-BD31-4B8C-83A1-F6EECF244321}">
                <p14:modId xmlns:p14="http://schemas.microsoft.com/office/powerpoint/2010/main" val="36135071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48FB3BA2-2D62-227D-80BD-4572DDD63F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0CA59D4B-8CB8-474C-A44A-6870F9FD66E8}"/>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rot="16200000">
            <a:off x="2666999" y="-2667000"/>
            <a:ext cx="6858001" cy="12192001"/>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rtl="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US" dirty="0"/>
              <a:t>Place subtitle here in GT Sectra Fine 24pt</a:t>
            </a:r>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rtl="0">
              <a:buNone/>
              <a:defRPr sz="1400" b="0">
                <a:solidFill>
                  <a:schemeClr val="tx1"/>
                </a:solidFill>
              </a:defRPr>
            </a:lvl1pPr>
          </a:lstStyle>
          <a:p>
            <a:r>
              <a:rPr lang="en-US" dirty="0"/>
              <a:t>Add image, then ‘Send to Back’</a:t>
            </a:r>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vert="horz" anchor="b"/>
          <a:lstStyle>
            <a:lvl1pPr rtl="0">
              <a:defRPr sz="5400">
                <a:solidFill>
                  <a:schemeClr val="tx1"/>
                </a:solidFill>
              </a:defRPr>
            </a:lvl1pPr>
          </a:lstStyle>
          <a:p>
            <a:r>
              <a:rPr lang="en-US" dirty="0"/>
              <a:t>Section title 54pt</a:t>
            </a:r>
          </a:p>
        </p:txBody>
      </p:sp>
      <p:sp>
        <p:nvSpPr>
          <p:cNvPr id="7" name="TextBox 6">
            <a:extLst>
              <a:ext uri="{FF2B5EF4-FFF2-40B4-BE49-F238E27FC236}">
                <a16:creationId xmlns:a16="http://schemas.microsoft.com/office/drawing/2014/main" id="{65BB85E4-FADD-4019-B75F-48AAA1B24BF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3" name="TextBox 12">
            <a:extLst>
              <a:ext uri="{FF2B5EF4-FFF2-40B4-BE49-F238E27FC236}">
                <a16:creationId xmlns:a16="http://schemas.microsoft.com/office/drawing/2014/main" id="{CE304979-6330-40A7-B6E1-890705C9628F}"/>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dirty="0">
                <a:solidFill>
                  <a:schemeClr val="tx1">
                    <a:alpha val="75000"/>
                  </a:schemeClr>
                </a:solidFill>
              </a:rPr>
              <a:t>Copyright © 2023 Accenture. All rights reserved. Confidential – H&amp;M Group and Accenture.</a:t>
            </a:r>
            <a:endParaRPr lang="en-US" noProof="0" dirty="0">
              <a:solidFill>
                <a:schemeClr val="tx1">
                  <a:alpha val="75000"/>
                </a:schemeClr>
              </a:solidFill>
            </a:endParaRPr>
          </a:p>
        </p:txBody>
      </p:sp>
      <p:pic>
        <p:nvPicPr>
          <p:cNvPr id="8" name="Picture 7">
            <a:extLst>
              <a:ext uri="{FF2B5EF4-FFF2-40B4-BE49-F238E27FC236}">
                <a16:creationId xmlns:a16="http://schemas.microsoft.com/office/drawing/2014/main" id="{A7884897-4526-491A-A73C-BB35AF9319B9}"/>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28220293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showMasterSp="0" preserve="1" userDrawn="1">
  <p:cSld name="1_8.a Text and Image 1">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2CD7FC7-8C0A-7AEC-E976-040ACFCA8345}"/>
              </a:ext>
            </a:extLst>
          </p:cNvPr>
          <p:cNvGraphicFramePr>
            <a:graphicFrameLocks noChangeAspect="1"/>
          </p:cNvGraphicFramePr>
          <p:nvPr userDrawn="1">
            <p:custDataLst>
              <p:tags r:id="rId1"/>
            </p:custDataLst>
            <p:extLst>
              <p:ext uri="{D42A27DB-BD31-4B8C-83A1-F6EECF244321}">
                <p14:modId xmlns:p14="http://schemas.microsoft.com/office/powerpoint/2010/main" val="3314733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D2CD7FC7-8C0A-7AEC-E976-040ACFCA8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5" name="Text Placeholder 14">
            <a:extLst>
              <a:ext uri="{FF2B5EF4-FFF2-40B4-BE49-F238E27FC236}">
                <a16:creationId xmlns:a16="http://schemas.microsoft.com/office/drawing/2014/main" id="{A27BE519-6A5B-4320-BE53-57885A779914}"/>
              </a:ext>
            </a:extLst>
          </p:cNvPr>
          <p:cNvSpPr>
            <a:spLocks noGrp="1"/>
          </p:cNvSpPr>
          <p:nvPr>
            <p:ph type="body" sz="quarter" idx="14" hasCustomPrompt="1"/>
          </p:nvPr>
        </p:nvSpPr>
        <p:spPr>
          <a:xfrm>
            <a:off x="381001" y="3267635"/>
            <a:ext cx="5334000" cy="2667000"/>
          </a:xfrm>
        </p:spPr>
        <p:txBody>
          <a:bodyPr/>
          <a:lstStyle>
            <a:lvl1pPr marL="0" indent="0" rtl="0">
              <a:buNone/>
              <a:defRPr sz="2400">
                <a:solidFill>
                  <a:schemeClr val="accent1"/>
                </a:solidFill>
                <a:latin typeface="GT Sectra Fine" panose="00000500000000000000" pitchFamily="50" charset="0"/>
              </a:defRPr>
            </a:lvl1pPr>
            <a:lvl2pPr marL="0" indent="0" rtl="0">
              <a:buNone/>
              <a:defRPr sz="1800"/>
            </a:lvl2pPr>
            <a:lvl3pPr marL="228600" rtl="0">
              <a:buFont typeface="Arial" panose="020B0604020202020204" pitchFamily="34" charset="0"/>
              <a:buChar char="•"/>
              <a:defRPr sz="1800"/>
            </a:lvl3pPr>
            <a:lvl4pPr marL="457200" rtl="0">
              <a:buFont typeface="System Font"/>
              <a:buChar char="–"/>
              <a:defRPr sz="1600"/>
            </a:lvl4pPr>
            <a:lvl5pPr marL="685800" rtl="0">
              <a:buFont typeface="Arial" panose="020B0604020202020204" pitchFamily="34" charset="0"/>
              <a:buChar char="•"/>
              <a:defRPr sz="1600"/>
            </a:lvl5pPr>
          </a:lstStyle>
          <a:p>
            <a:pPr lvl="0"/>
            <a:r>
              <a:rPr lang="en-US" dirty="0"/>
              <a:t>Place sub-headline here in GT Sectra Fine, indent for other levels</a:t>
            </a:r>
          </a:p>
          <a:p>
            <a:pPr lvl="1"/>
            <a:r>
              <a:rPr lang="en-US" dirty="0"/>
              <a:t>Second level (text 18pt)</a:t>
            </a:r>
          </a:p>
          <a:p>
            <a:pPr lvl="2"/>
            <a:r>
              <a:rPr lang="en-US" dirty="0"/>
              <a:t>Third level bullet (bullet 18pt)</a:t>
            </a:r>
          </a:p>
          <a:p>
            <a:pPr lvl="3"/>
            <a:r>
              <a:rPr lang="en-US" dirty="0"/>
              <a:t>Fourth level bullet (bullet 16pt)</a:t>
            </a:r>
          </a:p>
          <a:p>
            <a:pPr lvl="4"/>
            <a:r>
              <a:rPr lang="en-US" dirty="0"/>
              <a:t>Fifth level bullet (bullet 16pt)</a:t>
            </a:r>
          </a:p>
        </p:txBody>
      </p:sp>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196769"/>
            <a:ext cx="6096000" cy="6857999"/>
          </a:xfrm>
        </p:spPr>
        <p:txBody>
          <a:bodyPr anchor="ctr"/>
          <a:lstStyle>
            <a:lvl1pPr marL="0" indent="0" algn="ctr" defTabSz="914400" rtl="0" eaLnBrk="1" latinLnBrk="0" hangingPunct="1">
              <a:lnSpc>
                <a:spcPct val="100000"/>
              </a:lnSpc>
              <a:spcBef>
                <a:spcPts val="0"/>
              </a:spcBef>
              <a:spcAft>
                <a:spcPts val="1200"/>
              </a:spcAft>
              <a:buFont typeface="Arial" panose="020B0604020202020204" pitchFamily="34" charset="0"/>
              <a:buNone/>
              <a:defRPr lang="en-US" sz="1400" b="0" kern="1200" dirty="0">
                <a:solidFill>
                  <a:schemeClr val="tx1"/>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Add image, then ‘Send to Back’</a:t>
            </a:r>
          </a:p>
        </p:txBody>
      </p:sp>
      <p:sp>
        <p:nvSpPr>
          <p:cNvPr id="5" name="Title 1">
            <a:extLst>
              <a:ext uri="{FF2B5EF4-FFF2-40B4-BE49-F238E27FC236}">
                <a16:creationId xmlns:a16="http://schemas.microsoft.com/office/drawing/2014/main" id="{1BB929FF-38D9-4792-A56F-C1810627FF9B}"/>
              </a:ext>
            </a:extLst>
          </p:cNvPr>
          <p:cNvSpPr>
            <a:spLocks noGrp="1"/>
          </p:cNvSpPr>
          <p:nvPr>
            <p:ph type="title" hasCustomPrompt="1"/>
          </p:nvPr>
        </p:nvSpPr>
        <p:spPr>
          <a:xfrm>
            <a:off x="381000" y="381000"/>
            <a:ext cx="5334000" cy="2667000"/>
          </a:xfrm>
        </p:spPr>
        <p:txBody>
          <a:bodyPr vert="horz" anchor="b"/>
          <a:lstStyle>
            <a:lvl1pPr rtl="0">
              <a:defRPr sz="3600"/>
            </a:lvl1pPr>
          </a:lstStyle>
          <a:p>
            <a:r>
              <a:rPr lang="en-US" dirty="0"/>
              <a:t>Place headline here (36pt, min 30pt)</a:t>
            </a:r>
          </a:p>
        </p:txBody>
      </p:sp>
      <p:sp>
        <p:nvSpPr>
          <p:cNvPr id="7" name="Slide Number Placeholder 6">
            <a:extLst>
              <a:ext uri="{FF2B5EF4-FFF2-40B4-BE49-F238E27FC236}">
                <a16:creationId xmlns:a16="http://schemas.microsoft.com/office/drawing/2014/main" id="{471ECD14-894C-4210-BC23-98D893AA2320}"/>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lvl1pPr rtl="0">
              <a:defRPr lang="en-US" sz="800" smtClean="0">
                <a:solidFill>
                  <a:schemeClr val="tx1">
                    <a:alpha val="75000"/>
                  </a:schemeClr>
                </a:solidFill>
              </a:defRPr>
            </a:lvl1pPr>
          </a:lstStyle>
          <a:p>
            <a:pPr algn="r" defTabSz="228600">
              <a:spcAft>
                <a:spcPts val="1200"/>
              </a:spcAft>
            </a:pPr>
            <a:fld id="{CC9E6EB9-168E-4914-8CC7-2E853AFB4F1B}" type="slidenum">
              <a:rPr lang="en-US" smtClean="0"/>
              <a:pPr algn="r" defTabSz="228600">
                <a:spcAft>
                  <a:spcPts val="1200"/>
                </a:spcAft>
              </a:pPr>
              <a:t>‹#›</a:t>
            </a:fld>
            <a:endParaRPr lang="en-US" dirty="0"/>
          </a:p>
        </p:txBody>
      </p:sp>
      <p:pic>
        <p:nvPicPr>
          <p:cNvPr id="2" name="Picture 1">
            <a:extLst>
              <a:ext uri="{FF2B5EF4-FFF2-40B4-BE49-F238E27FC236}">
                <a16:creationId xmlns:a16="http://schemas.microsoft.com/office/drawing/2014/main" id="{296067A3-9F0D-44FB-B267-D94DE708562D}"/>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9" name="TextBox 8">
            <a:extLst>
              <a:ext uri="{FF2B5EF4-FFF2-40B4-BE49-F238E27FC236}">
                <a16:creationId xmlns:a16="http://schemas.microsoft.com/office/drawing/2014/main" id="{47FE1202-7F22-41C4-A352-FCD324AFF6A3}"/>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lang="en-US" sz="800" dirty="0">
                <a:solidFill>
                  <a:schemeClr val="tx1">
                    <a:alpha val="75000"/>
                  </a:schemeClr>
                </a:solidFill>
              </a:rPr>
              <a:t>Copyright © 2023 Accenture. All rights reserved. Confidential – H&amp;M Group and Accenture.</a:t>
            </a:r>
            <a:endParaRPr lang="en-US" noProof="0" dirty="0">
              <a:solidFill>
                <a:schemeClr val="tx1">
                  <a:alpha val="75000"/>
                </a:schemeClr>
              </a:solidFill>
            </a:endParaRPr>
          </a:p>
        </p:txBody>
      </p:sp>
    </p:spTree>
    <p:extLst>
      <p:ext uri="{BB962C8B-B14F-4D97-AF65-F5344CB8AC3E}">
        <p14:creationId xmlns:p14="http://schemas.microsoft.com/office/powerpoint/2010/main" val="2783069767"/>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8.b Text and Image 2">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1DA5D59-9BEC-D26A-3764-5F108147723F}"/>
              </a:ext>
            </a:extLst>
          </p:cNvPr>
          <p:cNvGraphicFramePr>
            <a:graphicFrameLocks noChangeAspect="1"/>
          </p:cNvGraphicFramePr>
          <p:nvPr userDrawn="1">
            <p:custDataLst>
              <p:tags r:id="rId1"/>
            </p:custDataLst>
            <p:extLst>
              <p:ext uri="{D42A27DB-BD31-4B8C-83A1-F6EECF244321}">
                <p14:modId xmlns:p14="http://schemas.microsoft.com/office/powerpoint/2010/main" val="42007707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61DA5D59-9BEC-D26A-3764-5F108147723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1"/>
            <a:ext cx="6096024" cy="6309361"/>
          </a:xfrm>
          <a:noFill/>
        </p:spPr>
        <p:txBody>
          <a:bodyPr anchor="ctr"/>
          <a:lstStyle>
            <a:lvl1pPr marL="0" indent="0" algn="ctr" rtl="0">
              <a:buNone/>
              <a:defRPr sz="1400" b="0">
                <a:solidFill>
                  <a:schemeClr val="tx1"/>
                </a:solidFill>
              </a:defRPr>
            </a:lvl1pPr>
          </a:lstStyle>
          <a:p>
            <a:r>
              <a:rPr lang="en-US" dirty="0"/>
              <a:t>Add image here</a:t>
            </a:r>
          </a:p>
        </p:txBody>
      </p:sp>
      <p:sp>
        <p:nvSpPr>
          <p:cNvPr id="10" name="Rectangle 9">
            <a:extLst>
              <a:ext uri="{FF2B5EF4-FFF2-40B4-BE49-F238E27FC236}">
                <a16:creationId xmlns:a16="http://schemas.microsoft.com/office/drawing/2014/main" id="{7F8DBAF1-DC97-4CAB-B174-0AAA55CCB2E8}"/>
              </a:ext>
            </a:extLst>
          </p:cNvPr>
          <p:cNvSpPr/>
          <p:nvPr userDrawn="1"/>
        </p:nvSpPr>
        <p:spPr>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p:spPr>
        <p:txBody>
          <a:bodyPr vert="horz" anchor="b"/>
          <a:lstStyle>
            <a:lvl1pPr rtl="0">
              <a:defRPr sz="3600"/>
            </a:lvl1pPr>
          </a:lstStyle>
          <a:p>
            <a:r>
              <a:rPr lang="en-US" dirty="0"/>
              <a:t>Place headline here (36pt, min 30pt)</a:t>
            </a:r>
          </a:p>
        </p:txBody>
      </p:sp>
      <p:pic>
        <p:nvPicPr>
          <p:cNvPr id="2" name="Picture 1">
            <a:extLst>
              <a:ext uri="{FF2B5EF4-FFF2-40B4-BE49-F238E27FC236}">
                <a16:creationId xmlns:a16="http://schemas.microsoft.com/office/drawing/2014/main" id="{A9656D06-A8CE-4A1F-9876-6AFBEE60C207}"/>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14" name="TextBox 13">
            <a:extLst>
              <a:ext uri="{FF2B5EF4-FFF2-40B4-BE49-F238E27FC236}">
                <a16:creationId xmlns:a16="http://schemas.microsoft.com/office/drawing/2014/main" id="{A10195CB-D424-4B71-9300-2867217A049D}"/>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2" name="Text Placeholder 14">
            <a:extLst>
              <a:ext uri="{FF2B5EF4-FFF2-40B4-BE49-F238E27FC236}">
                <a16:creationId xmlns:a16="http://schemas.microsoft.com/office/drawing/2014/main" id="{6EB7BC02-64C6-5A42-A5C4-F0D83DB51123}"/>
              </a:ext>
            </a:extLst>
          </p:cNvPr>
          <p:cNvSpPr>
            <a:spLocks noGrp="1"/>
          </p:cNvSpPr>
          <p:nvPr>
            <p:ph type="body" sz="quarter" idx="17" hasCustomPrompt="1"/>
          </p:nvPr>
        </p:nvSpPr>
        <p:spPr>
          <a:xfrm>
            <a:off x="6476999" y="3267635"/>
            <a:ext cx="5334000" cy="2667000"/>
          </a:xfrm>
        </p:spPr>
        <p:txBody>
          <a:bodyPr/>
          <a:lstStyle>
            <a:lvl1pPr marL="0" indent="0" rtl="0">
              <a:buNone/>
              <a:defRPr sz="2400">
                <a:solidFill>
                  <a:schemeClr val="tx1"/>
                </a:solidFill>
                <a:latin typeface="GT Sectra Fine" panose="00000500000000000000" pitchFamily="50" charset="0"/>
              </a:defRPr>
            </a:lvl1pPr>
            <a:lvl2pPr marL="0" indent="0" rtl="0">
              <a:buNone/>
              <a:defRPr sz="1800">
                <a:solidFill>
                  <a:schemeClr val="tx1"/>
                </a:solidFill>
              </a:defRPr>
            </a:lvl2pPr>
            <a:lvl3pPr marL="228600" rtl="0">
              <a:buFont typeface="Arial" panose="020B0604020202020204" pitchFamily="34" charset="0"/>
              <a:buChar char="•"/>
              <a:defRPr sz="1800">
                <a:solidFill>
                  <a:schemeClr val="tx1"/>
                </a:solidFill>
              </a:defRPr>
            </a:lvl3pPr>
            <a:lvl4pPr marL="457200" rtl="0">
              <a:buFont typeface="System Font"/>
              <a:buChar char="–"/>
              <a:defRPr sz="1600">
                <a:solidFill>
                  <a:schemeClr val="tx1"/>
                </a:solidFill>
              </a:defRPr>
            </a:lvl4pPr>
            <a:lvl5pPr marL="685800" rtl="0">
              <a:buFont typeface="Arial" panose="020B0604020202020204" pitchFamily="34" charset="0"/>
              <a:buChar char="•"/>
              <a:defRPr sz="1600">
                <a:solidFill>
                  <a:schemeClr val="tx1"/>
                </a:solidFill>
              </a:defRPr>
            </a:lvl5pPr>
          </a:lstStyle>
          <a:p>
            <a:pPr lvl="0"/>
            <a:r>
              <a:rPr lang="en-US" dirty="0"/>
              <a:t>Place sub-headline here in GT Sectra Fine, indent for other levels</a:t>
            </a:r>
          </a:p>
          <a:p>
            <a:pPr lvl="1"/>
            <a:r>
              <a:rPr lang="en-US" dirty="0"/>
              <a:t>Second level (text 18pt)</a:t>
            </a:r>
          </a:p>
          <a:p>
            <a:pPr lvl="2"/>
            <a:r>
              <a:rPr lang="en-US" dirty="0"/>
              <a:t>Third level bullet (bullet 18pt)</a:t>
            </a:r>
          </a:p>
          <a:p>
            <a:pPr lvl="3"/>
            <a:r>
              <a:rPr lang="en-US" dirty="0"/>
              <a:t>Fourth level bullet (bullet 16pt)</a:t>
            </a:r>
          </a:p>
          <a:p>
            <a:pPr lvl="4"/>
            <a:r>
              <a:rPr lang="en-US" dirty="0"/>
              <a:t>Fifth level bullet (bullet 16pt)</a:t>
            </a:r>
          </a:p>
        </p:txBody>
      </p:sp>
      <p:sp>
        <p:nvSpPr>
          <p:cNvPr id="11" name="TextBox 10">
            <a:extLst>
              <a:ext uri="{FF2B5EF4-FFF2-40B4-BE49-F238E27FC236}">
                <a16:creationId xmlns:a16="http://schemas.microsoft.com/office/drawing/2014/main" id="{F3A0C964-9D80-444F-9297-B5BEFDC8DA26}"/>
              </a:ext>
            </a:extLst>
          </p:cNvPr>
          <p:cNvSpPr txBox="1"/>
          <p:nvPr userDrawn="1"/>
        </p:nvSpPr>
        <p:spPr>
          <a:xfrm>
            <a:off x="6929876" y="6482079"/>
            <a:ext cx="4585188" cy="203203"/>
          </a:xfrm>
          <a:prstGeom prst="rect">
            <a:avLst/>
          </a:prstGeom>
          <a:noFill/>
        </p:spPr>
        <p:txBody>
          <a:bodyPr wrap="square" lIns="0" tIns="0" rIns="0" bIns="0" rtlCol="0" anchor="ctr">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lang="en-US" sz="800" dirty="0">
                <a:solidFill>
                  <a:schemeClr val="tx1">
                    <a:alpha val="75000"/>
                  </a:schemeClr>
                </a:solidFill>
              </a:rPr>
              <a:t>Copyright © 2023 Accenture. All rights reserved. Confidential – H&amp;M Group and Accenture.</a:t>
            </a:r>
            <a:endParaRPr lang="en-US" noProof="0" dirty="0">
              <a:solidFill>
                <a:schemeClr val="tx1">
                  <a:alpha val="75000"/>
                </a:schemeClr>
              </a:solidFill>
            </a:endParaRPr>
          </a:p>
        </p:txBody>
      </p:sp>
    </p:spTree>
    <p:extLst>
      <p:ext uri="{BB962C8B-B14F-4D97-AF65-F5344CB8AC3E}">
        <p14:creationId xmlns:p14="http://schemas.microsoft.com/office/powerpoint/2010/main" val="4915587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20">
          <p15:clr>
            <a:srgbClr val="5ACBF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showMasterSp="0" preserve="1" userDrawn="1">
  <p:cSld name="1_9.c Key Message Gradient Dark 1">
    <p:bg>
      <p:bgPr>
        <a:solidFill>
          <a:schemeClr val="accent3"/>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53824CA-DADD-4CED-1392-6F31088BE3A2}"/>
              </a:ext>
            </a:extLst>
          </p:cNvPr>
          <p:cNvGraphicFramePr>
            <a:graphicFrameLocks noChangeAspect="1"/>
          </p:cNvGraphicFramePr>
          <p:nvPr userDrawn="1">
            <p:custDataLst>
              <p:tags r:id="rId1"/>
            </p:custDataLst>
            <p:extLst>
              <p:ext uri="{D42A27DB-BD31-4B8C-83A1-F6EECF244321}">
                <p14:modId xmlns:p14="http://schemas.microsoft.com/office/powerpoint/2010/main" val="42679830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653824CA-DADD-4CED-1392-6F31088BE3A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EE3159CF-5262-5B41-91DC-A75F81B22BDF}"/>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rot="16200000">
            <a:off x="2664226" y="-2664226"/>
            <a:ext cx="6863549" cy="12192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vert="horz" anchor="ctr"/>
          <a:lstStyle>
            <a:lvl1pPr algn="ctr" rtl="0">
              <a:defRPr sz="5400">
                <a:solidFill>
                  <a:schemeClr val="tx1"/>
                </a:solidFill>
              </a:defRPr>
            </a:lvl1pPr>
          </a:lstStyle>
          <a:p>
            <a:r>
              <a:rPr lang="en-US" dirty="0"/>
              <a:t>Place key message here</a:t>
            </a:r>
          </a:p>
        </p:txBody>
      </p:sp>
      <p:sp>
        <p:nvSpPr>
          <p:cNvPr id="15" name="TextBox 14">
            <a:extLst>
              <a:ext uri="{FF2B5EF4-FFF2-40B4-BE49-F238E27FC236}">
                <a16:creationId xmlns:a16="http://schemas.microsoft.com/office/drawing/2014/main" id="{CF34DCA4-9B3F-424E-8478-0FB3BCA6E006}"/>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8" name="TextBox 7">
            <a:extLst>
              <a:ext uri="{FF2B5EF4-FFF2-40B4-BE49-F238E27FC236}">
                <a16:creationId xmlns:a16="http://schemas.microsoft.com/office/drawing/2014/main" id="{9A56DA94-E36A-9B42-A634-E4AD5BAA4190}"/>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dirty="0">
                <a:solidFill>
                  <a:schemeClr val="tx1">
                    <a:alpha val="75000"/>
                  </a:schemeClr>
                </a:solidFill>
              </a:rPr>
              <a:t>Copyright © 2023 Accenture. All rights reserved. Confidential – H&amp;M Group and Accenture.</a:t>
            </a:r>
            <a:endParaRPr lang="en-US" noProof="0" dirty="0">
              <a:solidFill>
                <a:schemeClr val="tx1">
                  <a:alpha val="75000"/>
                </a:schemeClr>
              </a:solidFill>
            </a:endParaRPr>
          </a:p>
        </p:txBody>
      </p:sp>
      <p:pic>
        <p:nvPicPr>
          <p:cNvPr id="7" name="Picture 6">
            <a:extLst>
              <a:ext uri="{FF2B5EF4-FFF2-40B4-BE49-F238E27FC236}">
                <a16:creationId xmlns:a16="http://schemas.microsoft.com/office/drawing/2014/main" id="{2960833E-F260-41F7-9838-0B77E5428CAA}"/>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1443939403"/>
      </p:ext>
    </p:extLst>
  </p:cSld>
  <p:clrMapOvr>
    <a:overrideClrMapping bg1="dk1" tx1="lt1" bg2="dk2" tx2="lt2" accent1="accent1" accent2="accent2" accent3="accent3" accent4="accent4" accent5="accent5" accent6="accent6" hlink="hlink" folHlink="folHlink"/>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showMasterSp="0" preserve="1" userDrawn="1">
  <p:cSld name="1_9.d Key Message Gradient Dark 1">
    <p:bg>
      <p:bgPr>
        <a:solidFill>
          <a:schemeClr val="accent3"/>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1750549-AF18-A76F-15A8-18AE24D1E252}"/>
              </a:ext>
            </a:extLst>
          </p:cNvPr>
          <p:cNvGraphicFramePr>
            <a:graphicFrameLocks noChangeAspect="1"/>
          </p:cNvGraphicFramePr>
          <p:nvPr userDrawn="1">
            <p:custDataLst>
              <p:tags r:id="rId1"/>
            </p:custDataLst>
            <p:extLst>
              <p:ext uri="{D42A27DB-BD31-4B8C-83A1-F6EECF244321}">
                <p14:modId xmlns:p14="http://schemas.microsoft.com/office/powerpoint/2010/main" val="6035347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21750549-AF18-A76F-15A8-18AE24D1E25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DA1F6716-19CE-DE46-B8BF-38F147937611}"/>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rot="10800000" flipH="1">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vert="horz" anchor="ctr"/>
          <a:lstStyle>
            <a:lvl1pPr algn="ctr" rtl="0">
              <a:defRPr sz="5400">
                <a:solidFill>
                  <a:schemeClr val="tx1"/>
                </a:solidFill>
              </a:defRPr>
            </a:lvl1pPr>
          </a:lstStyle>
          <a:p>
            <a:r>
              <a:rPr lang="en-US" dirty="0"/>
              <a:t>Place key message here</a:t>
            </a:r>
          </a:p>
        </p:txBody>
      </p:sp>
      <p:sp>
        <p:nvSpPr>
          <p:cNvPr id="15" name="TextBox 14">
            <a:extLst>
              <a:ext uri="{FF2B5EF4-FFF2-40B4-BE49-F238E27FC236}">
                <a16:creationId xmlns:a16="http://schemas.microsoft.com/office/drawing/2014/main" id="{CF34DCA4-9B3F-424E-8478-0FB3BCA6E006}"/>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8" name="TextBox 7">
            <a:extLst>
              <a:ext uri="{FF2B5EF4-FFF2-40B4-BE49-F238E27FC236}">
                <a16:creationId xmlns:a16="http://schemas.microsoft.com/office/drawing/2014/main" id="{9A56DA94-E36A-9B42-A634-E4AD5BAA4190}"/>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dirty="0">
                <a:solidFill>
                  <a:schemeClr val="tx1">
                    <a:alpha val="75000"/>
                  </a:schemeClr>
                </a:solidFill>
              </a:rPr>
              <a:t>Copyright © 2023 Accenture. All rights reserved. Confidential – H&amp;M Group and Accenture.</a:t>
            </a:r>
            <a:endParaRPr lang="en-US" noProof="0" dirty="0">
              <a:solidFill>
                <a:schemeClr val="tx1">
                  <a:alpha val="75000"/>
                </a:schemeClr>
              </a:solidFill>
            </a:endParaRPr>
          </a:p>
        </p:txBody>
      </p:sp>
      <p:pic>
        <p:nvPicPr>
          <p:cNvPr id="7" name="Picture 6">
            <a:extLst>
              <a:ext uri="{FF2B5EF4-FFF2-40B4-BE49-F238E27FC236}">
                <a16:creationId xmlns:a16="http://schemas.microsoft.com/office/drawing/2014/main" id="{81A2DF4D-51A6-457D-A928-F7EDC0E5D474}"/>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4145787589"/>
      </p:ext>
    </p:extLst>
  </p:cSld>
  <p:clrMapOvr>
    <a:overrideClrMapping bg1="dk1" tx1="lt1" bg2="dk2" tx2="lt2" accent1="accent1" accent2="accent2" accent3="accent3" accent4="accent4" accent5="accent5" accent6="accent6" hlink="hlink" folHlink="folHlink"/>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1_9.e Key Message Gradient Dark 1">
    <p:bg>
      <p:bgPr>
        <a:solidFill>
          <a:schemeClr val="accent3"/>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6878F4D-2B31-8956-1DCE-C2B0AAE8AA09}"/>
              </a:ext>
            </a:extLst>
          </p:cNvPr>
          <p:cNvGraphicFramePr>
            <a:graphicFrameLocks noChangeAspect="1"/>
          </p:cNvGraphicFramePr>
          <p:nvPr userDrawn="1">
            <p:custDataLst>
              <p:tags r:id="rId1"/>
            </p:custDataLst>
            <p:extLst>
              <p:ext uri="{D42A27DB-BD31-4B8C-83A1-F6EECF244321}">
                <p14:modId xmlns:p14="http://schemas.microsoft.com/office/powerpoint/2010/main" val="30550468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76878F4D-2B31-8956-1DCE-C2B0AAE8AA0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D065AF7E-64D5-484B-8784-D1BC2369D1F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rot="16200000">
            <a:off x="2666999" y="-2667000"/>
            <a:ext cx="6858001" cy="12192001"/>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vert="horz" anchor="ctr"/>
          <a:lstStyle>
            <a:lvl1pPr algn="ctr" rtl="0">
              <a:defRPr sz="5400">
                <a:solidFill>
                  <a:schemeClr val="tx1"/>
                </a:solidFill>
              </a:defRPr>
            </a:lvl1pPr>
          </a:lstStyle>
          <a:p>
            <a:r>
              <a:rPr lang="en-US" dirty="0"/>
              <a:t>Place key message here</a:t>
            </a:r>
          </a:p>
        </p:txBody>
      </p:sp>
      <p:sp>
        <p:nvSpPr>
          <p:cNvPr id="15" name="TextBox 14">
            <a:extLst>
              <a:ext uri="{FF2B5EF4-FFF2-40B4-BE49-F238E27FC236}">
                <a16:creationId xmlns:a16="http://schemas.microsoft.com/office/drawing/2014/main" id="{CF34DCA4-9B3F-424E-8478-0FB3BCA6E006}"/>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US" sz="800" b="0" i="0" u="none" strike="noStrike" kern="0" cap="none" spc="0" normalizeH="0" baseline="0" noProof="0" smtClean="0">
                <a:ln>
                  <a:noFill/>
                </a:ln>
                <a:solidFill>
                  <a:srgbClr val="FFFFFF">
                    <a:alpha val="75000"/>
                  </a:srgbClr>
                </a:solidFill>
                <a:effectLst/>
                <a:uLnTx/>
                <a:uFillTx/>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8" name="TextBox 7">
            <a:extLst>
              <a:ext uri="{FF2B5EF4-FFF2-40B4-BE49-F238E27FC236}">
                <a16:creationId xmlns:a16="http://schemas.microsoft.com/office/drawing/2014/main" id="{9A56DA94-E36A-9B42-A634-E4AD5BAA4190}"/>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dirty="0">
                <a:solidFill>
                  <a:schemeClr val="tx1">
                    <a:alpha val="75000"/>
                  </a:schemeClr>
                </a:solidFill>
              </a:rPr>
              <a:t>Copyright © 2023 Accenture. All rights reserved. Confidential – H&amp;M Group and Accenture.</a:t>
            </a:r>
            <a:endParaRPr lang="en-US" noProof="0" dirty="0">
              <a:solidFill>
                <a:schemeClr val="tx1">
                  <a:alpha val="75000"/>
                </a:schemeClr>
              </a:solidFill>
            </a:endParaRPr>
          </a:p>
        </p:txBody>
      </p:sp>
      <p:pic>
        <p:nvPicPr>
          <p:cNvPr id="7" name="Picture 6">
            <a:extLst>
              <a:ext uri="{FF2B5EF4-FFF2-40B4-BE49-F238E27FC236}">
                <a16:creationId xmlns:a16="http://schemas.microsoft.com/office/drawing/2014/main" id="{491101A5-922A-4143-9E20-55863A29A41E}"/>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4250085634"/>
      </p:ext>
    </p:extLst>
  </p:cSld>
  <p:clrMapOvr>
    <a:overrideClrMapping bg1="dk1" tx1="lt1" bg2="dk2" tx2="lt2" accent1="accent1" accent2="accent2" accent3="accent3" accent4="accent4" accent5="accent5" accent6="accent6" hlink="hlink" folHlink="folHlink"/>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1_10.a Stat 1">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645FFB8-2AC5-E1B8-1F9F-23435F00909B}"/>
              </a:ext>
            </a:extLst>
          </p:cNvPr>
          <p:cNvGraphicFramePr>
            <a:graphicFrameLocks noChangeAspect="1"/>
          </p:cNvGraphicFramePr>
          <p:nvPr userDrawn="1">
            <p:custDataLst>
              <p:tags r:id="rId1"/>
            </p:custDataLst>
            <p:extLst>
              <p:ext uri="{D42A27DB-BD31-4B8C-83A1-F6EECF244321}">
                <p14:modId xmlns:p14="http://schemas.microsoft.com/office/powerpoint/2010/main" val="38087069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2" name="think-cell data - do not delete" hidden="1">
                        <a:extLst>
                          <a:ext uri="{FF2B5EF4-FFF2-40B4-BE49-F238E27FC236}">
                            <a16:creationId xmlns:a16="http://schemas.microsoft.com/office/drawing/2014/main" id="{7645FFB8-2AC5-E1B8-1F9F-23435F00909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Rectangle 17">
            <a:extLst>
              <a:ext uri="{FF2B5EF4-FFF2-40B4-BE49-F238E27FC236}">
                <a16:creationId xmlns:a16="http://schemas.microsoft.com/office/drawing/2014/main" id="{7FF1C6BE-E6FE-4BD6-8477-A09403EEE56E}"/>
              </a:ext>
            </a:extLst>
          </p:cNvPr>
          <p:cNvSpPr/>
          <p:nvPr userDrawn="1"/>
        </p:nvSpPr>
        <p:spPr>
          <a:xfrm>
            <a:off x="-10" y="-3"/>
            <a:ext cx="6096008" cy="6311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22" name="Text Placeholder 32">
            <a:extLst>
              <a:ext uri="{FF2B5EF4-FFF2-40B4-BE49-F238E27FC236}">
                <a16:creationId xmlns:a16="http://schemas.microsoft.com/office/drawing/2014/main" id="{AC315915-FC9E-0942-980E-6C0E99FEA8DD}"/>
              </a:ext>
            </a:extLst>
          </p:cNvPr>
          <p:cNvSpPr>
            <a:spLocks noGrp="1"/>
          </p:cNvSpPr>
          <p:nvPr>
            <p:ph type="body" sz="quarter" idx="18" hasCustomPrompt="1"/>
          </p:nvPr>
        </p:nvSpPr>
        <p:spPr>
          <a:xfrm>
            <a:off x="380986" y="1490072"/>
            <a:ext cx="2285996" cy="1284861"/>
          </a:xfrm>
        </p:spPr>
        <p:txBody>
          <a:bodyPr/>
          <a:lstStyle>
            <a:lvl1pPr marL="0" indent="0" rtl="0">
              <a:spcAft>
                <a:spcPts val="600"/>
              </a:spcAft>
              <a:buNone/>
              <a:defRPr lang="en-US" sz="2000" b="1" kern="1200" dirty="0" smtClean="0">
                <a:solidFill>
                  <a:schemeClr val="tx1"/>
                </a:solidFill>
                <a:latin typeface="+mn-lt"/>
                <a:ea typeface="+mn-ea"/>
                <a:cs typeface="+mn-cs"/>
              </a:defRPr>
            </a:lvl1pPr>
            <a:lvl2pPr marL="0" indent="0" rtl="0">
              <a:spcAft>
                <a:spcPts val="600"/>
              </a:spcAft>
              <a:buNone/>
              <a:defRPr lang="en-US" sz="1600" kern="1200" dirty="0">
                <a:solidFill>
                  <a:schemeClr val="tx1"/>
                </a:solidFill>
                <a:latin typeface="+mn-lt"/>
                <a:ea typeface="+mn-ea"/>
                <a:cs typeface="+mn-cs"/>
              </a:defRPr>
            </a:lvl2pPr>
            <a:lvl3pPr marL="285750" indent="-285750" rtl="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6095992" y="0"/>
            <a:ext cx="6096008" cy="6311900"/>
          </a:xfrm>
          <a:solidFill>
            <a:schemeClr val="bg2"/>
          </a:solidFill>
        </p:spPr>
        <p:txBody>
          <a:bodyPr anchor="ctr"/>
          <a:lstStyle>
            <a:lvl1pPr marL="0" indent="0" algn="ctr" rtl="0">
              <a:buNone/>
              <a:defRPr sz="1400" b="0">
                <a:solidFill>
                  <a:schemeClr val="tx1"/>
                </a:solidFill>
              </a:defRPr>
            </a:lvl1pPr>
          </a:lstStyle>
          <a:p>
            <a:r>
              <a:rPr lang="en-US" dirty="0"/>
              <a:t>Add image here</a:t>
            </a:r>
          </a:p>
        </p:txBody>
      </p:sp>
      <p:sp>
        <p:nvSpPr>
          <p:cNvPr id="27" name="Text Placeholder 26">
            <a:extLst>
              <a:ext uri="{FF2B5EF4-FFF2-40B4-BE49-F238E27FC236}">
                <a16:creationId xmlns:a16="http://schemas.microsoft.com/office/drawing/2014/main" id="{8D7539E0-EC97-4984-8CDD-85CC949BB7FB}"/>
              </a:ext>
            </a:extLst>
          </p:cNvPr>
          <p:cNvSpPr>
            <a:spLocks noGrp="1"/>
          </p:cNvSpPr>
          <p:nvPr>
            <p:ph type="body" sz="quarter" idx="13" hasCustomPrompt="1"/>
          </p:nvPr>
        </p:nvSpPr>
        <p:spPr>
          <a:xfrm>
            <a:off x="381001" y="380999"/>
            <a:ext cx="2285996" cy="912223"/>
          </a:xfrm>
        </p:spPr>
        <p:txBody>
          <a:bodyPr anchor="ctr"/>
          <a:lstStyle>
            <a:lvl1pPr marL="0" indent="0" rtl="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dirty="0"/>
              <a:t>00x</a:t>
            </a:r>
          </a:p>
        </p:txBody>
      </p:sp>
      <p:cxnSp>
        <p:nvCxnSpPr>
          <p:cNvPr id="42" name="Straight Connector 41">
            <a:extLst>
              <a:ext uri="{FF2B5EF4-FFF2-40B4-BE49-F238E27FC236}">
                <a16:creationId xmlns:a16="http://schemas.microsoft.com/office/drawing/2014/main" id="{149C8D0A-C37D-4D9A-9703-8A0AFB18570C}"/>
              </a:ext>
            </a:extLst>
          </p:cNvPr>
          <p:cNvCxnSpPr>
            <a:cxnSpLocks/>
          </p:cNvCxnSpPr>
          <p:nvPr userDrawn="1"/>
        </p:nvCxnSpPr>
        <p:spPr>
          <a:xfrm>
            <a:off x="0" y="3155950"/>
            <a:ext cx="6096008"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2" y="380999"/>
            <a:ext cx="2285996" cy="912223"/>
          </a:xfrm>
        </p:spPr>
        <p:txBody>
          <a:bodyPr anchor="ctr"/>
          <a:lstStyle>
            <a:lvl1pPr marL="0" indent="0" rtl="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dirty="0"/>
              <a:t>00x</a:t>
            </a:r>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81001" y="3536948"/>
            <a:ext cx="2285996" cy="912223"/>
          </a:xfrm>
        </p:spPr>
        <p:txBody>
          <a:bodyPr anchor="ctr"/>
          <a:lstStyle>
            <a:lvl1pPr marL="0" indent="0" rtl="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dirty="0"/>
              <a:t>00x</a:t>
            </a:r>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2" y="3536948"/>
            <a:ext cx="2285996" cy="912223"/>
          </a:xfrm>
        </p:spPr>
        <p:txBody>
          <a:bodyPr anchor="ctr"/>
          <a:lstStyle>
            <a:lvl1pPr marL="0" indent="0" rtl="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dirty="0"/>
              <a:t>00x</a:t>
            </a:r>
          </a:p>
        </p:txBody>
      </p:sp>
      <p:cxnSp>
        <p:nvCxnSpPr>
          <p:cNvPr id="53" name="Straight Connector 52">
            <a:extLst>
              <a:ext uri="{FF2B5EF4-FFF2-40B4-BE49-F238E27FC236}">
                <a16:creationId xmlns:a16="http://schemas.microsoft.com/office/drawing/2014/main" id="{1BE5BBCC-C957-48B6-99B6-EF1F3E80F622}"/>
              </a:ext>
            </a:extLst>
          </p:cNvPr>
          <p:cNvCxnSpPr>
            <a:cxnSpLocks/>
          </p:cNvCxnSpPr>
          <p:nvPr userDrawn="1"/>
        </p:nvCxnSpPr>
        <p:spPr>
          <a:xfrm>
            <a:off x="3047998" y="-2"/>
            <a:ext cx="0" cy="6311902"/>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94EF33C-E010-4503-AC38-BB48E62572E9}"/>
              </a:ext>
            </a:extLst>
          </p:cNvPr>
          <p:cNvSpPr/>
          <p:nvPr userDrawn="1"/>
        </p:nvSpPr>
        <p:spPr>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4" name="Graphic 4">
            <a:extLst>
              <a:ext uri="{FF2B5EF4-FFF2-40B4-BE49-F238E27FC236}">
                <a16:creationId xmlns:a16="http://schemas.microsoft.com/office/drawing/2014/main" id="{B5857967-07ED-4F5E-A053-B5E7B0047997}"/>
              </a:ext>
            </a:extLst>
          </p:cNvPr>
          <p:cNvSpPr>
            <a:spLocks noChangeAspect="1"/>
          </p:cNvSpPr>
          <p:nvPr userDrawn="1"/>
        </p:nvSpPr>
        <p:spPr>
          <a:xfrm>
            <a:off x="381000" y="6483349"/>
            <a:ext cx="192024" cy="203202"/>
          </a:xfrm>
          <a:custGeom>
            <a:avLst/>
            <a:gdLst>
              <a:gd name="connsiteX0" fmla="*/ 0 w 556260"/>
              <a:gd name="connsiteY0" fmla="*/ 415290 h 588644"/>
              <a:gd name="connsiteX1" fmla="*/ 324803 w 556260"/>
              <a:gd name="connsiteY1" fmla="*/ 295275 h 588644"/>
              <a:gd name="connsiteX2" fmla="*/ 0 w 556260"/>
              <a:gd name="connsiteY2" fmla="*/ 167640 h 588644"/>
              <a:gd name="connsiteX3" fmla="*/ 0 w 556260"/>
              <a:gd name="connsiteY3" fmla="*/ 0 h 588644"/>
              <a:gd name="connsiteX4" fmla="*/ 556260 w 556260"/>
              <a:gd name="connsiteY4" fmla="*/ 223838 h 588644"/>
              <a:gd name="connsiteX5" fmla="*/ 556260 w 556260"/>
              <a:gd name="connsiteY5" fmla="*/ 363855 h 588644"/>
              <a:gd name="connsiteX6" fmla="*/ 0 w 556260"/>
              <a:gd name="connsiteY6" fmla="*/ 588645 h 58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260" h="588644">
                <a:moveTo>
                  <a:pt x="0" y="415290"/>
                </a:moveTo>
                <a:lnTo>
                  <a:pt x="324803" y="295275"/>
                </a:lnTo>
                <a:lnTo>
                  <a:pt x="0" y="167640"/>
                </a:lnTo>
                <a:lnTo>
                  <a:pt x="0" y="0"/>
                </a:lnTo>
                <a:lnTo>
                  <a:pt x="556260" y="223838"/>
                </a:lnTo>
                <a:lnTo>
                  <a:pt x="556260" y="363855"/>
                </a:lnTo>
                <a:lnTo>
                  <a:pt x="0" y="588645"/>
                </a:lnTo>
                <a:close/>
              </a:path>
            </a:pathLst>
          </a:custGeom>
          <a:solidFill>
            <a:schemeClr val="bg1"/>
          </a:solidFill>
          <a:ln w="9525" cap="flat">
            <a:noFill/>
            <a:prstDash val="solid"/>
            <a:miter/>
          </a:ln>
        </p:spPr>
        <p:txBody>
          <a:bodyPr rtlCol="0" anchor="ctr"/>
          <a:lstStyle/>
          <a:p>
            <a:pPr rtl="0"/>
            <a:endParaRPr lang="en-US" dirty="0"/>
          </a:p>
        </p:txBody>
      </p:sp>
      <p:sp>
        <p:nvSpPr>
          <p:cNvPr id="6" name="TextBox 5">
            <a:extLst>
              <a:ext uri="{FF2B5EF4-FFF2-40B4-BE49-F238E27FC236}">
                <a16:creationId xmlns:a16="http://schemas.microsoft.com/office/drawing/2014/main" id="{AF44D4EC-5AC3-4E83-91F6-146FE9DE044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US" sz="800" smtClean="0">
                <a:solidFill>
                  <a:schemeClr val="bg1">
                    <a:alpha val="75000"/>
                  </a:schemeClr>
                </a:solidFill>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lang="en-US" noProof="0" dirty="0">
              <a:solidFill>
                <a:schemeClr val="bg1">
                  <a:alpha val="75000"/>
                </a:schemeClr>
              </a:solidFill>
            </a:endParaRPr>
          </a:p>
        </p:txBody>
      </p:sp>
      <p:sp>
        <p:nvSpPr>
          <p:cNvPr id="23" name="Text Placeholder 32">
            <a:extLst>
              <a:ext uri="{FF2B5EF4-FFF2-40B4-BE49-F238E27FC236}">
                <a16:creationId xmlns:a16="http://schemas.microsoft.com/office/drawing/2014/main" id="{15FC8104-48E6-B248-8FB6-974B5ABAE65B}"/>
              </a:ext>
            </a:extLst>
          </p:cNvPr>
          <p:cNvSpPr>
            <a:spLocks noGrp="1"/>
          </p:cNvSpPr>
          <p:nvPr>
            <p:ph type="body" sz="quarter" idx="22" hasCustomPrompt="1"/>
          </p:nvPr>
        </p:nvSpPr>
        <p:spPr>
          <a:xfrm>
            <a:off x="3428992" y="1490072"/>
            <a:ext cx="2285996" cy="1284861"/>
          </a:xfrm>
        </p:spPr>
        <p:txBody>
          <a:bodyPr/>
          <a:lstStyle>
            <a:lvl1pPr marL="0" indent="0" rtl="0">
              <a:spcAft>
                <a:spcPts val="600"/>
              </a:spcAft>
              <a:buNone/>
              <a:defRPr lang="en-US" sz="2000" b="1" kern="1200" dirty="0" smtClean="0">
                <a:solidFill>
                  <a:schemeClr val="tx1"/>
                </a:solidFill>
                <a:latin typeface="+mn-lt"/>
                <a:ea typeface="+mn-ea"/>
                <a:cs typeface="+mn-cs"/>
              </a:defRPr>
            </a:lvl1pPr>
            <a:lvl2pPr marL="0" indent="0" rtl="0">
              <a:spcAft>
                <a:spcPts val="600"/>
              </a:spcAft>
              <a:buNone/>
              <a:defRPr lang="en-US" sz="1600" kern="1200" dirty="0">
                <a:solidFill>
                  <a:schemeClr val="tx1"/>
                </a:solidFill>
                <a:latin typeface="+mn-lt"/>
                <a:ea typeface="+mn-ea"/>
                <a:cs typeface="+mn-cs"/>
              </a:defRPr>
            </a:lvl2pPr>
            <a:lvl3pPr marL="285750" indent="-285750" rtl="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24" name="Text Placeholder 32">
            <a:extLst>
              <a:ext uri="{FF2B5EF4-FFF2-40B4-BE49-F238E27FC236}">
                <a16:creationId xmlns:a16="http://schemas.microsoft.com/office/drawing/2014/main" id="{27C860B3-C7A0-E840-9D83-305F7392029A}"/>
              </a:ext>
            </a:extLst>
          </p:cNvPr>
          <p:cNvSpPr>
            <a:spLocks noGrp="1"/>
          </p:cNvSpPr>
          <p:nvPr>
            <p:ph type="body" sz="quarter" idx="23" hasCustomPrompt="1"/>
          </p:nvPr>
        </p:nvSpPr>
        <p:spPr>
          <a:xfrm>
            <a:off x="380986" y="4646021"/>
            <a:ext cx="2285996" cy="1284861"/>
          </a:xfrm>
        </p:spPr>
        <p:txBody>
          <a:bodyPr/>
          <a:lstStyle>
            <a:lvl1pPr marL="0" indent="0" rtl="0">
              <a:spcAft>
                <a:spcPts val="600"/>
              </a:spcAft>
              <a:buNone/>
              <a:defRPr lang="en-US" sz="2000" b="1" kern="1200" dirty="0" smtClean="0">
                <a:solidFill>
                  <a:schemeClr val="tx1"/>
                </a:solidFill>
                <a:latin typeface="+mn-lt"/>
                <a:ea typeface="+mn-ea"/>
                <a:cs typeface="+mn-cs"/>
              </a:defRPr>
            </a:lvl1pPr>
            <a:lvl2pPr marL="0" indent="0" rtl="0">
              <a:spcAft>
                <a:spcPts val="600"/>
              </a:spcAft>
              <a:buNone/>
              <a:defRPr lang="en-US" sz="1600" kern="1200" dirty="0">
                <a:solidFill>
                  <a:schemeClr val="tx1"/>
                </a:solidFill>
                <a:latin typeface="+mn-lt"/>
                <a:ea typeface="+mn-ea"/>
                <a:cs typeface="+mn-cs"/>
              </a:defRPr>
            </a:lvl2pPr>
            <a:lvl3pPr marL="285750" indent="-285750" rtl="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25" name="Text Placeholder 32">
            <a:extLst>
              <a:ext uri="{FF2B5EF4-FFF2-40B4-BE49-F238E27FC236}">
                <a16:creationId xmlns:a16="http://schemas.microsoft.com/office/drawing/2014/main" id="{0559DD1F-A98C-F14E-95DC-32EC947751EA}"/>
              </a:ext>
            </a:extLst>
          </p:cNvPr>
          <p:cNvSpPr>
            <a:spLocks noGrp="1"/>
          </p:cNvSpPr>
          <p:nvPr>
            <p:ph type="body" sz="quarter" idx="24" hasCustomPrompt="1"/>
          </p:nvPr>
        </p:nvSpPr>
        <p:spPr>
          <a:xfrm>
            <a:off x="3428992" y="4646021"/>
            <a:ext cx="2285996" cy="1284861"/>
          </a:xfrm>
        </p:spPr>
        <p:txBody>
          <a:bodyPr/>
          <a:lstStyle>
            <a:lvl1pPr marL="0" indent="0" rtl="0">
              <a:spcAft>
                <a:spcPts val="600"/>
              </a:spcAft>
              <a:buNone/>
              <a:defRPr lang="en-US" sz="2000" b="1" kern="1200" dirty="0" smtClean="0">
                <a:solidFill>
                  <a:schemeClr val="tx1"/>
                </a:solidFill>
                <a:latin typeface="+mn-lt"/>
                <a:ea typeface="+mn-ea"/>
                <a:cs typeface="+mn-cs"/>
              </a:defRPr>
            </a:lvl1pPr>
            <a:lvl2pPr marL="0" indent="0" rtl="0">
              <a:spcAft>
                <a:spcPts val="600"/>
              </a:spcAft>
              <a:buNone/>
              <a:defRPr lang="en-US" sz="1600" kern="1200" dirty="0">
                <a:solidFill>
                  <a:schemeClr val="tx1"/>
                </a:solidFill>
                <a:latin typeface="+mn-lt"/>
                <a:ea typeface="+mn-ea"/>
                <a:cs typeface="+mn-cs"/>
              </a:defRPr>
            </a:lvl2pPr>
            <a:lvl3pPr marL="285750" indent="-285750" rtl="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21" name="TextBox 20">
            <a:extLst>
              <a:ext uri="{FF2B5EF4-FFF2-40B4-BE49-F238E27FC236}">
                <a16:creationId xmlns:a16="http://schemas.microsoft.com/office/drawing/2014/main" id="{EFE5C034-231E-46D8-9D6E-AA535CA92BA7}"/>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dirty="0">
                <a:solidFill>
                  <a:schemeClr val="bg1">
                    <a:alpha val="75000"/>
                  </a:schemeClr>
                </a:solidFill>
              </a:rPr>
              <a:t>Copyright © 2023 Accenture. All rights reserved. Confidential – H&amp;M Group and Accenture.</a:t>
            </a:r>
            <a:endParaRPr lang="en-US" noProof="0" dirty="0">
              <a:solidFill>
                <a:schemeClr val="bg1">
                  <a:alpha val="75000"/>
                </a:schemeClr>
              </a:solidFill>
            </a:endParaRPr>
          </a:p>
        </p:txBody>
      </p:sp>
    </p:spTree>
    <p:extLst>
      <p:ext uri="{BB962C8B-B14F-4D97-AF65-F5344CB8AC3E}">
        <p14:creationId xmlns:p14="http://schemas.microsoft.com/office/powerpoint/2010/main" val="131595002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85">
          <p15:clr>
            <a:srgbClr val="5ACBF0"/>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3_10.b Stat 2">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1504A68-35D4-7FC2-4D8F-46FEA99A4C56}"/>
              </a:ext>
            </a:extLst>
          </p:cNvPr>
          <p:cNvGraphicFramePr>
            <a:graphicFrameLocks noChangeAspect="1"/>
          </p:cNvGraphicFramePr>
          <p:nvPr userDrawn="1">
            <p:custDataLst>
              <p:tags r:id="rId1"/>
            </p:custDataLst>
            <p:extLst>
              <p:ext uri="{D42A27DB-BD31-4B8C-83A1-F6EECF244321}">
                <p14:modId xmlns:p14="http://schemas.microsoft.com/office/powerpoint/2010/main" val="2577683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2" name="think-cell data - do not delete" hidden="1">
                        <a:extLst>
                          <a:ext uri="{FF2B5EF4-FFF2-40B4-BE49-F238E27FC236}">
                            <a16:creationId xmlns:a16="http://schemas.microsoft.com/office/drawing/2014/main" id="{B1504A68-35D4-7FC2-4D8F-46FEA99A4C5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Rectangle 9">
            <a:extLst>
              <a:ext uri="{FF2B5EF4-FFF2-40B4-BE49-F238E27FC236}">
                <a16:creationId xmlns:a16="http://schemas.microsoft.com/office/drawing/2014/main" id="{7F8DBAF1-DC97-4CAB-B174-0AAA55CCB2E8}"/>
              </a:ext>
            </a:extLst>
          </p:cNvPr>
          <p:cNvSpPr/>
          <p:nvPr userDrawn="1"/>
        </p:nvSpPr>
        <p:spPr>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9" name="Rectangle 28">
            <a:extLst>
              <a:ext uri="{FF2B5EF4-FFF2-40B4-BE49-F238E27FC236}">
                <a16:creationId xmlns:a16="http://schemas.microsoft.com/office/drawing/2014/main" id="{F2E53630-789F-425F-8AB1-96EFF4EA1E46}"/>
              </a:ext>
            </a:extLst>
          </p:cNvPr>
          <p:cNvSpPr/>
          <p:nvPr userDrawn="1"/>
        </p:nvSpPr>
        <p:spPr>
          <a:xfrm>
            <a:off x="9144056" y="3155948"/>
            <a:ext cx="3047944" cy="315595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8" name="Rectangle 7">
            <a:extLst>
              <a:ext uri="{FF2B5EF4-FFF2-40B4-BE49-F238E27FC236}">
                <a16:creationId xmlns:a16="http://schemas.microsoft.com/office/drawing/2014/main" id="{3D16F949-3472-4EBC-9DC1-05EC807C9FC0}"/>
              </a:ext>
            </a:extLst>
          </p:cNvPr>
          <p:cNvSpPr/>
          <p:nvPr userDrawn="1"/>
        </p:nvSpPr>
        <p:spPr>
          <a:xfrm>
            <a:off x="3048000" y="3155948"/>
            <a:ext cx="3047968" cy="3155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6095976" y="-1"/>
            <a:ext cx="3048024" cy="3151189"/>
          </a:xfrm>
          <a:solidFill>
            <a:schemeClr val="bg2"/>
          </a:solidFill>
        </p:spPr>
        <p:txBody>
          <a:bodyPr anchor="ctr"/>
          <a:lstStyle>
            <a:lvl1pPr marL="0" indent="0" algn="ctr" rtl="0">
              <a:buNone/>
              <a:defRPr sz="1400" b="0">
                <a:solidFill>
                  <a:schemeClr val="tx1"/>
                </a:solidFill>
              </a:defRPr>
            </a:lvl1pPr>
          </a:lstStyle>
          <a:p>
            <a:r>
              <a:rPr lang="en-US" dirty="0"/>
              <a:t>Add image here</a:t>
            </a:r>
          </a:p>
        </p:txBody>
      </p: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7" y="380999"/>
            <a:ext cx="2285996" cy="912223"/>
          </a:xfrm>
        </p:spPr>
        <p:txBody>
          <a:bodyPr anchor="ctr"/>
          <a:lstStyle>
            <a:lvl1pPr marL="0" indent="0" rtl="0">
              <a:buNone/>
              <a:defRPr lang="en-US" sz="4800" b="0" i="0" kern="1200" dirty="0">
                <a:solidFill>
                  <a:schemeClr val="accent1"/>
                </a:solidFill>
                <a:latin typeface="Graphik Light" panose="020B0403030202060203" pitchFamily="34" charset="77"/>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dirty="0"/>
              <a:t>00x</a:t>
            </a:r>
          </a:p>
        </p:txBody>
      </p:sp>
      <p:sp>
        <p:nvSpPr>
          <p:cNvPr id="47" name="Text Placeholder 32">
            <a:extLst>
              <a:ext uri="{FF2B5EF4-FFF2-40B4-BE49-F238E27FC236}">
                <a16:creationId xmlns:a16="http://schemas.microsoft.com/office/drawing/2014/main" id="{705CC01D-6D66-4B27-8D0E-E2205E002C2F}"/>
              </a:ext>
            </a:extLst>
          </p:cNvPr>
          <p:cNvSpPr>
            <a:spLocks noGrp="1"/>
          </p:cNvSpPr>
          <p:nvPr>
            <p:ph type="body" sz="quarter" idx="18" hasCustomPrompt="1"/>
          </p:nvPr>
        </p:nvSpPr>
        <p:spPr>
          <a:xfrm>
            <a:off x="9525005" y="1490072"/>
            <a:ext cx="2285995" cy="1284879"/>
          </a:xfrm>
        </p:spPr>
        <p:txBody>
          <a:bodyPr/>
          <a:lstStyle>
            <a:lvl1pPr marL="0" indent="0" rtl="0">
              <a:spcAft>
                <a:spcPts val="600"/>
              </a:spcAft>
              <a:buNone/>
              <a:defRPr lang="en-US" sz="1800" b="1" kern="1200" dirty="0" smtClean="0">
                <a:solidFill>
                  <a:schemeClr val="tx1"/>
                </a:solidFill>
                <a:latin typeface="+mn-lt"/>
                <a:ea typeface="+mn-ea"/>
                <a:cs typeface="+mn-cs"/>
              </a:defRPr>
            </a:lvl1pPr>
            <a:lvl2pPr marL="0" indent="0" rtl="0">
              <a:spcAft>
                <a:spcPts val="600"/>
              </a:spcAft>
              <a:buNone/>
              <a:defRPr lang="en-US" sz="1400" kern="1200" dirty="0">
                <a:solidFill>
                  <a:schemeClr val="tx1"/>
                </a:solidFill>
                <a:latin typeface="+mn-lt"/>
                <a:ea typeface="+mn-ea"/>
                <a:cs typeface="+mn-cs"/>
              </a:defRPr>
            </a:lvl2pPr>
            <a:lvl3pPr marL="285750" indent="-285750" rtl="0">
              <a:spcAft>
                <a:spcPts val="600"/>
              </a:spcAft>
              <a:defRPr lang="en-US" sz="14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8" y="3538763"/>
            <a:ext cx="2285996" cy="912223"/>
          </a:xfrm>
        </p:spPr>
        <p:txBody>
          <a:bodyPr anchor="ctr"/>
          <a:lstStyle>
            <a:lvl1pPr marL="0" indent="0" rtl="0">
              <a:buNone/>
              <a:defRPr lang="en-US" sz="4800" b="0" i="0" kern="1200" dirty="0">
                <a:solidFill>
                  <a:schemeClr val="bg1"/>
                </a:solidFill>
                <a:latin typeface="Graphik Light" panose="020B0403030202060203" pitchFamily="34" charset="77"/>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dirty="0"/>
              <a:t>00x</a:t>
            </a:r>
          </a:p>
        </p:txBody>
      </p:sp>
      <p:sp>
        <p:nvSpPr>
          <p:cNvPr id="49" name="Text Placeholder 32">
            <a:extLst>
              <a:ext uri="{FF2B5EF4-FFF2-40B4-BE49-F238E27FC236}">
                <a16:creationId xmlns:a16="http://schemas.microsoft.com/office/drawing/2014/main" id="{D36C84D9-D180-4ECA-9C39-AB74A8A3E6B1}"/>
              </a:ext>
            </a:extLst>
          </p:cNvPr>
          <p:cNvSpPr>
            <a:spLocks noGrp="1"/>
          </p:cNvSpPr>
          <p:nvPr>
            <p:ph type="body" sz="quarter" idx="20" hasCustomPrompt="1"/>
          </p:nvPr>
        </p:nvSpPr>
        <p:spPr>
          <a:xfrm>
            <a:off x="3428986" y="4647836"/>
            <a:ext cx="2285995" cy="1284879"/>
          </a:xfrm>
        </p:spPr>
        <p:txBody>
          <a:bodyPr/>
          <a:lstStyle>
            <a:lvl1pPr marL="0" indent="0" rtl="0">
              <a:spcAft>
                <a:spcPts val="600"/>
              </a:spcAft>
              <a:buNone/>
              <a:defRPr lang="en-US" sz="1800" b="1" kern="1200" dirty="0" smtClean="0">
                <a:solidFill>
                  <a:schemeClr val="bg1"/>
                </a:solidFill>
                <a:latin typeface="+mn-lt"/>
                <a:ea typeface="+mn-ea"/>
                <a:cs typeface="+mn-cs"/>
              </a:defRPr>
            </a:lvl1pPr>
            <a:lvl2pPr marL="0" indent="0" rtl="0">
              <a:spcAft>
                <a:spcPts val="600"/>
              </a:spcAft>
              <a:buNone/>
              <a:defRPr lang="en-US" sz="1400" kern="1200" dirty="0">
                <a:solidFill>
                  <a:schemeClr val="bg1"/>
                </a:solidFill>
                <a:latin typeface="+mn-lt"/>
                <a:ea typeface="+mn-ea"/>
                <a:cs typeface="+mn-cs"/>
              </a:defRPr>
            </a:lvl2pPr>
            <a:lvl3pPr marL="285750" indent="-285750" rtl="0">
              <a:spcAft>
                <a:spcPts val="600"/>
              </a:spcAft>
              <a:defRPr lang="en-US" sz="1400" kern="1200" dirty="0">
                <a:solidFill>
                  <a:schemeClr val="bg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6" y="3538763"/>
            <a:ext cx="2285996" cy="912223"/>
          </a:xfrm>
        </p:spPr>
        <p:txBody>
          <a:bodyPr anchor="ctr"/>
          <a:lstStyle>
            <a:lvl1pPr marL="0" indent="0" rtl="0">
              <a:buNone/>
              <a:defRPr lang="en-US" sz="4800" b="0" i="0" kern="1200" dirty="0">
                <a:solidFill>
                  <a:schemeClr val="accent1"/>
                </a:solidFill>
                <a:latin typeface="Graphik Light" panose="020B0403030202060203" pitchFamily="34" charset="77"/>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dirty="0"/>
              <a:t>00x</a:t>
            </a:r>
          </a:p>
        </p:txBody>
      </p:sp>
      <p:sp>
        <p:nvSpPr>
          <p:cNvPr id="51" name="Text Placeholder 32">
            <a:extLst>
              <a:ext uri="{FF2B5EF4-FFF2-40B4-BE49-F238E27FC236}">
                <a16:creationId xmlns:a16="http://schemas.microsoft.com/office/drawing/2014/main" id="{2ACA6616-E51D-4660-96C1-738E6693FAD3}"/>
              </a:ext>
            </a:extLst>
          </p:cNvPr>
          <p:cNvSpPr>
            <a:spLocks noGrp="1"/>
          </p:cNvSpPr>
          <p:nvPr>
            <p:ph type="body" sz="quarter" idx="22" hasCustomPrompt="1"/>
          </p:nvPr>
        </p:nvSpPr>
        <p:spPr>
          <a:xfrm>
            <a:off x="6476994" y="4647836"/>
            <a:ext cx="2285995" cy="1284879"/>
          </a:xfrm>
        </p:spPr>
        <p:txBody>
          <a:bodyPr/>
          <a:lstStyle>
            <a:lvl1pPr marL="0" indent="0" rtl="0">
              <a:spcAft>
                <a:spcPts val="600"/>
              </a:spcAft>
              <a:buNone/>
              <a:defRPr lang="en-US" sz="1800" b="1" kern="1200" dirty="0" smtClean="0">
                <a:solidFill>
                  <a:schemeClr val="tx1"/>
                </a:solidFill>
                <a:latin typeface="+mn-lt"/>
                <a:ea typeface="+mn-ea"/>
                <a:cs typeface="+mn-cs"/>
              </a:defRPr>
            </a:lvl1pPr>
            <a:lvl2pPr marL="0" indent="0" rtl="0">
              <a:spcAft>
                <a:spcPts val="600"/>
              </a:spcAft>
              <a:buNone/>
              <a:defRPr lang="en-US" sz="1400" kern="1200" dirty="0">
                <a:solidFill>
                  <a:schemeClr val="tx1"/>
                </a:solidFill>
                <a:latin typeface="+mn-lt"/>
                <a:ea typeface="+mn-ea"/>
                <a:cs typeface="+mn-cs"/>
              </a:defRPr>
            </a:lvl2pPr>
            <a:lvl3pPr marL="285750" indent="-285750" rtl="0">
              <a:spcAft>
                <a:spcPts val="600"/>
              </a:spcAft>
              <a:defRPr lang="en-US" sz="14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21" name="Picture Placeholder 35">
            <a:extLst>
              <a:ext uri="{FF2B5EF4-FFF2-40B4-BE49-F238E27FC236}">
                <a16:creationId xmlns:a16="http://schemas.microsoft.com/office/drawing/2014/main" id="{4CA191CE-F49B-4889-A102-DDD1279F3FB2}"/>
              </a:ext>
            </a:extLst>
          </p:cNvPr>
          <p:cNvSpPr>
            <a:spLocks noGrp="1"/>
          </p:cNvSpPr>
          <p:nvPr>
            <p:ph type="pic" sz="quarter" idx="23" hasCustomPrompt="1"/>
          </p:nvPr>
        </p:nvSpPr>
        <p:spPr>
          <a:xfrm>
            <a:off x="0" y="3155942"/>
            <a:ext cx="3048000" cy="3155958"/>
          </a:xfrm>
          <a:solidFill>
            <a:schemeClr val="bg2"/>
          </a:solidFill>
        </p:spPr>
        <p:txBody>
          <a:bodyPr vert="horz" lIns="0" tIns="0" rIns="0" bIns="0" rtlCol="0" anchor="ctr">
            <a:noAutofit/>
          </a:bodyPr>
          <a:lstStyle>
            <a:lvl1pPr marL="0" indent="0" algn="ctr" rtl="0">
              <a:buNone/>
              <a:defRPr lang="en-US" sz="1400" dirty="0"/>
            </a:lvl1pPr>
          </a:lstStyle>
          <a:p>
            <a:pPr marL="228600" lvl="0" indent="-228600" algn="ctr"/>
            <a:r>
              <a:rPr lang="en-US" dirty="0"/>
              <a:t>Add image here</a:t>
            </a:r>
          </a:p>
        </p:txBody>
      </p:sp>
      <p:sp>
        <p:nvSpPr>
          <p:cNvPr id="24" name="Text Placeholder 26">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1" y="3538763"/>
            <a:ext cx="2285996" cy="912223"/>
          </a:xfrm>
        </p:spPr>
        <p:txBody>
          <a:bodyPr anchor="ctr"/>
          <a:lstStyle>
            <a:lvl1pPr marL="0" indent="0" rtl="0">
              <a:buNone/>
              <a:defRPr lang="en-US" sz="4800" b="0" i="0" kern="1200" dirty="0">
                <a:solidFill>
                  <a:schemeClr val="accent1"/>
                </a:solidFill>
                <a:latin typeface="Graphik Light" panose="020B0403030202060203" pitchFamily="34" charset="77"/>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US" dirty="0"/>
              <a:t>00x</a:t>
            </a:r>
          </a:p>
        </p:txBody>
      </p:sp>
      <p:sp>
        <p:nvSpPr>
          <p:cNvPr id="25" name="Text Placeholder 32">
            <a:extLst>
              <a:ext uri="{FF2B5EF4-FFF2-40B4-BE49-F238E27FC236}">
                <a16:creationId xmlns:a16="http://schemas.microsoft.com/office/drawing/2014/main" id="{07ADCD97-A8C0-487C-9E6C-6CD77C3BE053}"/>
              </a:ext>
            </a:extLst>
          </p:cNvPr>
          <p:cNvSpPr>
            <a:spLocks noGrp="1"/>
          </p:cNvSpPr>
          <p:nvPr>
            <p:ph type="body" sz="quarter" idx="25" hasCustomPrompt="1"/>
          </p:nvPr>
        </p:nvSpPr>
        <p:spPr>
          <a:xfrm>
            <a:off x="9524999" y="4647836"/>
            <a:ext cx="2285995" cy="1284879"/>
          </a:xfrm>
        </p:spPr>
        <p:txBody>
          <a:bodyPr/>
          <a:lstStyle>
            <a:lvl1pPr marL="0" indent="0" rtl="0">
              <a:spcAft>
                <a:spcPts val="600"/>
              </a:spcAft>
              <a:buNone/>
              <a:defRPr lang="en-US" sz="1800" b="1" kern="1200" dirty="0" smtClean="0">
                <a:solidFill>
                  <a:schemeClr val="tx1"/>
                </a:solidFill>
                <a:latin typeface="+mn-lt"/>
                <a:ea typeface="+mn-ea"/>
                <a:cs typeface="+mn-cs"/>
              </a:defRPr>
            </a:lvl1pPr>
            <a:lvl2pPr marL="0" indent="0" rtl="0">
              <a:spcAft>
                <a:spcPts val="600"/>
              </a:spcAft>
              <a:buNone/>
              <a:defRPr lang="en-US" sz="1400" kern="1200" dirty="0">
                <a:solidFill>
                  <a:schemeClr val="tx1"/>
                </a:solidFill>
                <a:latin typeface="+mn-lt"/>
                <a:ea typeface="+mn-ea"/>
                <a:cs typeface="+mn-cs"/>
              </a:defRPr>
            </a:lvl2pPr>
            <a:lvl3pPr marL="285750" indent="-285750" rtl="0">
              <a:spcAft>
                <a:spcPts val="600"/>
              </a:spcAft>
              <a:defRPr lang="en-US" sz="14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11" name="Graphic 4">
            <a:extLst>
              <a:ext uri="{FF2B5EF4-FFF2-40B4-BE49-F238E27FC236}">
                <a16:creationId xmlns:a16="http://schemas.microsoft.com/office/drawing/2014/main" id="{2823ABF6-DA1C-4C36-B01C-57A2B31166E8}"/>
              </a:ext>
            </a:extLst>
          </p:cNvPr>
          <p:cNvSpPr>
            <a:spLocks noChangeAspect="1"/>
          </p:cNvSpPr>
          <p:nvPr userDrawn="1"/>
        </p:nvSpPr>
        <p:spPr>
          <a:xfrm>
            <a:off x="-430530" y="6483349"/>
            <a:ext cx="192024" cy="203202"/>
          </a:xfrm>
          <a:custGeom>
            <a:avLst/>
            <a:gdLst>
              <a:gd name="connsiteX0" fmla="*/ 0 w 556260"/>
              <a:gd name="connsiteY0" fmla="*/ 415290 h 588644"/>
              <a:gd name="connsiteX1" fmla="*/ 324803 w 556260"/>
              <a:gd name="connsiteY1" fmla="*/ 295275 h 588644"/>
              <a:gd name="connsiteX2" fmla="*/ 0 w 556260"/>
              <a:gd name="connsiteY2" fmla="*/ 167640 h 588644"/>
              <a:gd name="connsiteX3" fmla="*/ 0 w 556260"/>
              <a:gd name="connsiteY3" fmla="*/ 0 h 588644"/>
              <a:gd name="connsiteX4" fmla="*/ 556260 w 556260"/>
              <a:gd name="connsiteY4" fmla="*/ 223838 h 588644"/>
              <a:gd name="connsiteX5" fmla="*/ 556260 w 556260"/>
              <a:gd name="connsiteY5" fmla="*/ 363855 h 588644"/>
              <a:gd name="connsiteX6" fmla="*/ 0 w 556260"/>
              <a:gd name="connsiteY6" fmla="*/ 588645 h 58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260" h="588644">
                <a:moveTo>
                  <a:pt x="0" y="415290"/>
                </a:moveTo>
                <a:lnTo>
                  <a:pt x="324803" y="295275"/>
                </a:lnTo>
                <a:lnTo>
                  <a:pt x="0" y="167640"/>
                </a:lnTo>
                <a:lnTo>
                  <a:pt x="0" y="0"/>
                </a:lnTo>
                <a:lnTo>
                  <a:pt x="556260" y="223838"/>
                </a:lnTo>
                <a:lnTo>
                  <a:pt x="556260" y="363855"/>
                </a:lnTo>
                <a:lnTo>
                  <a:pt x="0" y="588645"/>
                </a:lnTo>
                <a:close/>
              </a:path>
            </a:pathLst>
          </a:custGeom>
          <a:solidFill>
            <a:schemeClr val="bg1"/>
          </a:solidFill>
          <a:ln w="9525" cap="flat">
            <a:noFill/>
            <a:prstDash val="solid"/>
            <a:miter/>
          </a:ln>
        </p:spPr>
        <p:txBody>
          <a:bodyPr rtlCol="0" anchor="ctr"/>
          <a:lstStyle/>
          <a:p>
            <a:pPr rtl="0"/>
            <a:endParaRPr lang="en-US" dirty="0"/>
          </a:p>
        </p:txBody>
      </p:sp>
      <p:sp>
        <p:nvSpPr>
          <p:cNvPr id="3" name="TextBox 2">
            <a:extLst>
              <a:ext uri="{FF2B5EF4-FFF2-40B4-BE49-F238E27FC236}">
                <a16:creationId xmlns:a16="http://schemas.microsoft.com/office/drawing/2014/main" id="{9CC17CEB-6634-4DFE-841E-12DDA90C7C5D}"/>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US" sz="800" smtClean="0">
                <a:solidFill>
                  <a:schemeClr val="bg1">
                    <a:alpha val="75000"/>
                  </a:schemeClr>
                </a:solidFill>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lang="en-US" noProof="0" dirty="0">
              <a:solidFill>
                <a:schemeClr val="bg1">
                  <a:alpha val="75000"/>
                </a:schemeClr>
              </a:solidFill>
            </a:endParaRPr>
          </a:p>
        </p:txBody>
      </p:sp>
      <p:sp>
        <p:nvSpPr>
          <p:cNvPr id="19" name="TextBox 18">
            <a:extLst>
              <a:ext uri="{FF2B5EF4-FFF2-40B4-BE49-F238E27FC236}">
                <a16:creationId xmlns:a16="http://schemas.microsoft.com/office/drawing/2014/main" id="{C20CF244-B80F-5E4A-B150-A7C2F043EEAF}"/>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dirty="0">
                <a:solidFill>
                  <a:schemeClr val="bg1">
                    <a:alpha val="75000"/>
                  </a:schemeClr>
                </a:solidFill>
              </a:rPr>
              <a:t>Copyright © 2023 Accenture. All rights reserved. Confidential – H&amp;M Group and Accenture.</a:t>
            </a:r>
            <a:endParaRPr lang="en-US" noProof="0" dirty="0">
              <a:solidFill>
                <a:schemeClr val="bg1">
                  <a:alpha val="75000"/>
                </a:schemeClr>
              </a:solidFill>
            </a:endParaRPr>
          </a:p>
        </p:txBody>
      </p:sp>
      <p:sp>
        <p:nvSpPr>
          <p:cNvPr id="5" name="Text Placeholder 4">
            <a:extLst>
              <a:ext uri="{FF2B5EF4-FFF2-40B4-BE49-F238E27FC236}">
                <a16:creationId xmlns:a16="http://schemas.microsoft.com/office/drawing/2014/main" id="{7D44B1EE-F16B-6241-941B-2786A4D18400}"/>
              </a:ext>
            </a:extLst>
          </p:cNvPr>
          <p:cNvSpPr>
            <a:spLocks noGrp="1"/>
          </p:cNvSpPr>
          <p:nvPr>
            <p:ph type="body" sz="quarter" idx="26" hasCustomPrompt="1"/>
          </p:nvPr>
        </p:nvSpPr>
        <p:spPr>
          <a:xfrm>
            <a:off x="381000" y="381000"/>
            <a:ext cx="5527675" cy="2590800"/>
          </a:xfrm>
        </p:spPr>
        <p:txBody>
          <a:bodyPr anchor="ctr"/>
          <a:lstStyle>
            <a:lvl1pPr rtl="0">
              <a:defRPr sz="3200" b="1" i="0">
                <a:latin typeface="Graphik Semibold" panose="020B0503030202060203" pitchFamily="34" charset="77"/>
              </a:defRPr>
            </a:lvl1pPr>
          </a:lstStyle>
          <a:p>
            <a:pPr lvl="0"/>
            <a:r>
              <a:rPr lang="en-US" dirty="0"/>
              <a:t>Place headline here</a:t>
            </a:r>
          </a:p>
        </p:txBody>
      </p:sp>
      <p:pic>
        <p:nvPicPr>
          <p:cNvPr id="20" name="Picture 19">
            <a:extLst>
              <a:ext uri="{FF2B5EF4-FFF2-40B4-BE49-F238E27FC236}">
                <a16:creationId xmlns:a16="http://schemas.microsoft.com/office/drawing/2014/main" id="{2A8C8B67-8931-468C-9E7F-7C9C53E24D36}"/>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317063426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85">
          <p15:clr>
            <a:srgbClr val="5ACBF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userDrawn="1">
  <p:cSld name="1_Long Headline-subtitle">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D8C7B75-04F4-516A-2C1C-192B93C4E52C}"/>
              </a:ext>
            </a:extLst>
          </p:cNvPr>
          <p:cNvGraphicFramePr>
            <a:graphicFrameLocks noChangeAspect="1"/>
          </p:cNvGraphicFramePr>
          <p:nvPr userDrawn="1">
            <p:custDataLst>
              <p:tags r:id="rId1"/>
            </p:custDataLst>
            <p:extLst>
              <p:ext uri="{D42A27DB-BD31-4B8C-83A1-F6EECF244321}">
                <p14:modId xmlns:p14="http://schemas.microsoft.com/office/powerpoint/2010/main" val="28206840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0D8C7B75-04F4-516A-2C1C-192B93C4E52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vert="horz"/>
          <a:lstStyle>
            <a:lvl1pPr rtl="0">
              <a:defRPr sz="3600"/>
            </a:lvl1pPr>
          </a:lstStyle>
          <a:p>
            <a:r>
              <a:rPr lang="en-US" dirty="0"/>
              <a:t>Place headline here (36pt, min 30pt)</a:t>
            </a:r>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rtl="0">
              <a:spcAft>
                <a:spcPts val="0"/>
              </a:spcAft>
              <a:buNone/>
              <a:defRPr>
                <a:solidFill>
                  <a:schemeClr val="accent1"/>
                </a:solidFill>
                <a:latin typeface="GT Sectra Fine Rg" panose="00000500000000000000" pitchFamily="50" charset="0"/>
              </a:defRPr>
            </a:lvl1pPr>
          </a:lstStyle>
          <a:p>
            <a:pPr lvl="0"/>
            <a:r>
              <a:rPr lang="en-US" dirty="0"/>
              <a:t>Place subtitle here 20pt</a:t>
            </a:r>
          </a:p>
        </p:txBody>
      </p:sp>
      <p:sp>
        <p:nvSpPr>
          <p:cNvPr id="7" name="Footer Placeholder 3">
            <a:extLst>
              <a:ext uri="{FF2B5EF4-FFF2-40B4-BE49-F238E27FC236}">
                <a16:creationId xmlns:a16="http://schemas.microsoft.com/office/drawing/2014/main" id="{D81D62B4-50F4-4143-BFCC-F5508365C8BA}"/>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rtl="0">
              <a:defRPr lang="en-US" sz="800" kern="1200" dirty="0">
                <a:solidFill>
                  <a:schemeClr val="tx1">
                    <a:alpha val="75000"/>
                  </a:schemeClr>
                </a:solidFill>
                <a:latin typeface="+mn-lt"/>
                <a:ea typeface="+mn-ea"/>
                <a:cs typeface="+mn-cs"/>
              </a:defRPr>
            </a:lvl1pPr>
          </a:lstStyle>
          <a:p>
            <a:pPr defTabSz="228600">
              <a:spcAft>
                <a:spcPts val="1200"/>
              </a:spcAft>
              <a:defRPr/>
            </a:pPr>
            <a:r>
              <a:rPr lang="en-US"/>
              <a:t>Copyright © 2023 Accenture. All rights reserved.</a:t>
            </a:r>
          </a:p>
        </p:txBody>
      </p:sp>
      <p:sp>
        <p:nvSpPr>
          <p:cNvPr id="3" name="Slide Number Placeholder 2">
            <a:extLst>
              <a:ext uri="{FF2B5EF4-FFF2-40B4-BE49-F238E27FC236}">
                <a16:creationId xmlns:a16="http://schemas.microsoft.com/office/drawing/2014/main" id="{9F7CFBA7-F1B1-4FF3-932C-7525FBDA5B5C}"/>
              </a:ext>
            </a:extLst>
          </p:cNvPr>
          <p:cNvSpPr>
            <a:spLocks noGrp="1"/>
          </p:cNvSpPr>
          <p:nvPr>
            <p:ph type="sldNum" sz="quarter" idx="12"/>
          </p:nvPr>
        </p:nvSpPr>
        <p:spPr/>
        <p:txBody>
          <a:bodyPr/>
          <a:lstStyle>
            <a:lvl1pPr rtl="0">
              <a:defRPr/>
            </a:lvl1pPr>
          </a:lstStyle>
          <a:p>
            <a:fld id="{1F90F471-3972-4120-B8B3-0237DE626C35}" type="slidenum">
              <a:rPr lang="en-US" smtClean="0"/>
              <a:pPr/>
              <a:t>‹#›</a:t>
            </a:fld>
            <a:endParaRPr lang="en-US" dirty="0"/>
          </a:p>
        </p:txBody>
      </p:sp>
    </p:spTree>
    <p:extLst>
      <p:ext uri="{BB962C8B-B14F-4D97-AF65-F5344CB8AC3E}">
        <p14:creationId xmlns:p14="http://schemas.microsoft.com/office/powerpoint/2010/main" val="2417647862"/>
      </p:ext>
    </p:extLst>
  </p:cSld>
  <p:clrMapOvr>
    <a:masterClrMapping/>
  </p:clrMapOvr>
  <p:extLst>
    <p:ext uri="{DCECCB84-F9BA-43D5-87BE-67443E8EF086}">
      <p15:sldGuideLst xmlns:p15="http://schemas.microsoft.com/office/powerpoint/2012/main">
        <p15:guide id="1" orient="horz" pos="932">
          <p15:clr>
            <a:srgbClr val="547EBF"/>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userDrawn="1">
  <p:cSld name="Long Headline-subtitle and 1 Column">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28D6897-039C-6EC2-A301-E51D9E88B2BD}"/>
              </a:ext>
            </a:extLst>
          </p:cNvPr>
          <p:cNvGraphicFramePr>
            <a:graphicFrameLocks noChangeAspect="1"/>
          </p:cNvGraphicFramePr>
          <p:nvPr userDrawn="1">
            <p:custDataLst>
              <p:tags r:id="rId1"/>
            </p:custDataLst>
            <p:extLst>
              <p:ext uri="{D42A27DB-BD31-4B8C-83A1-F6EECF244321}">
                <p14:modId xmlns:p14="http://schemas.microsoft.com/office/powerpoint/2010/main" val="30322004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228D6897-039C-6EC2-A301-E51D9E88B2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vert="horz"/>
          <a:lstStyle>
            <a:lvl1pPr rtl="0">
              <a:defRPr sz="3600"/>
            </a:lvl1pPr>
          </a:lstStyle>
          <a:p>
            <a:r>
              <a:rPr lang="en-US"/>
              <a:t>Place headline here (36pt, min 30pt)</a:t>
            </a:r>
            <a:endParaRPr lang="en-US" dirty="0"/>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949194"/>
            <a:ext cx="11430000" cy="4362706"/>
          </a:xfrm>
        </p:spPr>
        <p:txBody>
          <a:bodyPr/>
          <a:lstStyle>
            <a:lvl1pPr rtl="0">
              <a:defRPr/>
            </a:lvl1pPr>
            <a:lvl2pPr rtl="0">
              <a:defRPr/>
            </a:lvl2pPr>
            <a:lvl3pPr rtl="0">
              <a:defRPr/>
            </a:lvl3pPr>
            <a:lvl4pPr rtl="0">
              <a:defRPr/>
            </a:lvl4pPr>
            <a:lvl5pPr rtl="0">
              <a:defRPr/>
            </a:lvl5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rtl="0">
              <a:spcAft>
                <a:spcPts val="0"/>
              </a:spcAft>
              <a:buNone/>
              <a:defRPr>
                <a:solidFill>
                  <a:schemeClr val="accent1"/>
                </a:solidFill>
                <a:latin typeface="GT Sectra Fine Rg" panose="00000500000000000000" pitchFamily="50" charset="0"/>
              </a:defRPr>
            </a:lvl1pPr>
          </a:lstStyle>
          <a:p>
            <a:pPr lvl="0"/>
            <a:r>
              <a:rPr lang="en-US"/>
              <a:t>Place subtitle here in GT Sectra Fine Rg 20pt</a:t>
            </a:r>
            <a:endParaRPr lang="en-US" dirty="0"/>
          </a:p>
        </p:txBody>
      </p:sp>
      <p:sp>
        <p:nvSpPr>
          <p:cNvPr id="9" name="Footer Placeholder 3">
            <a:extLst>
              <a:ext uri="{FF2B5EF4-FFF2-40B4-BE49-F238E27FC236}">
                <a16:creationId xmlns:a16="http://schemas.microsoft.com/office/drawing/2014/main" id="{06E1154F-E5DD-468F-85D1-17FC4F4386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rtl="0">
              <a:defRPr lang="en-US" sz="800" kern="1200" dirty="0">
                <a:solidFill>
                  <a:schemeClr val="tx1">
                    <a:alpha val="75000"/>
                  </a:schemeClr>
                </a:solidFill>
                <a:latin typeface="+mn-lt"/>
                <a:ea typeface="+mn-ea"/>
                <a:cs typeface="+mn-cs"/>
              </a:defRPr>
            </a:lvl1pPr>
          </a:lstStyle>
          <a:p>
            <a:pPr defTabSz="228600">
              <a:spcAft>
                <a:spcPts val="1200"/>
              </a:spcAft>
              <a:defRPr/>
            </a:pPr>
            <a:r>
              <a:rPr lang="en-US"/>
              <a:t>Copyright © 2021 Accenture. All rights reserved.</a:t>
            </a:r>
          </a:p>
        </p:txBody>
      </p:sp>
      <p:sp>
        <p:nvSpPr>
          <p:cNvPr id="3" name="Slide Number Placeholder 2">
            <a:extLst>
              <a:ext uri="{FF2B5EF4-FFF2-40B4-BE49-F238E27FC236}">
                <a16:creationId xmlns:a16="http://schemas.microsoft.com/office/drawing/2014/main" id="{B5699EEA-1839-42AE-A096-1905CABA2755}"/>
              </a:ext>
            </a:extLst>
          </p:cNvPr>
          <p:cNvSpPr>
            <a:spLocks noGrp="1"/>
          </p:cNvSpPr>
          <p:nvPr>
            <p:ph type="sldNum" sz="quarter" idx="12"/>
          </p:nvPr>
        </p:nvSpPr>
        <p:spPr/>
        <p:txBody>
          <a:bodyPr/>
          <a:lstStyle>
            <a:lvl1pPr rtl="0">
              <a:defRPr/>
            </a:lvl1pPr>
          </a:lstStyle>
          <a:p>
            <a:fld id="{1F90F471-3972-4120-B8B3-0237DE626C35}" type="slidenum">
              <a:rPr lang="en-US" smtClean="0"/>
              <a:pPr/>
              <a:t>‹#›</a:t>
            </a:fld>
            <a:endParaRPr lang="en-US" dirty="0"/>
          </a:p>
        </p:txBody>
      </p:sp>
    </p:spTree>
    <p:extLst>
      <p:ext uri="{BB962C8B-B14F-4D97-AF65-F5344CB8AC3E}">
        <p14:creationId xmlns:p14="http://schemas.microsoft.com/office/powerpoint/2010/main" val="1601381721"/>
      </p:ext>
    </p:extLst>
  </p:cSld>
  <p:clrMapOvr>
    <a:masterClrMapping/>
  </p:clrMapOvr>
  <p:extLst>
    <p:ext uri="{DCECCB84-F9BA-43D5-87BE-67443E8EF086}">
      <p15:sldGuideLst xmlns:p15="http://schemas.microsoft.com/office/powerpoint/2012/main">
        <p15:guide id="1" orient="horz" pos="931">
          <p15:clr>
            <a:srgbClr val="547EBF"/>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6_6.j Title and Subtitle">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5FB1F8B-8A52-146E-5049-F7BC82012592}"/>
              </a:ext>
            </a:extLst>
          </p:cNvPr>
          <p:cNvGraphicFramePr>
            <a:graphicFrameLocks noChangeAspect="1"/>
          </p:cNvGraphicFramePr>
          <p:nvPr userDrawn="1">
            <p:custDataLst>
              <p:tags r:id="rId1"/>
            </p:custDataLst>
            <p:extLst>
              <p:ext uri="{D42A27DB-BD31-4B8C-83A1-F6EECF244321}">
                <p14:modId xmlns:p14="http://schemas.microsoft.com/office/powerpoint/2010/main" val="30880518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9" imgH="499" progId="TCLayout.ActiveDocument.1">
                  <p:embed/>
                </p:oleObj>
              </mc:Choice>
              <mc:Fallback>
                <p:oleObj name="think-cell Slide" r:id="rId3" imgW="499" imgH="499" progId="TCLayout.ActiveDocument.1">
                  <p:embed/>
                  <p:pic>
                    <p:nvPicPr>
                      <p:cNvPr id="5" name="think-cell data - do not delete" hidden="1">
                        <a:extLst>
                          <a:ext uri="{FF2B5EF4-FFF2-40B4-BE49-F238E27FC236}">
                            <a16:creationId xmlns:a16="http://schemas.microsoft.com/office/drawing/2014/main" id="{25FB1F8B-8A52-146E-5049-F7BC8201259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1">
            <a:extLst>
              <a:ext uri="{FF2B5EF4-FFF2-40B4-BE49-F238E27FC236}">
                <a16:creationId xmlns:a16="http://schemas.microsoft.com/office/drawing/2014/main" id="{9EAD9AED-9987-4CE9-B39D-B256B46200E0}"/>
              </a:ext>
            </a:extLst>
          </p:cNvPr>
          <p:cNvSpPr>
            <a:spLocks noGrp="1"/>
          </p:cNvSpPr>
          <p:nvPr>
            <p:ph type="title" hasCustomPrompt="1"/>
          </p:nvPr>
        </p:nvSpPr>
        <p:spPr>
          <a:xfrm>
            <a:off x="381000" y="381000"/>
            <a:ext cx="11430000" cy="990600"/>
          </a:xfrm>
        </p:spPr>
        <p:txBody>
          <a:bodyPr vert="horz"/>
          <a:lstStyle>
            <a:lvl1pPr rtl="0">
              <a:defRPr sz="3200"/>
            </a:lvl1pPr>
          </a:lstStyle>
          <a:p>
            <a:r>
              <a:rPr lang="en-US" dirty="0"/>
              <a:t>Place headline here (36pt, min 30pt)</a:t>
            </a:r>
          </a:p>
        </p:txBody>
      </p:sp>
      <p:sp>
        <p:nvSpPr>
          <p:cNvPr id="4" name="Text Placeholder 3">
            <a:extLst>
              <a:ext uri="{FF2B5EF4-FFF2-40B4-BE49-F238E27FC236}">
                <a16:creationId xmlns:a16="http://schemas.microsoft.com/office/drawing/2014/main" id="{10B59D74-4DC0-40E2-B20A-FB7DC1FBBC8F}"/>
              </a:ext>
            </a:extLst>
          </p:cNvPr>
          <p:cNvSpPr>
            <a:spLocks noGrp="1"/>
          </p:cNvSpPr>
          <p:nvPr>
            <p:ph type="body" sz="quarter" idx="10" hasCustomPrompt="1"/>
          </p:nvPr>
        </p:nvSpPr>
        <p:spPr>
          <a:xfrm>
            <a:off x="381000" y="1263312"/>
            <a:ext cx="11430000" cy="345233"/>
          </a:xfrm>
        </p:spPr>
        <p:txBody>
          <a:bodyPr/>
          <a:lstStyle>
            <a:lvl1pPr rtl="0">
              <a:defRPr>
                <a:solidFill>
                  <a:schemeClr val="accent1"/>
                </a:solidFill>
                <a:latin typeface="GT Sectra Fine"/>
              </a:defRPr>
            </a:lvl1pPr>
            <a:lvl2pPr marL="0" indent="0">
              <a:buNone/>
              <a:defRPr/>
            </a:lvl2pPr>
          </a:lstStyle>
          <a:p>
            <a:pPr lvl="0"/>
            <a:r>
              <a:rPr lang="en-US" dirty="0"/>
              <a:t>Place subtitle here</a:t>
            </a:r>
          </a:p>
        </p:txBody>
      </p:sp>
    </p:spTree>
    <p:extLst>
      <p:ext uri="{BB962C8B-B14F-4D97-AF65-F5344CB8AC3E}">
        <p14:creationId xmlns:p14="http://schemas.microsoft.com/office/powerpoint/2010/main" val="380879205"/>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C304C4F-426C-0F4B-3C88-9A084C5EB6FB}"/>
              </a:ext>
            </a:extLst>
          </p:cNvPr>
          <p:cNvGraphicFramePr>
            <a:graphicFrameLocks noChangeAspect="1"/>
          </p:cNvGraphicFramePr>
          <p:nvPr userDrawn="1">
            <p:custDataLst>
              <p:tags r:id="rId1"/>
            </p:custDataLst>
            <p:extLst>
              <p:ext uri="{D42A27DB-BD31-4B8C-83A1-F6EECF244321}">
                <p14:modId xmlns:p14="http://schemas.microsoft.com/office/powerpoint/2010/main" val="36626234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EC304C4F-426C-0F4B-3C88-9A084C5EB6F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p:cNvSpPr>
            <a:spLocks noGrp="1"/>
          </p:cNvSpPr>
          <p:nvPr>
            <p:ph type="title"/>
          </p:nvPr>
        </p:nvSpPr>
        <p:spPr>
          <a:xfrm>
            <a:off x="345017" y="332077"/>
            <a:ext cx="10027707" cy="776139"/>
          </a:xfrm>
        </p:spPr>
        <p:txBody>
          <a:bodyPr vert="horz"/>
          <a:lstStyle>
            <a:lvl1pPr rtl="0">
              <a:defRPr>
                <a:latin typeface="+mj-lt"/>
              </a:defRPr>
            </a:lvl1pPr>
          </a:lstStyle>
          <a:p>
            <a:r>
              <a:rPr lang="en-US" dirty="0"/>
              <a:t>Click to edit Master title style</a:t>
            </a:r>
          </a:p>
        </p:txBody>
      </p:sp>
      <p:sp>
        <p:nvSpPr>
          <p:cNvPr id="7" name="Text Placeholder 6"/>
          <p:cNvSpPr>
            <a:spLocks noGrp="1"/>
          </p:cNvSpPr>
          <p:nvPr>
            <p:ph type="body" sz="quarter" idx="13"/>
          </p:nvPr>
        </p:nvSpPr>
        <p:spPr>
          <a:xfrm>
            <a:off x="345017" y="1763713"/>
            <a:ext cx="10027707" cy="4294187"/>
          </a:xfrm>
        </p:spPr>
        <p:txBody>
          <a:bodyPr vert="horz" lIns="0" tIns="0" rIns="0" bIns="0" rtlCol="0">
            <a:noAutofit/>
          </a:bodyPr>
          <a:lstStyle>
            <a:lvl1pPr rtl="0">
              <a:defRPr lang="en-US" sz="1800" dirty="0" smtClean="0"/>
            </a:lvl1pPr>
            <a:lvl2pPr marL="182870" rtl="0">
              <a:defRPr lang="en-US" sz="1800" dirty="0" smtClean="0"/>
            </a:lvl2pPr>
            <a:lvl3pPr marL="365742" rtl="0">
              <a:defRPr lang="en-US" sz="1800" dirty="0" smtClean="0"/>
            </a:lvl3pPr>
            <a:lvl4pPr rtl="0">
              <a:defRPr lang="en-US" sz="1800" dirty="0" smtClean="0"/>
            </a:lvl4pPr>
            <a:lvl5pPr rtl="0">
              <a:defRPr lang="en-US" sz="1800" dirty="0"/>
            </a:lvl5pPr>
            <a:lvl6pPr rtl="0">
              <a:defRPr/>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 name="Footer Placeholder 1"/>
          <p:cNvSpPr>
            <a:spLocks noGrp="1"/>
          </p:cNvSpPr>
          <p:nvPr>
            <p:ph type="ftr" sz="quarter" idx="14"/>
          </p:nvPr>
        </p:nvSpPr>
        <p:spPr/>
        <p:txBody>
          <a:bodyPr/>
          <a:lstStyle>
            <a:lvl1pPr rtl="0">
              <a:defRPr/>
            </a:lvl1pPr>
          </a:lstStyle>
          <a:p>
            <a:r>
              <a:rPr lang="en-US"/>
              <a:t>Copyright © 2022 Accenture. All rights reserved.</a:t>
            </a:r>
            <a:endParaRPr lang="en-US" dirty="0"/>
          </a:p>
        </p:txBody>
      </p:sp>
      <p:sp>
        <p:nvSpPr>
          <p:cNvPr id="3" name="Slide Number Placeholder 2"/>
          <p:cNvSpPr>
            <a:spLocks noGrp="1"/>
          </p:cNvSpPr>
          <p:nvPr>
            <p:ph type="sldNum" sz="quarter" idx="15"/>
          </p:nvPr>
        </p:nvSpPr>
        <p:spPr/>
        <p:txBody>
          <a:bodyPr/>
          <a:lstStyle>
            <a:lvl1pPr rtl="0">
              <a:defRPr/>
            </a:lvl1pPr>
          </a:lstStyle>
          <a:p>
            <a:fld id="{17D800ED-CB1B-4EBC-A0D2-2190AF4D8872}" type="slidenum">
              <a:rPr lang="en-US" smtClean="0"/>
              <a:pPr/>
              <a:t>‹#›</a:t>
            </a:fld>
            <a:endParaRPr lang="en-US" dirty="0"/>
          </a:p>
        </p:txBody>
      </p:sp>
    </p:spTree>
    <p:extLst>
      <p:ext uri="{BB962C8B-B14F-4D97-AF65-F5344CB8AC3E}">
        <p14:creationId xmlns:p14="http://schemas.microsoft.com/office/powerpoint/2010/main" val="19026237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17" Type="http://schemas.openxmlformats.org/officeDocument/2006/relationships/slideLayout" Target="../slideLayouts/slideLayout149.xml"/><Relationship Id="rId21" Type="http://schemas.openxmlformats.org/officeDocument/2006/relationships/slideLayout" Target="../slideLayouts/slideLayout53.xml"/><Relationship Id="rId42" Type="http://schemas.openxmlformats.org/officeDocument/2006/relationships/slideLayout" Target="../slideLayouts/slideLayout74.xml"/><Relationship Id="rId63" Type="http://schemas.openxmlformats.org/officeDocument/2006/relationships/slideLayout" Target="../slideLayouts/slideLayout95.xml"/><Relationship Id="rId84" Type="http://schemas.openxmlformats.org/officeDocument/2006/relationships/slideLayout" Target="../slideLayouts/slideLayout116.xml"/><Relationship Id="rId138" Type="http://schemas.openxmlformats.org/officeDocument/2006/relationships/slideLayout" Target="../slideLayouts/slideLayout170.xml"/><Relationship Id="rId159" Type="http://schemas.openxmlformats.org/officeDocument/2006/relationships/slideLayout" Target="../slideLayouts/slideLayout191.xml"/><Relationship Id="rId170" Type="http://schemas.openxmlformats.org/officeDocument/2006/relationships/slideLayout" Target="../slideLayouts/slideLayout202.xml"/><Relationship Id="rId107" Type="http://schemas.openxmlformats.org/officeDocument/2006/relationships/slideLayout" Target="../slideLayouts/slideLayout139.xml"/><Relationship Id="rId11" Type="http://schemas.openxmlformats.org/officeDocument/2006/relationships/slideLayout" Target="../slideLayouts/slideLayout43.xml"/><Relationship Id="rId32" Type="http://schemas.openxmlformats.org/officeDocument/2006/relationships/slideLayout" Target="../slideLayouts/slideLayout64.xml"/><Relationship Id="rId53" Type="http://schemas.openxmlformats.org/officeDocument/2006/relationships/slideLayout" Target="../slideLayouts/slideLayout85.xml"/><Relationship Id="rId74" Type="http://schemas.openxmlformats.org/officeDocument/2006/relationships/slideLayout" Target="../slideLayouts/slideLayout106.xml"/><Relationship Id="rId128" Type="http://schemas.openxmlformats.org/officeDocument/2006/relationships/slideLayout" Target="../slideLayouts/slideLayout160.xml"/><Relationship Id="rId149" Type="http://schemas.openxmlformats.org/officeDocument/2006/relationships/slideLayout" Target="../slideLayouts/slideLayout181.xml"/><Relationship Id="rId5" Type="http://schemas.openxmlformats.org/officeDocument/2006/relationships/slideLayout" Target="../slideLayouts/slideLayout37.xml"/><Relationship Id="rId95" Type="http://schemas.openxmlformats.org/officeDocument/2006/relationships/slideLayout" Target="../slideLayouts/slideLayout127.xml"/><Relationship Id="rId160" Type="http://schemas.openxmlformats.org/officeDocument/2006/relationships/slideLayout" Target="../slideLayouts/slideLayout192.xml"/><Relationship Id="rId181" Type="http://schemas.openxmlformats.org/officeDocument/2006/relationships/tags" Target="../tags/tag2.xml"/><Relationship Id="rId22" Type="http://schemas.openxmlformats.org/officeDocument/2006/relationships/slideLayout" Target="../slideLayouts/slideLayout54.xml"/><Relationship Id="rId43" Type="http://schemas.openxmlformats.org/officeDocument/2006/relationships/slideLayout" Target="../slideLayouts/slideLayout75.xml"/><Relationship Id="rId64" Type="http://schemas.openxmlformats.org/officeDocument/2006/relationships/slideLayout" Target="../slideLayouts/slideLayout96.xml"/><Relationship Id="rId118" Type="http://schemas.openxmlformats.org/officeDocument/2006/relationships/slideLayout" Target="../slideLayouts/slideLayout150.xml"/><Relationship Id="rId139" Type="http://schemas.openxmlformats.org/officeDocument/2006/relationships/slideLayout" Target="../slideLayouts/slideLayout171.xml"/><Relationship Id="rId85" Type="http://schemas.openxmlformats.org/officeDocument/2006/relationships/slideLayout" Target="../slideLayouts/slideLayout117.xml"/><Relationship Id="rId150" Type="http://schemas.openxmlformats.org/officeDocument/2006/relationships/slideLayout" Target="../slideLayouts/slideLayout182.xml"/><Relationship Id="rId171" Type="http://schemas.openxmlformats.org/officeDocument/2006/relationships/slideLayout" Target="../slideLayouts/slideLayout203.xml"/><Relationship Id="rId12" Type="http://schemas.openxmlformats.org/officeDocument/2006/relationships/slideLayout" Target="../slideLayouts/slideLayout44.xml"/><Relationship Id="rId33" Type="http://schemas.openxmlformats.org/officeDocument/2006/relationships/slideLayout" Target="../slideLayouts/slideLayout65.xml"/><Relationship Id="rId108" Type="http://schemas.openxmlformats.org/officeDocument/2006/relationships/slideLayout" Target="../slideLayouts/slideLayout140.xml"/><Relationship Id="rId129" Type="http://schemas.openxmlformats.org/officeDocument/2006/relationships/slideLayout" Target="../slideLayouts/slideLayout161.xml"/><Relationship Id="rId54" Type="http://schemas.openxmlformats.org/officeDocument/2006/relationships/slideLayout" Target="../slideLayouts/slideLayout86.xml"/><Relationship Id="rId75" Type="http://schemas.openxmlformats.org/officeDocument/2006/relationships/slideLayout" Target="../slideLayouts/slideLayout107.xml"/><Relationship Id="rId96" Type="http://schemas.openxmlformats.org/officeDocument/2006/relationships/slideLayout" Target="../slideLayouts/slideLayout128.xml"/><Relationship Id="rId140" Type="http://schemas.openxmlformats.org/officeDocument/2006/relationships/slideLayout" Target="../slideLayouts/slideLayout172.xml"/><Relationship Id="rId161" Type="http://schemas.openxmlformats.org/officeDocument/2006/relationships/slideLayout" Target="../slideLayouts/slideLayout193.xml"/><Relationship Id="rId182" Type="http://schemas.openxmlformats.org/officeDocument/2006/relationships/oleObject" Target="../embeddings/oleObject2.bin"/><Relationship Id="rId6" Type="http://schemas.openxmlformats.org/officeDocument/2006/relationships/slideLayout" Target="../slideLayouts/slideLayout38.xml"/><Relationship Id="rId23" Type="http://schemas.openxmlformats.org/officeDocument/2006/relationships/slideLayout" Target="../slideLayouts/slideLayout55.xml"/><Relationship Id="rId119" Type="http://schemas.openxmlformats.org/officeDocument/2006/relationships/slideLayout" Target="../slideLayouts/slideLayout151.xml"/><Relationship Id="rId44" Type="http://schemas.openxmlformats.org/officeDocument/2006/relationships/slideLayout" Target="../slideLayouts/slideLayout76.xml"/><Relationship Id="rId60" Type="http://schemas.openxmlformats.org/officeDocument/2006/relationships/slideLayout" Target="../slideLayouts/slideLayout92.xml"/><Relationship Id="rId65" Type="http://schemas.openxmlformats.org/officeDocument/2006/relationships/slideLayout" Target="../slideLayouts/slideLayout97.xml"/><Relationship Id="rId81" Type="http://schemas.openxmlformats.org/officeDocument/2006/relationships/slideLayout" Target="../slideLayouts/slideLayout113.xml"/><Relationship Id="rId86" Type="http://schemas.openxmlformats.org/officeDocument/2006/relationships/slideLayout" Target="../slideLayouts/slideLayout118.xml"/><Relationship Id="rId130" Type="http://schemas.openxmlformats.org/officeDocument/2006/relationships/slideLayout" Target="../slideLayouts/slideLayout162.xml"/><Relationship Id="rId135" Type="http://schemas.openxmlformats.org/officeDocument/2006/relationships/slideLayout" Target="../slideLayouts/slideLayout167.xml"/><Relationship Id="rId151" Type="http://schemas.openxmlformats.org/officeDocument/2006/relationships/slideLayout" Target="../slideLayouts/slideLayout183.xml"/><Relationship Id="rId156" Type="http://schemas.openxmlformats.org/officeDocument/2006/relationships/slideLayout" Target="../slideLayouts/slideLayout188.xml"/><Relationship Id="rId177" Type="http://schemas.openxmlformats.org/officeDocument/2006/relationships/slideLayout" Target="../slideLayouts/slideLayout209.xml"/><Relationship Id="rId172" Type="http://schemas.openxmlformats.org/officeDocument/2006/relationships/slideLayout" Target="../slideLayouts/slideLayout204.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39" Type="http://schemas.openxmlformats.org/officeDocument/2006/relationships/slideLayout" Target="../slideLayouts/slideLayout71.xml"/><Relationship Id="rId109" Type="http://schemas.openxmlformats.org/officeDocument/2006/relationships/slideLayout" Target="../slideLayouts/slideLayout141.xml"/><Relationship Id="rId34" Type="http://schemas.openxmlformats.org/officeDocument/2006/relationships/slideLayout" Target="../slideLayouts/slideLayout66.xml"/><Relationship Id="rId50" Type="http://schemas.openxmlformats.org/officeDocument/2006/relationships/slideLayout" Target="../slideLayouts/slideLayout82.xml"/><Relationship Id="rId55" Type="http://schemas.openxmlformats.org/officeDocument/2006/relationships/slideLayout" Target="../slideLayouts/slideLayout87.xml"/><Relationship Id="rId76" Type="http://schemas.openxmlformats.org/officeDocument/2006/relationships/slideLayout" Target="../slideLayouts/slideLayout108.xml"/><Relationship Id="rId97" Type="http://schemas.openxmlformats.org/officeDocument/2006/relationships/slideLayout" Target="../slideLayouts/slideLayout129.xml"/><Relationship Id="rId104" Type="http://schemas.openxmlformats.org/officeDocument/2006/relationships/slideLayout" Target="../slideLayouts/slideLayout136.xml"/><Relationship Id="rId120" Type="http://schemas.openxmlformats.org/officeDocument/2006/relationships/slideLayout" Target="../slideLayouts/slideLayout152.xml"/><Relationship Id="rId125" Type="http://schemas.openxmlformats.org/officeDocument/2006/relationships/slideLayout" Target="../slideLayouts/slideLayout157.xml"/><Relationship Id="rId141" Type="http://schemas.openxmlformats.org/officeDocument/2006/relationships/slideLayout" Target="../slideLayouts/slideLayout173.xml"/><Relationship Id="rId146" Type="http://schemas.openxmlformats.org/officeDocument/2006/relationships/slideLayout" Target="../slideLayouts/slideLayout178.xml"/><Relationship Id="rId167" Type="http://schemas.openxmlformats.org/officeDocument/2006/relationships/slideLayout" Target="../slideLayouts/slideLayout199.xml"/><Relationship Id="rId7" Type="http://schemas.openxmlformats.org/officeDocument/2006/relationships/slideLayout" Target="../slideLayouts/slideLayout39.xml"/><Relationship Id="rId71" Type="http://schemas.openxmlformats.org/officeDocument/2006/relationships/slideLayout" Target="../slideLayouts/slideLayout103.xml"/><Relationship Id="rId92" Type="http://schemas.openxmlformats.org/officeDocument/2006/relationships/slideLayout" Target="../slideLayouts/slideLayout124.xml"/><Relationship Id="rId162" Type="http://schemas.openxmlformats.org/officeDocument/2006/relationships/slideLayout" Target="../slideLayouts/slideLayout194.xml"/><Relationship Id="rId183" Type="http://schemas.openxmlformats.org/officeDocument/2006/relationships/image" Target="../media/image3.emf"/><Relationship Id="rId2" Type="http://schemas.openxmlformats.org/officeDocument/2006/relationships/slideLayout" Target="../slideLayouts/slideLayout34.xml"/><Relationship Id="rId29" Type="http://schemas.openxmlformats.org/officeDocument/2006/relationships/slideLayout" Target="../slideLayouts/slideLayout61.xml"/><Relationship Id="rId24" Type="http://schemas.openxmlformats.org/officeDocument/2006/relationships/slideLayout" Target="../slideLayouts/slideLayout56.xml"/><Relationship Id="rId40" Type="http://schemas.openxmlformats.org/officeDocument/2006/relationships/slideLayout" Target="../slideLayouts/slideLayout72.xml"/><Relationship Id="rId45" Type="http://schemas.openxmlformats.org/officeDocument/2006/relationships/slideLayout" Target="../slideLayouts/slideLayout77.xml"/><Relationship Id="rId66" Type="http://schemas.openxmlformats.org/officeDocument/2006/relationships/slideLayout" Target="../slideLayouts/slideLayout98.xml"/><Relationship Id="rId87" Type="http://schemas.openxmlformats.org/officeDocument/2006/relationships/slideLayout" Target="../slideLayouts/slideLayout119.xml"/><Relationship Id="rId110" Type="http://schemas.openxmlformats.org/officeDocument/2006/relationships/slideLayout" Target="../slideLayouts/slideLayout142.xml"/><Relationship Id="rId115" Type="http://schemas.openxmlformats.org/officeDocument/2006/relationships/slideLayout" Target="../slideLayouts/slideLayout147.xml"/><Relationship Id="rId131" Type="http://schemas.openxmlformats.org/officeDocument/2006/relationships/slideLayout" Target="../slideLayouts/slideLayout163.xml"/><Relationship Id="rId136" Type="http://schemas.openxmlformats.org/officeDocument/2006/relationships/slideLayout" Target="../slideLayouts/slideLayout168.xml"/><Relationship Id="rId157" Type="http://schemas.openxmlformats.org/officeDocument/2006/relationships/slideLayout" Target="../slideLayouts/slideLayout189.xml"/><Relationship Id="rId178" Type="http://schemas.openxmlformats.org/officeDocument/2006/relationships/slideLayout" Target="../slideLayouts/slideLayout210.xml"/><Relationship Id="rId61" Type="http://schemas.openxmlformats.org/officeDocument/2006/relationships/slideLayout" Target="../slideLayouts/slideLayout93.xml"/><Relationship Id="rId82" Type="http://schemas.openxmlformats.org/officeDocument/2006/relationships/slideLayout" Target="../slideLayouts/slideLayout114.xml"/><Relationship Id="rId152" Type="http://schemas.openxmlformats.org/officeDocument/2006/relationships/slideLayout" Target="../slideLayouts/slideLayout184.xml"/><Relationship Id="rId173" Type="http://schemas.openxmlformats.org/officeDocument/2006/relationships/slideLayout" Target="../slideLayouts/slideLayout205.xml"/><Relationship Id="rId19" Type="http://schemas.openxmlformats.org/officeDocument/2006/relationships/slideLayout" Target="../slideLayouts/slideLayout51.xml"/><Relationship Id="rId14" Type="http://schemas.openxmlformats.org/officeDocument/2006/relationships/slideLayout" Target="../slideLayouts/slideLayout46.xml"/><Relationship Id="rId30" Type="http://schemas.openxmlformats.org/officeDocument/2006/relationships/slideLayout" Target="../slideLayouts/slideLayout62.xml"/><Relationship Id="rId35" Type="http://schemas.openxmlformats.org/officeDocument/2006/relationships/slideLayout" Target="../slideLayouts/slideLayout67.xml"/><Relationship Id="rId56" Type="http://schemas.openxmlformats.org/officeDocument/2006/relationships/slideLayout" Target="../slideLayouts/slideLayout88.xml"/><Relationship Id="rId77" Type="http://schemas.openxmlformats.org/officeDocument/2006/relationships/slideLayout" Target="../slideLayouts/slideLayout109.xml"/><Relationship Id="rId100" Type="http://schemas.openxmlformats.org/officeDocument/2006/relationships/slideLayout" Target="../slideLayouts/slideLayout132.xml"/><Relationship Id="rId105" Type="http://schemas.openxmlformats.org/officeDocument/2006/relationships/slideLayout" Target="../slideLayouts/slideLayout137.xml"/><Relationship Id="rId126" Type="http://schemas.openxmlformats.org/officeDocument/2006/relationships/slideLayout" Target="../slideLayouts/slideLayout158.xml"/><Relationship Id="rId147" Type="http://schemas.openxmlformats.org/officeDocument/2006/relationships/slideLayout" Target="../slideLayouts/slideLayout179.xml"/><Relationship Id="rId168" Type="http://schemas.openxmlformats.org/officeDocument/2006/relationships/slideLayout" Target="../slideLayouts/slideLayout200.xml"/><Relationship Id="rId8" Type="http://schemas.openxmlformats.org/officeDocument/2006/relationships/slideLayout" Target="../slideLayouts/slideLayout40.xml"/><Relationship Id="rId51" Type="http://schemas.openxmlformats.org/officeDocument/2006/relationships/slideLayout" Target="../slideLayouts/slideLayout83.xml"/><Relationship Id="rId72" Type="http://schemas.openxmlformats.org/officeDocument/2006/relationships/slideLayout" Target="../slideLayouts/slideLayout104.xml"/><Relationship Id="rId93" Type="http://schemas.openxmlformats.org/officeDocument/2006/relationships/slideLayout" Target="../slideLayouts/slideLayout125.xml"/><Relationship Id="rId98" Type="http://schemas.openxmlformats.org/officeDocument/2006/relationships/slideLayout" Target="../slideLayouts/slideLayout130.xml"/><Relationship Id="rId121" Type="http://schemas.openxmlformats.org/officeDocument/2006/relationships/slideLayout" Target="../slideLayouts/slideLayout153.xml"/><Relationship Id="rId142" Type="http://schemas.openxmlformats.org/officeDocument/2006/relationships/slideLayout" Target="../slideLayouts/slideLayout174.xml"/><Relationship Id="rId163" Type="http://schemas.openxmlformats.org/officeDocument/2006/relationships/slideLayout" Target="../slideLayouts/slideLayout195.xml"/><Relationship Id="rId184" Type="http://schemas.openxmlformats.org/officeDocument/2006/relationships/image" Target="../media/image4.png"/><Relationship Id="rId3" Type="http://schemas.openxmlformats.org/officeDocument/2006/relationships/slideLayout" Target="../slideLayouts/slideLayout35.xml"/><Relationship Id="rId25" Type="http://schemas.openxmlformats.org/officeDocument/2006/relationships/slideLayout" Target="../slideLayouts/slideLayout57.xml"/><Relationship Id="rId46" Type="http://schemas.openxmlformats.org/officeDocument/2006/relationships/slideLayout" Target="../slideLayouts/slideLayout78.xml"/><Relationship Id="rId67" Type="http://schemas.openxmlformats.org/officeDocument/2006/relationships/slideLayout" Target="../slideLayouts/slideLayout99.xml"/><Relationship Id="rId116" Type="http://schemas.openxmlformats.org/officeDocument/2006/relationships/slideLayout" Target="../slideLayouts/slideLayout148.xml"/><Relationship Id="rId137" Type="http://schemas.openxmlformats.org/officeDocument/2006/relationships/slideLayout" Target="../slideLayouts/slideLayout169.xml"/><Relationship Id="rId158" Type="http://schemas.openxmlformats.org/officeDocument/2006/relationships/slideLayout" Target="../slideLayouts/slideLayout190.xml"/><Relationship Id="rId20" Type="http://schemas.openxmlformats.org/officeDocument/2006/relationships/slideLayout" Target="../slideLayouts/slideLayout52.xml"/><Relationship Id="rId41" Type="http://schemas.openxmlformats.org/officeDocument/2006/relationships/slideLayout" Target="../slideLayouts/slideLayout73.xml"/><Relationship Id="rId62" Type="http://schemas.openxmlformats.org/officeDocument/2006/relationships/slideLayout" Target="../slideLayouts/slideLayout94.xml"/><Relationship Id="rId83" Type="http://schemas.openxmlformats.org/officeDocument/2006/relationships/slideLayout" Target="../slideLayouts/slideLayout115.xml"/><Relationship Id="rId88" Type="http://schemas.openxmlformats.org/officeDocument/2006/relationships/slideLayout" Target="../slideLayouts/slideLayout120.xml"/><Relationship Id="rId111" Type="http://schemas.openxmlformats.org/officeDocument/2006/relationships/slideLayout" Target="../slideLayouts/slideLayout143.xml"/><Relationship Id="rId132" Type="http://schemas.openxmlformats.org/officeDocument/2006/relationships/slideLayout" Target="../slideLayouts/slideLayout164.xml"/><Relationship Id="rId153" Type="http://schemas.openxmlformats.org/officeDocument/2006/relationships/slideLayout" Target="../slideLayouts/slideLayout185.xml"/><Relationship Id="rId174" Type="http://schemas.openxmlformats.org/officeDocument/2006/relationships/slideLayout" Target="../slideLayouts/slideLayout206.xml"/><Relationship Id="rId179" Type="http://schemas.openxmlformats.org/officeDocument/2006/relationships/slideLayout" Target="../slideLayouts/slideLayout211.xml"/><Relationship Id="rId15" Type="http://schemas.openxmlformats.org/officeDocument/2006/relationships/slideLayout" Target="../slideLayouts/slideLayout47.xml"/><Relationship Id="rId36" Type="http://schemas.openxmlformats.org/officeDocument/2006/relationships/slideLayout" Target="../slideLayouts/slideLayout68.xml"/><Relationship Id="rId57" Type="http://schemas.openxmlformats.org/officeDocument/2006/relationships/slideLayout" Target="../slideLayouts/slideLayout89.xml"/><Relationship Id="rId106" Type="http://schemas.openxmlformats.org/officeDocument/2006/relationships/slideLayout" Target="../slideLayouts/slideLayout138.xml"/><Relationship Id="rId127" Type="http://schemas.openxmlformats.org/officeDocument/2006/relationships/slideLayout" Target="../slideLayouts/slideLayout159.xml"/><Relationship Id="rId10" Type="http://schemas.openxmlformats.org/officeDocument/2006/relationships/slideLayout" Target="../slideLayouts/slideLayout42.xml"/><Relationship Id="rId31" Type="http://schemas.openxmlformats.org/officeDocument/2006/relationships/slideLayout" Target="../slideLayouts/slideLayout63.xml"/><Relationship Id="rId52" Type="http://schemas.openxmlformats.org/officeDocument/2006/relationships/slideLayout" Target="../slideLayouts/slideLayout84.xml"/><Relationship Id="rId73" Type="http://schemas.openxmlformats.org/officeDocument/2006/relationships/slideLayout" Target="../slideLayouts/slideLayout105.xml"/><Relationship Id="rId78" Type="http://schemas.openxmlformats.org/officeDocument/2006/relationships/slideLayout" Target="../slideLayouts/slideLayout110.xml"/><Relationship Id="rId94" Type="http://schemas.openxmlformats.org/officeDocument/2006/relationships/slideLayout" Target="../slideLayouts/slideLayout126.xml"/><Relationship Id="rId99" Type="http://schemas.openxmlformats.org/officeDocument/2006/relationships/slideLayout" Target="../slideLayouts/slideLayout131.xml"/><Relationship Id="rId101" Type="http://schemas.openxmlformats.org/officeDocument/2006/relationships/slideLayout" Target="../slideLayouts/slideLayout133.xml"/><Relationship Id="rId122" Type="http://schemas.openxmlformats.org/officeDocument/2006/relationships/slideLayout" Target="../slideLayouts/slideLayout154.xml"/><Relationship Id="rId143" Type="http://schemas.openxmlformats.org/officeDocument/2006/relationships/slideLayout" Target="../slideLayouts/slideLayout175.xml"/><Relationship Id="rId148" Type="http://schemas.openxmlformats.org/officeDocument/2006/relationships/slideLayout" Target="../slideLayouts/slideLayout180.xml"/><Relationship Id="rId164" Type="http://schemas.openxmlformats.org/officeDocument/2006/relationships/slideLayout" Target="../slideLayouts/slideLayout196.xml"/><Relationship Id="rId169" Type="http://schemas.openxmlformats.org/officeDocument/2006/relationships/slideLayout" Target="../slideLayouts/slideLayout201.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80" Type="http://schemas.openxmlformats.org/officeDocument/2006/relationships/theme" Target="../theme/theme3.xml"/><Relationship Id="rId26" Type="http://schemas.openxmlformats.org/officeDocument/2006/relationships/slideLayout" Target="../slideLayouts/slideLayout58.xml"/><Relationship Id="rId47" Type="http://schemas.openxmlformats.org/officeDocument/2006/relationships/slideLayout" Target="../slideLayouts/slideLayout79.xml"/><Relationship Id="rId68" Type="http://schemas.openxmlformats.org/officeDocument/2006/relationships/slideLayout" Target="../slideLayouts/slideLayout100.xml"/><Relationship Id="rId89" Type="http://schemas.openxmlformats.org/officeDocument/2006/relationships/slideLayout" Target="../slideLayouts/slideLayout121.xml"/><Relationship Id="rId112" Type="http://schemas.openxmlformats.org/officeDocument/2006/relationships/slideLayout" Target="../slideLayouts/slideLayout144.xml"/><Relationship Id="rId133" Type="http://schemas.openxmlformats.org/officeDocument/2006/relationships/slideLayout" Target="../slideLayouts/slideLayout165.xml"/><Relationship Id="rId154" Type="http://schemas.openxmlformats.org/officeDocument/2006/relationships/slideLayout" Target="../slideLayouts/slideLayout186.xml"/><Relationship Id="rId175" Type="http://schemas.openxmlformats.org/officeDocument/2006/relationships/slideLayout" Target="../slideLayouts/slideLayout207.xml"/><Relationship Id="rId16" Type="http://schemas.openxmlformats.org/officeDocument/2006/relationships/slideLayout" Target="../slideLayouts/slideLayout48.xml"/><Relationship Id="rId37" Type="http://schemas.openxmlformats.org/officeDocument/2006/relationships/slideLayout" Target="../slideLayouts/slideLayout69.xml"/><Relationship Id="rId58" Type="http://schemas.openxmlformats.org/officeDocument/2006/relationships/slideLayout" Target="../slideLayouts/slideLayout90.xml"/><Relationship Id="rId79" Type="http://schemas.openxmlformats.org/officeDocument/2006/relationships/slideLayout" Target="../slideLayouts/slideLayout111.xml"/><Relationship Id="rId102" Type="http://schemas.openxmlformats.org/officeDocument/2006/relationships/slideLayout" Target="../slideLayouts/slideLayout134.xml"/><Relationship Id="rId123" Type="http://schemas.openxmlformats.org/officeDocument/2006/relationships/slideLayout" Target="../slideLayouts/slideLayout155.xml"/><Relationship Id="rId144" Type="http://schemas.openxmlformats.org/officeDocument/2006/relationships/slideLayout" Target="../slideLayouts/slideLayout176.xml"/><Relationship Id="rId90" Type="http://schemas.openxmlformats.org/officeDocument/2006/relationships/slideLayout" Target="../slideLayouts/slideLayout122.xml"/><Relationship Id="rId165" Type="http://schemas.openxmlformats.org/officeDocument/2006/relationships/slideLayout" Target="../slideLayouts/slideLayout197.xml"/><Relationship Id="rId27" Type="http://schemas.openxmlformats.org/officeDocument/2006/relationships/slideLayout" Target="../slideLayouts/slideLayout59.xml"/><Relationship Id="rId48" Type="http://schemas.openxmlformats.org/officeDocument/2006/relationships/slideLayout" Target="../slideLayouts/slideLayout80.xml"/><Relationship Id="rId69" Type="http://schemas.openxmlformats.org/officeDocument/2006/relationships/slideLayout" Target="../slideLayouts/slideLayout101.xml"/><Relationship Id="rId113" Type="http://schemas.openxmlformats.org/officeDocument/2006/relationships/slideLayout" Target="../slideLayouts/slideLayout145.xml"/><Relationship Id="rId134" Type="http://schemas.openxmlformats.org/officeDocument/2006/relationships/slideLayout" Target="../slideLayouts/slideLayout166.xml"/><Relationship Id="rId80" Type="http://schemas.openxmlformats.org/officeDocument/2006/relationships/slideLayout" Target="../slideLayouts/slideLayout112.xml"/><Relationship Id="rId155" Type="http://schemas.openxmlformats.org/officeDocument/2006/relationships/slideLayout" Target="../slideLayouts/slideLayout187.xml"/><Relationship Id="rId176" Type="http://schemas.openxmlformats.org/officeDocument/2006/relationships/slideLayout" Target="../slideLayouts/slideLayout208.xml"/><Relationship Id="rId17" Type="http://schemas.openxmlformats.org/officeDocument/2006/relationships/slideLayout" Target="../slideLayouts/slideLayout49.xml"/><Relationship Id="rId38" Type="http://schemas.openxmlformats.org/officeDocument/2006/relationships/slideLayout" Target="../slideLayouts/slideLayout70.xml"/><Relationship Id="rId59" Type="http://schemas.openxmlformats.org/officeDocument/2006/relationships/slideLayout" Target="../slideLayouts/slideLayout91.xml"/><Relationship Id="rId103" Type="http://schemas.openxmlformats.org/officeDocument/2006/relationships/slideLayout" Target="../slideLayouts/slideLayout135.xml"/><Relationship Id="rId124" Type="http://schemas.openxmlformats.org/officeDocument/2006/relationships/slideLayout" Target="../slideLayouts/slideLayout156.xml"/><Relationship Id="rId70" Type="http://schemas.openxmlformats.org/officeDocument/2006/relationships/slideLayout" Target="../slideLayouts/slideLayout102.xml"/><Relationship Id="rId91" Type="http://schemas.openxmlformats.org/officeDocument/2006/relationships/slideLayout" Target="../slideLayouts/slideLayout123.xml"/><Relationship Id="rId145" Type="http://schemas.openxmlformats.org/officeDocument/2006/relationships/slideLayout" Target="../slideLayouts/slideLayout177.xml"/><Relationship Id="rId166" Type="http://schemas.openxmlformats.org/officeDocument/2006/relationships/slideLayout" Target="../slideLayouts/slideLayout198.xml"/><Relationship Id="rId1" Type="http://schemas.openxmlformats.org/officeDocument/2006/relationships/slideLayout" Target="../slideLayouts/slideLayout33.xml"/><Relationship Id="rId28" Type="http://schemas.openxmlformats.org/officeDocument/2006/relationships/slideLayout" Target="../slideLayouts/slideLayout60.xml"/><Relationship Id="rId49" Type="http://schemas.openxmlformats.org/officeDocument/2006/relationships/slideLayout" Target="../slideLayouts/slideLayout81.xml"/><Relationship Id="rId114" Type="http://schemas.openxmlformats.org/officeDocument/2006/relationships/slideLayout" Target="../slideLayouts/slideLayout1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9FB566-913C-FF93-86FF-CE0AAAA9B2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72E43B2-3E10-0F74-512D-A6BFC12245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225666-E526-7D35-94B5-CEE2912A1C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235936-9561-A54F-922B-893CB763EBD2}" type="datetimeFigureOut">
              <a:rPr lang="en-US" smtClean="0"/>
              <a:t>8/27/2026</a:t>
            </a:fld>
            <a:endParaRPr lang="en-US"/>
          </a:p>
        </p:txBody>
      </p:sp>
      <p:sp>
        <p:nvSpPr>
          <p:cNvPr id="5" name="Footer Placeholder 4">
            <a:extLst>
              <a:ext uri="{FF2B5EF4-FFF2-40B4-BE49-F238E27FC236}">
                <a16:creationId xmlns:a16="http://schemas.microsoft.com/office/drawing/2014/main" id="{371D0B8C-F4D7-3F39-3EAF-79C5A7B2CC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8A279CB-A4E5-5339-B64F-94648509AE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4E02737-A082-5C4F-9271-A9F509F2896B}" type="slidenum">
              <a:rPr lang="en-US" smtClean="0"/>
              <a:t>‹#›</a:t>
            </a:fld>
            <a:endParaRPr lang="en-US"/>
          </a:p>
        </p:txBody>
      </p:sp>
    </p:spTree>
    <p:extLst>
      <p:ext uri="{BB962C8B-B14F-4D97-AF65-F5344CB8AC3E}">
        <p14:creationId xmlns:p14="http://schemas.microsoft.com/office/powerpoint/2010/main" val="2184788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25EE51-B9E4-4CE9-B81B-C3EBAEFD2632}"/>
              </a:ext>
            </a:extLst>
          </p:cNvPr>
          <p:cNvSpPr>
            <a:spLocks noGrp="1"/>
          </p:cNvSpPr>
          <p:nvPr>
            <p:ph type="title"/>
          </p:nvPr>
        </p:nvSpPr>
        <p:spPr>
          <a:xfrm>
            <a:off x="1619250" y="515937"/>
            <a:ext cx="8963025" cy="960439"/>
          </a:xfrm>
          <a:prstGeom prst="rect">
            <a:avLst/>
          </a:prstGeom>
        </p:spPr>
        <p:txBody>
          <a:bodyPr vert="horz" lIns="0" tIns="0" rIns="0" bIns="0" rtlCol="0" anchor="b">
            <a:noAutofit/>
          </a:bodyPr>
          <a:lstStyle/>
          <a:p>
            <a:r>
              <a:rPr lang="en-GB"/>
              <a:t>Add title</a:t>
            </a:r>
          </a:p>
        </p:txBody>
      </p:sp>
      <p:sp>
        <p:nvSpPr>
          <p:cNvPr id="3" name="Text Placeholder 2">
            <a:extLst>
              <a:ext uri="{FF2B5EF4-FFF2-40B4-BE49-F238E27FC236}">
                <a16:creationId xmlns:a16="http://schemas.microsoft.com/office/drawing/2014/main" id="{DD5590DA-E662-4AC9-9802-1C01A2B6B14A}"/>
              </a:ext>
            </a:extLst>
          </p:cNvPr>
          <p:cNvSpPr>
            <a:spLocks noGrp="1"/>
          </p:cNvSpPr>
          <p:nvPr>
            <p:ph type="body" idx="1"/>
          </p:nvPr>
        </p:nvSpPr>
        <p:spPr>
          <a:xfrm>
            <a:off x="1624013" y="2066925"/>
            <a:ext cx="8943975" cy="3743326"/>
          </a:xfrm>
          <a:prstGeom prst="rect">
            <a:avLst/>
          </a:prstGeom>
        </p:spPr>
        <p:txBody>
          <a:bodyPr vert="horz" lIns="0" tIns="0" rIns="0" bIns="0" rtlCol="0">
            <a:noAutofit/>
          </a:bodyPr>
          <a:lstStyle/>
          <a:p>
            <a:pPr lvl="0"/>
            <a:r>
              <a:rPr lang="en-GB"/>
              <a:t>Write your text</a:t>
            </a:r>
          </a:p>
          <a:p>
            <a:pPr lvl="1"/>
            <a:r>
              <a:rPr lang="en-GB"/>
              <a:t>Second level</a:t>
            </a:r>
          </a:p>
          <a:p>
            <a:pPr lvl="2"/>
            <a:r>
              <a:rPr lang="en-GB"/>
              <a:t>Third level</a:t>
            </a:r>
          </a:p>
          <a:p>
            <a:pPr lvl="3"/>
            <a:r>
              <a:rPr lang="en-GB"/>
              <a:t>Fourth level</a:t>
            </a:r>
          </a:p>
          <a:p>
            <a:pPr lvl="4"/>
            <a:r>
              <a:rPr lang="en-GB"/>
              <a:t>Fifth level</a:t>
            </a:r>
          </a:p>
        </p:txBody>
      </p:sp>
      <p:sp>
        <p:nvSpPr>
          <p:cNvPr id="12" name="Graphic 6">
            <a:extLst>
              <a:ext uri="{FF2B5EF4-FFF2-40B4-BE49-F238E27FC236}">
                <a16:creationId xmlns:a16="http://schemas.microsoft.com/office/drawing/2014/main" id="{4AEAE4A6-CC59-A4F9-C860-BF9AE4BF0E42}"/>
              </a:ext>
            </a:extLst>
          </p:cNvPr>
          <p:cNvSpPr/>
          <p:nvPr/>
        </p:nvSpPr>
        <p:spPr>
          <a:xfrm>
            <a:off x="5893596" y="6294141"/>
            <a:ext cx="407052" cy="268547"/>
          </a:xfrm>
          <a:custGeom>
            <a:avLst/>
            <a:gdLst>
              <a:gd name="connsiteX0" fmla="*/ 381465 w 407052"/>
              <a:gd name="connsiteY0" fmla="*/ 6301 h 268547"/>
              <a:gd name="connsiteX1" fmla="*/ 361103 w 407052"/>
              <a:gd name="connsiteY1" fmla="*/ 23195 h 268547"/>
              <a:gd name="connsiteX2" fmla="*/ 290662 w 407052"/>
              <a:gd name="connsiteY2" fmla="*/ 182678 h 268547"/>
              <a:gd name="connsiteX3" fmla="*/ 306016 w 407052"/>
              <a:gd name="connsiteY3" fmla="*/ 40486 h 268547"/>
              <a:gd name="connsiteX4" fmla="*/ 308217 w 407052"/>
              <a:gd name="connsiteY4" fmla="*/ 9008 h 268547"/>
              <a:gd name="connsiteX5" fmla="*/ 285951 w 407052"/>
              <a:gd name="connsiteY5" fmla="*/ 7963 h 268547"/>
              <a:gd name="connsiteX6" fmla="*/ 264081 w 407052"/>
              <a:gd name="connsiteY6" fmla="*/ 21445 h 268547"/>
              <a:gd name="connsiteX7" fmla="*/ 193739 w 407052"/>
              <a:gd name="connsiteY7" fmla="*/ 243995 h 268547"/>
              <a:gd name="connsiteX8" fmla="*/ 209841 w 407052"/>
              <a:gd name="connsiteY8" fmla="*/ 246196 h 268547"/>
              <a:gd name="connsiteX9" fmla="*/ 262430 w 407052"/>
              <a:gd name="connsiteY9" fmla="*/ 76631 h 268547"/>
              <a:gd name="connsiteX10" fmla="*/ 254979 w 407052"/>
              <a:gd name="connsiteY10" fmla="*/ 215235 h 268547"/>
              <a:gd name="connsiteX11" fmla="*/ 271587 w 407052"/>
              <a:gd name="connsiteY11" fmla="*/ 239394 h 268547"/>
              <a:gd name="connsiteX12" fmla="*/ 284223 w 407052"/>
              <a:gd name="connsiteY12" fmla="*/ 237688 h 268547"/>
              <a:gd name="connsiteX13" fmla="*/ 356909 w 407052"/>
              <a:gd name="connsiteY13" fmla="*/ 66076 h 268547"/>
              <a:gd name="connsiteX14" fmla="*/ 324165 w 407052"/>
              <a:gd name="connsiteY14" fmla="*/ 243125 h 268547"/>
              <a:gd name="connsiteX15" fmla="*/ 343030 w 407052"/>
              <a:gd name="connsiteY15" fmla="*/ 265050 h 268547"/>
              <a:gd name="connsiteX16" fmla="*/ 354752 w 407052"/>
              <a:gd name="connsiteY16" fmla="*/ 263663 h 268547"/>
              <a:gd name="connsiteX17" fmla="*/ 405503 w 407052"/>
              <a:gd name="connsiteY17" fmla="*/ 16118 h 268547"/>
              <a:gd name="connsiteX18" fmla="*/ 381465 w 407052"/>
              <a:gd name="connsiteY18" fmla="*/ 6301 h 268547"/>
              <a:gd name="connsiteX19" fmla="*/ 166553 w 407052"/>
              <a:gd name="connsiteY19" fmla="*/ 128472 h 268547"/>
              <a:gd name="connsiteX20" fmla="*/ 183855 w 407052"/>
              <a:gd name="connsiteY20" fmla="*/ 109882 h 268547"/>
              <a:gd name="connsiteX21" fmla="*/ 172914 w 407052"/>
              <a:gd name="connsiteY21" fmla="*/ 98875 h 268547"/>
              <a:gd name="connsiteX22" fmla="*/ 159916 w 407052"/>
              <a:gd name="connsiteY22" fmla="*/ 100163 h 268547"/>
              <a:gd name="connsiteX23" fmla="*/ 193497 w 407052"/>
              <a:gd name="connsiteY23" fmla="*/ 14082 h 268547"/>
              <a:gd name="connsiteX24" fmla="*/ 192055 w 407052"/>
              <a:gd name="connsiteY24" fmla="*/ -127 h 268547"/>
              <a:gd name="connsiteX25" fmla="*/ 163658 w 407052"/>
              <a:gd name="connsiteY25" fmla="*/ 8018 h 268547"/>
              <a:gd name="connsiteX26" fmla="*/ 157186 w 407052"/>
              <a:gd name="connsiteY26" fmla="*/ 13653 h 268547"/>
              <a:gd name="connsiteX27" fmla="*/ 119082 w 407052"/>
              <a:gd name="connsiteY27" fmla="*/ 106107 h 268547"/>
              <a:gd name="connsiteX28" fmla="*/ 69839 w 407052"/>
              <a:gd name="connsiteY28" fmla="*/ 115869 h 268547"/>
              <a:gd name="connsiteX29" fmla="*/ 109583 w 407052"/>
              <a:gd name="connsiteY29" fmla="*/ 15931 h 268547"/>
              <a:gd name="connsiteX30" fmla="*/ 92490 w 407052"/>
              <a:gd name="connsiteY30" fmla="*/ 14654 h 268547"/>
              <a:gd name="connsiteX31" fmla="*/ 50247 w 407052"/>
              <a:gd name="connsiteY31" fmla="*/ 120481 h 268547"/>
              <a:gd name="connsiteX32" fmla="*/ 9017 w 407052"/>
              <a:gd name="connsiteY32" fmla="*/ 131487 h 268547"/>
              <a:gd name="connsiteX33" fmla="*/ 2622 w 407052"/>
              <a:gd name="connsiteY33" fmla="*/ 143594 h 268547"/>
              <a:gd name="connsiteX34" fmla="*/ 12660 w 407052"/>
              <a:gd name="connsiteY34" fmla="*/ 149241 h 268547"/>
              <a:gd name="connsiteX35" fmla="*/ 33430 w 407052"/>
              <a:gd name="connsiteY35" fmla="*/ 164650 h 268547"/>
              <a:gd name="connsiteX36" fmla="*/ 5055 w 407052"/>
              <a:gd name="connsiteY36" fmla="*/ 243521 h 268547"/>
              <a:gd name="connsiteX37" fmla="*/ 21388 w 407052"/>
              <a:gd name="connsiteY37" fmla="*/ 245899 h 268547"/>
              <a:gd name="connsiteX38" fmla="*/ 52108 w 407052"/>
              <a:gd name="connsiteY38" fmla="*/ 162052 h 268547"/>
              <a:gd name="connsiteX39" fmla="*/ 102088 w 407052"/>
              <a:gd name="connsiteY39" fmla="*/ 151112 h 268547"/>
              <a:gd name="connsiteX40" fmla="*/ 72194 w 407052"/>
              <a:gd name="connsiteY40" fmla="*/ 242575 h 268547"/>
              <a:gd name="connsiteX41" fmla="*/ 73295 w 407052"/>
              <a:gd name="connsiteY41" fmla="*/ 248562 h 268547"/>
              <a:gd name="connsiteX42" fmla="*/ 90421 w 407052"/>
              <a:gd name="connsiteY42" fmla="*/ 266095 h 268547"/>
              <a:gd name="connsiteX43" fmla="*/ 100558 w 407052"/>
              <a:gd name="connsiteY43" fmla="*/ 263707 h 268547"/>
              <a:gd name="connsiteX44" fmla="*/ 143934 w 407052"/>
              <a:gd name="connsiteY44" fmla="*/ 141789 h 268547"/>
              <a:gd name="connsiteX45" fmla="*/ 166553 w 407052"/>
              <a:gd name="connsiteY45" fmla="*/ 128472 h 268547"/>
              <a:gd name="connsiteX46" fmla="*/ 177262 w 407052"/>
              <a:gd name="connsiteY46" fmla="*/ 195467 h 268547"/>
              <a:gd name="connsiteX47" fmla="*/ 174081 w 407052"/>
              <a:gd name="connsiteY47" fmla="*/ 198406 h 268547"/>
              <a:gd name="connsiteX48" fmla="*/ 170493 w 407052"/>
              <a:gd name="connsiteY48" fmla="*/ 187202 h 268547"/>
              <a:gd name="connsiteX49" fmla="*/ 179970 w 407052"/>
              <a:gd name="connsiteY49" fmla="*/ 174533 h 268547"/>
              <a:gd name="connsiteX50" fmla="*/ 158639 w 407052"/>
              <a:gd name="connsiteY50" fmla="*/ 157704 h 268547"/>
              <a:gd name="connsiteX51" fmla="*/ 156119 w 407052"/>
              <a:gd name="connsiteY51" fmla="*/ 175458 h 268547"/>
              <a:gd name="connsiteX52" fmla="*/ 158122 w 407052"/>
              <a:gd name="connsiteY52" fmla="*/ 182249 h 268547"/>
              <a:gd name="connsiteX53" fmla="*/ 147368 w 407052"/>
              <a:gd name="connsiteY53" fmla="*/ 194048 h 268547"/>
              <a:gd name="connsiteX54" fmla="*/ 151243 w 407052"/>
              <a:gd name="connsiteY54" fmla="*/ 227848 h 268547"/>
              <a:gd name="connsiteX55" fmla="*/ 171352 w 407052"/>
              <a:gd name="connsiteY55" fmla="*/ 221564 h 268547"/>
              <a:gd name="connsiteX56" fmla="*/ 172210 w 407052"/>
              <a:gd name="connsiteY56" fmla="*/ 223765 h 268547"/>
              <a:gd name="connsiteX57" fmla="*/ 181400 w 407052"/>
              <a:gd name="connsiteY57" fmla="*/ 219737 h 268547"/>
              <a:gd name="connsiteX58" fmla="*/ 179034 w 407052"/>
              <a:gd name="connsiteY58" fmla="*/ 213265 h 268547"/>
              <a:gd name="connsiteX59" fmla="*/ 184240 w 407052"/>
              <a:gd name="connsiteY59" fmla="*/ 206089 h 268547"/>
              <a:gd name="connsiteX60" fmla="*/ 177262 w 407052"/>
              <a:gd name="connsiteY60" fmla="*/ 195489 h 268547"/>
              <a:gd name="connsiteX61" fmla="*/ 161732 w 407052"/>
              <a:gd name="connsiteY61" fmla="*/ 209082 h 268547"/>
              <a:gd name="connsiteX62" fmla="*/ 159740 w 407052"/>
              <a:gd name="connsiteY62" fmla="*/ 200739 h 268547"/>
              <a:gd name="connsiteX63" fmla="*/ 162777 w 407052"/>
              <a:gd name="connsiteY63" fmla="*/ 196733 h 268547"/>
              <a:gd name="connsiteX64" fmla="*/ 165881 w 407052"/>
              <a:gd name="connsiteY64" fmla="*/ 206056 h 268547"/>
              <a:gd name="connsiteX65" fmla="*/ 161732 w 407052"/>
              <a:gd name="connsiteY65" fmla="*/ 209104 h 268547"/>
              <a:gd name="connsiteX66" fmla="*/ 166476 w 407052"/>
              <a:gd name="connsiteY66" fmla="*/ 173862 h 268547"/>
              <a:gd name="connsiteX67" fmla="*/ 165793 w 407052"/>
              <a:gd name="connsiteY67" fmla="*/ 171374 h 268547"/>
              <a:gd name="connsiteX68" fmla="*/ 169623 w 407052"/>
              <a:gd name="connsiteY68" fmla="*/ 170461 h 268547"/>
              <a:gd name="connsiteX69" fmla="*/ 166476 w 407052"/>
              <a:gd name="connsiteY69" fmla="*/ 173917 h 26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07052" h="268547">
                <a:moveTo>
                  <a:pt x="381465" y="6301"/>
                </a:moveTo>
                <a:cubicBezTo>
                  <a:pt x="374663" y="9327"/>
                  <a:pt x="369358" y="6168"/>
                  <a:pt x="361103" y="23195"/>
                </a:cubicBezTo>
                <a:cubicBezTo>
                  <a:pt x="335029" y="76719"/>
                  <a:pt x="314777" y="120162"/>
                  <a:pt x="290662" y="182678"/>
                </a:cubicBezTo>
                <a:cubicBezTo>
                  <a:pt x="291355" y="131344"/>
                  <a:pt x="300567" y="90488"/>
                  <a:pt x="306016" y="40486"/>
                </a:cubicBezTo>
                <a:cubicBezTo>
                  <a:pt x="307028" y="31274"/>
                  <a:pt x="308448" y="18584"/>
                  <a:pt x="308217" y="9008"/>
                </a:cubicBezTo>
                <a:cubicBezTo>
                  <a:pt x="308052" y="1656"/>
                  <a:pt x="300721" y="687"/>
                  <a:pt x="285951" y="7963"/>
                </a:cubicBezTo>
                <a:cubicBezTo>
                  <a:pt x="277740" y="12013"/>
                  <a:pt x="267856" y="11683"/>
                  <a:pt x="264081" y="21445"/>
                </a:cubicBezTo>
                <a:cubicBezTo>
                  <a:pt x="248034" y="63016"/>
                  <a:pt x="210953" y="178628"/>
                  <a:pt x="193739" y="243995"/>
                </a:cubicBezTo>
                <a:cubicBezTo>
                  <a:pt x="189600" y="259701"/>
                  <a:pt x="205152" y="262331"/>
                  <a:pt x="209841" y="246196"/>
                </a:cubicBezTo>
                <a:cubicBezTo>
                  <a:pt x="221167" y="207244"/>
                  <a:pt x="247021" y="121031"/>
                  <a:pt x="262430" y="76631"/>
                </a:cubicBezTo>
                <a:cubicBezTo>
                  <a:pt x="260878" y="117278"/>
                  <a:pt x="249795" y="181533"/>
                  <a:pt x="254979" y="215235"/>
                </a:cubicBezTo>
                <a:cubicBezTo>
                  <a:pt x="256608" y="225845"/>
                  <a:pt x="266491" y="230424"/>
                  <a:pt x="271587" y="239394"/>
                </a:cubicBezTo>
                <a:cubicBezTo>
                  <a:pt x="275208" y="245778"/>
                  <a:pt x="281020" y="246416"/>
                  <a:pt x="284223" y="237688"/>
                </a:cubicBezTo>
                <a:cubicBezTo>
                  <a:pt x="299269" y="196568"/>
                  <a:pt x="328557" y="124069"/>
                  <a:pt x="356909" y="66076"/>
                </a:cubicBezTo>
                <a:cubicBezTo>
                  <a:pt x="351406" y="91600"/>
                  <a:pt x="330076" y="199947"/>
                  <a:pt x="324165" y="243125"/>
                </a:cubicBezTo>
                <a:cubicBezTo>
                  <a:pt x="322976" y="251798"/>
                  <a:pt x="333598" y="252007"/>
                  <a:pt x="343030" y="265050"/>
                </a:cubicBezTo>
                <a:cubicBezTo>
                  <a:pt x="345155" y="267978"/>
                  <a:pt x="353288" y="271158"/>
                  <a:pt x="354752" y="263663"/>
                </a:cubicBezTo>
                <a:cubicBezTo>
                  <a:pt x="359782" y="237765"/>
                  <a:pt x="392636" y="69554"/>
                  <a:pt x="405503" y="16118"/>
                </a:cubicBezTo>
                <a:cubicBezTo>
                  <a:pt x="408970" y="1722"/>
                  <a:pt x="407968" y="-5520"/>
                  <a:pt x="381465" y="6301"/>
                </a:cubicBezTo>
                <a:close/>
                <a:moveTo>
                  <a:pt x="166553" y="128472"/>
                </a:moveTo>
                <a:cubicBezTo>
                  <a:pt x="177878" y="111588"/>
                  <a:pt x="181147" y="115011"/>
                  <a:pt x="183855" y="109882"/>
                </a:cubicBezTo>
                <a:cubicBezTo>
                  <a:pt x="187267" y="103443"/>
                  <a:pt x="185011" y="97389"/>
                  <a:pt x="172914" y="98875"/>
                </a:cubicBezTo>
                <a:cubicBezTo>
                  <a:pt x="172914" y="98875"/>
                  <a:pt x="168336" y="99206"/>
                  <a:pt x="159916" y="100163"/>
                </a:cubicBezTo>
                <a:cubicBezTo>
                  <a:pt x="173322" y="65636"/>
                  <a:pt x="185044" y="36326"/>
                  <a:pt x="193497" y="14082"/>
                </a:cubicBezTo>
                <a:cubicBezTo>
                  <a:pt x="196358" y="6532"/>
                  <a:pt x="196743" y="995"/>
                  <a:pt x="192055" y="-127"/>
                </a:cubicBezTo>
                <a:cubicBezTo>
                  <a:pt x="187047" y="-1338"/>
                  <a:pt x="172562" y="6477"/>
                  <a:pt x="163658" y="8018"/>
                </a:cubicBezTo>
                <a:cubicBezTo>
                  <a:pt x="160829" y="8502"/>
                  <a:pt x="158155" y="11518"/>
                  <a:pt x="157186" y="13653"/>
                </a:cubicBezTo>
                <a:cubicBezTo>
                  <a:pt x="142878" y="46397"/>
                  <a:pt x="130165" y="77622"/>
                  <a:pt x="119082" y="106107"/>
                </a:cubicBezTo>
                <a:cubicBezTo>
                  <a:pt x="104928" y="108528"/>
                  <a:pt x="88352" y="111709"/>
                  <a:pt x="69839" y="115869"/>
                </a:cubicBezTo>
                <a:cubicBezTo>
                  <a:pt x="83047" y="81826"/>
                  <a:pt x="96497" y="48257"/>
                  <a:pt x="109583" y="15931"/>
                </a:cubicBezTo>
                <a:cubicBezTo>
                  <a:pt x="116022" y="38"/>
                  <a:pt x="99072" y="-1470"/>
                  <a:pt x="92490" y="14654"/>
                </a:cubicBezTo>
                <a:cubicBezTo>
                  <a:pt x="83960" y="35567"/>
                  <a:pt x="67957" y="74782"/>
                  <a:pt x="50247" y="120481"/>
                </a:cubicBezTo>
                <a:cubicBezTo>
                  <a:pt x="37227" y="123673"/>
                  <a:pt x="23447" y="127316"/>
                  <a:pt x="9017" y="131487"/>
                </a:cubicBezTo>
                <a:cubicBezTo>
                  <a:pt x="-1461" y="134514"/>
                  <a:pt x="-1923" y="137299"/>
                  <a:pt x="2622" y="143594"/>
                </a:cubicBezTo>
                <a:cubicBezTo>
                  <a:pt x="5143" y="147094"/>
                  <a:pt x="10327" y="146742"/>
                  <a:pt x="12660" y="149241"/>
                </a:cubicBezTo>
                <a:cubicBezTo>
                  <a:pt x="18780" y="155701"/>
                  <a:pt x="22478" y="163439"/>
                  <a:pt x="33430" y="164650"/>
                </a:cubicBezTo>
                <a:cubicBezTo>
                  <a:pt x="23678" y="190680"/>
                  <a:pt x="13893" y="217623"/>
                  <a:pt x="5055" y="243521"/>
                </a:cubicBezTo>
                <a:cubicBezTo>
                  <a:pt x="-448" y="259789"/>
                  <a:pt x="15324" y="263113"/>
                  <a:pt x="21388" y="245899"/>
                </a:cubicBezTo>
                <a:cubicBezTo>
                  <a:pt x="31184" y="218152"/>
                  <a:pt x="41519" y="190063"/>
                  <a:pt x="52108" y="162052"/>
                </a:cubicBezTo>
                <a:cubicBezTo>
                  <a:pt x="60913" y="160005"/>
                  <a:pt x="82320" y="155448"/>
                  <a:pt x="102088" y="151112"/>
                </a:cubicBezTo>
                <a:cubicBezTo>
                  <a:pt x="86404" y="194037"/>
                  <a:pt x="76080" y="226693"/>
                  <a:pt x="72194" y="242575"/>
                </a:cubicBezTo>
                <a:cubicBezTo>
                  <a:pt x="71688" y="244636"/>
                  <a:pt x="72089" y="246816"/>
                  <a:pt x="73295" y="248562"/>
                </a:cubicBezTo>
                <a:cubicBezTo>
                  <a:pt x="78578" y="256267"/>
                  <a:pt x="83608" y="256575"/>
                  <a:pt x="90421" y="266095"/>
                </a:cubicBezTo>
                <a:cubicBezTo>
                  <a:pt x="92270" y="268693"/>
                  <a:pt x="98445" y="270091"/>
                  <a:pt x="100558" y="263707"/>
                </a:cubicBezTo>
                <a:cubicBezTo>
                  <a:pt x="115064" y="219836"/>
                  <a:pt x="130000" y="178683"/>
                  <a:pt x="143934" y="141789"/>
                </a:cubicBezTo>
                <a:cubicBezTo>
                  <a:pt x="149757" y="140513"/>
                  <a:pt x="160158" y="138003"/>
                  <a:pt x="166553" y="128472"/>
                </a:cubicBezTo>
                <a:close/>
                <a:moveTo>
                  <a:pt x="177262" y="195467"/>
                </a:moveTo>
                <a:cubicBezTo>
                  <a:pt x="176238" y="196359"/>
                  <a:pt x="175171" y="197361"/>
                  <a:pt x="174081" y="198406"/>
                </a:cubicBezTo>
                <a:cubicBezTo>
                  <a:pt x="172859" y="194642"/>
                  <a:pt x="171627" y="190812"/>
                  <a:pt x="170493" y="187202"/>
                </a:cubicBezTo>
                <a:cubicBezTo>
                  <a:pt x="173887" y="183160"/>
                  <a:pt x="177052" y="178931"/>
                  <a:pt x="179970" y="174533"/>
                </a:cubicBezTo>
                <a:cubicBezTo>
                  <a:pt x="191625" y="156384"/>
                  <a:pt x="168578" y="145917"/>
                  <a:pt x="158639" y="157704"/>
                </a:cubicBezTo>
                <a:cubicBezTo>
                  <a:pt x="153345" y="163989"/>
                  <a:pt x="154666" y="170164"/>
                  <a:pt x="156119" y="175458"/>
                </a:cubicBezTo>
                <a:cubicBezTo>
                  <a:pt x="156581" y="177098"/>
                  <a:pt x="157274" y="179453"/>
                  <a:pt x="158122" y="182249"/>
                </a:cubicBezTo>
                <a:cubicBezTo>
                  <a:pt x="155282" y="185154"/>
                  <a:pt x="151892" y="188798"/>
                  <a:pt x="147368" y="194048"/>
                </a:cubicBezTo>
                <a:cubicBezTo>
                  <a:pt x="136120" y="207123"/>
                  <a:pt x="139180" y="224095"/>
                  <a:pt x="151243" y="227848"/>
                </a:cubicBezTo>
                <a:cubicBezTo>
                  <a:pt x="158562" y="230127"/>
                  <a:pt x="165419" y="226814"/>
                  <a:pt x="171352" y="221564"/>
                </a:cubicBezTo>
                <a:cubicBezTo>
                  <a:pt x="171649" y="222334"/>
                  <a:pt x="171935" y="223071"/>
                  <a:pt x="172210" y="223765"/>
                </a:cubicBezTo>
                <a:cubicBezTo>
                  <a:pt x="175358" y="231645"/>
                  <a:pt x="185110" y="229268"/>
                  <a:pt x="181400" y="219737"/>
                </a:cubicBezTo>
                <a:cubicBezTo>
                  <a:pt x="180751" y="218086"/>
                  <a:pt x="179937" y="215862"/>
                  <a:pt x="179034" y="213265"/>
                </a:cubicBezTo>
                <a:cubicBezTo>
                  <a:pt x="180949" y="210843"/>
                  <a:pt x="182688" y="208378"/>
                  <a:pt x="184240" y="206089"/>
                </a:cubicBezTo>
                <a:cubicBezTo>
                  <a:pt x="191471" y="195445"/>
                  <a:pt x="184526" y="189194"/>
                  <a:pt x="177262" y="195489"/>
                </a:cubicBezTo>
                <a:close/>
                <a:moveTo>
                  <a:pt x="161732" y="209082"/>
                </a:moveTo>
                <a:cubicBezTo>
                  <a:pt x="157329" y="211779"/>
                  <a:pt x="153818" y="208884"/>
                  <a:pt x="159740" y="200739"/>
                </a:cubicBezTo>
                <a:cubicBezTo>
                  <a:pt x="160741" y="199375"/>
                  <a:pt x="161754" y="198054"/>
                  <a:pt x="162777" y="196733"/>
                </a:cubicBezTo>
                <a:cubicBezTo>
                  <a:pt x="163779" y="199815"/>
                  <a:pt x="164825" y="202974"/>
                  <a:pt x="165881" y="206056"/>
                </a:cubicBezTo>
                <a:cubicBezTo>
                  <a:pt x="164574" y="207171"/>
                  <a:pt x="163187" y="208190"/>
                  <a:pt x="161732" y="209104"/>
                </a:cubicBezTo>
                <a:close/>
                <a:moveTo>
                  <a:pt x="166476" y="173862"/>
                </a:moveTo>
                <a:cubicBezTo>
                  <a:pt x="166211" y="172937"/>
                  <a:pt x="165980" y="172090"/>
                  <a:pt x="165793" y="171374"/>
                </a:cubicBezTo>
                <a:cubicBezTo>
                  <a:pt x="162491" y="158706"/>
                  <a:pt x="176965" y="162173"/>
                  <a:pt x="169623" y="170461"/>
                </a:cubicBezTo>
                <a:cubicBezTo>
                  <a:pt x="168523" y="171749"/>
                  <a:pt x="167488" y="172860"/>
                  <a:pt x="166476" y="173917"/>
                </a:cubicBezTo>
                <a:close/>
              </a:path>
            </a:pathLst>
          </a:custGeom>
          <a:solidFill>
            <a:schemeClr val="tx1"/>
          </a:solidFill>
          <a:ln w="1081" cap="flat">
            <a:noFill/>
            <a:prstDash val="solid"/>
            <a:miter/>
          </a:ln>
        </p:spPr>
        <p:txBody>
          <a:bodyPr rtlCol="0" anchor="ctr"/>
          <a:lstStyle/>
          <a:p>
            <a:endParaRPr lang="en-GB"/>
          </a:p>
        </p:txBody>
      </p:sp>
      <p:sp>
        <p:nvSpPr>
          <p:cNvPr id="5" name="TextBox 4">
            <a:extLst>
              <a:ext uri="{FF2B5EF4-FFF2-40B4-BE49-F238E27FC236}">
                <a16:creationId xmlns:a16="http://schemas.microsoft.com/office/drawing/2014/main" id="{D8BEBD50-DA82-08D2-3A4B-5AAFEF523177}"/>
              </a:ext>
            </a:extLst>
          </p:cNvPr>
          <p:cNvSpPr txBox="1"/>
          <p:nvPr userDrawn="1">
            <p:extLst>
              <p:ext uri="{1162E1C5-73C7-4A58-AE30-91384D911F3F}">
                <p184:classification xmlns:p184="http://schemas.microsoft.com/office/powerpoint/2018/4/main" val="ftr"/>
              </p:ext>
            </p:extLst>
          </p:nvPr>
        </p:nvSpPr>
        <p:spPr>
          <a:xfrm>
            <a:off x="11382375" y="6766560"/>
            <a:ext cx="830263" cy="91440"/>
          </a:xfrm>
          <a:prstGeom prst="rect">
            <a:avLst/>
          </a:prstGeom>
        </p:spPr>
        <p:txBody>
          <a:bodyPr horzOverflow="overflow" lIns="0" tIns="0" rIns="0" bIns="0">
            <a:spAutoFit/>
          </a:bodyPr>
          <a:lstStyle/>
          <a:p>
            <a:pPr algn="r"/>
            <a:r>
              <a:rPr lang="en-SE" sz="600">
                <a:solidFill>
                  <a:srgbClr val="E0E0E0"/>
                </a:solidFill>
                <a:latin typeface="Arial" panose="020B0604020202020204" pitchFamily="34" charset="0"/>
                <a:cs typeface="Arial" panose="020B0604020202020204" pitchFamily="34" charset="0"/>
              </a:rPr>
              <a:t>Confidential Information</a:t>
            </a:r>
          </a:p>
        </p:txBody>
      </p:sp>
    </p:spTree>
    <p:extLst>
      <p:ext uri="{BB962C8B-B14F-4D97-AF65-F5344CB8AC3E}">
        <p14:creationId xmlns:p14="http://schemas.microsoft.com/office/powerpoint/2010/main" val="7886653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hf sldNum="0" hdr="0" ftr="0" dt="0"/>
  <p:txStyles>
    <p:titleStyle>
      <a:lvl1pPr algn="ctr" defTabSz="914400" rtl="0" eaLnBrk="1" latinLnBrk="0" hangingPunct="1">
        <a:lnSpc>
          <a:spcPct val="100000"/>
        </a:lnSpc>
        <a:spcBef>
          <a:spcPct val="0"/>
        </a:spcBef>
        <a:buNone/>
        <a:defRPr sz="4500" kern="1200" cap="all" baseline="0">
          <a:solidFill>
            <a:schemeClr val="tx1"/>
          </a:solidFill>
          <a:latin typeface="+mj-lt"/>
          <a:ea typeface="+mj-ea"/>
          <a:cs typeface="+mj-cs"/>
        </a:defRPr>
      </a:lvl1pPr>
    </p:titleStyle>
    <p:bodyStyle>
      <a:lvl1pPr marL="228600" indent="-228600" algn="ctr"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547EBF"/>
          </p15:clr>
        </p15:guide>
        <p15:guide id="3" pos="1020">
          <p15:clr>
            <a:srgbClr val="547EBF"/>
          </p15:clr>
        </p15:guide>
        <p15:guide id="4" pos="6666">
          <p15:clr>
            <a:srgbClr val="547EBF"/>
          </p15:clr>
        </p15:guide>
        <p15:guide id="5" orient="horz" pos="1302">
          <p15:clr>
            <a:srgbClr val="F26B43"/>
          </p15:clr>
        </p15:guide>
        <p15:guide id="6" orient="horz" pos="3660">
          <p15:clr>
            <a:srgbClr val="F26B43"/>
          </p15:clr>
        </p15:guide>
        <p15:guide id="7" pos="256">
          <p15:clr>
            <a:srgbClr val="547EBF"/>
          </p15:clr>
        </p15:guide>
        <p15:guide id="8" pos="3576">
          <p15:clr>
            <a:srgbClr val="547EBF"/>
          </p15:clr>
        </p15:guide>
        <p15:guide id="9" pos="4096">
          <p15:clr>
            <a:srgbClr val="547EBF"/>
          </p15:clr>
        </p15:guide>
        <p15:guide id="10" pos="7416">
          <p15:clr>
            <a:srgbClr val="547EBF"/>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B2D1845-FC29-49FF-BD30-75DEE7319753}"/>
              </a:ext>
            </a:extLst>
          </p:cNvPr>
          <p:cNvGraphicFramePr>
            <a:graphicFrameLocks noChangeAspect="1"/>
          </p:cNvGraphicFramePr>
          <p:nvPr userDrawn="1">
            <p:custDataLst>
              <p:tags r:id="rId181"/>
            </p:custDataLst>
            <p:extLst>
              <p:ext uri="{D42A27DB-BD31-4B8C-83A1-F6EECF244321}">
                <p14:modId xmlns:p14="http://schemas.microsoft.com/office/powerpoint/2010/main" val="29193567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2" imgW="624" imgH="623" progId="TCLayout.ActiveDocument.1">
                  <p:embed/>
                </p:oleObj>
              </mc:Choice>
              <mc:Fallback>
                <p:oleObj name="think-cell Slide" r:id="rId182" imgW="624" imgH="623" progId="TCLayout.ActiveDocument.1">
                  <p:embed/>
                  <p:pic>
                    <p:nvPicPr>
                      <p:cNvPr id="5" name="Object 4" hidden="1">
                        <a:extLst>
                          <a:ext uri="{FF2B5EF4-FFF2-40B4-BE49-F238E27FC236}">
                            <a16:creationId xmlns:a16="http://schemas.microsoft.com/office/drawing/2014/main" id="{CB2D1845-FC29-49FF-BD30-75DEE7319753}"/>
                          </a:ext>
                        </a:extLst>
                      </p:cNvPr>
                      <p:cNvPicPr/>
                      <p:nvPr/>
                    </p:nvPicPr>
                    <p:blipFill>
                      <a:blip r:embed="rId183"/>
                      <a:stretch>
                        <a:fillRect/>
                      </a:stretch>
                    </p:blipFill>
                    <p:spPr>
                      <a:xfrm>
                        <a:off x="1588" y="1588"/>
                        <a:ext cx="1588" cy="1588"/>
                      </a:xfrm>
                      <a:prstGeom prst="rect">
                        <a:avLst/>
                      </a:prstGeom>
                    </p:spPr>
                  </p:pic>
                </p:oleObj>
              </mc:Fallback>
            </mc:AlternateContent>
          </a:graphicData>
        </a:graphic>
      </p:graphicFrame>
      <p:sp>
        <p:nvSpPr>
          <p:cNvPr id="25" name="TextBox 24">
            <a:extLst>
              <a:ext uri="{FF2B5EF4-FFF2-40B4-BE49-F238E27FC236}">
                <a16:creationId xmlns:a16="http://schemas.microsoft.com/office/drawing/2014/main" id="{8DEAF7F0-ADBE-DA4B-80DE-727BD0E615AA}"/>
              </a:ext>
            </a:extLst>
          </p:cNvPr>
          <p:cNvSpPr txBox="1"/>
          <p:nvPr userDrawn="1"/>
        </p:nvSpPr>
        <p:spPr>
          <a:xfrm>
            <a:off x="7126941" y="6482079"/>
            <a:ext cx="4303059" cy="202329"/>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kern="1200" dirty="0">
                <a:solidFill>
                  <a:schemeClr val="tx1"/>
                </a:solidFill>
                <a:effectLst/>
                <a:latin typeface="+mn-lt"/>
                <a:ea typeface="+mn-ea"/>
                <a:cs typeface="+mn-cs"/>
              </a:rPr>
              <a:t>.</a:t>
            </a:r>
            <a:endParaRPr lang="en-US" noProof="0" dirty="0">
              <a:solidFill>
                <a:schemeClr val="tx1"/>
              </a:solidFill>
            </a:endParaRPr>
          </a:p>
        </p:txBody>
      </p:sp>
      <p:sp>
        <p:nvSpPr>
          <p:cNvPr id="26" name="TextBox 25">
            <a:extLst>
              <a:ext uri="{FF2B5EF4-FFF2-40B4-BE49-F238E27FC236}">
                <a16:creationId xmlns:a16="http://schemas.microsoft.com/office/drawing/2014/main" id="{A54DE5B9-F305-CC4E-9A6A-0DC78956D275}"/>
              </a:ext>
            </a:extLst>
          </p:cNvPr>
          <p:cNvSpPr txBox="1"/>
          <p:nvPr userDrawn="1"/>
        </p:nvSpPr>
        <p:spPr>
          <a:xfrm>
            <a:off x="11430000" y="648079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US" sz="800" smtClean="0">
                <a:solidFill>
                  <a:schemeClr val="tx1">
                    <a:alpha val="75000"/>
                  </a:schemeClr>
                </a:solidFill>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lang="en-US" noProof="0" dirty="0">
              <a:solidFill>
                <a:schemeClr val="tx1">
                  <a:alpha val="75000"/>
                </a:schemeClr>
              </a:solidFill>
            </a:endParaRPr>
          </a:p>
        </p:txBody>
      </p:sp>
      <p:sp>
        <p:nvSpPr>
          <p:cNvPr id="7" name="Slide Number Placeholder 6">
            <a:extLst>
              <a:ext uri="{FF2B5EF4-FFF2-40B4-BE49-F238E27FC236}">
                <a16:creationId xmlns:a16="http://schemas.microsoft.com/office/drawing/2014/main" id="{D6C2DB82-2141-42CD-9AE7-8A744B363FBC}"/>
              </a:ext>
            </a:extLst>
          </p:cNvPr>
          <p:cNvSpPr>
            <a:spLocks noGrp="1"/>
          </p:cNvSpPr>
          <p:nvPr userDrawn="1">
            <p:ph type="sldNum" sz="quarter" idx="4"/>
          </p:nvPr>
        </p:nvSpPr>
        <p:spPr>
          <a:xfrm>
            <a:off x="11429998" y="6477001"/>
            <a:ext cx="381001" cy="207843"/>
          </a:xfrm>
          <a:prstGeom prst="rect">
            <a:avLst/>
          </a:prstGeom>
          <a:noFill/>
        </p:spPr>
        <p:txBody>
          <a:bodyPr wrap="square" lIns="0" tIns="0" rIns="0" bIns="0" rtlCol="0" anchor="ctr">
            <a:noAutofit/>
          </a:bodyPr>
          <a:lstStyle>
            <a:lvl1pPr rtl="0">
              <a:defRPr lang="en-US" sz="800" smtClean="0">
                <a:noFill/>
              </a:defRPr>
            </a:lvl1pPr>
          </a:lstStyle>
          <a:p>
            <a:pPr algn="r" defTabSz="228600">
              <a:spcAft>
                <a:spcPts val="1200"/>
              </a:spcAft>
            </a:pPr>
            <a:fld id="{CC9E6EB9-168E-4914-8CC7-2E853AFB4F1B}" type="slidenum">
              <a:rPr lang="en-US" smtClean="0"/>
              <a:pPr algn="r" defTabSz="228600">
                <a:spcAft>
                  <a:spcPts val="1200"/>
                </a:spcAft>
              </a:pPr>
              <a:t>‹#›</a:t>
            </a:fld>
            <a:endParaRPr lang="en-US" dirty="0"/>
          </a:p>
        </p:txBody>
      </p:sp>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81000" y="380999"/>
            <a:ext cx="11430000" cy="990601"/>
          </a:xfrm>
          <a:prstGeom prst="rect">
            <a:avLst/>
          </a:prstGeom>
        </p:spPr>
        <p:txBody>
          <a:bodyPr vert="horz" lIns="0" tIns="0" rIns="0" bIns="0" rtlCol="0" anchor="t">
            <a:noAutofit/>
          </a:bodyPr>
          <a:lstStyle/>
          <a:p>
            <a:r>
              <a:rPr lang="en-US" dirty="0"/>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81000" y="1371600"/>
            <a:ext cx="11430000" cy="4936037"/>
          </a:xfrm>
          <a:prstGeom prst="rect">
            <a:avLst/>
          </a:prstGeom>
        </p:spPr>
        <p:txBody>
          <a:bodyPr vert="horz" lIns="0" tIns="0" rIns="0" bIns="0" rtlCol="0">
            <a:noAutofit/>
          </a:bodyPr>
          <a:lstStyle/>
          <a:p>
            <a:pPr lvl="0"/>
            <a:r>
              <a:rPr lang="en-US" dirty="0"/>
              <a:t>First level (copy 20pt)</a:t>
            </a:r>
          </a:p>
          <a:p>
            <a:pPr lvl="1"/>
            <a:r>
              <a:rPr lang="en-US" dirty="0"/>
              <a:t>Second level (bullet 20pt)</a:t>
            </a:r>
          </a:p>
          <a:p>
            <a:pPr lvl="2"/>
            <a:r>
              <a:rPr lang="en-US" dirty="0"/>
              <a:t>Third level (bullet 20pt)</a:t>
            </a:r>
          </a:p>
          <a:p>
            <a:pPr lvl="3"/>
            <a:r>
              <a:rPr lang="en-US" dirty="0"/>
              <a:t>Fourth level (bullet 18pt)</a:t>
            </a:r>
          </a:p>
          <a:p>
            <a:pPr lvl="4"/>
            <a:r>
              <a:rPr lang="en-US" dirty="0"/>
              <a:t>Fifth level (bullet 18pt)</a:t>
            </a:r>
          </a:p>
          <a:p>
            <a:pPr lvl="5"/>
            <a:r>
              <a:rPr lang="en-US" dirty="0"/>
              <a:t>Sixth level (copy 16pt)</a:t>
            </a:r>
          </a:p>
          <a:p>
            <a:pPr lvl="6"/>
            <a:r>
              <a:rPr lang="en-US" dirty="0"/>
              <a:t>Seventh level (small copy 12pt)</a:t>
            </a:r>
          </a:p>
          <a:p>
            <a:pPr lvl="7"/>
            <a:r>
              <a:rPr lang="en-US" dirty="0"/>
              <a:t>EIGHT LEVEL (DESCRIPTOR 10PT)</a:t>
            </a:r>
          </a:p>
          <a:p>
            <a:pPr lvl="8"/>
            <a:r>
              <a:rPr lang="en-US" dirty="0"/>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userDrawn="1">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fld id="{EDCDE1A5-7B8C-446C-B047-DEF343C830D4}" type="datetime2">
              <a:rPr lang="en-US" smtClean="0"/>
              <a:pPr/>
              <a:t>Thursday, August 27, 2026</a:t>
            </a:fld>
            <a:endParaRPr lang="en-US" dirty="0"/>
          </a:p>
        </p:txBody>
      </p:sp>
      <p:pic>
        <p:nvPicPr>
          <p:cNvPr id="6" name="Picture 5" descr="A picture containing drawing, clock&#10;&#10;Description automatically generated">
            <a:extLst>
              <a:ext uri="{FF2B5EF4-FFF2-40B4-BE49-F238E27FC236}">
                <a16:creationId xmlns:a16="http://schemas.microsoft.com/office/drawing/2014/main" id="{E306151F-579E-4A3E-8949-882557B1D7B1}"/>
              </a:ext>
            </a:extLst>
          </p:cNvPr>
          <p:cNvPicPr>
            <a:picLocks noChangeAspect="1"/>
          </p:cNvPicPr>
          <p:nvPr userDrawn="1"/>
        </p:nvPicPr>
        <p:blipFill>
          <a:blip r:embed="rId184" cstate="screen">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sp>
        <p:nvSpPr>
          <p:cNvPr id="10" name="TextBox 9">
            <a:extLst>
              <a:ext uri="{FF2B5EF4-FFF2-40B4-BE49-F238E27FC236}">
                <a16:creationId xmlns:a16="http://schemas.microsoft.com/office/drawing/2014/main" id="{1DE1EF17-9BAC-4A3C-880A-5FD7BA14E27F}"/>
              </a:ext>
            </a:extLst>
          </p:cNvPr>
          <p:cNvSpPr txBox="1"/>
          <p:nvPr userDrawn="1"/>
        </p:nvSpPr>
        <p:spPr>
          <a:xfrm>
            <a:off x="6844812" y="6482079"/>
            <a:ext cx="4585188"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US" sz="800" dirty="0">
                <a:solidFill>
                  <a:schemeClr val="tx1">
                    <a:alpha val="75000"/>
                  </a:schemeClr>
                </a:solidFill>
              </a:rPr>
              <a:t>Copyright © 2024 Accenture. All rights reserved. Confidential – H&amp;M Group and Accenture.</a:t>
            </a:r>
            <a:endParaRPr lang="en-US" noProof="0" dirty="0">
              <a:solidFill>
                <a:schemeClr val="tx1">
                  <a:alpha val="75000"/>
                </a:schemeClr>
              </a:solidFill>
            </a:endParaRPr>
          </a:p>
        </p:txBody>
      </p:sp>
    </p:spTree>
    <p:extLst>
      <p:ext uri="{BB962C8B-B14F-4D97-AF65-F5344CB8AC3E}">
        <p14:creationId xmlns:p14="http://schemas.microsoft.com/office/powerpoint/2010/main" val="2971510301"/>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 id="2147483704" r:id="rId22"/>
    <p:sldLayoutId id="2147483705" r:id="rId23"/>
    <p:sldLayoutId id="2147483706" r:id="rId24"/>
    <p:sldLayoutId id="2147483707" r:id="rId25"/>
    <p:sldLayoutId id="2147483708" r:id="rId26"/>
    <p:sldLayoutId id="2147483709" r:id="rId27"/>
    <p:sldLayoutId id="2147483710" r:id="rId28"/>
    <p:sldLayoutId id="2147483711" r:id="rId29"/>
    <p:sldLayoutId id="2147483712" r:id="rId30"/>
    <p:sldLayoutId id="2147483713" r:id="rId31"/>
    <p:sldLayoutId id="2147483714" r:id="rId32"/>
    <p:sldLayoutId id="2147483715" r:id="rId33"/>
    <p:sldLayoutId id="2147483716" r:id="rId34"/>
    <p:sldLayoutId id="2147483717" r:id="rId35"/>
    <p:sldLayoutId id="2147483718" r:id="rId36"/>
    <p:sldLayoutId id="2147483719" r:id="rId37"/>
    <p:sldLayoutId id="2147483720" r:id="rId38"/>
    <p:sldLayoutId id="2147483721" r:id="rId39"/>
    <p:sldLayoutId id="2147483722" r:id="rId40"/>
    <p:sldLayoutId id="2147483723" r:id="rId41"/>
    <p:sldLayoutId id="2147483724" r:id="rId42"/>
    <p:sldLayoutId id="2147483725" r:id="rId43"/>
    <p:sldLayoutId id="2147483726" r:id="rId44"/>
    <p:sldLayoutId id="2147483727" r:id="rId45"/>
    <p:sldLayoutId id="2147483728" r:id="rId46"/>
    <p:sldLayoutId id="2147483729" r:id="rId47"/>
    <p:sldLayoutId id="2147483730" r:id="rId48"/>
    <p:sldLayoutId id="2147483731" r:id="rId49"/>
    <p:sldLayoutId id="2147483732" r:id="rId50"/>
    <p:sldLayoutId id="2147483733" r:id="rId51"/>
    <p:sldLayoutId id="2147483734" r:id="rId52"/>
    <p:sldLayoutId id="2147483735" r:id="rId53"/>
    <p:sldLayoutId id="2147483736" r:id="rId54"/>
    <p:sldLayoutId id="2147483737" r:id="rId55"/>
    <p:sldLayoutId id="2147483738" r:id="rId56"/>
    <p:sldLayoutId id="2147483739" r:id="rId57"/>
    <p:sldLayoutId id="2147483740" r:id="rId58"/>
    <p:sldLayoutId id="2147483741" r:id="rId59"/>
    <p:sldLayoutId id="2147483742" r:id="rId60"/>
    <p:sldLayoutId id="2147483743" r:id="rId61"/>
    <p:sldLayoutId id="2147483744" r:id="rId62"/>
    <p:sldLayoutId id="2147483745" r:id="rId63"/>
    <p:sldLayoutId id="2147483746" r:id="rId64"/>
    <p:sldLayoutId id="2147483747" r:id="rId65"/>
    <p:sldLayoutId id="2147483748" r:id="rId66"/>
    <p:sldLayoutId id="2147483749" r:id="rId67"/>
    <p:sldLayoutId id="2147483750" r:id="rId68"/>
    <p:sldLayoutId id="2147483751" r:id="rId69"/>
    <p:sldLayoutId id="2147483752" r:id="rId70"/>
    <p:sldLayoutId id="2147483753" r:id="rId71"/>
    <p:sldLayoutId id="2147483754" r:id="rId72"/>
    <p:sldLayoutId id="2147483755" r:id="rId73"/>
    <p:sldLayoutId id="2147483756" r:id="rId74"/>
    <p:sldLayoutId id="2147483757" r:id="rId75"/>
    <p:sldLayoutId id="2147483758" r:id="rId76"/>
    <p:sldLayoutId id="2147483759" r:id="rId77"/>
    <p:sldLayoutId id="2147483760" r:id="rId78"/>
    <p:sldLayoutId id="2147483761" r:id="rId79"/>
    <p:sldLayoutId id="2147483762" r:id="rId80"/>
    <p:sldLayoutId id="2147483763" r:id="rId81"/>
    <p:sldLayoutId id="2147483764" r:id="rId82"/>
    <p:sldLayoutId id="2147483765" r:id="rId83"/>
    <p:sldLayoutId id="2147483766" r:id="rId84"/>
    <p:sldLayoutId id="2147483767" r:id="rId85"/>
    <p:sldLayoutId id="2147483768" r:id="rId86"/>
    <p:sldLayoutId id="2147483769" r:id="rId87"/>
    <p:sldLayoutId id="2147483770" r:id="rId88"/>
    <p:sldLayoutId id="2147483771" r:id="rId89"/>
    <p:sldLayoutId id="2147483772" r:id="rId90"/>
    <p:sldLayoutId id="2147483773" r:id="rId91"/>
    <p:sldLayoutId id="2147483774" r:id="rId92"/>
    <p:sldLayoutId id="2147483775" r:id="rId93"/>
    <p:sldLayoutId id="2147483776" r:id="rId94"/>
    <p:sldLayoutId id="2147483777" r:id="rId95"/>
    <p:sldLayoutId id="2147483778" r:id="rId96"/>
    <p:sldLayoutId id="2147483779" r:id="rId97"/>
    <p:sldLayoutId id="2147483780" r:id="rId98"/>
    <p:sldLayoutId id="2147483781" r:id="rId99"/>
    <p:sldLayoutId id="2147483782" r:id="rId100"/>
    <p:sldLayoutId id="2147483783" r:id="rId101"/>
    <p:sldLayoutId id="2147483784" r:id="rId102"/>
    <p:sldLayoutId id="2147483785" r:id="rId103"/>
    <p:sldLayoutId id="2147483786" r:id="rId104"/>
    <p:sldLayoutId id="2147483787" r:id="rId105"/>
    <p:sldLayoutId id="2147483788" r:id="rId106"/>
    <p:sldLayoutId id="2147483789" r:id="rId107"/>
    <p:sldLayoutId id="2147483790" r:id="rId108"/>
    <p:sldLayoutId id="2147483791" r:id="rId109"/>
    <p:sldLayoutId id="2147483792" r:id="rId110"/>
    <p:sldLayoutId id="2147483793" r:id="rId111"/>
    <p:sldLayoutId id="2147483794" r:id="rId112"/>
    <p:sldLayoutId id="2147483795" r:id="rId113"/>
    <p:sldLayoutId id="2147483796" r:id="rId114"/>
    <p:sldLayoutId id="2147483797" r:id="rId115"/>
    <p:sldLayoutId id="2147483798" r:id="rId116"/>
    <p:sldLayoutId id="2147483799" r:id="rId117"/>
    <p:sldLayoutId id="2147483800" r:id="rId118"/>
    <p:sldLayoutId id="2147483801" r:id="rId119"/>
    <p:sldLayoutId id="2147483802" r:id="rId120"/>
    <p:sldLayoutId id="2147483803" r:id="rId121"/>
    <p:sldLayoutId id="2147483804" r:id="rId122"/>
    <p:sldLayoutId id="2147483805" r:id="rId123"/>
    <p:sldLayoutId id="2147483806" r:id="rId124"/>
    <p:sldLayoutId id="2147483807" r:id="rId125"/>
    <p:sldLayoutId id="2147483808" r:id="rId126"/>
    <p:sldLayoutId id="2147483809" r:id="rId127"/>
    <p:sldLayoutId id="2147483810" r:id="rId128"/>
    <p:sldLayoutId id="2147483811" r:id="rId129"/>
    <p:sldLayoutId id="2147483812" r:id="rId130"/>
    <p:sldLayoutId id="2147483813" r:id="rId131"/>
    <p:sldLayoutId id="2147483814" r:id="rId132"/>
    <p:sldLayoutId id="2147483815" r:id="rId133"/>
    <p:sldLayoutId id="2147483816" r:id="rId134"/>
    <p:sldLayoutId id="2147483817" r:id="rId135"/>
    <p:sldLayoutId id="2147483818" r:id="rId136"/>
    <p:sldLayoutId id="2147483819" r:id="rId137"/>
    <p:sldLayoutId id="2147483820" r:id="rId138"/>
    <p:sldLayoutId id="2147483821" r:id="rId139"/>
    <p:sldLayoutId id="2147483822" r:id="rId140"/>
    <p:sldLayoutId id="2147483823" r:id="rId141"/>
    <p:sldLayoutId id="2147483824" r:id="rId142"/>
    <p:sldLayoutId id="2147483825" r:id="rId143"/>
    <p:sldLayoutId id="2147483826" r:id="rId144"/>
    <p:sldLayoutId id="2147483827" r:id="rId145"/>
    <p:sldLayoutId id="2147483828" r:id="rId146"/>
    <p:sldLayoutId id="2147483829" r:id="rId147"/>
    <p:sldLayoutId id="2147483830" r:id="rId148"/>
    <p:sldLayoutId id="2147483831" r:id="rId149"/>
    <p:sldLayoutId id="2147483832" r:id="rId150"/>
    <p:sldLayoutId id="2147483833" r:id="rId151"/>
    <p:sldLayoutId id="2147483834" r:id="rId152"/>
    <p:sldLayoutId id="2147483835" r:id="rId153"/>
    <p:sldLayoutId id="2147483836" r:id="rId154"/>
    <p:sldLayoutId id="2147483837" r:id="rId155"/>
    <p:sldLayoutId id="2147483838" r:id="rId156"/>
    <p:sldLayoutId id="2147483839" r:id="rId157"/>
    <p:sldLayoutId id="2147483840" r:id="rId158"/>
    <p:sldLayoutId id="2147483841" r:id="rId159"/>
    <p:sldLayoutId id="2147483842" r:id="rId160"/>
    <p:sldLayoutId id="2147483843" r:id="rId161"/>
    <p:sldLayoutId id="2147483844" r:id="rId162"/>
    <p:sldLayoutId id="2147483845" r:id="rId163"/>
    <p:sldLayoutId id="2147483846" r:id="rId164"/>
    <p:sldLayoutId id="2147483847" r:id="rId165"/>
    <p:sldLayoutId id="2147483848" r:id="rId166"/>
    <p:sldLayoutId id="2147483849" r:id="rId167"/>
    <p:sldLayoutId id="2147483850" r:id="rId168"/>
    <p:sldLayoutId id="2147483851" r:id="rId169"/>
    <p:sldLayoutId id="2147483852" r:id="rId170"/>
    <p:sldLayoutId id="2147483853" r:id="rId171"/>
    <p:sldLayoutId id="2147483854" r:id="rId172"/>
    <p:sldLayoutId id="2147483855" r:id="rId173"/>
    <p:sldLayoutId id="2147483856" r:id="rId174"/>
    <p:sldLayoutId id="2147483857" r:id="rId175"/>
    <p:sldLayoutId id="2147483858" r:id="rId176"/>
    <p:sldLayoutId id="2147483859" r:id="rId177"/>
    <p:sldLayoutId id="2147483860" r:id="rId178"/>
    <p:sldLayoutId id="2147483861" r:id="rId179"/>
  </p:sldLayoutIdLst>
  <p:hf hdr="0" ftr="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0" indent="0" algn="l" defTabSz="228600" rtl="0" eaLnBrk="1" latinLnBrk="0" hangingPunct="1">
        <a:lnSpc>
          <a:spcPct val="100000"/>
        </a:lnSpc>
        <a:spcBef>
          <a:spcPts val="0"/>
        </a:spcBef>
        <a:spcAft>
          <a:spcPts val="1200"/>
        </a:spcAft>
        <a:buFont typeface="Arial" panose="020B0604020202020204" pitchFamily="34" charset="0"/>
        <a:buNone/>
        <a:defRPr sz="2000" b="0" kern="1200">
          <a:solidFill>
            <a:schemeClr val="tx1"/>
          </a:solidFill>
          <a:latin typeface="+mn-lt"/>
          <a:ea typeface="+mn-ea"/>
          <a:cs typeface="+mn-cs"/>
        </a:defRPr>
      </a:lvl1pPr>
      <a:lvl2pPr marL="228600" indent="-228600" algn="l" defTabSz="228600" rtl="0"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mn-lt"/>
          <a:ea typeface="+mn-ea"/>
          <a:cs typeface="+mn-cs"/>
        </a:defRPr>
      </a:lvl2pPr>
      <a:lvl3pPr marL="457200" indent="-228600" algn="l" defTabSz="228600" rtl="0" eaLnBrk="1" latinLnBrk="0" hangingPunct="1">
        <a:lnSpc>
          <a:spcPct val="100000"/>
        </a:lnSpc>
        <a:spcBef>
          <a:spcPts val="0"/>
        </a:spcBef>
        <a:spcAft>
          <a:spcPts val="1200"/>
        </a:spcAft>
        <a:buFont typeface="System Font"/>
        <a:buChar char="–"/>
        <a:defRPr sz="2000" kern="1200">
          <a:solidFill>
            <a:schemeClr val="tx1"/>
          </a:solidFill>
          <a:latin typeface="+mn-lt"/>
          <a:ea typeface="+mn-ea"/>
          <a:cs typeface="+mn-cs"/>
        </a:defRPr>
      </a:lvl3pPr>
      <a:lvl4pPr marL="685800" indent="-228600" algn="l" defTabSz="2286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914400" indent="-228600" algn="l" defTabSz="228600" rtl="0" eaLnBrk="1" latinLnBrk="0" hangingPunct="1">
        <a:lnSpc>
          <a:spcPct val="100000"/>
        </a:lnSpc>
        <a:spcBef>
          <a:spcPts val="0"/>
        </a:spcBef>
        <a:spcAft>
          <a:spcPts val="12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5ACBF0"/>
          </p15:clr>
        </p15:guide>
        <p15:guide id="2" orient="horz" pos="3976">
          <p15:clr>
            <a:srgbClr val="5ACBF0"/>
          </p15:clr>
        </p15:guide>
        <p15:guide id="3" pos="240">
          <p15:clr>
            <a:srgbClr val="5ACBF0"/>
          </p15:clr>
        </p15:guide>
        <p15:guide id="4" pos="7440">
          <p15:clr>
            <a:srgbClr val="5ACBF0"/>
          </p15:clr>
        </p15:guide>
        <p15:guide id="5" orient="horz" pos="4148">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hyperlink" Target="https://hennesandmauritz.sharepoint.com/sites/BTDecisionMakingForums2/SitePages/Approval-Board.aspx" TargetMode="External"/><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2" Type="http://schemas.openxmlformats.org/officeDocument/2006/relationships/hyperlink" Target="https://gdpr-info.eu/issues/fines-penalties/" TargetMode="External"/><Relationship Id="rId1" Type="http://schemas.openxmlformats.org/officeDocument/2006/relationships/slideLayout" Target="../slideLayouts/slideLayout50.xml"/></Relationships>
</file>

<file path=ppt/slides/_rels/slide3.xml.rels><?xml version="1.0" encoding="UTF-8" standalone="yes"?>
<Relationships xmlns="http://schemas.openxmlformats.org/package/2006/relationships"><Relationship Id="rId3" Type="http://schemas.openxmlformats.org/officeDocument/2006/relationships/hyperlink" Target="https://hmgroup.atlassian.net/wiki/spaces/IAMET/overview?homepageId=1523354548" TargetMode="External"/><Relationship Id="rId2" Type="http://schemas.openxmlformats.org/officeDocument/2006/relationships/notesSlide" Target="../notesSlides/notesSlide1.xml"/><Relationship Id="rId1" Type="http://schemas.openxmlformats.org/officeDocument/2006/relationships/slideLayout" Target="../slideLayouts/slideLayout32.xml"/><Relationship Id="rId4" Type="http://schemas.openxmlformats.org/officeDocument/2006/relationships/hyperlink" Target="https://hennesandmauritz.sharepoint.com/sites/InformationRiskCybersecurity/SitePages/IAM-Enterprise-Transformation.aspx"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2.xml"/></Relationships>
</file>

<file path=ppt/slides/_rels/slide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4DBEBAF-C8BE-64FA-2AA5-25DB35CF9233}"/>
              </a:ext>
            </a:extLst>
          </p:cNvPr>
          <p:cNvSpPr>
            <a:spLocks noGrp="1"/>
          </p:cNvSpPr>
          <p:nvPr>
            <p:ph type="title"/>
          </p:nvPr>
        </p:nvSpPr>
        <p:spPr/>
        <p:txBody>
          <a:bodyPr/>
          <a:lstStyle/>
          <a:p>
            <a:r>
              <a:rPr lang="en-US"/>
              <a:t>Enterprise IAM transformation</a:t>
            </a:r>
          </a:p>
        </p:txBody>
      </p:sp>
      <p:sp>
        <p:nvSpPr>
          <p:cNvPr id="3" name="Content Placeholder 2">
            <a:extLst>
              <a:ext uri="{FF2B5EF4-FFF2-40B4-BE49-F238E27FC236}">
                <a16:creationId xmlns:a16="http://schemas.microsoft.com/office/drawing/2014/main" id="{A7C11640-9409-18F4-935F-61B6AC9D47C3}"/>
              </a:ext>
            </a:extLst>
          </p:cNvPr>
          <p:cNvSpPr>
            <a:spLocks noGrp="1"/>
          </p:cNvSpPr>
          <p:nvPr>
            <p:ph sz="quarter" idx="10"/>
          </p:nvPr>
        </p:nvSpPr>
        <p:spPr>
          <a:xfrm>
            <a:off x="381000" y="1125379"/>
            <a:ext cx="11430000" cy="221599"/>
          </a:xfrm>
        </p:spPr>
        <p:txBody>
          <a:bodyPr/>
          <a:lstStyle/>
          <a:p>
            <a:r>
              <a:rPr lang="en-US"/>
              <a:t>An approved initiative through the </a:t>
            </a:r>
            <a:r>
              <a:rPr lang="en-US">
                <a:hlinkClick r:id="rId2"/>
              </a:rPr>
              <a:t>Approval Board</a:t>
            </a:r>
            <a:endParaRPr lang="en-US"/>
          </a:p>
        </p:txBody>
      </p:sp>
      <p:sp>
        <p:nvSpPr>
          <p:cNvPr id="4" name="Content Placeholder 4">
            <a:extLst>
              <a:ext uri="{FF2B5EF4-FFF2-40B4-BE49-F238E27FC236}">
                <a16:creationId xmlns:a16="http://schemas.microsoft.com/office/drawing/2014/main" id="{73AE80C9-8350-F43C-D490-8BD9C6EAE995}"/>
              </a:ext>
            </a:extLst>
          </p:cNvPr>
          <p:cNvSpPr txBox="1">
            <a:spLocks/>
          </p:cNvSpPr>
          <p:nvPr/>
        </p:nvSpPr>
        <p:spPr>
          <a:xfrm>
            <a:off x="406400" y="1583097"/>
            <a:ext cx="5091560" cy="4608512"/>
          </a:xfrm>
          <a:prstGeom prst="rect">
            <a:avLst/>
          </a:prstGeom>
          <a:ln w="12700">
            <a:solidFill>
              <a:schemeClr val="accent2">
                <a:lumMod val="20000"/>
                <a:lumOff val="80000"/>
              </a:schemeClr>
            </a:solidFill>
          </a:ln>
        </p:spPr>
        <p:txBody>
          <a:bodyPr lIns="90000" tIns="46800" rIns="90000" bIns="46800" anchor="ctr" anchorCtr="0"/>
          <a:lstStyle>
            <a:lvl1pPr marL="228600" indent="-228600" algn="ctr"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050" b="1" i="0" u="none" strike="noStrike" kern="1200" cap="none" spc="0" normalizeH="0" baseline="0" noProof="0">
                <a:ln>
                  <a:noFill/>
                </a:ln>
                <a:solidFill>
                  <a:prstClr val="black"/>
                </a:solidFill>
                <a:effectLst/>
                <a:uLnTx/>
                <a:uFillTx/>
                <a:latin typeface="HM Serif"/>
                <a:ea typeface="+mn-ea"/>
                <a:cs typeface="+mn-cs"/>
              </a:rPr>
              <a:t>Scope: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HM Serif"/>
                <a:ea typeface="+mn-ea"/>
                <a:cs typeface="+mn-cs"/>
              </a:rPr>
              <a:t>Identity and access lifecycle management for all enterprise user categories (human and non-human) throughout the organization.</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HM Serif"/>
                <a:ea typeface="+mn-ea"/>
                <a:cs typeface="+mn-cs"/>
              </a:rPr>
              <a:t>A combination of self-service capabilities and automation.</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HM Serif"/>
                <a:ea typeface="+mn-ea"/>
                <a:cs typeface="+mn-cs"/>
              </a:rPr>
              <a:t>Access review capabilities to ensure auditability and compliance.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050" b="1" i="0" u="none" strike="noStrike" kern="1200" cap="none" spc="0" normalizeH="0" baseline="0" noProof="0">
                <a:ln>
                  <a:noFill/>
                </a:ln>
                <a:solidFill>
                  <a:prstClr val="black"/>
                </a:solidFill>
                <a:effectLst/>
                <a:uLnTx/>
                <a:uFillTx/>
                <a:latin typeface="HM Serif"/>
                <a:ea typeface="+mn-ea"/>
                <a:cs typeface="+mn-cs"/>
              </a:rPr>
              <a:t>How it will be achieved:</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HM Serif"/>
                <a:ea typeface="+mn-ea"/>
                <a:cs typeface="+mn-cs"/>
              </a:rPr>
              <a:t>Onboarding and set-up in value drops (see next slide for more information) focusing on specific user categories and / or capabilities. We have created an approach enabling continued value realization.</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HM Serif"/>
                <a:ea typeface="+mn-ea"/>
                <a:cs typeface="+mn-cs"/>
              </a:rPr>
              <a:t>Implementation and utilization of a new Enterprise IAM SaaS system to have the required technical support to be able to enforce this.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050" b="1" i="0" u="none" strike="noStrike" kern="1200" cap="none" spc="0" normalizeH="0" baseline="0" noProof="0">
                <a:ln>
                  <a:noFill/>
                </a:ln>
                <a:solidFill>
                  <a:prstClr val="black"/>
                </a:solidFill>
                <a:effectLst/>
                <a:uLnTx/>
                <a:uFillTx/>
                <a:latin typeface="HM Serif"/>
                <a:ea typeface="+mn-ea"/>
                <a:cs typeface="+mn-cs"/>
              </a:rPr>
              <a:t>Why do we need it?</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HM Serif"/>
                <a:ea typeface="+mn-ea"/>
                <a:cs typeface="+mn-cs"/>
              </a:rPr>
              <a:t>The Enterprise IAM transformation is required to minimize the current operational security risks identified as one of the most critical risk themes reported by BT to Corporate Governance as well as acting as an enabler for the core business.</a:t>
            </a:r>
          </a:p>
          <a:p>
            <a:pPr marL="2088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US" sz="1050" b="0" i="0" u="none" strike="noStrike" kern="1200" cap="none" spc="0" normalizeH="0" baseline="0" noProof="0">
              <a:ln>
                <a:noFill/>
              </a:ln>
              <a:solidFill>
                <a:prstClr val="black"/>
              </a:solidFill>
              <a:effectLst/>
              <a:uLnTx/>
              <a:uFillTx/>
              <a:latin typeface="HM Serif"/>
              <a:ea typeface="+mn-ea"/>
              <a:cs typeface="+mn-cs"/>
            </a:endParaRPr>
          </a:p>
          <a:p>
            <a:pPr marL="2088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US" sz="1050" b="0" i="0" u="none" strike="noStrike" kern="1200" cap="none" spc="0" normalizeH="0" baseline="0" noProof="0">
              <a:ln>
                <a:noFill/>
              </a:ln>
              <a:solidFill>
                <a:prstClr val="black"/>
              </a:solidFill>
              <a:effectLst/>
              <a:uLnTx/>
              <a:uFillTx/>
              <a:latin typeface="HM Serif"/>
              <a:ea typeface="+mn-ea"/>
              <a:cs typeface="+mn-cs"/>
            </a:endParaRPr>
          </a:p>
          <a:p>
            <a:pPr marL="2088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US" sz="1050" b="0" i="0" u="none" strike="noStrike" kern="1200" cap="none" spc="0" normalizeH="0" baseline="0" noProof="0">
              <a:ln>
                <a:noFill/>
              </a:ln>
              <a:solidFill>
                <a:prstClr val="black"/>
              </a:solidFill>
              <a:effectLst/>
              <a:uLnTx/>
              <a:uFillTx/>
              <a:latin typeface="HM Serif"/>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1050" b="0" i="0" u="none" strike="noStrike" kern="1200" cap="none" spc="0" normalizeH="0" baseline="0" noProof="0">
              <a:ln>
                <a:noFill/>
              </a:ln>
              <a:solidFill>
                <a:prstClr val="black"/>
              </a:solidFill>
              <a:effectLst/>
              <a:uLnTx/>
              <a:uFillTx/>
              <a:latin typeface="HM Serif"/>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1050" b="0" i="0" u="none" strike="noStrike" kern="1200" cap="none" spc="0" normalizeH="0" baseline="0" noProof="0">
              <a:ln>
                <a:noFill/>
              </a:ln>
              <a:solidFill>
                <a:prstClr val="black"/>
              </a:solidFill>
              <a:effectLst/>
              <a:uLnTx/>
              <a:uFillTx/>
              <a:latin typeface="HM Serif"/>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1050" b="0" i="0" u="none" strike="noStrike" kern="1200" cap="none" spc="0" normalizeH="0" baseline="0" noProof="0">
              <a:ln>
                <a:noFill/>
              </a:ln>
              <a:solidFill>
                <a:prstClr val="black"/>
              </a:solidFill>
              <a:effectLst/>
              <a:uLnTx/>
              <a:uFillTx/>
              <a:latin typeface="HM Serif"/>
              <a:ea typeface="+mn-ea"/>
              <a:cs typeface="+mn-cs"/>
            </a:endParaRPr>
          </a:p>
        </p:txBody>
      </p:sp>
      <p:sp>
        <p:nvSpPr>
          <p:cNvPr id="6" name="Rectangle 5">
            <a:extLst>
              <a:ext uri="{FF2B5EF4-FFF2-40B4-BE49-F238E27FC236}">
                <a16:creationId xmlns:a16="http://schemas.microsoft.com/office/drawing/2014/main" id="{BECDDDDE-6F8D-2A55-C55F-9D226A58C50D}"/>
              </a:ext>
            </a:extLst>
          </p:cNvPr>
          <p:cNvSpPr/>
          <p:nvPr/>
        </p:nvSpPr>
        <p:spPr>
          <a:xfrm>
            <a:off x="6694041" y="1583096"/>
            <a:ext cx="5078860" cy="2052637"/>
          </a:xfrm>
          <a:prstGeom prst="rect">
            <a:avLst/>
          </a:prstGeom>
          <a:no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HM Serif"/>
                <a:ea typeface="+mn-ea"/>
                <a:cs typeface="+mn-cs"/>
              </a:rPr>
              <a:t>A holistic view of</a:t>
            </a:r>
            <a:r>
              <a:rPr kumimoji="0" lang="en-US" sz="1050" b="1" i="0" u="none" strike="noStrike" kern="1200" cap="none" spc="0" normalizeH="0" baseline="0" noProof="0">
                <a:ln>
                  <a:noFill/>
                </a:ln>
                <a:solidFill>
                  <a:prstClr val="black"/>
                </a:solidFill>
                <a:effectLst/>
                <a:uLnTx/>
                <a:uFillTx/>
                <a:latin typeface="HM Serif"/>
                <a:ea typeface="+mn-ea"/>
                <a:cs typeface="+mn-cs"/>
              </a:rPr>
              <a:t> who has access to what </a:t>
            </a:r>
            <a:r>
              <a:rPr kumimoji="0" lang="en-US" sz="1050" b="0" i="0" u="none" strike="noStrike" kern="1200" cap="none" spc="0" normalizeH="0" baseline="0" noProof="0">
                <a:ln>
                  <a:noFill/>
                </a:ln>
                <a:solidFill>
                  <a:prstClr val="black"/>
                </a:solidFill>
                <a:effectLst/>
                <a:uLnTx/>
                <a:uFillTx/>
                <a:latin typeface="HM Serif"/>
                <a:ea typeface="+mn-ea"/>
                <a:cs typeface="+mn-cs"/>
              </a:rPr>
              <a:t>and automated processes and governance </a:t>
            </a:r>
            <a:r>
              <a:rPr kumimoji="0" lang="en-US" sz="1050" b="1" i="0" u="none" strike="noStrike" kern="1200" cap="none" spc="0" normalizeH="0" baseline="0" noProof="0">
                <a:ln>
                  <a:noFill/>
                </a:ln>
                <a:solidFill>
                  <a:prstClr val="black"/>
                </a:solidFill>
                <a:effectLst/>
                <a:uLnTx/>
                <a:uFillTx/>
                <a:latin typeface="HM Serif"/>
                <a:ea typeface="+mn-ea"/>
                <a:cs typeface="+mn-cs"/>
              </a:rPr>
              <a:t>to reduce risks.</a:t>
            </a:r>
            <a:endParaRPr kumimoji="0" lang="en-US" sz="1050" b="0" i="0" u="none" strike="noStrike" kern="1200" cap="none" spc="0" normalizeH="0" baseline="0" noProof="0">
              <a:ln>
                <a:noFill/>
              </a:ln>
              <a:solidFill>
                <a:prstClr val="black"/>
              </a:solidFill>
              <a:effectLst/>
              <a:uLnTx/>
              <a:uFillTx/>
              <a:latin typeface="HM Serif"/>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HM Serif"/>
                <a:ea typeface="+mn-ea"/>
                <a:cs typeface="+mn-cs"/>
              </a:rPr>
              <a:t>By ensuring visibility we can meet</a:t>
            </a:r>
            <a:r>
              <a:rPr kumimoji="0" lang="en-US" sz="1050" b="1" i="0" u="none" strike="noStrike" kern="1200" cap="none" spc="0" normalizeH="0" baseline="0" noProof="0">
                <a:ln>
                  <a:noFill/>
                </a:ln>
                <a:solidFill>
                  <a:prstClr val="black"/>
                </a:solidFill>
                <a:effectLst/>
                <a:uLnTx/>
                <a:uFillTx/>
                <a:latin typeface="HM Serif"/>
                <a:ea typeface="+mn-ea"/>
                <a:cs typeface="+mn-cs"/>
              </a:rPr>
              <a:t> compliance requirements</a:t>
            </a:r>
            <a:r>
              <a:rPr kumimoji="0" lang="en-US" sz="1050" b="0" i="0" u="none" strike="noStrike" kern="1200" cap="none" spc="0" normalizeH="0" baseline="0" noProof="0">
                <a:ln>
                  <a:noFill/>
                </a:ln>
                <a:solidFill>
                  <a:prstClr val="black"/>
                </a:solidFill>
                <a:effectLst/>
                <a:uLnTx/>
                <a:uFillTx/>
                <a:latin typeface="HM Serif"/>
                <a:ea typeface="+mn-ea"/>
                <a:cs typeface="+mn-cs"/>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prstClr val="black"/>
                </a:solidFill>
                <a:effectLst/>
                <a:uLnTx/>
                <a:uFillTx/>
                <a:latin typeface="HM Serif"/>
                <a:ea typeface="+mn-ea"/>
                <a:cs typeface="+mn-cs"/>
              </a:rPr>
              <a:t>Accounts and accesses are disabled</a:t>
            </a:r>
            <a:r>
              <a:rPr kumimoji="0" lang="en-US" sz="1050" b="0" i="0" u="none" strike="noStrike" kern="1200" cap="none" spc="0" normalizeH="0" baseline="0" noProof="0">
                <a:ln>
                  <a:noFill/>
                </a:ln>
                <a:solidFill>
                  <a:prstClr val="black"/>
                </a:solidFill>
                <a:effectLst/>
                <a:uLnTx/>
                <a:uFillTx/>
                <a:latin typeface="HM Serif"/>
                <a:ea typeface="+mn-ea"/>
                <a:cs typeface="+mn-cs"/>
              </a:rPr>
              <a:t> after leaving (not being done in many cases today).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prstClr val="black"/>
                </a:solidFill>
                <a:effectLst/>
                <a:uLnTx/>
                <a:uFillTx/>
                <a:latin typeface="HM Serif"/>
                <a:ea typeface="+mn-ea"/>
                <a:cs typeface="+mn-cs"/>
              </a:rPr>
              <a:t>Avoid fines </a:t>
            </a:r>
            <a:r>
              <a:rPr kumimoji="0" lang="en-US" sz="1050" b="0" i="0" u="none" strike="noStrike" kern="1200" cap="none" spc="0" normalizeH="0" baseline="0" noProof="0">
                <a:ln>
                  <a:noFill/>
                </a:ln>
                <a:solidFill>
                  <a:prstClr val="black"/>
                </a:solidFill>
                <a:effectLst/>
                <a:uLnTx/>
                <a:uFillTx/>
                <a:latin typeface="HM Serif"/>
                <a:ea typeface="+mn-ea"/>
                <a:cs typeface="+mn-cs"/>
              </a:rPr>
              <a:t>related to GDPR and data breaches</a:t>
            </a:r>
          </a:p>
        </p:txBody>
      </p:sp>
      <p:sp>
        <p:nvSpPr>
          <p:cNvPr id="8" name="Rectangle 7">
            <a:extLst>
              <a:ext uri="{FF2B5EF4-FFF2-40B4-BE49-F238E27FC236}">
                <a16:creationId xmlns:a16="http://schemas.microsoft.com/office/drawing/2014/main" id="{E5C9753C-A7EB-796E-756C-13E7E9E3DDA7}"/>
              </a:ext>
            </a:extLst>
          </p:cNvPr>
          <p:cNvSpPr/>
          <p:nvPr/>
        </p:nvSpPr>
        <p:spPr>
          <a:xfrm>
            <a:off x="6694041" y="4105405"/>
            <a:ext cx="5078860" cy="2086203"/>
          </a:xfrm>
          <a:prstGeom prst="rect">
            <a:avLst/>
          </a:prstGeom>
          <a:no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prstClr val="black"/>
                </a:solidFill>
                <a:effectLst/>
                <a:uLnTx/>
                <a:uFillTx/>
                <a:latin typeface="HM Serif"/>
                <a:ea typeface="+mn-ea"/>
                <a:cs typeface="+mn-cs"/>
              </a:rPr>
              <a:t>Automation</a:t>
            </a:r>
            <a:r>
              <a:rPr kumimoji="0" lang="en-US" sz="1050" b="0" i="0" u="none" strike="noStrike" kern="1200" cap="none" spc="0" normalizeH="0" baseline="0" noProof="0">
                <a:ln>
                  <a:noFill/>
                </a:ln>
                <a:solidFill>
                  <a:prstClr val="black"/>
                </a:solidFill>
                <a:effectLst/>
                <a:uLnTx/>
                <a:uFillTx/>
                <a:latin typeface="HM Serif"/>
                <a:ea typeface="+mn-ea"/>
                <a:cs typeface="+mn-cs"/>
              </a:rPr>
              <a:t> and </a:t>
            </a:r>
            <a:r>
              <a:rPr kumimoji="0" lang="en-US" sz="1050" b="1" i="0" u="none" strike="noStrike" kern="1200" cap="none" spc="0" normalizeH="0" baseline="0" noProof="0">
                <a:ln>
                  <a:noFill/>
                </a:ln>
                <a:solidFill>
                  <a:prstClr val="black"/>
                </a:solidFill>
                <a:effectLst/>
                <a:uLnTx/>
                <a:uFillTx/>
                <a:latin typeface="HM Serif"/>
                <a:ea typeface="+mn-ea"/>
                <a:cs typeface="+mn-cs"/>
              </a:rPr>
              <a:t>self-service</a:t>
            </a:r>
            <a:r>
              <a:rPr kumimoji="0" lang="en-US" sz="1050" b="0" i="0" u="none" strike="noStrike" kern="1200" cap="none" spc="0" normalizeH="0" baseline="0" noProof="0">
                <a:ln>
                  <a:noFill/>
                </a:ln>
                <a:solidFill>
                  <a:prstClr val="black"/>
                </a:solidFill>
                <a:effectLst/>
                <a:uLnTx/>
                <a:uFillTx/>
                <a:latin typeface="HM Serif"/>
                <a:ea typeface="+mn-ea"/>
                <a:cs typeface="+mn-cs"/>
              </a:rPr>
              <a:t> capabilities to </a:t>
            </a:r>
            <a:r>
              <a:rPr kumimoji="0" lang="en-US" sz="1050" b="1" i="0" u="none" strike="noStrike" kern="1200" cap="none" spc="0" normalizeH="0" baseline="0" noProof="0">
                <a:ln>
                  <a:noFill/>
                </a:ln>
                <a:solidFill>
                  <a:prstClr val="black"/>
                </a:solidFill>
                <a:effectLst/>
                <a:uLnTx/>
                <a:uFillTx/>
                <a:latin typeface="HM Serif"/>
                <a:ea typeface="+mn-ea"/>
                <a:cs typeface="+mn-cs"/>
              </a:rPr>
              <a:t>reduce</a:t>
            </a:r>
            <a:r>
              <a:rPr kumimoji="0" lang="en-US" sz="1050" b="0" i="0" u="none" strike="noStrike" kern="1200" cap="none" spc="0" normalizeH="0" baseline="0" noProof="0">
                <a:ln>
                  <a:noFill/>
                </a:ln>
                <a:solidFill>
                  <a:prstClr val="black"/>
                </a:solidFill>
                <a:effectLst/>
                <a:uLnTx/>
                <a:uFillTx/>
                <a:latin typeface="HM Serif"/>
                <a:ea typeface="+mn-ea"/>
                <a:cs typeface="+mn-cs"/>
              </a:rPr>
              <a:t> onboarding </a:t>
            </a:r>
            <a:r>
              <a:rPr kumimoji="0" lang="en-US" sz="1050" b="1" i="0" u="none" strike="noStrike" kern="1200" cap="none" spc="0" normalizeH="0" baseline="0" noProof="0">
                <a:ln>
                  <a:noFill/>
                </a:ln>
                <a:solidFill>
                  <a:prstClr val="black"/>
                </a:solidFill>
                <a:effectLst/>
                <a:uLnTx/>
                <a:uFillTx/>
                <a:latin typeface="HM Serif"/>
                <a:ea typeface="+mn-ea"/>
                <a:cs typeface="+mn-cs"/>
              </a:rPr>
              <a:t>lead times </a:t>
            </a:r>
            <a:r>
              <a:rPr kumimoji="0" lang="en-US" sz="1050" b="0" i="0" u="none" strike="noStrike" kern="1200" cap="none" spc="0" normalizeH="0" baseline="0" noProof="0">
                <a:ln>
                  <a:noFill/>
                </a:ln>
                <a:solidFill>
                  <a:prstClr val="black"/>
                </a:solidFill>
                <a:effectLst/>
                <a:uLnTx/>
                <a:uFillTx/>
                <a:latin typeface="HM Serif"/>
                <a:ea typeface="+mn-ea"/>
                <a:cs typeface="+mn-cs"/>
              </a:rPr>
              <a:t>in a secure manner.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HM Serif"/>
                <a:ea typeface="+mn-ea"/>
                <a:cs typeface="+mn-cs"/>
              </a:rPr>
              <a:t>Enabling </a:t>
            </a:r>
            <a:r>
              <a:rPr kumimoji="0" lang="en-US" sz="1050" b="1" i="0" u="none" strike="noStrike" kern="1200" cap="none" spc="0" normalizeH="0" baseline="0" noProof="0">
                <a:ln>
                  <a:noFill/>
                </a:ln>
                <a:solidFill>
                  <a:prstClr val="black"/>
                </a:solidFill>
                <a:effectLst/>
                <a:uLnTx/>
                <a:uFillTx/>
                <a:latin typeface="HM Serif"/>
                <a:ea typeface="+mn-ea"/>
                <a:cs typeface="+mn-cs"/>
              </a:rPr>
              <a:t>all store workers to access </a:t>
            </a:r>
            <a:r>
              <a:rPr kumimoji="0" lang="en-US" sz="1050" b="0" i="0" u="none" strike="noStrike" kern="1200" cap="none" spc="0" normalizeH="0" baseline="0" noProof="0">
                <a:ln>
                  <a:noFill/>
                </a:ln>
                <a:solidFill>
                  <a:prstClr val="black"/>
                </a:solidFill>
                <a:effectLst/>
                <a:uLnTx/>
                <a:uFillTx/>
                <a:latin typeface="HM Serif"/>
                <a:ea typeface="+mn-ea"/>
                <a:cs typeface="+mn-cs"/>
              </a:rPr>
              <a:t>current and future </a:t>
            </a:r>
            <a:r>
              <a:rPr kumimoji="0" lang="en-US" sz="1050" b="1" i="0" u="none" strike="noStrike" kern="1200" cap="none" spc="0" normalizeH="0" baseline="0" noProof="0">
                <a:ln>
                  <a:noFill/>
                </a:ln>
                <a:solidFill>
                  <a:prstClr val="black"/>
                </a:solidFill>
                <a:effectLst/>
                <a:uLnTx/>
                <a:uFillTx/>
                <a:latin typeface="HM Serif"/>
                <a:ea typeface="+mn-ea"/>
                <a:cs typeface="+mn-cs"/>
              </a:rPr>
              <a:t>tools</a:t>
            </a:r>
            <a:r>
              <a:rPr kumimoji="0" lang="en-US" sz="1050" b="0" i="0" u="none" strike="noStrike" kern="1200" cap="none" spc="0" normalizeH="0" baseline="0" noProof="0">
                <a:ln>
                  <a:noFill/>
                </a:ln>
                <a:solidFill>
                  <a:prstClr val="black"/>
                </a:solidFill>
                <a:effectLst/>
                <a:uLnTx/>
                <a:uFillTx/>
                <a:latin typeface="HM Serif"/>
                <a:ea typeface="+mn-ea"/>
                <a:cs typeface="+mn-cs"/>
              </a:rPr>
              <a:t> required to be able to meet customer needs.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HM Serif"/>
                <a:ea typeface="+mn-ea"/>
                <a:cs typeface="+mn-cs"/>
              </a:rPr>
              <a:t>Enterprise </a:t>
            </a:r>
            <a:r>
              <a:rPr kumimoji="0" lang="en-US" sz="1050" b="1" i="0" u="none" strike="noStrike" kern="1200" cap="none" spc="0" normalizeH="0" baseline="0" noProof="0">
                <a:ln>
                  <a:noFill/>
                </a:ln>
                <a:solidFill>
                  <a:prstClr val="black"/>
                </a:solidFill>
                <a:effectLst/>
                <a:uLnTx/>
                <a:uFillTx/>
                <a:latin typeface="HM Serif"/>
                <a:ea typeface="+mn-ea"/>
                <a:cs typeface="+mn-cs"/>
              </a:rPr>
              <a:t>IAM is identified as one of the most important enablers</a:t>
            </a:r>
            <a:r>
              <a:rPr kumimoji="0" lang="en-US" sz="1050" b="0" i="0" u="none" strike="noStrike" kern="1200" cap="none" spc="0" normalizeH="0" baseline="0" noProof="0">
                <a:ln>
                  <a:noFill/>
                </a:ln>
                <a:solidFill>
                  <a:prstClr val="black"/>
                </a:solidFill>
                <a:effectLst/>
                <a:uLnTx/>
                <a:uFillTx/>
                <a:latin typeface="HM Serif"/>
                <a:ea typeface="+mn-ea"/>
                <a:cs typeface="+mn-cs"/>
              </a:rPr>
              <a:t> for the “</a:t>
            </a:r>
            <a:r>
              <a:rPr kumimoji="0" lang="en-US" sz="1050" b="1" i="0" u="none" strike="noStrike" kern="1200" cap="none" spc="0" normalizeH="0" baseline="0" noProof="0">
                <a:ln>
                  <a:noFill/>
                </a:ln>
                <a:solidFill>
                  <a:prstClr val="black"/>
                </a:solidFill>
                <a:effectLst/>
                <a:uLnTx/>
                <a:uFillTx/>
                <a:latin typeface="HM Serif"/>
                <a:ea typeface="+mn-ea"/>
                <a:cs typeface="+mn-cs"/>
              </a:rPr>
              <a:t>Store Employee Empowerment</a:t>
            </a:r>
            <a:r>
              <a:rPr kumimoji="0" lang="en-US" sz="1050" b="0" i="0" u="none" strike="noStrike" kern="1200" cap="none" spc="0" normalizeH="0" baseline="0" noProof="0">
                <a:ln>
                  <a:noFill/>
                </a:ln>
                <a:solidFill>
                  <a:prstClr val="black"/>
                </a:solidFill>
                <a:effectLst/>
                <a:uLnTx/>
                <a:uFillTx/>
                <a:latin typeface="HM Serif"/>
                <a:ea typeface="+mn-ea"/>
                <a:cs typeface="+mn-cs"/>
              </a:rPr>
              <a:t>” journey which is part of the “</a:t>
            </a:r>
            <a:r>
              <a:rPr kumimoji="0" lang="en-US" sz="1050" b="1" i="0" u="none" strike="noStrike" kern="1200" cap="none" spc="0" normalizeH="0" baseline="0" noProof="0">
                <a:ln>
                  <a:noFill/>
                </a:ln>
                <a:solidFill>
                  <a:prstClr val="black"/>
                </a:solidFill>
                <a:effectLst/>
                <a:uLnTx/>
                <a:uFillTx/>
                <a:latin typeface="HM Serif"/>
                <a:ea typeface="+mn-ea"/>
                <a:cs typeface="+mn-cs"/>
              </a:rPr>
              <a:t>Seamless Customer Journey</a:t>
            </a:r>
            <a:r>
              <a:rPr kumimoji="0" lang="en-US" sz="1050" b="0" i="0" u="none" strike="noStrike" kern="1200" cap="none" spc="0" normalizeH="0" baseline="0" noProof="0">
                <a:ln>
                  <a:noFill/>
                </a:ln>
                <a:solidFill>
                  <a:prstClr val="black"/>
                </a:solidFill>
                <a:effectLst/>
                <a:uLnTx/>
                <a:uFillTx/>
                <a:latin typeface="HM Serif"/>
                <a:ea typeface="+mn-ea"/>
                <a:cs typeface="+mn-cs"/>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HM Serif"/>
                <a:ea typeface="+mn-ea"/>
                <a:cs typeface="+mn-cs"/>
              </a:rPr>
              <a:t>Key of the H&amp;M transition to a </a:t>
            </a:r>
            <a:r>
              <a:rPr kumimoji="0" lang="en-US" sz="1050" b="1" i="0" u="none" strike="noStrike" kern="1200" cap="none" spc="0" normalizeH="0" baseline="0" noProof="0">
                <a:ln>
                  <a:noFill/>
                </a:ln>
                <a:solidFill>
                  <a:prstClr val="black"/>
                </a:solidFill>
                <a:effectLst/>
                <a:uLnTx/>
                <a:uFillTx/>
                <a:latin typeface="HM Serif"/>
                <a:ea typeface="+mn-ea"/>
                <a:cs typeface="+mn-cs"/>
              </a:rPr>
              <a:t>Zero Trust architecture</a:t>
            </a:r>
          </a:p>
        </p:txBody>
      </p:sp>
      <p:sp>
        <p:nvSpPr>
          <p:cNvPr id="9" name="TextBox 8">
            <a:extLst>
              <a:ext uri="{FF2B5EF4-FFF2-40B4-BE49-F238E27FC236}">
                <a16:creationId xmlns:a16="http://schemas.microsoft.com/office/drawing/2014/main" id="{DF4BF1EF-2E4A-64FD-7EB8-175FB081FD14}"/>
              </a:ext>
            </a:extLst>
          </p:cNvPr>
          <p:cNvSpPr txBox="1"/>
          <p:nvPr/>
        </p:nvSpPr>
        <p:spPr>
          <a:xfrm>
            <a:off x="6762908" y="3966905"/>
            <a:ext cx="4048597" cy="276999"/>
          </a:xfrm>
          <a:prstGeom prst="rect">
            <a:avLst/>
          </a:prstGeom>
          <a:solidFill>
            <a:schemeClr val="bg1"/>
          </a:solidFill>
        </p:spPr>
        <p:txBody>
          <a:bodyPr wrap="square"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HM Serif"/>
                <a:ea typeface="+mn-ea"/>
                <a:cs typeface="+mn-cs"/>
              </a:rPr>
              <a:t>Business Benefits</a:t>
            </a:r>
          </a:p>
        </p:txBody>
      </p:sp>
      <p:sp>
        <p:nvSpPr>
          <p:cNvPr id="10" name="TextBox 9">
            <a:extLst>
              <a:ext uri="{FF2B5EF4-FFF2-40B4-BE49-F238E27FC236}">
                <a16:creationId xmlns:a16="http://schemas.microsoft.com/office/drawing/2014/main" id="{086033F3-5C47-5281-CA62-50290E45FB32}"/>
              </a:ext>
            </a:extLst>
          </p:cNvPr>
          <p:cNvSpPr txBox="1"/>
          <p:nvPr/>
        </p:nvSpPr>
        <p:spPr>
          <a:xfrm>
            <a:off x="6762909" y="1444597"/>
            <a:ext cx="4048596" cy="276999"/>
          </a:xfrm>
          <a:prstGeom prst="rect">
            <a:avLst/>
          </a:prstGeom>
          <a:solidFill>
            <a:schemeClr val="bg1"/>
          </a:solidFill>
        </p:spPr>
        <p:txBody>
          <a:bodyPr wrap="square"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HM Serif"/>
                <a:ea typeface="+mn-ea"/>
                <a:cs typeface="+mn-cs"/>
              </a:rPr>
              <a:t>Minimize Operational Security Risks</a:t>
            </a:r>
          </a:p>
        </p:txBody>
      </p:sp>
      <p:sp>
        <p:nvSpPr>
          <p:cNvPr id="11" name="TextBox 10">
            <a:extLst>
              <a:ext uri="{FF2B5EF4-FFF2-40B4-BE49-F238E27FC236}">
                <a16:creationId xmlns:a16="http://schemas.microsoft.com/office/drawing/2014/main" id="{C4F94173-C2D7-DEC2-3272-6001C484BF56}"/>
              </a:ext>
            </a:extLst>
          </p:cNvPr>
          <p:cNvSpPr txBox="1"/>
          <p:nvPr/>
        </p:nvSpPr>
        <p:spPr>
          <a:xfrm>
            <a:off x="504869" y="1444597"/>
            <a:ext cx="4048596" cy="276999"/>
          </a:xfrm>
          <a:prstGeom prst="rect">
            <a:avLst/>
          </a:prstGeom>
          <a:solidFill>
            <a:schemeClr val="bg1"/>
          </a:solidFill>
        </p:spPr>
        <p:txBody>
          <a:bodyPr wrap="square"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HM Serif"/>
                <a:ea typeface="+mn-ea"/>
                <a:cs typeface="+mn-cs"/>
              </a:rPr>
              <a:t>The Enterprise IAM Transformation</a:t>
            </a:r>
          </a:p>
        </p:txBody>
      </p:sp>
      <p:grpSp>
        <p:nvGrpSpPr>
          <p:cNvPr id="12" name="Group 11">
            <a:extLst>
              <a:ext uri="{FF2B5EF4-FFF2-40B4-BE49-F238E27FC236}">
                <a16:creationId xmlns:a16="http://schemas.microsoft.com/office/drawing/2014/main" id="{F5B555D1-3212-2C23-8687-76750386A863}"/>
              </a:ext>
            </a:extLst>
          </p:cNvPr>
          <p:cNvGrpSpPr/>
          <p:nvPr/>
        </p:nvGrpSpPr>
        <p:grpSpPr>
          <a:xfrm>
            <a:off x="369318" y="4901616"/>
            <a:ext cx="5165724" cy="1078630"/>
            <a:chOff x="668873" y="4694882"/>
            <a:chExt cx="5165724" cy="1078630"/>
          </a:xfrm>
        </p:grpSpPr>
        <p:grpSp>
          <p:nvGrpSpPr>
            <p:cNvPr id="14" name="Group 13">
              <a:extLst>
                <a:ext uri="{FF2B5EF4-FFF2-40B4-BE49-F238E27FC236}">
                  <a16:creationId xmlns:a16="http://schemas.microsoft.com/office/drawing/2014/main" id="{49B81B90-A56F-EEEF-F83B-BADBC0656CD2}"/>
                </a:ext>
              </a:extLst>
            </p:cNvPr>
            <p:cNvGrpSpPr/>
            <p:nvPr/>
          </p:nvGrpSpPr>
          <p:grpSpPr>
            <a:xfrm>
              <a:off x="668873" y="5031579"/>
              <a:ext cx="5165724" cy="741933"/>
              <a:chOff x="839788" y="4552897"/>
              <a:chExt cx="5165724" cy="741933"/>
            </a:xfrm>
          </p:grpSpPr>
          <p:pic>
            <p:nvPicPr>
              <p:cNvPr id="17" name="Picture 16">
                <a:extLst>
                  <a:ext uri="{FF2B5EF4-FFF2-40B4-BE49-F238E27FC236}">
                    <a16:creationId xmlns:a16="http://schemas.microsoft.com/office/drawing/2014/main" id="{777B820C-3E14-5828-25B1-10816A227CF7}"/>
                  </a:ext>
                </a:extLst>
              </p:cNvPr>
              <p:cNvPicPr>
                <a:picLocks noChangeAspect="1"/>
              </p:cNvPicPr>
              <p:nvPr/>
            </p:nvPicPr>
            <p:blipFill>
              <a:blip r:embed="rId3"/>
              <a:stretch>
                <a:fillRect/>
              </a:stretch>
            </p:blipFill>
            <p:spPr>
              <a:xfrm>
                <a:off x="966342" y="4769863"/>
                <a:ext cx="4912618" cy="524967"/>
              </a:xfrm>
              <a:prstGeom prst="rect">
                <a:avLst/>
              </a:prstGeom>
            </p:spPr>
          </p:pic>
          <p:sp>
            <p:nvSpPr>
              <p:cNvPr id="18" name="TextBox 17">
                <a:extLst>
                  <a:ext uri="{FF2B5EF4-FFF2-40B4-BE49-F238E27FC236}">
                    <a16:creationId xmlns:a16="http://schemas.microsoft.com/office/drawing/2014/main" id="{9E8E69A7-C5B9-D21D-56AB-6BBA30900E5F}"/>
                  </a:ext>
                </a:extLst>
              </p:cNvPr>
              <p:cNvSpPr txBox="1"/>
              <p:nvPr/>
            </p:nvSpPr>
            <p:spPr>
              <a:xfrm>
                <a:off x="839788" y="4552897"/>
                <a:ext cx="5165724" cy="20005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HM Group Ampersand"/>
                    <a:ea typeface="+mn-ea"/>
                    <a:cs typeface="+mn-cs"/>
                  </a:rPr>
                  <a:t>Identity and Access Management (IAM) is a fundamental building block</a:t>
                </a:r>
                <a:r>
                  <a:rPr kumimoji="0" lang="en-US" sz="700" b="1" i="0" u="none" strike="noStrike" kern="1200" cap="none" spc="0" normalizeH="0" baseline="0" noProof="0">
                    <a:ln>
                      <a:noFill/>
                    </a:ln>
                    <a:solidFill>
                      <a:srgbClr val="FF0000"/>
                    </a:solidFill>
                    <a:effectLst/>
                    <a:uLnTx/>
                    <a:uFillTx/>
                    <a:latin typeface="HM Group Ampersand"/>
                    <a:ea typeface="+mn-ea"/>
                    <a:cs typeface="+mn-cs"/>
                  </a:rPr>
                  <a:t> </a:t>
                </a:r>
                <a:r>
                  <a:rPr kumimoji="0" lang="en-US" sz="700" b="1" i="0" u="none" strike="noStrike" kern="1200" cap="none" spc="0" normalizeH="0" baseline="0" noProof="0">
                    <a:ln>
                      <a:noFill/>
                    </a:ln>
                    <a:solidFill>
                      <a:srgbClr val="000000"/>
                    </a:solidFill>
                    <a:effectLst/>
                    <a:uLnTx/>
                    <a:uFillTx/>
                    <a:latin typeface="HM Group Ampersand"/>
                    <a:ea typeface="+mn-ea"/>
                    <a:cs typeface="+mn-cs"/>
                  </a:rPr>
                  <a:t>for enabling security throughout the organization</a:t>
                </a:r>
              </a:p>
            </p:txBody>
          </p:sp>
        </p:grpSp>
        <p:cxnSp>
          <p:nvCxnSpPr>
            <p:cNvPr id="15" name="Straight Connector 14">
              <a:extLst>
                <a:ext uri="{FF2B5EF4-FFF2-40B4-BE49-F238E27FC236}">
                  <a16:creationId xmlns:a16="http://schemas.microsoft.com/office/drawing/2014/main" id="{68A92002-673B-DE97-F5DE-94F53DA5F35A}"/>
                </a:ext>
              </a:extLst>
            </p:cNvPr>
            <p:cNvCxnSpPr>
              <a:cxnSpLocks/>
            </p:cNvCxnSpPr>
            <p:nvPr/>
          </p:nvCxnSpPr>
          <p:spPr>
            <a:xfrm>
              <a:off x="988596" y="4841581"/>
              <a:ext cx="45262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1B1FF63E-AD13-4182-6A15-4FF334A48B97}"/>
                </a:ext>
              </a:extLst>
            </p:cNvPr>
            <p:cNvSpPr txBox="1"/>
            <p:nvPr/>
          </p:nvSpPr>
          <p:spPr>
            <a:xfrm>
              <a:off x="2099671" y="4694882"/>
              <a:ext cx="2304128" cy="246221"/>
            </a:xfrm>
            <a:prstGeom prst="rect">
              <a:avLst/>
            </a:prstGeom>
            <a:solidFill>
              <a:schemeClr val="bg1"/>
            </a:solidFill>
          </p:spPr>
          <p:txBody>
            <a:bodyPr wrap="square"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HM Serif"/>
                  <a:ea typeface="+mn-ea"/>
                  <a:cs typeface="+mn-cs"/>
                </a:rPr>
                <a:t>What is Identity &amp; Access Management?</a:t>
              </a:r>
            </a:p>
          </p:txBody>
        </p:sp>
      </p:grpSp>
      <p:sp>
        <p:nvSpPr>
          <p:cNvPr id="19" name="AutoShape 9">
            <a:extLst>
              <a:ext uri="{FF2B5EF4-FFF2-40B4-BE49-F238E27FC236}">
                <a16:creationId xmlns:a16="http://schemas.microsoft.com/office/drawing/2014/main" id="{69927F64-3DDD-4A09-3374-EE287329DFE9}"/>
              </a:ext>
            </a:extLst>
          </p:cNvPr>
          <p:cNvSpPr>
            <a:spLocks noChangeArrowheads="1"/>
          </p:cNvSpPr>
          <p:nvPr/>
        </p:nvSpPr>
        <p:spPr bwMode="auto">
          <a:xfrm rot="10800000" flipH="1">
            <a:off x="5663407" y="1966464"/>
            <a:ext cx="865187" cy="3841777"/>
          </a:xfrm>
          <a:prstGeom prst="homePlate">
            <a:avLst>
              <a:gd name="adj" fmla="val 33521"/>
            </a:avLst>
          </a:prstGeom>
          <a:solidFill>
            <a:schemeClr val="accent2">
              <a:lumMod val="20000"/>
              <a:lumOff val="80000"/>
            </a:schemeClr>
          </a:solidFill>
          <a:ln w="6350">
            <a:noFill/>
            <a:miter lim="800000"/>
            <a:headEnd/>
            <a:tailEnd/>
          </a:ln>
          <a:effectLst/>
        </p:spPr>
        <p:txBody>
          <a:bodyPr vert="eaVert" wrap="none" lIns="45720" rIns="45720" anchor="ct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AU" sz="1200" b="1" i="0" u="none" strike="noStrike" kern="1200" cap="none" spc="0" normalizeH="0" baseline="0" noProof="0">
                <a:ln>
                  <a:noFill/>
                </a:ln>
                <a:solidFill>
                  <a:prstClr val="black"/>
                </a:solidFill>
                <a:effectLst/>
                <a:uLnTx/>
                <a:uFillTx/>
                <a:latin typeface="HM Group Ampersand"/>
                <a:ea typeface="+mn-ea"/>
                <a:cs typeface="+mn-cs"/>
              </a:rPr>
              <a:t>Value realization</a:t>
            </a:r>
          </a:p>
        </p:txBody>
      </p:sp>
    </p:spTree>
    <p:extLst>
      <p:ext uri="{BB962C8B-B14F-4D97-AF65-F5344CB8AC3E}">
        <p14:creationId xmlns:p14="http://schemas.microsoft.com/office/powerpoint/2010/main" val="334452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8261943-3FBB-FEDD-3189-377C00749525}"/>
              </a:ext>
            </a:extLst>
          </p:cNvPr>
          <p:cNvSpPr/>
          <p:nvPr/>
        </p:nvSpPr>
        <p:spPr>
          <a:xfrm>
            <a:off x="6641432" y="6295317"/>
            <a:ext cx="5550568" cy="5065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Graphik"/>
              <a:ea typeface="+mn-ea"/>
              <a:cs typeface="+mn-cs"/>
            </a:endParaRPr>
          </a:p>
        </p:txBody>
      </p:sp>
      <p:sp>
        <p:nvSpPr>
          <p:cNvPr id="2" name="Title 1">
            <a:extLst>
              <a:ext uri="{FF2B5EF4-FFF2-40B4-BE49-F238E27FC236}">
                <a16:creationId xmlns:a16="http://schemas.microsoft.com/office/drawing/2014/main" id="{E779091D-962E-004A-6735-120D1FAB3AE6}"/>
              </a:ext>
            </a:extLst>
          </p:cNvPr>
          <p:cNvSpPr>
            <a:spLocks noGrp="1"/>
          </p:cNvSpPr>
          <p:nvPr>
            <p:ph type="title"/>
          </p:nvPr>
        </p:nvSpPr>
        <p:spPr/>
        <p:txBody>
          <a:bodyPr/>
          <a:lstStyle/>
          <a:p>
            <a:r>
              <a:rPr lang="en-US" dirty="0"/>
              <a:t>“</a:t>
            </a:r>
            <a:r>
              <a:rPr lang="en-US" sz="3200" dirty="0"/>
              <a:t>We have lost control of who has access to our business data and personal data - a new IAM platform and transformation is required”</a:t>
            </a:r>
            <a:endParaRPr lang="en-US" dirty="0"/>
          </a:p>
        </p:txBody>
      </p:sp>
      <p:sp>
        <p:nvSpPr>
          <p:cNvPr id="16" name="TextBox 15">
            <a:extLst>
              <a:ext uri="{FF2B5EF4-FFF2-40B4-BE49-F238E27FC236}">
                <a16:creationId xmlns:a16="http://schemas.microsoft.com/office/drawing/2014/main" id="{EA2EEBF6-CE86-2C42-61FD-31CB65D6EF20}"/>
              </a:ext>
            </a:extLst>
          </p:cNvPr>
          <p:cNvSpPr txBox="1"/>
          <p:nvPr/>
        </p:nvSpPr>
        <p:spPr>
          <a:xfrm>
            <a:off x="8855242" y="6295317"/>
            <a:ext cx="3180843" cy="40011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Graphik"/>
                <a:ea typeface="+mn-ea"/>
                <a:cs typeface="+mn-cs"/>
              </a:rPr>
              <a:t>*</a:t>
            </a:r>
            <a:r>
              <a:rPr kumimoji="0" lang="en-US" sz="1000" b="0" i="1" u="none" strike="noStrike" kern="1200" cap="none" spc="0" normalizeH="0" baseline="0" noProof="0" dirty="0">
                <a:ln>
                  <a:noFill/>
                </a:ln>
                <a:solidFill>
                  <a:srgbClr val="000000"/>
                </a:solidFill>
                <a:effectLst/>
                <a:uLnTx/>
                <a:uFillTx/>
                <a:latin typeface="Graphik"/>
                <a:ea typeface="+mn-ea"/>
                <a:cs typeface="+mn-cs"/>
                <a:hlinkClick r:id="rId2"/>
              </a:rPr>
              <a:t>GDPR Info EU</a:t>
            </a:r>
            <a:endParaRPr kumimoji="0" lang="en-US" sz="1000" b="0" i="1" u="none" strike="noStrike" kern="1200" cap="none" spc="0" normalizeH="0" baseline="0" noProof="0" dirty="0">
              <a:ln>
                <a:noFill/>
              </a:ln>
              <a:solidFill>
                <a:srgbClr val="000000"/>
              </a:solidFill>
              <a:effectLst/>
              <a:uLnTx/>
              <a:uFillTx/>
              <a:latin typeface="Graphik"/>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Graphik"/>
                <a:ea typeface="+mn-ea"/>
                <a:cs typeface="+mn-cs"/>
              </a:rPr>
              <a:t>**H&amp;M specific numbers from Cyber insurance</a:t>
            </a:r>
          </a:p>
        </p:txBody>
      </p:sp>
      <p:sp>
        <p:nvSpPr>
          <p:cNvPr id="3" name="Rectangle 2">
            <a:extLst>
              <a:ext uri="{FF2B5EF4-FFF2-40B4-BE49-F238E27FC236}">
                <a16:creationId xmlns:a16="http://schemas.microsoft.com/office/drawing/2014/main" id="{52B341FE-FFAE-313E-82C8-2F09C766CC5F}"/>
              </a:ext>
            </a:extLst>
          </p:cNvPr>
          <p:cNvSpPr/>
          <p:nvPr/>
        </p:nvSpPr>
        <p:spPr>
          <a:xfrm>
            <a:off x="406400" y="4787046"/>
            <a:ext cx="11366500" cy="1323605"/>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000000"/>
              </a:solidFill>
              <a:effectLst/>
              <a:uLnTx/>
              <a:uFillTx/>
              <a:latin typeface="HM Group Ampersand"/>
              <a:ea typeface="+mn-ea"/>
              <a:cs typeface="+mn-cs"/>
            </a:endParaRPr>
          </a:p>
        </p:txBody>
      </p:sp>
      <p:sp>
        <p:nvSpPr>
          <p:cNvPr id="10" name="TextBox 9">
            <a:extLst>
              <a:ext uri="{FF2B5EF4-FFF2-40B4-BE49-F238E27FC236}">
                <a16:creationId xmlns:a16="http://schemas.microsoft.com/office/drawing/2014/main" id="{A48CDFE7-6B39-1D78-49E4-1D879DD5C320}"/>
              </a:ext>
            </a:extLst>
          </p:cNvPr>
          <p:cNvSpPr txBox="1"/>
          <p:nvPr/>
        </p:nvSpPr>
        <p:spPr>
          <a:xfrm>
            <a:off x="354405" y="4793718"/>
            <a:ext cx="2856666"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HM Group Ampersand"/>
                <a:ea typeface="+mn-ea"/>
                <a:cs typeface="+mn-cs"/>
              </a:rPr>
              <a:t>Examples of potential outcome</a:t>
            </a:r>
          </a:p>
        </p:txBody>
      </p:sp>
      <p:sp>
        <p:nvSpPr>
          <p:cNvPr id="19" name="Rectangle 18">
            <a:extLst>
              <a:ext uri="{FF2B5EF4-FFF2-40B4-BE49-F238E27FC236}">
                <a16:creationId xmlns:a16="http://schemas.microsoft.com/office/drawing/2014/main" id="{67E6D196-1E67-1CC7-611E-312D53E0C31E}"/>
              </a:ext>
            </a:extLst>
          </p:cNvPr>
          <p:cNvSpPr/>
          <p:nvPr/>
        </p:nvSpPr>
        <p:spPr>
          <a:xfrm>
            <a:off x="406400" y="2015839"/>
            <a:ext cx="11366500" cy="1323605"/>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000000"/>
              </a:solidFill>
              <a:effectLst/>
              <a:uLnTx/>
              <a:uFillTx/>
              <a:latin typeface="HM Group Ampersand"/>
              <a:ea typeface="+mn-ea"/>
              <a:cs typeface="+mn-cs"/>
            </a:endParaRPr>
          </a:p>
        </p:txBody>
      </p:sp>
      <p:sp>
        <p:nvSpPr>
          <p:cNvPr id="20" name="TextBox 19">
            <a:extLst>
              <a:ext uri="{FF2B5EF4-FFF2-40B4-BE49-F238E27FC236}">
                <a16:creationId xmlns:a16="http://schemas.microsoft.com/office/drawing/2014/main" id="{1D4776B4-6C01-5F7A-D1B9-520AB90CCE2D}"/>
              </a:ext>
            </a:extLst>
          </p:cNvPr>
          <p:cNvSpPr txBox="1"/>
          <p:nvPr/>
        </p:nvSpPr>
        <p:spPr>
          <a:xfrm>
            <a:off x="3524597" y="2290794"/>
            <a:ext cx="2219282" cy="919037"/>
          </a:xfrm>
          <a:prstGeom prst="rect">
            <a:avLst/>
          </a:prstGeom>
          <a:solidFill>
            <a:schemeClr val="accent2">
              <a:lumMod val="40000"/>
              <a:lumOff val="60000"/>
            </a:schemeClr>
          </a:solidFill>
          <a:ln>
            <a:solidFill>
              <a:schemeClr val="accent2"/>
            </a:solidFill>
          </a:ln>
        </p:spPr>
        <p:txBody>
          <a:bodyPr wrap="square" lIns="72000" rIns="72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HM Group Ampersand"/>
                <a:ea typeface="+mn-ea"/>
                <a:cs typeface="+mn-cs"/>
              </a:rPr>
              <a:t>45 different ways of getting access </a:t>
            </a:r>
            <a:r>
              <a:rPr kumimoji="0" lang="en-US" sz="1000" b="0" i="0" u="none" strike="noStrike" kern="1200" cap="none" spc="0" normalizeH="0" baseline="0" noProof="0" dirty="0">
                <a:ln>
                  <a:noFill/>
                </a:ln>
                <a:solidFill>
                  <a:srgbClr val="000000"/>
                </a:solidFill>
                <a:effectLst/>
                <a:uLnTx/>
                <a:uFillTx/>
                <a:latin typeface="HM Group Ampersand"/>
                <a:ea typeface="+mn-ea"/>
                <a:cs typeface="+mn-cs"/>
              </a:rPr>
              <a:t>to one of the applications in the </a:t>
            </a:r>
            <a:r>
              <a:rPr kumimoji="0" lang="en-US" sz="1000" b="1" i="0" u="none" strike="noStrike" kern="1200" cap="none" spc="0" normalizeH="0" baseline="0" noProof="0" dirty="0">
                <a:ln>
                  <a:noFill/>
                </a:ln>
                <a:solidFill>
                  <a:srgbClr val="000000"/>
                </a:solidFill>
                <a:effectLst/>
                <a:uLnTx/>
                <a:uFillTx/>
                <a:latin typeface="HM Group Ampersand"/>
                <a:ea typeface="+mn-ea"/>
                <a:cs typeface="+mn-cs"/>
              </a:rPr>
              <a:t>tier 0 list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HM Group Ampersand"/>
                <a:ea typeface="+mn-ea"/>
                <a:cs typeface="+mn-cs"/>
              </a:rPr>
              <a:t>(Applications should have one standardized way of managing access)</a:t>
            </a:r>
          </a:p>
        </p:txBody>
      </p:sp>
      <p:sp>
        <p:nvSpPr>
          <p:cNvPr id="21" name="TextBox 20">
            <a:extLst>
              <a:ext uri="{FF2B5EF4-FFF2-40B4-BE49-F238E27FC236}">
                <a16:creationId xmlns:a16="http://schemas.microsoft.com/office/drawing/2014/main" id="{9A22E017-C997-81F5-45F9-366F78149722}"/>
              </a:ext>
            </a:extLst>
          </p:cNvPr>
          <p:cNvSpPr txBox="1"/>
          <p:nvPr/>
        </p:nvSpPr>
        <p:spPr>
          <a:xfrm>
            <a:off x="601072" y="2290795"/>
            <a:ext cx="2219282" cy="919037"/>
          </a:xfrm>
          <a:prstGeom prst="rect">
            <a:avLst/>
          </a:prstGeom>
          <a:solidFill>
            <a:schemeClr val="accent2">
              <a:lumMod val="40000"/>
              <a:lumOff val="60000"/>
            </a:schemeClr>
          </a:solidFill>
          <a:ln>
            <a:solidFill>
              <a:schemeClr val="accent2"/>
            </a:solidFill>
          </a:ln>
        </p:spPr>
        <p:txBody>
          <a:bodyPr wrap="square" lIns="72000" rIns="72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HM Group Ampersand"/>
                <a:ea typeface="+mn-ea"/>
                <a:cs typeface="+mn-cs"/>
              </a:rPr>
              <a:t>200 000 active AD groups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HM Group Ampersand"/>
                <a:ea typeface="+mn-ea"/>
                <a:cs typeface="+mn-cs"/>
              </a:rPr>
              <a:t>(An AD group usually represents a user category for an application)</a:t>
            </a:r>
          </a:p>
        </p:txBody>
      </p:sp>
      <p:sp>
        <p:nvSpPr>
          <p:cNvPr id="22" name="TextBox 21">
            <a:extLst>
              <a:ext uri="{FF2B5EF4-FFF2-40B4-BE49-F238E27FC236}">
                <a16:creationId xmlns:a16="http://schemas.microsoft.com/office/drawing/2014/main" id="{DDA735AA-E8AE-0794-5107-DCCB49EB9EA4}"/>
              </a:ext>
            </a:extLst>
          </p:cNvPr>
          <p:cNvSpPr txBox="1"/>
          <p:nvPr/>
        </p:nvSpPr>
        <p:spPr>
          <a:xfrm>
            <a:off x="6448122" y="2290793"/>
            <a:ext cx="2219282" cy="919037"/>
          </a:xfrm>
          <a:prstGeom prst="rect">
            <a:avLst/>
          </a:prstGeom>
          <a:solidFill>
            <a:schemeClr val="accent2">
              <a:lumMod val="40000"/>
              <a:lumOff val="60000"/>
            </a:schemeClr>
          </a:solidFill>
          <a:ln>
            <a:solidFill>
              <a:schemeClr val="accent2"/>
            </a:solidFill>
          </a:ln>
        </p:spPr>
        <p:txBody>
          <a:bodyPr wrap="square" lIns="72000" rIns="72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HM Group Ampersand"/>
                <a:ea typeface="+mn-ea"/>
                <a:cs typeface="+mn-cs"/>
              </a:rPr>
              <a:t>No control of 10 000 services accounts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HM Group Ampersand"/>
                <a:ea typeface="+mn-ea"/>
                <a:cs typeface="+mn-cs"/>
              </a:rPr>
              <a:t>(Service accounts often have administrative access to applications)</a:t>
            </a:r>
          </a:p>
        </p:txBody>
      </p:sp>
      <p:sp>
        <p:nvSpPr>
          <p:cNvPr id="23" name="TextBox 22">
            <a:extLst>
              <a:ext uri="{FF2B5EF4-FFF2-40B4-BE49-F238E27FC236}">
                <a16:creationId xmlns:a16="http://schemas.microsoft.com/office/drawing/2014/main" id="{0B2D007A-49EF-EB0D-1F1E-DFCA990E22E3}"/>
              </a:ext>
            </a:extLst>
          </p:cNvPr>
          <p:cNvSpPr txBox="1"/>
          <p:nvPr/>
        </p:nvSpPr>
        <p:spPr>
          <a:xfrm>
            <a:off x="9371646" y="2290795"/>
            <a:ext cx="2219282" cy="919037"/>
          </a:xfrm>
          <a:prstGeom prst="rect">
            <a:avLst/>
          </a:prstGeom>
          <a:solidFill>
            <a:schemeClr val="accent2">
              <a:lumMod val="40000"/>
              <a:lumOff val="60000"/>
            </a:schemeClr>
          </a:solidFill>
          <a:ln>
            <a:solidFill>
              <a:schemeClr val="accent2"/>
            </a:solidFill>
          </a:ln>
        </p:spPr>
        <p:txBody>
          <a:bodyPr wrap="square" lIns="72000" rIns="72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HM Group Ampersand"/>
                <a:ea typeface="+mn-ea"/>
                <a:cs typeface="+mn-cs"/>
              </a:rPr>
              <a:t>27 000 – 35 000 accounts </a:t>
            </a:r>
            <a:r>
              <a:rPr kumimoji="0" lang="en-US" sz="1000" b="0" i="0" u="none" strike="noStrike" kern="1200" cap="none" spc="0" normalizeH="0" baseline="0" noProof="0">
                <a:ln>
                  <a:noFill/>
                </a:ln>
                <a:solidFill>
                  <a:srgbClr val="000000"/>
                </a:solidFill>
                <a:effectLst/>
                <a:uLnTx/>
                <a:uFillTx/>
                <a:latin typeface="HM Group Ampersand"/>
                <a:ea typeface="+mn-ea"/>
                <a:cs typeface="+mn-cs"/>
              </a:rPr>
              <a:t>granting access to </a:t>
            </a:r>
            <a:r>
              <a:rPr kumimoji="0" lang="en-US" sz="1000" b="1" i="0" u="none" strike="noStrike" kern="1200" cap="none" spc="0" normalizeH="0" baseline="0" noProof="0">
                <a:ln>
                  <a:noFill/>
                </a:ln>
                <a:solidFill>
                  <a:srgbClr val="000000"/>
                </a:solidFill>
                <a:effectLst/>
                <a:uLnTx/>
                <a:uFillTx/>
                <a:latin typeface="HM Group Ampersand"/>
                <a:ea typeface="+mn-ea"/>
                <a:cs typeface="+mn-cs"/>
              </a:rPr>
              <a:t>unidentified users </a:t>
            </a:r>
            <a:r>
              <a:rPr kumimoji="0" lang="en-US" sz="1000" b="0" i="0" u="none" strike="noStrike" kern="1200" cap="none" spc="0" normalizeH="0" baseline="0" noProof="0">
                <a:ln>
                  <a:noFill/>
                </a:ln>
                <a:solidFill>
                  <a:srgbClr val="000000"/>
                </a:solidFill>
                <a:effectLst/>
                <a:uLnTx/>
                <a:uFillTx/>
                <a:latin typeface="HM Group Ampersand"/>
                <a:ea typeface="+mn-ea"/>
                <a:cs typeface="+mn-cs"/>
              </a:rPr>
              <a:t>to </a:t>
            </a:r>
            <a:r>
              <a:rPr kumimoji="0" lang="en-US" sz="1000" b="1" i="0" u="none" strike="noStrike" kern="1200" cap="none" spc="0" normalizeH="0" baseline="0" noProof="0">
                <a:ln>
                  <a:noFill/>
                </a:ln>
                <a:solidFill>
                  <a:srgbClr val="000000"/>
                </a:solidFill>
                <a:effectLst/>
                <a:uLnTx/>
                <a:uFillTx/>
                <a:latin typeface="HM Group Ampersand"/>
                <a:ea typeface="+mn-ea"/>
                <a:cs typeface="+mn-cs"/>
              </a:rPr>
              <a:t>unknown resources </a:t>
            </a:r>
          </a:p>
        </p:txBody>
      </p:sp>
      <p:sp>
        <p:nvSpPr>
          <p:cNvPr id="24" name="TextBox 23">
            <a:extLst>
              <a:ext uri="{FF2B5EF4-FFF2-40B4-BE49-F238E27FC236}">
                <a16:creationId xmlns:a16="http://schemas.microsoft.com/office/drawing/2014/main" id="{7F24AD29-81CB-5E71-7D08-4257D3D9F874}"/>
              </a:ext>
            </a:extLst>
          </p:cNvPr>
          <p:cNvSpPr txBox="1"/>
          <p:nvPr/>
        </p:nvSpPr>
        <p:spPr>
          <a:xfrm>
            <a:off x="4683350" y="5062000"/>
            <a:ext cx="2825300" cy="919037"/>
          </a:xfrm>
          <a:prstGeom prst="rect">
            <a:avLst/>
          </a:prstGeom>
          <a:solidFill>
            <a:schemeClr val="accent2">
              <a:lumMod val="40000"/>
              <a:lumOff val="60000"/>
            </a:schemeClr>
          </a:solidFill>
          <a:ln>
            <a:solidFill>
              <a:schemeClr val="accent2"/>
            </a:solidFill>
          </a:ln>
        </p:spPr>
        <p:txBody>
          <a:bodyPr wrap="square" lIns="72000" rIns="72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HM Group Ampersand"/>
                <a:ea typeface="+mn-ea"/>
                <a:cs typeface="+mn-cs"/>
              </a:rPr>
              <a:t>Data breaches**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HM Group Ampersand"/>
                <a:ea typeface="+mn-ea"/>
                <a:cs typeface="+mn-cs"/>
              </a:rPr>
              <a:t>Disclosure of personal information,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HM Group Ampersand"/>
                <a:ea typeface="+mn-ea"/>
                <a:cs typeface="+mn-cs"/>
              </a:rPr>
              <a:t>EUR 82-212 million</a:t>
            </a:r>
          </a:p>
        </p:txBody>
      </p:sp>
      <p:sp>
        <p:nvSpPr>
          <p:cNvPr id="25" name="TextBox 24">
            <a:extLst>
              <a:ext uri="{FF2B5EF4-FFF2-40B4-BE49-F238E27FC236}">
                <a16:creationId xmlns:a16="http://schemas.microsoft.com/office/drawing/2014/main" id="{BFE07182-32E6-7C61-6F65-E069EC0DD3BE}"/>
              </a:ext>
            </a:extLst>
          </p:cNvPr>
          <p:cNvSpPr txBox="1"/>
          <p:nvPr/>
        </p:nvSpPr>
        <p:spPr>
          <a:xfrm>
            <a:off x="601072" y="5062000"/>
            <a:ext cx="2825300" cy="919037"/>
          </a:xfrm>
          <a:prstGeom prst="rect">
            <a:avLst/>
          </a:prstGeom>
          <a:solidFill>
            <a:schemeClr val="accent2">
              <a:lumMod val="40000"/>
              <a:lumOff val="60000"/>
            </a:schemeClr>
          </a:solidFill>
          <a:ln>
            <a:solidFill>
              <a:schemeClr val="accent2"/>
            </a:solidFill>
          </a:ln>
        </p:spPr>
        <p:txBody>
          <a:bodyPr wrap="square" lIns="72000" rIns="72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HM Group Ampersand"/>
                <a:ea typeface="+mn-ea"/>
                <a:cs typeface="+mn-cs"/>
              </a:rPr>
              <a:t>GDPR fine*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HM Group Ampersand"/>
                <a:ea typeface="+mn-ea"/>
                <a:cs typeface="+mn-cs"/>
              </a:rPr>
              <a:t>Up to 4% of total global turnover, 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HM Group Ampersand"/>
                <a:ea typeface="+mn-ea"/>
                <a:cs typeface="+mn-cs"/>
              </a:rPr>
              <a:t>EUR 20 million</a:t>
            </a:r>
          </a:p>
        </p:txBody>
      </p:sp>
      <p:sp>
        <p:nvSpPr>
          <p:cNvPr id="26" name="TextBox 25">
            <a:extLst>
              <a:ext uri="{FF2B5EF4-FFF2-40B4-BE49-F238E27FC236}">
                <a16:creationId xmlns:a16="http://schemas.microsoft.com/office/drawing/2014/main" id="{40383242-EA23-348A-731A-1E48C5DCA556}"/>
              </a:ext>
            </a:extLst>
          </p:cNvPr>
          <p:cNvSpPr txBox="1"/>
          <p:nvPr/>
        </p:nvSpPr>
        <p:spPr>
          <a:xfrm>
            <a:off x="8765628" y="5062000"/>
            <a:ext cx="2825300" cy="919037"/>
          </a:xfrm>
          <a:prstGeom prst="rect">
            <a:avLst/>
          </a:prstGeom>
          <a:solidFill>
            <a:schemeClr val="accent2">
              <a:lumMod val="40000"/>
              <a:lumOff val="60000"/>
            </a:schemeClr>
          </a:solidFill>
          <a:ln>
            <a:solidFill>
              <a:schemeClr val="accent2"/>
            </a:solidFill>
          </a:ln>
        </p:spPr>
        <p:txBody>
          <a:bodyPr wrap="square" lIns="72000" rIns="72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HM Group Ampersand"/>
                <a:ea typeface="+mn-ea"/>
                <a:cs typeface="+mn-cs"/>
              </a:rPr>
              <a:t>Ransomware attack**</a:t>
            </a:r>
            <a:endParaRPr kumimoji="0" lang="en-US" sz="1000" b="0" i="0" u="none" strike="noStrike" kern="1200" cap="none" spc="0" normalizeH="0" baseline="0" noProof="0" dirty="0">
              <a:ln>
                <a:noFill/>
              </a:ln>
              <a:solidFill>
                <a:srgbClr val="000000"/>
              </a:solidFill>
              <a:effectLst/>
              <a:uLnTx/>
              <a:uFillTx/>
              <a:latin typeface="HM Group Ampersan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HM Group Ampersand"/>
                <a:ea typeface="+mn-ea"/>
                <a:cs typeface="+mn-cs"/>
              </a:rPr>
              <a:t>SAP System failure, EUR 105 million (with assumed recovery in 72h)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HM Group Ampersand"/>
                <a:ea typeface="+mn-ea"/>
                <a:cs typeface="+mn-cs"/>
              </a:rPr>
              <a:t>Disabled distribution centers EUR 70-100 million</a:t>
            </a:r>
          </a:p>
        </p:txBody>
      </p:sp>
      <p:sp>
        <p:nvSpPr>
          <p:cNvPr id="27" name="TextBox 26">
            <a:extLst>
              <a:ext uri="{FF2B5EF4-FFF2-40B4-BE49-F238E27FC236}">
                <a16:creationId xmlns:a16="http://schemas.microsoft.com/office/drawing/2014/main" id="{A07286C1-867E-5180-C95B-3714C9AF8EC3}"/>
              </a:ext>
            </a:extLst>
          </p:cNvPr>
          <p:cNvSpPr txBox="1"/>
          <p:nvPr/>
        </p:nvSpPr>
        <p:spPr>
          <a:xfrm>
            <a:off x="354405" y="2022511"/>
            <a:ext cx="2856666"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HM Group Ampersand"/>
                <a:ea typeface="+mn-ea"/>
                <a:cs typeface="+mn-cs"/>
              </a:rPr>
              <a:t>Example of current security risks at H&amp;M</a:t>
            </a:r>
          </a:p>
        </p:txBody>
      </p:sp>
      <p:sp>
        <p:nvSpPr>
          <p:cNvPr id="28" name="AutoShape 9">
            <a:extLst>
              <a:ext uri="{FF2B5EF4-FFF2-40B4-BE49-F238E27FC236}">
                <a16:creationId xmlns:a16="http://schemas.microsoft.com/office/drawing/2014/main" id="{6A6166C8-B155-79E3-EDD5-C2393612B467}"/>
              </a:ext>
            </a:extLst>
          </p:cNvPr>
          <p:cNvSpPr>
            <a:spLocks noChangeArrowheads="1"/>
          </p:cNvSpPr>
          <p:nvPr/>
        </p:nvSpPr>
        <p:spPr bwMode="auto">
          <a:xfrm rot="16200000" flipH="1">
            <a:off x="5663409" y="2142357"/>
            <a:ext cx="865187" cy="3841777"/>
          </a:xfrm>
          <a:prstGeom prst="homePlate">
            <a:avLst>
              <a:gd name="adj" fmla="val 33521"/>
            </a:avLst>
          </a:prstGeom>
          <a:solidFill>
            <a:schemeClr val="accent2"/>
          </a:solidFill>
          <a:ln w="6350">
            <a:noFill/>
            <a:miter lim="800000"/>
            <a:headEnd/>
            <a:tailEnd/>
          </a:ln>
          <a:effectLst/>
        </p:spPr>
        <p:txBody>
          <a:bodyPr vert="eaVert" wrap="none" lIns="45720" rIns="45720" anchor="ct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AU" sz="1100" b="1" i="0" u="none" strike="noStrike" kern="1200" cap="none" spc="0" normalizeH="0" baseline="0" noProof="0" dirty="0">
                <a:ln>
                  <a:noFill/>
                </a:ln>
                <a:solidFill>
                  <a:srgbClr val="FFFFFF"/>
                </a:solidFill>
                <a:effectLst/>
                <a:uLnTx/>
                <a:uFillTx/>
                <a:latin typeface="HM Group Ampersand"/>
                <a:ea typeface="+mn-ea"/>
                <a:cs typeface="+mn-cs"/>
              </a:rPr>
              <a:t>What does this mean?</a:t>
            </a:r>
          </a:p>
        </p:txBody>
      </p:sp>
    </p:spTree>
    <p:extLst>
      <p:ext uri="{BB962C8B-B14F-4D97-AF65-F5344CB8AC3E}">
        <p14:creationId xmlns:p14="http://schemas.microsoft.com/office/powerpoint/2010/main" val="670705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EE97D-05D8-BAF4-DD80-0F28225E2207}"/>
              </a:ext>
            </a:extLst>
          </p:cNvPr>
          <p:cNvSpPr>
            <a:spLocks noGrp="1"/>
          </p:cNvSpPr>
          <p:nvPr>
            <p:ph type="title"/>
          </p:nvPr>
        </p:nvSpPr>
        <p:spPr/>
        <p:txBody>
          <a:bodyPr/>
          <a:lstStyle/>
          <a:p>
            <a:r>
              <a:rPr lang="en-US"/>
              <a:t>Value Drops</a:t>
            </a:r>
          </a:p>
        </p:txBody>
      </p:sp>
      <p:sp>
        <p:nvSpPr>
          <p:cNvPr id="3" name="Content Placeholder 2">
            <a:extLst>
              <a:ext uri="{FF2B5EF4-FFF2-40B4-BE49-F238E27FC236}">
                <a16:creationId xmlns:a16="http://schemas.microsoft.com/office/drawing/2014/main" id="{74B36D4E-9437-7C0B-76D7-12660124273C}"/>
              </a:ext>
            </a:extLst>
          </p:cNvPr>
          <p:cNvSpPr>
            <a:spLocks noGrp="1"/>
          </p:cNvSpPr>
          <p:nvPr>
            <p:ph sz="quarter" idx="10"/>
          </p:nvPr>
        </p:nvSpPr>
        <p:spPr>
          <a:xfrm>
            <a:off x="381000" y="1125379"/>
            <a:ext cx="11430000" cy="221599"/>
          </a:xfrm>
        </p:spPr>
        <p:txBody>
          <a:bodyPr/>
          <a:lstStyle/>
          <a:p>
            <a:r>
              <a:rPr lang="en-US" sz="1600"/>
              <a:t>A long side the ten identified value drops, Risk Management reporting and Clean-up activities will be carried out</a:t>
            </a:r>
            <a:endParaRPr lang="en-US"/>
          </a:p>
        </p:txBody>
      </p:sp>
      <p:sp>
        <p:nvSpPr>
          <p:cNvPr id="5" name="TextBox 4">
            <a:extLst>
              <a:ext uri="{FF2B5EF4-FFF2-40B4-BE49-F238E27FC236}">
                <a16:creationId xmlns:a16="http://schemas.microsoft.com/office/drawing/2014/main" id="{3AB492C9-7A86-8BB5-8BCC-E2DF5DE086D0}"/>
              </a:ext>
            </a:extLst>
          </p:cNvPr>
          <p:cNvSpPr txBox="1"/>
          <p:nvPr/>
        </p:nvSpPr>
        <p:spPr>
          <a:xfrm>
            <a:off x="380999" y="1637969"/>
            <a:ext cx="6294121" cy="2190442"/>
          </a:xfrm>
          <a:prstGeom prst="rect">
            <a:avLst/>
          </a:prstGeom>
          <a:noFill/>
          <a:ln w="12700">
            <a:solidFill>
              <a:schemeClr val="accent2">
                <a:lumMod val="20000"/>
                <a:lumOff val="80000"/>
              </a:schemeClr>
            </a:solidFill>
          </a:ln>
        </p:spPr>
        <p:txBody>
          <a:bodyPr wrap="square" lIns="91440" tIns="72000" rIns="91440" bIns="7200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HM Serif"/>
                <a:ea typeface="+mn-ea"/>
                <a:cs typeface="+mn-cs"/>
              </a:rPr>
              <a:t>The goal</a:t>
            </a:r>
            <a:r>
              <a:rPr kumimoji="0" lang="en-US" sz="1200" b="0" i="0" u="none" strike="noStrike" kern="1200" cap="none" spc="0" normalizeH="0" baseline="0" noProof="0">
                <a:ln>
                  <a:noFill/>
                </a:ln>
                <a:solidFill>
                  <a:prstClr val="black"/>
                </a:solidFill>
                <a:effectLst/>
                <a:uLnTx/>
                <a:uFillTx/>
                <a:latin typeface="HM Serif"/>
                <a:ea typeface="+mn-ea"/>
                <a:cs typeface="+mn-cs"/>
              </a:rPr>
              <a:t> is to scope the value drops in such a manner that one value drop can be started each PI. The aim is to complete the technical realization of the specific Value Drop (</a:t>
            </a:r>
            <a:r>
              <a:rPr kumimoji="0" lang="en-US" sz="1200" b="0" i="0" u="none" strike="noStrike" kern="1200" cap="none" spc="0" normalizeH="0" baseline="0" noProof="0" err="1">
                <a:ln>
                  <a:noFill/>
                </a:ln>
                <a:solidFill>
                  <a:prstClr val="black"/>
                </a:solidFill>
                <a:effectLst/>
                <a:uLnTx/>
                <a:uFillTx/>
                <a:latin typeface="HM Serif"/>
                <a:ea typeface="+mn-ea"/>
                <a:cs typeface="+mn-cs"/>
              </a:rPr>
              <a:t>VaD</a:t>
            </a:r>
            <a:r>
              <a:rPr kumimoji="0" lang="en-US" sz="1200" b="0" i="0" u="none" strike="noStrike" kern="1200" cap="none" spc="0" normalizeH="0" baseline="0" noProof="0">
                <a:ln>
                  <a:noFill/>
                </a:ln>
                <a:solidFill>
                  <a:prstClr val="black"/>
                </a:solidFill>
                <a:effectLst/>
                <a:uLnTx/>
                <a:uFillTx/>
                <a:latin typeface="HM Serif"/>
                <a:ea typeface="+mn-ea"/>
                <a:cs typeface="+mn-cs"/>
              </a:rPr>
              <a:t>) within one PI, while the migration activities continues, spanning over one or several PIs, depending on the effort required until completed.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HM Serif"/>
                <a:ea typeface="+mn-ea"/>
                <a:cs typeface="+mn-cs"/>
              </a:rPr>
              <a:t>The value drops can be re-arranged (to a certain extent) depending on business priorities. Examples of prioritization input: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HM Serif"/>
                <a:ea typeface="+mn-ea"/>
                <a:cs typeface="+mn-cs"/>
              </a:rPr>
              <a:t>Decom of IAM Master (due to lack of resilience)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HM Serif"/>
                <a:ea typeface="+mn-ea"/>
                <a:cs typeface="+mn-cs"/>
              </a:rPr>
              <a:t>Decom of MIM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HM Serif"/>
                <a:ea typeface="+mn-ea"/>
                <a:cs typeface="+mn-cs"/>
              </a:rPr>
              <a:t>Ongoing projects / initiatives (e.g., New POS, One experience etc.)</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HM Serif"/>
                <a:ea typeface="+mn-ea"/>
                <a:cs typeface="+mn-cs"/>
              </a:rPr>
              <a:t>Changes to the organization</a:t>
            </a:r>
          </a:p>
        </p:txBody>
      </p:sp>
      <p:cxnSp>
        <p:nvCxnSpPr>
          <p:cNvPr id="27" name="Straight Connector 26">
            <a:extLst>
              <a:ext uri="{FF2B5EF4-FFF2-40B4-BE49-F238E27FC236}">
                <a16:creationId xmlns:a16="http://schemas.microsoft.com/office/drawing/2014/main" id="{D2ABAF46-68F8-9252-3962-7D1A65A73635}"/>
              </a:ext>
            </a:extLst>
          </p:cNvPr>
          <p:cNvCxnSpPr>
            <a:cxnSpLocks/>
          </p:cNvCxnSpPr>
          <p:nvPr/>
        </p:nvCxnSpPr>
        <p:spPr>
          <a:xfrm>
            <a:off x="6915343" y="1590263"/>
            <a:ext cx="0" cy="465906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7531700E-6E86-FA1B-C556-F57AAD459DE3}"/>
              </a:ext>
            </a:extLst>
          </p:cNvPr>
          <p:cNvGrpSpPr/>
          <p:nvPr/>
        </p:nvGrpSpPr>
        <p:grpSpPr>
          <a:xfrm>
            <a:off x="7552572" y="1637969"/>
            <a:ext cx="3777536" cy="307462"/>
            <a:chOff x="7642766" y="1637969"/>
            <a:chExt cx="3777536" cy="307462"/>
          </a:xfrm>
        </p:grpSpPr>
        <p:sp>
          <p:nvSpPr>
            <p:cNvPr id="39" name="Rectangle 38">
              <a:extLst>
                <a:ext uri="{FF2B5EF4-FFF2-40B4-BE49-F238E27FC236}">
                  <a16:creationId xmlns:a16="http://schemas.microsoft.com/office/drawing/2014/main" id="{3AD32F58-B834-748B-705D-721732FEB7AA}"/>
                </a:ext>
              </a:extLst>
            </p:cNvPr>
            <p:cNvSpPr/>
            <p:nvPr/>
          </p:nvSpPr>
          <p:spPr>
            <a:xfrm>
              <a:off x="8958702" y="1637969"/>
              <a:ext cx="2461600" cy="3074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252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Technical go-live and access visibility. Initiate clean-up activities</a:t>
              </a:r>
            </a:p>
          </p:txBody>
        </p:sp>
        <p:sp>
          <p:nvSpPr>
            <p:cNvPr id="40" name="Arrow: Pentagon 39">
              <a:extLst>
                <a:ext uri="{FF2B5EF4-FFF2-40B4-BE49-F238E27FC236}">
                  <a16:creationId xmlns:a16="http://schemas.microsoft.com/office/drawing/2014/main" id="{552ECEEC-5117-44B3-DA07-7F4BBB343000}"/>
                </a:ext>
              </a:extLst>
            </p:cNvPr>
            <p:cNvSpPr/>
            <p:nvPr/>
          </p:nvSpPr>
          <p:spPr>
            <a:xfrm>
              <a:off x="7642766" y="1637969"/>
              <a:ext cx="1516663" cy="307462"/>
            </a:xfrm>
            <a:prstGeom prst="homePlat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Value Drop #1</a:t>
              </a:r>
            </a:p>
          </p:txBody>
        </p:sp>
      </p:grpSp>
      <p:grpSp>
        <p:nvGrpSpPr>
          <p:cNvPr id="79" name="Group 78">
            <a:extLst>
              <a:ext uri="{FF2B5EF4-FFF2-40B4-BE49-F238E27FC236}">
                <a16:creationId xmlns:a16="http://schemas.microsoft.com/office/drawing/2014/main" id="{50412893-AF87-A93F-AB29-961579B77BDC}"/>
              </a:ext>
            </a:extLst>
          </p:cNvPr>
          <p:cNvGrpSpPr/>
          <p:nvPr/>
        </p:nvGrpSpPr>
        <p:grpSpPr>
          <a:xfrm>
            <a:off x="7552572" y="2108714"/>
            <a:ext cx="3777536" cy="307462"/>
            <a:chOff x="7642766" y="2108714"/>
            <a:chExt cx="3777536" cy="307462"/>
          </a:xfrm>
        </p:grpSpPr>
        <p:sp>
          <p:nvSpPr>
            <p:cNvPr id="42" name="Rectangle 41">
              <a:extLst>
                <a:ext uri="{FF2B5EF4-FFF2-40B4-BE49-F238E27FC236}">
                  <a16:creationId xmlns:a16="http://schemas.microsoft.com/office/drawing/2014/main" id="{68025A03-855D-D1E0-0803-01BE041CE60D}"/>
                </a:ext>
              </a:extLst>
            </p:cNvPr>
            <p:cNvSpPr/>
            <p:nvPr/>
          </p:nvSpPr>
          <p:spPr>
            <a:xfrm>
              <a:off x="8958702" y="2108714"/>
              <a:ext cx="2461600" cy="3074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252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Identity Lifecycle Management of Employees</a:t>
              </a:r>
            </a:p>
          </p:txBody>
        </p:sp>
        <p:sp>
          <p:nvSpPr>
            <p:cNvPr id="43" name="Arrow: Pentagon 42">
              <a:extLst>
                <a:ext uri="{FF2B5EF4-FFF2-40B4-BE49-F238E27FC236}">
                  <a16:creationId xmlns:a16="http://schemas.microsoft.com/office/drawing/2014/main" id="{9CE22BEC-D833-AD47-D524-BAABCFF8E7E1}"/>
                </a:ext>
              </a:extLst>
            </p:cNvPr>
            <p:cNvSpPr/>
            <p:nvPr/>
          </p:nvSpPr>
          <p:spPr>
            <a:xfrm>
              <a:off x="7642766" y="2108714"/>
              <a:ext cx="1516663" cy="307462"/>
            </a:xfrm>
            <a:prstGeom prst="homePlat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Value Drop #2</a:t>
              </a:r>
            </a:p>
          </p:txBody>
        </p:sp>
      </p:grpSp>
      <p:grpSp>
        <p:nvGrpSpPr>
          <p:cNvPr id="78" name="Group 77">
            <a:extLst>
              <a:ext uri="{FF2B5EF4-FFF2-40B4-BE49-F238E27FC236}">
                <a16:creationId xmlns:a16="http://schemas.microsoft.com/office/drawing/2014/main" id="{093C1C87-3BF6-9339-B114-22C11CC0FB6C}"/>
              </a:ext>
            </a:extLst>
          </p:cNvPr>
          <p:cNvGrpSpPr/>
          <p:nvPr/>
        </p:nvGrpSpPr>
        <p:grpSpPr>
          <a:xfrm>
            <a:off x="7552572" y="3991694"/>
            <a:ext cx="3777536" cy="307462"/>
            <a:chOff x="7642766" y="3991694"/>
            <a:chExt cx="3777536" cy="307462"/>
          </a:xfrm>
        </p:grpSpPr>
        <p:sp>
          <p:nvSpPr>
            <p:cNvPr id="45" name="Rectangle 44">
              <a:extLst>
                <a:ext uri="{FF2B5EF4-FFF2-40B4-BE49-F238E27FC236}">
                  <a16:creationId xmlns:a16="http://schemas.microsoft.com/office/drawing/2014/main" id="{BC5F2335-F089-FD0D-7658-FE785C79EC52}"/>
                </a:ext>
              </a:extLst>
            </p:cNvPr>
            <p:cNvSpPr/>
            <p:nvPr/>
          </p:nvSpPr>
          <p:spPr>
            <a:xfrm>
              <a:off x="8958702" y="3991694"/>
              <a:ext cx="2461600" cy="3074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252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HM Serif"/>
                  <a:ea typeface="+mn-ea"/>
                  <a:cs typeface="+mn-cs"/>
                </a:rPr>
                <a:t>Identity Lifecycle Management of MSP and suppliers (excl. the supplier portal)</a:t>
              </a:r>
            </a:p>
          </p:txBody>
        </p:sp>
        <p:sp>
          <p:nvSpPr>
            <p:cNvPr id="46" name="Arrow: Pentagon 45">
              <a:extLst>
                <a:ext uri="{FF2B5EF4-FFF2-40B4-BE49-F238E27FC236}">
                  <a16:creationId xmlns:a16="http://schemas.microsoft.com/office/drawing/2014/main" id="{F596E7E4-AB07-E5F0-E8A7-7393CB910721}"/>
                </a:ext>
              </a:extLst>
            </p:cNvPr>
            <p:cNvSpPr/>
            <p:nvPr/>
          </p:nvSpPr>
          <p:spPr>
            <a:xfrm>
              <a:off x="7642766" y="3991694"/>
              <a:ext cx="1516663" cy="307462"/>
            </a:xfrm>
            <a:prstGeom prst="homePlat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Value Drop #6</a:t>
              </a:r>
            </a:p>
          </p:txBody>
        </p:sp>
      </p:grpSp>
      <p:grpSp>
        <p:nvGrpSpPr>
          <p:cNvPr id="77" name="Group 76">
            <a:extLst>
              <a:ext uri="{FF2B5EF4-FFF2-40B4-BE49-F238E27FC236}">
                <a16:creationId xmlns:a16="http://schemas.microsoft.com/office/drawing/2014/main" id="{B877BF36-87BC-9167-1F2F-82D83E55643E}"/>
              </a:ext>
            </a:extLst>
          </p:cNvPr>
          <p:cNvGrpSpPr/>
          <p:nvPr/>
        </p:nvGrpSpPr>
        <p:grpSpPr>
          <a:xfrm>
            <a:off x="7552572" y="4462439"/>
            <a:ext cx="3777536" cy="307462"/>
            <a:chOff x="7642766" y="4462439"/>
            <a:chExt cx="3777536" cy="307462"/>
          </a:xfrm>
        </p:grpSpPr>
        <p:sp>
          <p:nvSpPr>
            <p:cNvPr id="48" name="Rectangle 47">
              <a:extLst>
                <a:ext uri="{FF2B5EF4-FFF2-40B4-BE49-F238E27FC236}">
                  <a16:creationId xmlns:a16="http://schemas.microsoft.com/office/drawing/2014/main" id="{6E4E62EF-6E9A-3C17-48B4-8BF628CFF0C5}"/>
                </a:ext>
              </a:extLst>
            </p:cNvPr>
            <p:cNvSpPr/>
            <p:nvPr/>
          </p:nvSpPr>
          <p:spPr>
            <a:xfrm>
              <a:off x="8958702" y="4462439"/>
              <a:ext cx="2461600" cy="3074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252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Processes and ownership structure to facilitate request-based access control</a:t>
              </a:r>
            </a:p>
          </p:txBody>
        </p:sp>
        <p:sp>
          <p:nvSpPr>
            <p:cNvPr id="49" name="Arrow: Pentagon 48">
              <a:extLst>
                <a:ext uri="{FF2B5EF4-FFF2-40B4-BE49-F238E27FC236}">
                  <a16:creationId xmlns:a16="http://schemas.microsoft.com/office/drawing/2014/main" id="{753A15EA-7CE5-9EB1-6540-C34A0C802690}"/>
                </a:ext>
              </a:extLst>
            </p:cNvPr>
            <p:cNvSpPr/>
            <p:nvPr/>
          </p:nvSpPr>
          <p:spPr>
            <a:xfrm>
              <a:off x="7642766" y="4462439"/>
              <a:ext cx="1516663" cy="307462"/>
            </a:xfrm>
            <a:prstGeom prst="homePlat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Value Drop #7</a:t>
              </a:r>
            </a:p>
          </p:txBody>
        </p:sp>
      </p:grpSp>
      <p:grpSp>
        <p:nvGrpSpPr>
          <p:cNvPr id="76" name="Group 75">
            <a:extLst>
              <a:ext uri="{FF2B5EF4-FFF2-40B4-BE49-F238E27FC236}">
                <a16:creationId xmlns:a16="http://schemas.microsoft.com/office/drawing/2014/main" id="{D372DCF5-5C0A-3C49-BDDF-9A3EACC18B3F}"/>
              </a:ext>
            </a:extLst>
          </p:cNvPr>
          <p:cNvGrpSpPr/>
          <p:nvPr/>
        </p:nvGrpSpPr>
        <p:grpSpPr>
          <a:xfrm>
            <a:off x="7552572" y="4933184"/>
            <a:ext cx="3777536" cy="307462"/>
            <a:chOff x="7642766" y="4933184"/>
            <a:chExt cx="3777536" cy="307462"/>
          </a:xfrm>
        </p:grpSpPr>
        <p:sp>
          <p:nvSpPr>
            <p:cNvPr id="51" name="Rectangle 50">
              <a:extLst>
                <a:ext uri="{FF2B5EF4-FFF2-40B4-BE49-F238E27FC236}">
                  <a16:creationId xmlns:a16="http://schemas.microsoft.com/office/drawing/2014/main" id="{0496DEF5-7941-488F-9C1C-2DB90F40C930}"/>
                </a:ext>
              </a:extLst>
            </p:cNvPr>
            <p:cNvSpPr/>
            <p:nvPr/>
          </p:nvSpPr>
          <p:spPr>
            <a:xfrm>
              <a:off x="8958702" y="4933184"/>
              <a:ext cx="2461600" cy="3074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252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New integration and migration from IAM Master</a:t>
              </a:r>
            </a:p>
          </p:txBody>
        </p:sp>
        <p:sp>
          <p:nvSpPr>
            <p:cNvPr id="52" name="Arrow: Pentagon 51">
              <a:extLst>
                <a:ext uri="{FF2B5EF4-FFF2-40B4-BE49-F238E27FC236}">
                  <a16:creationId xmlns:a16="http://schemas.microsoft.com/office/drawing/2014/main" id="{8E6FD877-128A-4F1D-4D68-563D2CD3A7F3}"/>
                </a:ext>
              </a:extLst>
            </p:cNvPr>
            <p:cNvSpPr/>
            <p:nvPr/>
          </p:nvSpPr>
          <p:spPr>
            <a:xfrm>
              <a:off x="7642766" y="4933184"/>
              <a:ext cx="1516663" cy="307462"/>
            </a:xfrm>
            <a:prstGeom prst="homePlat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Value Drop #8</a:t>
              </a:r>
            </a:p>
          </p:txBody>
        </p:sp>
      </p:grpSp>
      <p:grpSp>
        <p:nvGrpSpPr>
          <p:cNvPr id="75" name="Group 74">
            <a:extLst>
              <a:ext uri="{FF2B5EF4-FFF2-40B4-BE49-F238E27FC236}">
                <a16:creationId xmlns:a16="http://schemas.microsoft.com/office/drawing/2014/main" id="{37F54BCF-BEB5-514A-50A1-9C6359F870AD}"/>
              </a:ext>
            </a:extLst>
          </p:cNvPr>
          <p:cNvGrpSpPr/>
          <p:nvPr/>
        </p:nvGrpSpPr>
        <p:grpSpPr>
          <a:xfrm>
            <a:off x="7552572" y="5403929"/>
            <a:ext cx="3777536" cy="307462"/>
            <a:chOff x="7642766" y="5403929"/>
            <a:chExt cx="3777536" cy="307462"/>
          </a:xfrm>
        </p:grpSpPr>
        <p:sp>
          <p:nvSpPr>
            <p:cNvPr id="54" name="Rectangle 53">
              <a:extLst>
                <a:ext uri="{FF2B5EF4-FFF2-40B4-BE49-F238E27FC236}">
                  <a16:creationId xmlns:a16="http://schemas.microsoft.com/office/drawing/2014/main" id="{DBCADF70-8386-FB92-E93E-BD0CF176C46C}"/>
                </a:ext>
              </a:extLst>
            </p:cNvPr>
            <p:cNvSpPr/>
            <p:nvPr/>
          </p:nvSpPr>
          <p:spPr>
            <a:xfrm>
              <a:off x="8958702" y="5403929"/>
              <a:ext cx="2461600" cy="3074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252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Identity Lifecycle Management of Things</a:t>
              </a:r>
            </a:p>
          </p:txBody>
        </p:sp>
        <p:sp>
          <p:nvSpPr>
            <p:cNvPr id="55" name="Arrow: Pentagon 54">
              <a:extLst>
                <a:ext uri="{FF2B5EF4-FFF2-40B4-BE49-F238E27FC236}">
                  <a16:creationId xmlns:a16="http://schemas.microsoft.com/office/drawing/2014/main" id="{DB5458B6-1731-2F28-1AA9-BB2D18562A6D}"/>
                </a:ext>
              </a:extLst>
            </p:cNvPr>
            <p:cNvSpPr/>
            <p:nvPr/>
          </p:nvSpPr>
          <p:spPr>
            <a:xfrm>
              <a:off x="7642766" y="5403929"/>
              <a:ext cx="1516663" cy="307462"/>
            </a:xfrm>
            <a:prstGeom prst="homePlat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Value Drop #9</a:t>
              </a:r>
            </a:p>
          </p:txBody>
        </p:sp>
      </p:grpSp>
      <p:grpSp>
        <p:nvGrpSpPr>
          <p:cNvPr id="74" name="Group 73">
            <a:extLst>
              <a:ext uri="{FF2B5EF4-FFF2-40B4-BE49-F238E27FC236}">
                <a16:creationId xmlns:a16="http://schemas.microsoft.com/office/drawing/2014/main" id="{C1765249-7B91-918D-CC43-B3E04E09C633}"/>
              </a:ext>
            </a:extLst>
          </p:cNvPr>
          <p:cNvGrpSpPr/>
          <p:nvPr/>
        </p:nvGrpSpPr>
        <p:grpSpPr>
          <a:xfrm>
            <a:off x="7552572" y="5874677"/>
            <a:ext cx="3777536" cy="307462"/>
            <a:chOff x="7642766" y="5874677"/>
            <a:chExt cx="3777536" cy="307462"/>
          </a:xfrm>
        </p:grpSpPr>
        <p:sp>
          <p:nvSpPr>
            <p:cNvPr id="57" name="Rectangle 56">
              <a:extLst>
                <a:ext uri="{FF2B5EF4-FFF2-40B4-BE49-F238E27FC236}">
                  <a16:creationId xmlns:a16="http://schemas.microsoft.com/office/drawing/2014/main" id="{EDEF9B92-50AF-727C-DBDB-C2E1B94CAC53}"/>
                </a:ext>
              </a:extLst>
            </p:cNvPr>
            <p:cNvSpPr/>
            <p:nvPr/>
          </p:nvSpPr>
          <p:spPr>
            <a:xfrm>
              <a:off x="8958702" y="5874677"/>
              <a:ext cx="2461600" cy="3074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252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Foundational functionality for SAP and plan forward </a:t>
              </a:r>
            </a:p>
          </p:txBody>
        </p:sp>
        <p:sp>
          <p:nvSpPr>
            <p:cNvPr id="58" name="Arrow: Pentagon 57">
              <a:extLst>
                <a:ext uri="{FF2B5EF4-FFF2-40B4-BE49-F238E27FC236}">
                  <a16:creationId xmlns:a16="http://schemas.microsoft.com/office/drawing/2014/main" id="{8449AF4E-E1C3-875B-5A87-EF1A781AD5B2}"/>
                </a:ext>
              </a:extLst>
            </p:cNvPr>
            <p:cNvSpPr/>
            <p:nvPr/>
          </p:nvSpPr>
          <p:spPr>
            <a:xfrm>
              <a:off x="7642766" y="5874677"/>
              <a:ext cx="1516663" cy="307462"/>
            </a:xfrm>
            <a:prstGeom prst="homePlat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Value Drop #10</a:t>
              </a:r>
            </a:p>
          </p:txBody>
        </p:sp>
      </p:grpSp>
      <p:grpSp>
        <p:nvGrpSpPr>
          <p:cNvPr id="73" name="Group 72">
            <a:extLst>
              <a:ext uri="{FF2B5EF4-FFF2-40B4-BE49-F238E27FC236}">
                <a16:creationId xmlns:a16="http://schemas.microsoft.com/office/drawing/2014/main" id="{7A55DE9B-D99F-9837-75CA-182E57F028D9}"/>
              </a:ext>
            </a:extLst>
          </p:cNvPr>
          <p:cNvGrpSpPr/>
          <p:nvPr/>
        </p:nvGrpSpPr>
        <p:grpSpPr>
          <a:xfrm>
            <a:off x="7552572" y="3520949"/>
            <a:ext cx="3777536" cy="307462"/>
            <a:chOff x="7642766" y="3520949"/>
            <a:chExt cx="3777536" cy="307462"/>
          </a:xfrm>
        </p:grpSpPr>
        <p:sp>
          <p:nvSpPr>
            <p:cNvPr id="60" name="Rectangle 59">
              <a:extLst>
                <a:ext uri="{FF2B5EF4-FFF2-40B4-BE49-F238E27FC236}">
                  <a16:creationId xmlns:a16="http://schemas.microsoft.com/office/drawing/2014/main" id="{29B3E33D-0A0F-2472-6FE6-BB6F48F9F8E1}"/>
                </a:ext>
              </a:extLst>
            </p:cNvPr>
            <p:cNvSpPr/>
            <p:nvPr/>
          </p:nvSpPr>
          <p:spPr>
            <a:xfrm>
              <a:off x="8958702" y="3520949"/>
              <a:ext cx="2461600" cy="3074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252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Cont. migration of Identity LCM and addition of new functionality</a:t>
              </a:r>
            </a:p>
          </p:txBody>
        </p:sp>
        <p:sp>
          <p:nvSpPr>
            <p:cNvPr id="61" name="Arrow: Pentagon 60">
              <a:extLst>
                <a:ext uri="{FF2B5EF4-FFF2-40B4-BE49-F238E27FC236}">
                  <a16:creationId xmlns:a16="http://schemas.microsoft.com/office/drawing/2014/main" id="{A2CFB601-6705-8B8B-FD0F-0EEC8247B053}"/>
                </a:ext>
              </a:extLst>
            </p:cNvPr>
            <p:cNvSpPr/>
            <p:nvPr/>
          </p:nvSpPr>
          <p:spPr>
            <a:xfrm>
              <a:off x="7642766" y="3520949"/>
              <a:ext cx="1516663" cy="307462"/>
            </a:xfrm>
            <a:prstGeom prst="homePlat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Value Drop #5</a:t>
              </a:r>
            </a:p>
          </p:txBody>
        </p:sp>
      </p:grpSp>
      <p:grpSp>
        <p:nvGrpSpPr>
          <p:cNvPr id="72" name="Group 71">
            <a:extLst>
              <a:ext uri="{FF2B5EF4-FFF2-40B4-BE49-F238E27FC236}">
                <a16:creationId xmlns:a16="http://schemas.microsoft.com/office/drawing/2014/main" id="{C9FEC00E-ED6F-28A5-158B-11E8323681D7}"/>
              </a:ext>
            </a:extLst>
          </p:cNvPr>
          <p:cNvGrpSpPr/>
          <p:nvPr/>
        </p:nvGrpSpPr>
        <p:grpSpPr>
          <a:xfrm>
            <a:off x="7552572" y="3050204"/>
            <a:ext cx="3777536" cy="307462"/>
            <a:chOff x="7642766" y="3050204"/>
            <a:chExt cx="3777536" cy="307462"/>
          </a:xfrm>
        </p:grpSpPr>
        <p:sp>
          <p:nvSpPr>
            <p:cNvPr id="63" name="Rectangle 62">
              <a:extLst>
                <a:ext uri="{FF2B5EF4-FFF2-40B4-BE49-F238E27FC236}">
                  <a16:creationId xmlns:a16="http://schemas.microsoft.com/office/drawing/2014/main" id="{5A6362DD-3674-554B-13DD-BDF9EDD5A94E}"/>
                </a:ext>
              </a:extLst>
            </p:cNvPr>
            <p:cNvSpPr/>
            <p:nvPr/>
          </p:nvSpPr>
          <p:spPr>
            <a:xfrm>
              <a:off x="8958702" y="3050204"/>
              <a:ext cx="2461600" cy="3074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252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Identity Lifecycle Management of Contingent Workforce</a:t>
              </a:r>
            </a:p>
          </p:txBody>
        </p:sp>
        <p:sp>
          <p:nvSpPr>
            <p:cNvPr id="64" name="Arrow: Pentagon 63">
              <a:extLst>
                <a:ext uri="{FF2B5EF4-FFF2-40B4-BE49-F238E27FC236}">
                  <a16:creationId xmlns:a16="http://schemas.microsoft.com/office/drawing/2014/main" id="{188DB6B5-14D4-8D1D-383D-FEBFCC8D82C4}"/>
                </a:ext>
              </a:extLst>
            </p:cNvPr>
            <p:cNvSpPr/>
            <p:nvPr/>
          </p:nvSpPr>
          <p:spPr>
            <a:xfrm>
              <a:off x="7642766" y="3050204"/>
              <a:ext cx="1516663" cy="307462"/>
            </a:xfrm>
            <a:prstGeom prst="homePlat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Value Drop #4</a:t>
              </a:r>
            </a:p>
          </p:txBody>
        </p:sp>
      </p:grpSp>
      <p:grpSp>
        <p:nvGrpSpPr>
          <p:cNvPr id="71" name="Group 70">
            <a:extLst>
              <a:ext uri="{FF2B5EF4-FFF2-40B4-BE49-F238E27FC236}">
                <a16:creationId xmlns:a16="http://schemas.microsoft.com/office/drawing/2014/main" id="{525ABD42-51E9-B3AD-9998-0062CDAB44EF}"/>
              </a:ext>
            </a:extLst>
          </p:cNvPr>
          <p:cNvGrpSpPr/>
          <p:nvPr/>
        </p:nvGrpSpPr>
        <p:grpSpPr>
          <a:xfrm>
            <a:off x="7552572" y="2579459"/>
            <a:ext cx="3777536" cy="307462"/>
            <a:chOff x="7642766" y="2579459"/>
            <a:chExt cx="3777536" cy="307462"/>
          </a:xfrm>
        </p:grpSpPr>
        <p:sp>
          <p:nvSpPr>
            <p:cNvPr id="66" name="Rectangle 65">
              <a:extLst>
                <a:ext uri="{FF2B5EF4-FFF2-40B4-BE49-F238E27FC236}">
                  <a16:creationId xmlns:a16="http://schemas.microsoft.com/office/drawing/2014/main" id="{26DD44ED-BEE2-B6DB-FC12-849206712B79}"/>
                </a:ext>
              </a:extLst>
            </p:cNvPr>
            <p:cNvSpPr/>
            <p:nvPr/>
          </p:nvSpPr>
          <p:spPr>
            <a:xfrm>
              <a:off x="8958702" y="2579459"/>
              <a:ext cx="2461600" cy="3074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252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Transformation of rule-based access</a:t>
              </a:r>
            </a:p>
          </p:txBody>
        </p:sp>
        <p:sp>
          <p:nvSpPr>
            <p:cNvPr id="67" name="Arrow: Pentagon 66">
              <a:extLst>
                <a:ext uri="{FF2B5EF4-FFF2-40B4-BE49-F238E27FC236}">
                  <a16:creationId xmlns:a16="http://schemas.microsoft.com/office/drawing/2014/main" id="{4234C25C-FC58-4DA1-861A-5A88062A1B61}"/>
                </a:ext>
              </a:extLst>
            </p:cNvPr>
            <p:cNvSpPr/>
            <p:nvPr/>
          </p:nvSpPr>
          <p:spPr>
            <a:xfrm>
              <a:off x="7642766" y="2579459"/>
              <a:ext cx="1516663" cy="307462"/>
            </a:xfrm>
            <a:prstGeom prst="homePlat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Value Drop #3</a:t>
              </a:r>
            </a:p>
          </p:txBody>
        </p:sp>
      </p:grpSp>
      <p:sp>
        <p:nvSpPr>
          <p:cNvPr id="68" name="TextBox 67">
            <a:extLst>
              <a:ext uri="{FF2B5EF4-FFF2-40B4-BE49-F238E27FC236}">
                <a16:creationId xmlns:a16="http://schemas.microsoft.com/office/drawing/2014/main" id="{1EEA5A16-1CDB-0262-5BF4-6BB746B5C2FB}"/>
              </a:ext>
            </a:extLst>
          </p:cNvPr>
          <p:cNvSpPr txBox="1"/>
          <p:nvPr/>
        </p:nvSpPr>
        <p:spPr>
          <a:xfrm>
            <a:off x="380999" y="3991697"/>
            <a:ext cx="6294122" cy="2190442"/>
          </a:xfrm>
          <a:prstGeom prst="rect">
            <a:avLst/>
          </a:prstGeom>
          <a:noFill/>
          <a:ln w="12700">
            <a:solidFill>
              <a:schemeClr val="accent2">
                <a:lumMod val="20000"/>
                <a:lumOff val="80000"/>
              </a:schemeClr>
            </a:solidFill>
          </a:ln>
        </p:spPr>
        <p:txBody>
          <a:bodyPr wrap="square" lIns="91440" tIns="72000" rIns="91440" bIns="7200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HM Serif"/>
                <a:ea typeface="+mn-ea"/>
                <a:cs typeface="+mn-cs"/>
              </a:rPr>
              <a:t>A Value Drop consist of several aspects</a:t>
            </a:r>
            <a:r>
              <a:rPr kumimoji="0" lang="en-US" sz="1200" b="0" i="0" u="none" strike="noStrike" kern="1200" cap="none" spc="0" normalizeH="0" baseline="0" noProof="0">
                <a:ln>
                  <a:noFill/>
                </a:ln>
                <a:solidFill>
                  <a:prstClr val="black"/>
                </a:solidFill>
                <a:effectLst/>
                <a:uLnTx/>
                <a:uFillTx/>
                <a:latin typeface="HM Serif"/>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HM Serif"/>
                <a:ea typeface="+mn-ea"/>
                <a:cs typeface="+mn-cs"/>
              </a:rPr>
              <a:t>Functional and technical as-is analysis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HM Serif"/>
                <a:ea typeface="+mn-ea"/>
                <a:cs typeface="+mn-cs"/>
              </a:rPr>
              <a:t>Functional to-be design ensuring best practices, self-service and automation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HM Serif"/>
                <a:ea typeface="+mn-ea"/>
                <a:cs typeface="+mn-cs"/>
              </a:rPr>
              <a:t>Technical design and implementation realizing the functional design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HM Serif"/>
                <a:ea typeface="+mn-ea"/>
                <a:cs typeface="+mn-cs"/>
              </a:rPr>
              <a:t>Change management activities when required, especially when there is an end-user impact related to a value drop</a:t>
            </a:r>
            <a:endParaRPr kumimoji="0" lang="en-US" sz="1000" b="0" i="0" u="none" strike="noStrike" kern="1200" cap="none" spc="0" normalizeH="0" baseline="0" noProof="0">
              <a:ln>
                <a:noFill/>
              </a:ln>
              <a:solidFill>
                <a:prstClr val="black"/>
              </a:solidFill>
              <a:effectLst/>
              <a:uLnTx/>
              <a:uFillTx/>
              <a:latin typeface="HM Serif"/>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HM Serif"/>
                <a:ea typeface="+mn-ea"/>
                <a:cs typeface="+mn-cs"/>
              </a:rPr>
              <a:t>Knowledge transfer and handover to Operations team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HM Serif"/>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HM Serif"/>
                <a:ea typeface="+mn-ea"/>
                <a:cs typeface="+mn-cs"/>
              </a:rPr>
              <a:t>All design and implementation is documented on our </a:t>
            </a:r>
            <a:r>
              <a:rPr kumimoji="0" lang="en-US" sz="1200" b="0" i="0" u="none" strike="noStrike" kern="1200" cap="none" spc="0" normalizeH="0" baseline="0" noProof="0">
                <a:ln>
                  <a:noFill/>
                </a:ln>
                <a:solidFill>
                  <a:prstClr val="black"/>
                </a:solidFill>
                <a:effectLst/>
                <a:uLnTx/>
                <a:uFillTx/>
                <a:latin typeface="HM Serif"/>
                <a:ea typeface="+mn-ea"/>
                <a:cs typeface="+mn-cs"/>
                <a:hlinkClick r:id="rId3"/>
              </a:rPr>
              <a:t>Confluence page</a:t>
            </a:r>
            <a:r>
              <a:rPr kumimoji="0" lang="en-US" sz="1200" b="0" i="0" u="none" strike="noStrike" kern="1200" cap="none" spc="0" normalizeH="0" baseline="0" noProof="0">
                <a:ln>
                  <a:noFill/>
                </a:ln>
                <a:solidFill>
                  <a:prstClr val="black"/>
                </a:solidFill>
                <a:effectLst/>
                <a:uLnTx/>
                <a:uFillTx/>
                <a:latin typeface="HM Serif"/>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HM Serif"/>
                <a:ea typeface="+mn-ea"/>
                <a:cs typeface="+mn-cs"/>
              </a:rPr>
              <a:t>For end-user information, visit the </a:t>
            </a:r>
            <a:r>
              <a:rPr kumimoji="0" lang="en-US" sz="1200" b="0" i="0" u="none" strike="noStrike" kern="1200" cap="none" spc="0" normalizeH="0" baseline="0" noProof="0">
                <a:ln>
                  <a:noFill/>
                </a:ln>
                <a:solidFill>
                  <a:prstClr val="black"/>
                </a:solidFill>
                <a:effectLst/>
                <a:uLnTx/>
                <a:uFillTx/>
                <a:latin typeface="HM Serif"/>
                <a:ea typeface="+mn-ea"/>
                <a:cs typeface="+mn-cs"/>
                <a:hlinkClick r:id="rId4"/>
              </a:rPr>
              <a:t>Enterprise IAM Transformation SharePoint site</a:t>
            </a:r>
            <a:r>
              <a:rPr kumimoji="0" lang="en-US" sz="1200" b="0" i="0" u="none" strike="noStrike" kern="1200" cap="none" spc="0" normalizeH="0" baseline="0" noProof="0">
                <a:ln>
                  <a:noFill/>
                </a:ln>
                <a:solidFill>
                  <a:prstClr val="black"/>
                </a:solidFill>
                <a:effectLst/>
                <a:uLnTx/>
                <a:uFillTx/>
                <a:latin typeface="HM Serif"/>
                <a:ea typeface="+mn-ea"/>
                <a:cs typeface="+mn-cs"/>
              </a:rPr>
              <a:t>.</a:t>
            </a:r>
          </a:p>
        </p:txBody>
      </p:sp>
      <p:sp>
        <p:nvSpPr>
          <p:cNvPr id="69" name="Arrow: Up-Down 68">
            <a:extLst>
              <a:ext uri="{FF2B5EF4-FFF2-40B4-BE49-F238E27FC236}">
                <a16:creationId xmlns:a16="http://schemas.microsoft.com/office/drawing/2014/main" id="{56C0107D-8B97-EE82-1463-FA66E89166AA}"/>
              </a:ext>
            </a:extLst>
          </p:cNvPr>
          <p:cNvSpPr/>
          <p:nvPr/>
        </p:nvSpPr>
        <p:spPr>
          <a:xfrm>
            <a:off x="7071681" y="1637970"/>
            <a:ext cx="375736" cy="4544170"/>
          </a:xfrm>
          <a:prstGeom prst="upDownArrow">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HM Serif"/>
                <a:ea typeface="+mn-ea"/>
                <a:cs typeface="+mn-cs"/>
              </a:rPr>
              <a:t>Risk Management Reporting</a:t>
            </a:r>
          </a:p>
        </p:txBody>
      </p:sp>
      <p:sp>
        <p:nvSpPr>
          <p:cNvPr id="70" name="Arrow: Up-Down 69">
            <a:extLst>
              <a:ext uri="{FF2B5EF4-FFF2-40B4-BE49-F238E27FC236}">
                <a16:creationId xmlns:a16="http://schemas.microsoft.com/office/drawing/2014/main" id="{C6EE6E46-B462-AC09-6008-6798026A4109}"/>
              </a:ext>
            </a:extLst>
          </p:cNvPr>
          <p:cNvSpPr/>
          <p:nvPr/>
        </p:nvSpPr>
        <p:spPr>
          <a:xfrm>
            <a:off x="11435264" y="1637970"/>
            <a:ext cx="375736" cy="4544170"/>
          </a:xfrm>
          <a:prstGeom prst="upDownArrow">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HM Serif"/>
                <a:ea typeface="+mn-ea"/>
                <a:cs typeface="+mn-cs"/>
              </a:rPr>
              <a:t>Clean-up activities</a:t>
            </a:r>
          </a:p>
        </p:txBody>
      </p:sp>
    </p:spTree>
    <p:extLst>
      <p:ext uri="{BB962C8B-B14F-4D97-AF65-F5344CB8AC3E}">
        <p14:creationId xmlns:p14="http://schemas.microsoft.com/office/powerpoint/2010/main" val="1053178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5B7D2CF-CB50-C199-8D5C-E4BF978C2415}"/>
              </a:ext>
            </a:extLst>
          </p:cNvPr>
          <p:cNvSpPr/>
          <p:nvPr/>
        </p:nvSpPr>
        <p:spPr>
          <a:xfrm>
            <a:off x="9286439" y="422852"/>
            <a:ext cx="948273" cy="6435148"/>
          </a:xfrm>
          <a:prstGeom prst="rect">
            <a:avLst/>
          </a:prstGeom>
          <a:solidFill>
            <a:schemeClr val="accent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HM Serif"/>
                <a:ea typeface="+mn-ea"/>
                <a:cs typeface="+mn-cs"/>
              </a:rPr>
              <a:t>Freeze period</a:t>
            </a:r>
          </a:p>
        </p:txBody>
      </p:sp>
      <p:sp>
        <p:nvSpPr>
          <p:cNvPr id="5" name="Rectangle 4">
            <a:extLst>
              <a:ext uri="{FF2B5EF4-FFF2-40B4-BE49-F238E27FC236}">
                <a16:creationId xmlns:a16="http://schemas.microsoft.com/office/drawing/2014/main" id="{95132033-1852-D7F0-E627-AC382C0D770F}"/>
              </a:ext>
            </a:extLst>
          </p:cNvPr>
          <p:cNvSpPr/>
          <p:nvPr/>
        </p:nvSpPr>
        <p:spPr>
          <a:xfrm>
            <a:off x="4582160" y="422852"/>
            <a:ext cx="948273" cy="6435148"/>
          </a:xfrm>
          <a:prstGeom prst="rect">
            <a:avLst/>
          </a:prstGeom>
          <a:solidFill>
            <a:schemeClr val="accent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HM Serif"/>
                <a:ea typeface="+mn-ea"/>
                <a:cs typeface="+mn-cs"/>
              </a:rPr>
              <a:t>Freeze period</a:t>
            </a:r>
          </a:p>
        </p:txBody>
      </p:sp>
      <p:cxnSp>
        <p:nvCxnSpPr>
          <p:cNvPr id="118" name="Straight Connector 117">
            <a:extLst>
              <a:ext uri="{FF2B5EF4-FFF2-40B4-BE49-F238E27FC236}">
                <a16:creationId xmlns:a16="http://schemas.microsoft.com/office/drawing/2014/main" id="{647039B4-F655-EE39-C56A-37CA8AB1C126}"/>
              </a:ext>
            </a:extLst>
          </p:cNvPr>
          <p:cNvCxnSpPr>
            <a:cxnSpLocks/>
          </p:cNvCxnSpPr>
          <p:nvPr/>
        </p:nvCxnSpPr>
        <p:spPr>
          <a:xfrm rot="5400000">
            <a:off x="-1807462" y="3590852"/>
            <a:ext cx="6336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197DDFCC-4BF6-BD85-1847-3C783F953A4D}"/>
              </a:ext>
            </a:extLst>
          </p:cNvPr>
          <p:cNvCxnSpPr>
            <a:cxnSpLocks/>
          </p:cNvCxnSpPr>
          <p:nvPr/>
        </p:nvCxnSpPr>
        <p:spPr>
          <a:xfrm rot="5400000">
            <a:off x="-621944" y="3590852"/>
            <a:ext cx="6336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4A180ADA-A772-591F-C586-FE8EABD796E3}"/>
              </a:ext>
            </a:extLst>
          </p:cNvPr>
          <p:cNvCxnSpPr>
            <a:cxnSpLocks/>
          </p:cNvCxnSpPr>
          <p:nvPr/>
        </p:nvCxnSpPr>
        <p:spPr>
          <a:xfrm rot="5400000">
            <a:off x="564667" y="3590852"/>
            <a:ext cx="6336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67FE3686-2258-74AE-B818-6C00FB489D32}"/>
              </a:ext>
            </a:extLst>
          </p:cNvPr>
          <p:cNvCxnSpPr>
            <a:cxnSpLocks/>
          </p:cNvCxnSpPr>
          <p:nvPr/>
        </p:nvCxnSpPr>
        <p:spPr>
          <a:xfrm rot="5400000">
            <a:off x="1749672" y="3590852"/>
            <a:ext cx="6336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FE7E230A-B3CB-6AD1-AC11-CCC037BA4D30}"/>
              </a:ext>
            </a:extLst>
          </p:cNvPr>
          <p:cNvCxnSpPr>
            <a:cxnSpLocks/>
          </p:cNvCxnSpPr>
          <p:nvPr/>
        </p:nvCxnSpPr>
        <p:spPr>
          <a:xfrm rot="5400000">
            <a:off x="2928000" y="3590852"/>
            <a:ext cx="6336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634B6FB6-874E-EC98-6169-E97DA7574C1C}"/>
              </a:ext>
            </a:extLst>
          </p:cNvPr>
          <p:cNvCxnSpPr>
            <a:cxnSpLocks/>
          </p:cNvCxnSpPr>
          <p:nvPr/>
        </p:nvCxnSpPr>
        <p:spPr>
          <a:xfrm rot="5400000">
            <a:off x="4105990" y="3590852"/>
            <a:ext cx="6336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5F2BA55E-7DD7-1317-9AD0-37F199D10D32}"/>
              </a:ext>
            </a:extLst>
          </p:cNvPr>
          <p:cNvCxnSpPr>
            <a:cxnSpLocks/>
          </p:cNvCxnSpPr>
          <p:nvPr/>
        </p:nvCxnSpPr>
        <p:spPr>
          <a:xfrm rot="5400000">
            <a:off x="5297692" y="3590852"/>
            <a:ext cx="6336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FB241A6A-0F13-E104-A483-9161D351F5BB}"/>
              </a:ext>
            </a:extLst>
          </p:cNvPr>
          <p:cNvCxnSpPr>
            <a:cxnSpLocks/>
          </p:cNvCxnSpPr>
          <p:nvPr/>
        </p:nvCxnSpPr>
        <p:spPr>
          <a:xfrm rot="5400000">
            <a:off x="6468394" y="3590852"/>
            <a:ext cx="6336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F20ECD1F-1AE2-287A-9A08-FE66B390195E}"/>
              </a:ext>
            </a:extLst>
          </p:cNvPr>
          <p:cNvCxnSpPr>
            <a:cxnSpLocks/>
          </p:cNvCxnSpPr>
          <p:nvPr/>
        </p:nvCxnSpPr>
        <p:spPr>
          <a:xfrm rot="5400000">
            <a:off x="7650537" y="3590852"/>
            <a:ext cx="6336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7" name="Rectangle 116">
            <a:extLst>
              <a:ext uri="{FF2B5EF4-FFF2-40B4-BE49-F238E27FC236}">
                <a16:creationId xmlns:a16="http://schemas.microsoft.com/office/drawing/2014/main" id="{8E75395E-5307-EB9E-F9A4-530E9A33139B}"/>
              </a:ext>
            </a:extLst>
          </p:cNvPr>
          <p:cNvSpPr/>
          <p:nvPr/>
        </p:nvSpPr>
        <p:spPr>
          <a:xfrm>
            <a:off x="5389685" y="6193183"/>
            <a:ext cx="1521069" cy="349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M Serif"/>
              <a:ea typeface="+mn-ea"/>
              <a:cs typeface="+mn-cs"/>
            </a:endParaRPr>
          </a:p>
        </p:txBody>
      </p:sp>
      <p:sp>
        <p:nvSpPr>
          <p:cNvPr id="101" name="Arrow: Pentagon 100">
            <a:extLst>
              <a:ext uri="{FF2B5EF4-FFF2-40B4-BE49-F238E27FC236}">
                <a16:creationId xmlns:a16="http://schemas.microsoft.com/office/drawing/2014/main" id="{532ED299-4385-7D05-A7B5-294118201373}"/>
              </a:ext>
            </a:extLst>
          </p:cNvPr>
          <p:cNvSpPr/>
          <p:nvPr/>
        </p:nvSpPr>
        <p:spPr>
          <a:xfrm>
            <a:off x="2518125" y="1088878"/>
            <a:ext cx="2340675" cy="590216"/>
          </a:xfrm>
          <a:prstGeom prst="homePlat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Migration of relevant consistent rules and potential addition of new</a:t>
            </a:r>
          </a:p>
        </p:txBody>
      </p:sp>
      <p:grpSp>
        <p:nvGrpSpPr>
          <p:cNvPr id="113" name="Group 112">
            <a:extLst>
              <a:ext uri="{FF2B5EF4-FFF2-40B4-BE49-F238E27FC236}">
                <a16:creationId xmlns:a16="http://schemas.microsoft.com/office/drawing/2014/main" id="{7EF4C6AA-879C-97E8-6DD5-98362097CA10}"/>
              </a:ext>
            </a:extLst>
          </p:cNvPr>
          <p:cNvGrpSpPr/>
          <p:nvPr/>
        </p:nvGrpSpPr>
        <p:grpSpPr>
          <a:xfrm>
            <a:off x="253650" y="1968239"/>
            <a:ext cx="1054800" cy="828787"/>
            <a:chOff x="253650" y="2003407"/>
            <a:chExt cx="1054800" cy="828787"/>
          </a:xfrm>
        </p:grpSpPr>
        <p:sp>
          <p:nvSpPr>
            <p:cNvPr id="16" name="Rectangle 15">
              <a:extLst>
                <a:ext uri="{FF2B5EF4-FFF2-40B4-BE49-F238E27FC236}">
                  <a16:creationId xmlns:a16="http://schemas.microsoft.com/office/drawing/2014/main" id="{5D67CCF1-3FF6-3585-6E9D-6E90210910E7}"/>
                </a:ext>
              </a:extLst>
            </p:cNvPr>
            <p:cNvSpPr/>
            <p:nvPr/>
          </p:nvSpPr>
          <p:spPr>
            <a:xfrm>
              <a:off x="253650" y="2160472"/>
              <a:ext cx="1054800" cy="6717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Identity Lifecycle Management of Employees</a:t>
              </a:r>
            </a:p>
          </p:txBody>
        </p:sp>
        <p:sp>
          <p:nvSpPr>
            <p:cNvPr id="19" name="Rectangle 18">
              <a:extLst>
                <a:ext uri="{FF2B5EF4-FFF2-40B4-BE49-F238E27FC236}">
                  <a16:creationId xmlns:a16="http://schemas.microsoft.com/office/drawing/2014/main" id="{9FF2B5D4-0EF0-FE7E-40E9-FEF0D928116B}"/>
                </a:ext>
              </a:extLst>
            </p:cNvPr>
            <p:cNvSpPr/>
            <p:nvPr/>
          </p:nvSpPr>
          <p:spPr>
            <a:xfrm>
              <a:off x="253650" y="2003407"/>
              <a:ext cx="1054800" cy="157065"/>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Value Drop #2</a:t>
              </a:r>
            </a:p>
          </p:txBody>
        </p:sp>
      </p:grpSp>
      <p:sp>
        <p:nvSpPr>
          <p:cNvPr id="25" name="Rectangle 24">
            <a:extLst>
              <a:ext uri="{FF2B5EF4-FFF2-40B4-BE49-F238E27FC236}">
                <a16:creationId xmlns:a16="http://schemas.microsoft.com/office/drawing/2014/main" id="{C3BB86D7-158D-5AD5-4BFF-B0DE8600B2EB}"/>
              </a:ext>
            </a:extLst>
          </p:cNvPr>
          <p:cNvSpPr/>
          <p:nvPr/>
        </p:nvSpPr>
        <p:spPr>
          <a:xfrm>
            <a:off x="5002217" y="2780878"/>
            <a:ext cx="1054800" cy="82878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HM Serif"/>
                <a:ea typeface="+mn-ea"/>
                <a:cs typeface="+mn-cs"/>
              </a:rPr>
              <a:t>Identity Lifecycle Management of MSP and suppliers (excl. the supplier portal)</a:t>
            </a:r>
          </a:p>
        </p:txBody>
      </p:sp>
      <p:sp>
        <p:nvSpPr>
          <p:cNvPr id="28" name="Rectangle 27">
            <a:extLst>
              <a:ext uri="{FF2B5EF4-FFF2-40B4-BE49-F238E27FC236}">
                <a16:creationId xmlns:a16="http://schemas.microsoft.com/office/drawing/2014/main" id="{F494CB0E-A2C8-AAF8-CF04-1E0E96A6EEB7}"/>
              </a:ext>
            </a:extLst>
          </p:cNvPr>
          <p:cNvSpPr/>
          <p:nvPr/>
        </p:nvSpPr>
        <p:spPr>
          <a:xfrm>
            <a:off x="5002217" y="2623814"/>
            <a:ext cx="1054800" cy="157065"/>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Value Drop #6</a:t>
            </a:r>
          </a:p>
        </p:txBody>
      </p:sp>
      <p:sp>
        <p:nvSpPr>
          <p:cNvPr id="44" name="Rectangle 43">
            <a:extLst>
              <a:ext uri="{FF2B5EF4-FFF2-40B4-BE49-F238E27FC236}">
                <a16:creationId xmlns:a16="http://schemas.microsoft.com/office/drawing/2014/main" id="{F94895FD-F233-4FA8-0928-5A07441F903B}"/>
              </a:ext>
            </a:extLst>
          </p:cNvPr>
          <p:cNvSpPr/>
          <p:nvPr/>
        </p:nvSpPr>
        <p:spPr>
          <a:xfrm>
            <a:off x="6159640" y="3894239"/>
            <a:ext cx="1054800" cy="46607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Identity Lifecycle Management of Things</a:t>
            </a:r>
          </a:p>
        </p:txBody>
      </p:sp>
      <p:sp>
        <p:nvSpPr>
          <p:cNvPr id="45" name="Rectangle 44">
            <a:extLst>
              <a:ext uri="{FF2B5EF4-FFF2-40B4-BE49-F238E27FC236}">
                <a16:creationId xmlns:a16="http://schemas.microsoft.com/office/drawing/2014/main" id="{C153B7F1-C2D2-7F11-3579-336922588392}"/>
              </a:ext>
            </a:extLst>
          </p:cNvPr>
          <p:cNvSpPr/>
          <p:nvPr/>
        </p:nvSpPr>
        <p:spPr>
          <a:xfrm>
            <a:off x="6159640" y="3737174"/>
            <a:ext cx="1054800" cy="157065"/>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Value Drop #7</a:t>
            </a:r>
          </a:p>
        </p:txBody>
      </p:sp>
      <p:sp>
        <p:nvSpPr>
          <p:cNvPr id="47" name="Rectangle 46">
            <a:extLst>
              <a:ext uri="{FF2B5EF4-FFF2-40B4-BE49-F238E27FC236}">
                <a16:creationId xmlns:a16="http://schemas.microsoft.com/office/drawing/2014/main" id="{CEFE04EB-137F-4FAB-B4B3-FB74F7E438F5}"/>
              </a:ext>
            </a:extLst>
          </p:cNvPr>
          <p:cNvSpPr/>
          <p:nvPr/>
        </p:nvSpPr>
        <p:spPr>
          <a:xfrm>
            <a:off x="7340740" y="4688577"/>
            <a:ext cx="1054800" cy="8830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Change in WoW related to ALM (e.g. store)</a:t>
            </a:r>
          </a:p>
        </p:txBody>
      </p:sp>
      <p:sp>
        <p:nvSpPr>
          <p:cNvPr id="48" name="Rectangle 47">
            <a:extLst>
              <a:ext uri="{FF2B5EF4-FFF2-40B4-BE49-F238E27FC236}">
                <a16:creationId xmlns:a16="http://schemas.microsoft.com/office/drawing/2014/main" id="{C7682528-E84D-280C-E35D-76983ECA2FA6}"/>
              </a:ext>
            </a:extLst>
          </p:cNvPr>
          <p:cNvSpPr/>
          <p:nvPr/>
        </p:nvSpPr>
        <p:spPr>
          <a:xfrm>
            <a:off x="7340740" y="4531512"/>
            <a:ext cx="1054800" cy="157065"/>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Value Drop #8b</a:t>
            </a:r>
          </a:p>
        </p:txBody>
      </p:sp>
      <p:grpSp>
        <p:nvGrpSpPr>
          <p:cNvPr id="129" name="Group 128">
            <a:extLst>
              <a:ext uri="{FF2B5EF4-FFF2-40B4-BE49-F238E27FC236}">
                <a16:creationId xmlns:a16="http://schemas.microsoft.com/office/drawing/2014/main" id="{20B48D07-56B1-C877-ABCD-B57346BD2413}"/>
              </a:ext>
            </a:extLst>
          </p:cNvPr>
          <p:cNvGrpSpPr/>
          <p:nvPr/>
        </p:nvGrpSpPr>
        <p:grpSpPr>
          <a:xfrm>
            <a:off x="8521840" y="5150206"/>
            <a:ext cx="1054800" cy="647526"/>
            <a:chOff x="9702450" y="5249962"/>
            <a:chExt cx="1054800" cy="647526"/>
          </a:xfrm>
        </p:grpSpPr>
        <p:sp>
          <p:nvSpPr>
            <p:cNvPr id="50" name="Rectangle 49">
              <a:extLst>
                <a:ext uri="{FF2B5EF4-FFF2-40B4-BE49-F238E27FC236}">
                  <a16:creationId xmlns:a16="http://schemas.microsoft.com/office/drawing/2014/main" id="{BEB34A0C-FB3A-6714-9049-8F35CCBDF7F9}"/>
                </a:ext>
              </a:extLst>
            </p:cNvPr>
            <p:cNvSpPr/>
            <p:nvPr/>
          </p:nvSpPr>
          <p:spPr>
            <a:xfrm>
              <a:off x="9702450" y="5407027"/>
              <a:ext cx="1054800" cy="49046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New integration and migration from IAM Master</a:t>
              </a:r>
            </a:p>
          </p:txBody>
        </p:sp>
        <p:sp>
          <p:nvSpPr>
            <p:cNvPr id="51" name="Rectangle 50">
              <a:extLst>
                <a:ext uri="{FF2B5EF4-FFF2-40B4-BE49-F238E27FC236}">
                  <a16:creationId xmlns:a16="http://schemas.microsoft.com/office/drawing/2014/main" id="{24E38494-C7A6-6795-03FB-4B1CFBE13ACB}"/>
                </a:ext>
              </a:extLst>
            </p:cNvPr>
            <p:cNvSpPr/>
            <p:nvPr/>
          </p:nvSpPr>
          <p:spPr>
            <a:xfrm>
              <a:off x="9702450" y="5249962"/>
              <a:ext cx="1054800" cy="157065"/>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Value Drop #9</a:t>
              </a:r>
            </a:p>
          </p:txBody>
        </p:sp>
      </p:grpSp>
      <p:sp>
        <p:nvSpPr>
          <p:cNvPr id="53" name="Rectangle 52">
            <a:extLst>
              <a:ext uri="{FF2B5EF4-FFF2-40B4-BE49-F238E27FC236}">
                <a16:creationId xmlns:a16="http://schemas.microsoft.com/office/drawing/2014/main" id="{87386A04-2170-997A-EBD6-A112C5E62338}"/>
              </a:ext>
            </a:extLst>
          </p:cNvPr>
          <p:cNvSpPr/>
          <p:nvPr/>
        </p:nvSpPr>
        <p:spPr>
          <a:xfrm>
            <a:off x="9702940" y="3665306"/>
            <a:ext cx="1054800" cy="46607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Improvements / Enhancements</a:t>
            </a:r>
          </a:p>
        </p:txBody>
      </p:sp>
      <p:sp>
        <p:nvSpPr>
          <p:cNvPr id="54" name="Rectangle 53">
            <a:extLst>
              <a:ext uri="{FF2B5EF4-FFF2-40B4-BE49-F238E27FC236}">
                <a16:creationId xmlns:a16="http://schemas.microsoft.com/office/drawing/2014/main" id="{C86E0473-B13F-E666-7FBA-CC0CC96159E7}"/>
              </a:ext>
            </a:extLst>
          </p:cNvPr>
          <p:cNvSpPr/>
          <p:nvPr/>
        </p:nvSpPr>
        <p:spPr>
          <a:xfrm>
            <a:off x="9702940" y="3508241"/>
            <a:ext cx="1054800" cy="157065"/>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Value Drop #10</a:t>
            </a:r>
          </a:p>
        </p:txBody>
      </p:sp>
      <p:sp>
        <p:nvSpPr>
          <p:cNvPr id="56" name="Rectangle 55">
            <a:extLst>
              <a:ext uri="{FF2B5EF4-FFF2-40B4-BE49-F238E27FC236}">
                <a16:creationId xmlns:a16="http://schemas.microsoft.com/office/drawing/2014/main" id="{AF3142F8-8417-0024-E37E-236BADDD4DF8}"/>
              </a:ext>
            </a:extLst>
          </p:cNvPr>
          <p:cNvSpPr/>
          <p:nvPr/>
        </p:nvSpPr>
        <p:spPr>
          <a:xfrm>
            <a:off x="3821117" y="2780879"/>
            <a:ext cx="1054800" cy="8252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INTERIM AD MANAGED ACCOUNTS SOLUTION &amp; MIGRATION</a:t>
            </a:r>
          </a:p>
        </p:txBody>
      </p:sp>
      <p:sp>
        <p:nvSpPr>
          <p:cNvPr id="57" name="Rectangle 56">
            <a:extLst>
              <a:ext uri="{FF2B5EF4-FFF2-40B4-BE49-F238E27FC236}">
                <a16:creationId xmlns:a16="http://schemas.microsoft.com/office/drawing/2014/main" id="{75A395CB-8F2F-4A5A-D360-999C5180C3F7}"/>
              </a:ext>
            </a:extLst>
          </p:cNvPr>
          <p:cNvSpPr/>
          <p:nvPr/>
        </p:nvSpPr>
        <p:spPr>
          <a:xfrm>
            <a:off x="3821117" y="2623814"/>
            <a:ext cx="1054800" cy="170075"/>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Value Drop #5</a:t>
            </a:r>
          </a:p>
        </p:txBody>
      </p:sp>
      <p:grpSp>
        <p:nvGrpSpPr>
          <p:cNvPr id="106" name="Group 105">
            <a:extLst>
              <a:ext uri="{FF2B5EF4-FFF2-40B4-BE49-F238E27FC236}">
                <a16:creationId xmlns:a16="http://schemas.microsoft.com/office/drawing/2014/main" id="{CD56056C-958B-CFFC-3EA8-FD36DCFA857C}"/>
              </a:ext>
            </a:extLst>
          </p:cNvPr>
          <p:cNvGrpSpPr/>
          <p:nvPr/>
        </p:nvGrpSpPr>
        <p:grpSpPr>
          <a:xfrm>
            <a:off x="2615850" y="1739761"/>
            <a:ext cx="1054800" cy="828787"/>
            <a:chOff x="2615850" y="1766137"/>
            <a:chExt cx="1054800" cy="828787"/>
          </a:xfrm>
        </p:grpSpPr>
        <p:sp>
          <p:nvSpPr>
            <p:cNvPr id="59" name="Rectangle 58">
              <a:extLst>
                <a:ext uri="{FF2B5EF4-FFF2-40B4-BE49-F238E27FC236}">
                  <a16:creationId xmlns:a16="http://schemas.microsoft.com/office/drawing/2014/main" id="{1863F0EB-19F3-5CCC-522A-EEFD163905A9}"/>
                </a:ext>
              </a:extLst>
            </p:cNvPr>
            <p:cNvSpPr/>
            <p:nvPr/>
          </p:nvSpPr>
          <p:spPr>
            <a:xfrm>
              <a:off x="2615850" y="1923202"/>
              <a:ext cx="1054800" cy="6717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Identity Lifecycle Management of Contingent Workforce</a:t>
              </a:r>
            </a:p>
          </p:txBody>
        </p:sp>
        <p:sp>
          <p:nvSpPr>
            <p:cNvPr id="60" name="Rectangle 59">
              <a:extLst>
                <a:ext uri="{FF2B5EF4-FFF2-40B4-BE49-F238E27FC236}">
                  <a16:creationId xmlns:a16="http://schemas.microsoft.com/office/drawing/2014/main" id="{3111E6C8-3007-543D-17D6-DC76A47D529B}"/>
                </a:ext>
              </a:extLst>
            </p:cNvPr>
            <p:cNvSpPr/>
            <p:nvPr/>
          </p:nvSpPr>
          <p:spPr>
            <a:xfrm>
              <a:off x="2615850" y="1766137"/>
              <a:ext cx="1054800" cy="157065"/>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Value Drop #4</a:t>
              </a:r>
            </a:p>
          </p:txBody>
        </p:sp>
      </p:grpSp>
      <p:grpSp>
        <p:nvGrpSpPr>
          <p:cNvPr id="105" name="Group 104">
            <a:extLst>
              <a:ext uri="{FF2B5EF4-FFF2-40B4-BE49-F238E27FC236}">
                <a16:creationId xmlns:a16="http://schemas.microsoft.com/office/drawing/2014/main" id="{679E2138-9A36-76D9-903F-20784123B89B}"/>
              </a:ext>
            </a:extLst>
          </p:cNvPr>
          <p:cNvGrpSpPr/>
          <p:nvPr/>
        </p:nvGrpSpPr>
        <p:grpSpPr>
          <a:xfrm>
            <a:off x="1434750" y="1088878"/>
            <a:ext cx="1054800" cy="590216"/>
            <a:chOff x="1434750" y="1088878"/>
            <a:chExt cx="1054800" cy="590216"/>
          </a:xfrm>
        </p:grpSpPr>
        <p:sp>
          <p:nvSpPr>
            <p:cNvPr id="62" name="Rectangle 61">
              <a:extLst>
                <a:ext uri="{FF2B5EF4-FFF2-40B4-BE49-F238E27FC236}">
                  <a16:creationId xmlns:a16="http://schemas.microsoft.com/office/drawing/2014/main" id="{E696619D-2C9F-E2CC-2C2B-D6A0B8C26C70}"/>
                </a:ext>
              </a:extLst>
            </p:cNvPr>
            <p:cNvSpPr/>
            <p:nvPr/>
          </p:nvSpPr>
          <p:spPr>
            <a:xfrm>
              <a:off x="1434750" y="1245943"/>
              <a:ext cx="1054800" cy="43315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Transformation of rule-based access</a:t>
              </a:r>
            </a:p>
          </p:txBody>
        </p:sp>
        <p:sp>
          <p:nvSpPr>
            <p:cNvPr id="63" name="Rectangle 62">
              <a:extLst>
                <a:ext uri="{FF2B5EF4-FFF2-40B4-BE49-F238E27FC236}">
                  <a16:creationId xmlns:a16="http://schemas.microsoft.com/office/drawing/2014/main" id="{E04EE0A7-416E-57CB-E0F3-61BE199E6B16}"/>
                </a:ext>
              </a:extLst>
            </p:cNvPr>
            <p:cNvSpPr/>
            <p:nvPr/>
          </p:nvSpPr>
          <p:spPr>
            <a:xfrm>
              <a:off x="1434750" y="1088878"/>
              <a:ext cx="1054800" cy="157065"/>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Value Drop #3</a:t>
              </a:r>
            </a:p>
          </p:txBody>
        </p:sp>
      </p:grpSp>
      <p:grpSp>
        <p:nvGrpSpPr>
          <p:cNvPr id="114" name="Group 113">
            <a:extLst>
              <a:ext uri="{FF2B5EF4-FFF2-40B4-BE49-F238E27FC236}">
                <a16:creationId xmlns:a16="http://schemas.microsoft.com/office/drawing/2014/main" id="{9F20AAC8-2A9D-91FC-AE2B-BFE64122E0C8}"/>
              </a:ext>
            </a:extLst>
          </p:cNvPr>
          <p:cNvGrpSpPr/>
          <p:nvPr/>
        </p:nvGrpSpPr>
        <p:grpSpPr>
          <a:xfrm>
            <a:off x="253650" y="1088878"/>
            <a:ext cx="1054801" cy="828788"/>
            <a:chOff x="253650" y="1088878"/>
            <a:chExt cx="1054801" cy="828788"/>
          </a:xfrm>
        </p:grpSpPr>
        <p:sp>
          <p:nvSpPr>
            <p:cNvPr id="7" name="Rectangle 6">
              <a:extLst>
                <a:ext uri="{FF2B5EF4-FFF2-40B4-BE49-F238E27FC236}">
                  <a16:creationId xmlns:a16="http://schemas.microsoft.com/office/drawing/2014/main" id="{AA32CC5A-2DEF-EA3A-6BB9-E7D79C739515}"/>
                </a:ext>
              </a:extLst>
            </p:cNvPr>
            <p:cNvSpPr/>
            <p:nvPr/>
          </p:nvSpPr>
          <p:spPr>
            <a:xfrm>
              <a:off x="253651" y="1245944"/>
              <a:ext cx="1054800" cy="6717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Technical go-live and access visibility. Initiate clean-up activities</a:t>
              </a:r>
            </a:p>
          </p:txBody>
        </p:sp>
        <p:sp>
          <p:nvSpPr>
            <p:cNvPr id="64" name="Rectangle 63">
              <a:extLst>
                <a:ext uri="{FF2B5EF4-FFF2-40B4-BE49-F238E27FC236}">
                  <a16:creationId xmlns:a16="http://schemas.microsoft.com/office/drawing/2014/main" id="{1CB968A4-FFBE-F04D-EBEC-8F5F8549A3B5}"/>
                </a:ext>
              </a:extLst>
            </p:cNvPr>
            <p:cNvSpPr/>
            <p:nvPr/>
          </p:nvSpPr>
          <p:spPr>
            <a:xfrm>
              <a:off x="253650" y="1088878"/>
              <a:ext cx="1054800" cy="157065"/>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Value Drop #1</a:t>
              </a:r>
            </a:p>
          </p:txBody>
        </p:sp>
      </p:grpSp>
      <p:sp>
        <p:nvSpPr>
          <p:cNvPr id="75" name="Rectangle 74">
            <a:extLst>
              <a:ext uri="{FF2B5EF4-FFF2-40B4-BE49-F238E27FC236}">
                <a16:creationId xmlns:a16="http://schemas.microsoft.com/office/drawing/2014/main" id="{94994659-B1F8-E7E3-F898-9367B934B396}"/>
              </a:ext>
            </a:extLst>
          </p:cNvPr>
          <p:cNvSpPr/>
          <p:nvPr/>
        </p:nvSpPr>
        <p:spPr>
          <a:xfrm>
            <a:off x="253650" y="422852"/>
            <a:ext cx="1054800" cy="58028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HM Serif"/>
                <a:ea typeface="+mn-ea"/>
                <a:cs typeface="+mn-cs"/>
              </a:rPr>
              <a:t>Q1</a:t>
            </a:r>
            <a:endParaRPr kumimoji="0" lang="en-US" sz="1800" b="0" i="0" u="none" strike="noStrike" kern="1200" cap="none" spc="0" normalizeH="0" baseline="0" noProof="0">
              <a:ln>
                <a:noFill/>
              </a:ln>
              <a:solidFill>
                <a:prstClr val="white"/>
              </a:solidFill>
              <a:effectLst/>
              <a:uLnTx/>
              <a:uFillTx/>
              <a:latin typeface="HM Serif"/>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HM Serif"/>
                <a:ea typeface="+mn-ea"/>
                <a:cs typeface="+mn-cs"/>
              </a:rPr>
              <a:t>Dec - Feb</a:t>
            </a:r>
          </a:p>
        </p:txBody>
      </p:sp>
      <p:sp>
        <p:nvSpPr>
          <p:cNvPr id="76" name="Rectangle 75">
            <a:extLst>
              <a:ext uri="{FF2B5EF4-FFF2-40B4-BE49-F238E27FC236}">
                <a16:creationId xmlns:a16="http://schemas.microsoft.com/office/drawing/2014/main" id="{404D0953-5A60-3097-36A8-A2BEFE65D343}"/>
              </a:ext>
            </a:extLst>
          </p:cNvPr>
          <p:cNvSpPr/>
          <p:nvPr/>
        </p:nvSpPr>
        <p:spPr>
          <a:xfrm>
            <a:off x="1434750" y="422852"/>
            <a:ext cx="1054800" cy="58028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HM Serif"/>
                <a:ea typeface="+mn-ea"/>
                <a:cs typeface="+mn-cs"/>
              </a:rPr>
              <a:t>Q2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HM Serif"/>
                <a:ea typeface="+mn-ea"/>
                <a:cs typeface="+mn-cs"/>
              </a:rPr>
              <a:t>Mar - May</a:t>
            </a:r>
          </a:p>
        </p:txBody>
      </p:sp>
      <p:sp>
        <p:nvSpPr>
          <p:cNvPr id="77" name="Rectangle 76">
            <a:extLst>
              <a:ext uri="{FF2B5EF4-FFF2-40B4-BE49-F238E27FC236}">
                <a16:creationId xmlns:a16="http://schemas.microsoft.com/office/drawing/2014/main" id="{99420FF5-4369-099D-74DE-8C469CBC97EA}"/>
              </a:ext>
            </a:extLst>
          </p:cNvPr>
          <p:cNvSpPr/>
          <p:nvPr/>
        </p:nvSpPr>
        <p:spPr>
          <a:xfrm>
            <a:off x="2615850" y="422852"/>
            <a:ext cx="1054800" cy="58028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HM Serif"/>
                <a:ea typeface="+mn-ea"/>
                <a:cs typeface="+mn-cs"/>
              </a:rPr>
              <a:t>Q3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HM Serif"/>
                <a:ea typeface="+mn-ea"/>
                <a:cs typeface="+mn-cs"/>
              </a:rPr>
              <a:t>June - Aug</a:t>
            </a:r>
          </a:p>
        </p:txBody>
      </p:sp>
      <p:sp>
        <p:nvSpPr>
          <p:cNvPr id="78" name="Rectangle 77">
            <a:extLst>
              <a:ext uri="{FF2B5EF4-FFF2-40B4-BE49-F238E27FC236}">
                <a16:creationId xmlns:a16="http://schemas.microsoft.com/office/drawing/2014/main" id="{8C8AA06A-6C7A-5E41-2FCB-562C4D607EA9}"/>
              </a:ext>
            </a:extLst>
          </p:cNvPr>
          <p:cNvSpPr/>
          <p:nvPr/>
        </p:nvSpPr>
        <p:spPr>
          <a:xfrm>
            <a:off x="3796950" y="422852"/>
            <a:ext cx="1054800" cy="58028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HM Serif"/>
                <a:ea typeface="+mn-ea"/>
                <a:cs typeface="+mn-cs"/>
              </a:rPr>
              <a:t>Q4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HM Serif"/>
                <a:ea typeface="+mn-ea"/>
                <a:cs typeface="+mn-cs"/>
              </a:rPr>
              <a:t>Sep - Nov</a:t>
            </a:r>
          </a:p>
        </p:txBody>
      </p:sp>
      <p:sp>
        <p:nvSpPr>
          <p:cNvPr id="79" name="Rectangle 78">
            <a:extLst>
              <a:ext uri="{FF2B5EF4-FFF2-40B4-BE49-F238E27FC236}">
                <a16:creationId xmlns:a16="http://schemas.microsoft.com/office/drawing/2014/main" id="{796E6515-655F-E157-29A6-4CA6FCFFED28}"/>
              </a:ext>
            </a:extLst>
          </p:cNvPr>
          <p:cNvSpPr/>
          <p:nvPr/>
        </p:nvSpPr>
        <p:spPr>
          <a:xfrm>
            <a:off x="4978050" y="422852"/>
            <a:ext cx="1054800" cy="58028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HM Serif"/>
                <a:ea typeface="+mn-ea"/>
                <a:cs typeface="+mn-cs"/>
              </a:rPr>
              <a:t>Q1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HM Serif"/>
                <a:ea typeface="+mn-ea"/>
                <a:cs typeface="+mn-cs"/>
              </a:rPr>
              <a:t>Dec - Feb</a:t>
            </a:r>
          </a:p>
        </p:txBody>
      </p:sp>
      <p:sp>
        <p:nvSpPr>
          <p:cNvPr id="80" name="Rectangle 79">
            <a:extLst>
              <a:ext uri="{FF2B5EF4-FFF2-40B4-BE49-F238E27FC236}">
                <a16:creationId xmlns:a16="http://schemas.microsoft.com/office/drawing/2014/main" id="{B8FD4573-6E51-7F85-0C8D-7671C9C3D0D8}"/>
              </a:ext>
            </a:extLst>
          </p:cNvPr>
          <p:cNvSpPr/>
          <p:nvPr/>
        </p:nvSpPr>
        <p:spPr>
          <a:xfrm>
            <a:off x="6159150" y="422852"/>
            <a:ext cx="1054800" cy="58028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HM Serif"/>
                <a:ea typeface="+mn-ea"/>
                <a:cs typeface="+mn-cs"/>
              </a:rPr>
              <a:t>Q2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HM Serif"/>
                <a:ea typeface="+mn-ea"/>
                <a:cs typeface="+mn-cs"/>
              </a:rPr>
              <a:t>Mar - May</a:t>
            </a:r>
          </a:p>
        </p:txBody>
      </p:sp>
      <p:sp>
        <p:nvSpPr>
          <p:cNvPr id="81" name="Rectangle 80">
            <a:extLst>
              <a:ext uri="{FF2B5EF4-FFF2-40B4-BE49-F238E27FC236}">
                <a16:creationId xmlns:a16="http://schemas.microsoft.com/office/drawing/2014/main" id="{97AB9E88-3A82-B019-E164-D3707A41CDBF}"/>
              </a:ext>
            </a:extLst>
          </p:cNvPr>
          <p:cNvSpPr/>
          <p:nvPr/>
        </p:nvSpPr>
        <p:spPr>
          <a:xfrm>
            <a:off x="7340250" y="422852"/>
            <a:ext cx="1054800" cy="58028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HM Serif"/>
                <a:ea typeface="+mn-ea"/>
                <a:cs typeface="+mn-cs"/>
              </a:rPr>
              <a:t>Q3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HM Serif"/>
                <a:ea typeface="+mn-ea"/>
                <a:cs typeface="+mn-cs"/>
              </a:rPr>
              <a:t>June - Aug</a:t>
            </a:r>
          </a:p>
        </p:txBody>
      </p:sp>
      <p:sp>
        <p:nvSpPr>
          <p:cNvPr id="82" name="Rectangle 81">
            <a:extLst>
              <a:ext uri="{FF2B5EF4-FFF2-40B4-BE49-F238E27FC236}">
                <a16:creationId xmlns:a16="http://schemas.microsoft.com/office/drawing/2014/main" id="{96F9044C-9BB8-68EE-49AB-E357686F2B52}"/>
              </a:ext>
            </a:extLst>
          </p:cNvPr>
          <p:cNvSpPr/>
          <p:nvPr/>
        </p:nvSpPr>
        <p:spPr>
          <a:xfrm>
            <a:off x="8521350" y="422852"/>
            <a:ext cx="1054800" cy="58028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HM Serif"/>
                <a:ea typeface="+mn-ea"/>
                <a:cs typeface="+mn-cs"/>
              </a:rPr>
              <a:t>Q4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HM Serif"/>
                <a:ea typeface="+mn-ea"/>
                <a:cs typeface="+mn-cs"/>
              </a:rPr>
              <a:t>Sep - Nov</a:t>
            </a:r>
          </a:p>
        </p:txBody>
      </p:sp>
      <p:sp>
        <p:nvSpPr>
          <p:cNvPr id="83" name="Rectangle 82">
            <a:extLst>
              <a:ext uri="{FF2B5EF4-FFF2-40B4-BE49-F238E27FC236}">
                <a16:creationId xmlns:a16="http://schemas.microsoft.com/office/drawing/2014/main" id="{AD1C54F7-3966-B2B4-B946-3C8B43BB05E7}"/>
              </a:ext>
            </a:extLst>
          </p:cNvPr>
          <p:cNvSpPr/>
          <p:nvPr/>
        </p:nvSpPr>
        <p:spPr>
          <a:xfrm>
            <a:off x="9702450" y="422852"/>
            <a:ext cx="1054800" cy="58028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HM Serif"/>
                <a:ea typeface="+mn-ea"/>
                <a:cs typeface="+mn-cs"/>
              </a:rPr>
              <a:t>Q1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HM Serif"/>
                <a:ea typeface="+mn-ea"/>
                <a:cs typeface="+mn-cs"/>
              </a:rPr>
              <a:t>Dec - Feb</a:t>
            </a:r>
            <a:endParaRPr kumimoji="0" lang="en-US" sz="1800" b="0" i="0" u="none" strike="noStrike" kern="1200" cap="none" spc="0" normalizeH="0" baseline="0" noProof="0">
              <a:ln>
                <a:noFill/>
              </a:ln>
              <a:solidFill>
                <a:prstClr val="white"/>
              </a:solidFill>
              <a:effectLst/>
              <a:uLnTx/>
              <a:uFillTx/>
              <a:latin typeface="HM Serif"/>
              <a:ea typeface="+mn-ea"/>
              <a:cs typeface="+mn-cs"/>
            </a:endParaRPr>
          </a:p>
        </p:txBody>
      </p:sp>
      <p:sp>
        <p:nvSpPr>
          <p:cNvPr id="84" name="Rectangle 83">
            <a:extLst>
              <a:ext uri="{FF2B5EF4-FFF2-40B4-BE49-F238E27FC236}">
                <a16:creationId xmlns:a16="http://schemas.microsoft.com/office/drawing/2014/main" id="{44931C73-C4C7-8553-B6FA-9095A783BF9B}"/>
              </a:ext>
            </a:extLst>
          </p:cNvPr>
          <p:cNvSpPr/>
          <p:nvPr/>
        </p:nvSpPr>
        <p:spPr>
          <a:xfrm>
            <a:off x="10883550" y="422852"/>
            <a:ext cx="1054800" cy="58028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HM Serif"/>
                <a:ea typeface="+mn-ea"/>
                <a:cs typeface="+mn-cs"/>
              </a:rPr>
              <a:t>Q2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HM Serif"/>
                <a:ea typeface="+mn-ea"/>
                <a:cs typeface="+mn-cs"/>
              </a:rPr>
              <a:t>Mar - May</a:t>
            </a:r>
          </a:p>
        </p:txBody>
      </p:sp>
      <p:sp>
        <p:nvSpPr>
          <p:cNvPr id="97" name="Rectangle 96">
            <a:extLst>
              <a:ext uri="{FF2B5EF4-FFF2-40B4-BE49-F238E27FC236}">
                <a16:creationId xmlns:a16="http://schemas.microsoft.com/office/drawing/2014/main" id="{5FF5FBA1-D88C-A292-202E-3819E56B639C}"/>
              </a:ext>
            </a:extLst>
          </p:cNvPr>
          <p:cNvSpPr/>
          <p:nvPr/>
        </p:nvSpPr>
        <p:spPr>
          <a:xfrm>
            <a:off x="253650" y="104775"/>
            <a:ext cx="5023200" cy="2567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HM Serif"/>
                <a:ea typeface="+mn-ea"/>
                <a:cs typeface="+mn-cs"/>
              </a:rPr>
              <a:t>2024</a:t>
            </a:r>
            <a:endParaRPr kumimoji="0" lang="en-US" sz="1200" b="0" i="0" u="none" strike="noStrike" kern="1200" cap="none" spc="0" normalizeH="0" baseline="0" noProof="0">
              <a:ln>
                <a:noFill/>
              </a:ln>
              <a:solidFill>
                <a:prstClr val="white"/>
              </a:solidFill>
              <a:effectLst/>
              <a:uLnTx/>
              <a:uFillTx/>
              <a:latin typeface="HM Serif"/>
              <a:ea typeface="+mn-ea"/>
              <a:cs typeface="+mn-cs"/>
            </a:endParaRPr>
          </a:p>
        </p:txBody>
      </p:sp>
      <p:sp>
        <p:nvSpPr>
          <p:cNvPr id="99" name="Rectangle 98">
            <a:extLst>
              <a:ext uri="{FF2B5EF4-FFF2-40B4-BE49-F238E27FC236}">
                <a16:creationId xmlns:a16="http://schemas.microsoft.com/office/drawing/2014/main" id="{724D81C3-211F-5923-A784-C08CB1697BFC}"/>
              </a:ext>
            </a:extLst>
          </p:cNvPr>
          <p:cNvSpPr/>
          <p:nvPr/>
        </p:nvSpPr>
        <p:spPr>
          <a:xfrm>
            <a:off x="5295899" y="104775"/>
            <a:ext cx="4867275" cy="2567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HM Serif"/>
                <a:ea typeface="+mn-ea"/>
                <a:cs typeface="+mn-cs"/>
              </a:rPr>
              <a:t>2025</a:t>
            </a:r>
            <a:endParaRPr kumimoji="0" lang="en-US" sz="1200" b="0" i="0" u="none" strike="noStrike" kern="1200" cap="none" spc="0" normalizeH="0" baseline="0" noProof="0">
              <a:ln>
                <a:noFill/>
              </a:ln>
              <a:solidFill>
                <a:prstClr val="white"/>
              </a:solidFill>
              <a:effectLst/>
              <a:uLnTx/>
              <a:uFillTx/>
              <a:latin typeface="HM Serif"/>
              <a:ea typeface="+mn-ea"/>
              <a:cs typeface="+mn-cs"/>
            </a:endParaRPr>
          </a:p>
        </p:txBody>
      </p:sp>
      <p:sp>
        <p:nvSpPr>
          <p:cNvPr id="100" name="Rectangle 99">
            <a:extLst>
              <a:ext uri="{FF2B5EF4-FFF2-40B4-BE49-F238E27FC236}">
                <a16:creationId xmlns:a16="http://schemas.microsoft.com/office/drawing/2014/main" id="{F416FEEA-85F8-3CE2-0C0C-0B2434DBA0E0}"/>
              </a:ext>
            </a:extLst>
          </p:cNvPr>
          <p:cNvSpPr/>
          <p:nvPr/>
        </p:nvSpPr>
        <p:spPr>
          <a:xfrm>
            <a:off x="10182225" y="104775"/>
            <a:ext cx="1756126" cy="2567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HM Serif"/>
                <a:ea typeface="+mn-ea"/>
                <a:cs typeface="+mn-cs"/>
              </a:rPr>
              <a:t>2026</a:t>
            </a:r>
            <a:endParaRPr kumimoji="0" lang="en-US" sz="1200" b="0" i="0" u="none" strike="noStrike" kern="1200" cap="none" spc="0" normalizeH="0" baseline="0" noProof="0">
              <a:ln>
                <a:noFill/>
              </a:ln>
              <a:solidFill>
                <a:prstClr val="white"/>
              </a:solidFill>
              <a:effectLst/>
              <a:uLnTx/>
              <a:uFillTx/>
              <a:latin typeface="HM Serif"/>
              <a:ea typeface="+mn-ea"/>
              <a:cs typeface="+mn-cs"/>
            </a:endParaRPr>
          </a:p>
        </p:txBody>
      </p:sp>
      <p:sp>
        <p:nvSpPr>
          <p:cNvPr id="103" name="Arrow: Pentagon 102">
            <a:extLst>
              <a:ext uri="{FF2B5EF4-FFF2-40B4-BE49-F238E27FC236}">
                <a16:creationId xmlns:a16="http://schemas.microsoft.com/office/drawing/2014/main" id="{588A6F32-6014-96EA-0591-33E15B796F6B}"/>
              </a:ext>
            </a:extLst>
          </p:cNvPr>
          <p:cNvSpPr/>
          <p:nvPr/>
        </p:nvSpPr>
        <p:spPr>
          <a:xfrm>
            <a:off x="6085592" y="2623813"/>
            <a:ext cx="2340675" cy="982352"/>
          </a:xfrm>
          <a:prstGeom prst="homePlat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Migration of MSP and suppliers to new solution</a:t>
            </a:r>
          </a:p>
        </p:txBody>
      </p:sp>
      <p:sp>
        <p:nvSpPr>
          <p:cNvPr id="104" name="Arrow: Pentagon 103">
            <a:extLst>
              <a:ext uri="{FF2B5EF4-FFF2-40B4-BE49-F238E27FC236}">
                <a16:creationId xmlns:a16="http://schemas.microsoft.com/office/drawing/2014/main" id="{D294D912-FEA6-E4CF-08CA-FC8EE6657661}"/>
              </a:ext>
            </a:extLst>
          </p:cNvPr>
          <p:cNvSpPr/>
          <p:nvPr/>
        </p:nvSpPr>
        <p:spPr>
          <a:xfrm>
            <a:off x="10308034" y="5150205"/>
            <a:ext cx="1630315" cy="647527"/>
          </a:xfrm>
          <a:prstGeom prst="homePlat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Switch-over to new integration</a:t>
            </a:r>
          </a:p>
        </p:txBody>
      </p:sp>
      <p:sp>
        <p:nvSpPr>
          <p:cNvPr id="115" name="Arrow: Pentagon 114">
            <a:extLst>
              <a:ext uri="{FF2B5EF4-FFF2-40B4-BE49-F238E27FC236}">
                <a16:creationId xmlns:a16="http://schemas.microsoft.com/office/drawing/2014/main" id="{BE822631-720C-C1DA-9A09-6156EBCBF53A}"/>
              </a:ext>
            </a:extLst>
          </p:cNvPr>
          <p:cNvSpPr/>
          <p:nvPr/>
        </p:nvSpPr>
        <p:spPr>
          <a:xfrm>
            <a:off x="253649" y="5859223"/>
            <a:ext cx="11649263" cy="232072"/>
          </a:xfrm>
          <a:prstGeom prst="homePlat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Clean-up activities</a:t>
            </a:r>
          </a:p>
        </p:txBody>
      </p:sp>
      <p:sp>
        <p:nvSpPr>
          <p:cNvPr id="116" name="Arrow: Pentagon 115">
            <a:extLst>
              <a:ext uri="{FF2B5EF4-FFF2-40B4-BE49-F238E27FC236}">
                <a16:creationId xmlns:a16="http://schemas.microsoft.com/office/drawing/2014/main" id="{1EF400EB-F17A-2487-BB2F-CFB8E835A1DB}"/>
              </a:ext>
            </a:extLst>
          </p:cNvPr>
          <p:cNvSpPr/>
          <p:nvPr/>
        </p:nvSpPr>
        <p:spPr>
          <a:xfrm>
            <a:off x="253649" y="6159452"/>
            <a:ext cx="11649263" cy="232072"/>
          </a:xfrm>
          <a:prstGeom prst="homePlat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Change Management activities</a:t>
            </a:r>
          </a:p>
        </p:txBody>
      </p:sp>
      <p:sp>
        <p:nvSpPr>
          <p:cNvPr id="130" name="Arrow: Pentagon 129">
            <a:extLst>
              <a:ext uri="{FF2B5EF4-FFF2-40B4-BE49-F238E27FC236}">
                <a16:creationId xmlns:a16="http://schemas.microsoft.com/office/drawing/2014/main" id="{53E7426D-6FE7-60E4-EBB6-42F4A3B6B564}"/>
              </a:ext>
            </a:extLst>
          </p:cNvPr>
          <p:cNvSpPr/>
          <p:nvPr/>
        </p:nvSpPr>
        <p:spPr>
          <a:xfrm>
            <a:off x="253649" y="6460582"/>
            <a:ext cx="11649263" cy="232072"/>
          </a:xfrm>
          <a:prstGeom prst="homePlat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Risk Management Reporting</a:t>
            </a:r>
          </a:p>
        </p:txBody>
      </p:sp>
      <p:sp>
        <p:nvSpPr>
          <p:cNvPr id="2" name="Arrow: Pentagon 1">
            <a:extLst>
              <a:ext uri="{FF2B5EF4-FFF2-40B4-BE49-F238E27FC236}">
                <a16:creationId xmlns:a16="http://schemas.microsoft.com/office/drawing/2014/main" id="{B59A275E-2AF6-C0F9-34CA-9B2C22093A7C}"/>
              </a:ext>
            </a:extLst>
          </p:cNvPr>
          <p:cNvSpPr/>
          <p:nvPr/>
        </p:nvSpPr>
        <p:spPr>
          <a:xfrm>
            <a:off x="6910754" y="1738458"/>
            <a:ext cx="3178555" cy="830090"/>
          </a:xfrm>
          <a:prstGeom prst="homePlat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FF1900"/>
                </a:solidFill>
                <a:effectLst/>
                <a:uLnTx/>
                <a:uFillTx/>
                <a:latin typeface="HM Serif"/>
                <a:ea typeface="+mn-ea"/>
                <a:cs typeface="+mn-cs"/>
              </a:rPr>
              <a:t>Not determined: Migration of existing Contingent Workforce to PD and connecting HR record to existing AD account (major dependency towards other teams)</a:t>
            </a:r>
          </a:p>
        </p:txBody>
      </p:sp>
      <p:sp>
        <p:nvSpPr>
          <p:cNvPr id="3" name="Rectangle: Rounded Corners 2">
            <a:extLst>
              <a:ext uri="{FF2B5EF4-FFF2-40B4-BE49-F238E27FC236}">
                <a16:creationId xmlns:a16="http://schemas.microsoft.com/office/drawing/2014/main" id="{FA51CACC-1F3C-695E-CAB3-61E18FB025C8}"/>
              </a:ext>
            </a:extLst>
          </p:cNvPr>
          <p:cNvSpPr/>
          <p:nvPr/>
        </p:nvSpPr>
        <p:spPr>
          <a:xfrm>
            <a:off x="3798397" y="4623563"/>
            <a:ext cx="2224275" cy="37996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prstClr val="white"/>
                </a:solidFill>
                <a:effectLst/>
                <a:uLnTx/>
                <a:uFillTx/>
                <a:latin typeface="HM Serif"/>
                <a:ea typeface="+mn-ea"/>
                <a:cs typeface="+mn-cs"/>
              </a:rPr>
              <a:t>License mgmt. </a:t>
            </a:r>
          </a:p>
        </p:txBody>
      </p:sp>
      <p:sp>
        <p:nvSpPr>
          <p:cNvPr id="6" name="Arrow: Pentagon 5">
            <a:extLst>
              <a:ext uri="{FF2B5EF4-FFF2-40B4-BE49-F238E27FC236}">
                <a16:creationId xmlns:a16="http://schemas.microsoft.com/office/drawing/2014/main" id="{535401F6-F601-7949-8570-0F6F488CB6B0}"/>
              </a:ext>
            </a:extLst>
          </p:cNvPr>
          <p:cNvSpPr/>
          <p:nvPr/>
        </p:nvSpPr>
        <p:spPr>
          <a:xfrm>
            <a:off x="7340250" y="3730067"/>
            <a:ext cx="2229599" cy="630250"/>
          </a:xfrm>
          <a:prstGeom prst="homePlat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Migration of Things</a:t>
            </a:r>
          </a:p>
        </p:txBody>
      </p:sp>
      <p:sp>
        <p:nvSpPr>
          <p:cNvPr id="8" name="Rectangle 7">
            <a:extLst>
              <a:ext uri="{FF2B5EF4-FFF2-40B4-BE49-F238E27FC236}">
                <a16:creationId xmlns:a16="http://schemas.microsoft.com/office/drawing/2014/main" id="{C167CAFC-FB53-DE9F-5F33-D1C4CD2FB677}"/>
              </a:ext>
            </a:extLst>
          </p:cNvPr>
          <p:cNvSpPr/>
          <p:nvPr/>
        </p:nvSpPr>
        <p:spPr>
          <a:xfrm>
            <a:off x="6153951" y="4688576"/>
            <a:ext cx="1054800" cy="8830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Foundational technical realization of request based ALM and migration of UA scope</a:t>
            </a:r>
          </a:p>
        </p:txBody>
      </p:sp>
      <p:sp>
        <p:nvSpPr>
          <p:cNvPr id="9" name="Rectangle 8">
            <a:extLst>
              <a:ext uri="{FF2B5EF4-FFF2-40B4-BE49-F238E27FC236}">
                <a16:creationId xmlns:a16="http://schemas.microsoft.com/office/drawing/2014/main" id="{47A3137C-4BC9-04E6-32E7-5B337ED0E992}"/>
              </a:ext>
            </a:extLst>
          </p:cNvPr>
          <p:cNvSpPr/>
          <p:nvPr/>
        </p:nvSpPr>
        <p:spPr>
          <a:xfrm>
            <a:off x="6153951" y="4531512"/>
            <a:ext cx="1054800" cy="157065"/>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Value Drop #8a</a:t>
            </a:r>
          </a:p>
        </p:txBody>
      </p:sp>
      <p:sp>
        <p:nvSpPr>
          <p:cNvPr id="10" name="Rectangle 9">
            <a:extLst>
              <a:ext uri="{FF2B5EF4-FFF2-40B4-BE49-F238E27FC236}">
                <a16:creationId xmlns:a16="http://schemas.microsoft.com/office/drawing/2014/main" id="{8C020D39-F607-6F1B-809C-F6284A175095}"/>
              </a:ext>
            </a:extLst>
          </p:cNvPr>
          <p:cNvSpPr/>
          <p:nvPr/>
        </p:nvSpPr>
        <p:spPr>
          <a:xfrm>
            <a:off x="10883549" y="3665306"/>
            <a:ext cx="1054800" cy="64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Foundational functionality for SAP and plan forward </a:t>
            </a:r>
          </a:p>
        </p:txBody>
      </p:sp>
      <p:sp>
        <p:nvSpPr>
          <p:cNvPr id="11" name="Rectangle 10">
            <a:extLst>
              <a:ext uri="{FF2B5EF4-FFF2-40B4-BE49-F238E27FC236}">
                <a16:creationId xmlns:a16="http://schemas.microsoft.com/office/drawing/2014/main" id="{A3D065BD-23CC-3F56-D750-2988EF2551AC}"/>
              </a:ext>
            </a:extLst>
          </p:cNvPr>
          <p:cNvSpPr/>
          <p:nvPr/>
        </p:nvSpPr>
        <p:spPr>
          <a:xfrm>
            <a:off x="10883549" y="3508241"/>
            <a:ext cx="1054800" cy="157065"/>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HM Serif"/>
                <a:ea typeface="+mn-ea"/>
                <a:cs typeface="+mn-cs"/>
              </a:rPr>
              <a:t>Value Drop #11</a:t>
            </a:r>
          </a:p>
        </p:txBody>
      </p:sp>
    </p:spTree>
    <p:extLst>
      <p:ext uri="{BB962C8B-B14F-4D97-AF65-F5344CB8AC3E}">
        <p14:creationId xmlns:p14="http://schemas.microsoft.com/office/powerpoint/2010/main" val="994056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2F529-C8E3-3CCC-1BC3-4A20984C21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D99F84-371D-26B0-0814-6A4ADADD2561}"/>
              </a:ext>
            </a:extLst>
          </p:cNvPr>
          <p:cNvSpPr>
            <a:spLocks noGrp="1"/>
          </p:cNvSpPr>
          <p:nvPr>
            <p:ph type="title"/>
          </p:nvPr>
        </p:nvSpPr>
        <p:spPr/>
        <p:txBody>
          <a:bodyPr/>
          <a:lstStyle/>
          <a:p>
            <a:r>
              <a:rPr lang="en-US" dirty="0"/>
              <a:t>Proposed team setup for the Enterprise IAM Transformation for Jan-Nov 2025</a:t>
            </a:r>
          </a:p>
        </p:txBody>
      </p:sp>
      <p:sp>
        <p:nvSpPr>
          <p:cNvPr id="3" name="Text Placeholder 2">
            <a:extLst>
              <a:ext uri="{FF2B5EF4-FFF2-40B4-BE49-F238E27FC236}">
                <a16:creationId xmlns:a16="http://schemas.microsoft.com/office/drawing/2014/main" id="{B4571E11-E259-3426-C22E-AF0FD3C2F279}"/>
              </a:ext>
            </a:extLst>
          </p:cNvPr>
          <p:cNvSpPr>
            <a:spLocks noGrp="1"/>
          </p:cNvSpPr>
          <p:nvPr>
            <p:ph type="body" sz="quarter" idx="10"/>
          </p:nvPr>
        </p:nvSpPr>
        <p:spPr/>
        <p:txBody>
          <a:bodyPr/>
          <a:lstStyle/>
          <a:p>
            <a:r>
              <a:rPr lang="en-US" dirty="0"/>
              <a:t>To enable a more collaborative approach, select roles will transition* to H&amp;M, with a gradual scale-down and a recommendation to shift the change enablement function to the Culture &amp; Competence Unit to better support upcoming impactful deliverables.</a:t>
            </a:r>
          </a:p>
        </p:txBody>
      </p:sp>
      <p:sp>
        <p:nvSpPr>
          <p:cNvPr id="32" name="Rectangle 31">
            <a:extLst>
              <a:ext uri="{FF2B5EF4-FFF2-40B4-BE49-F238E27FC236}">
                <a16:creationId xmlns:a16="http://schemas.microsoft.com/office/drawing/2014/main" id="{0F104318-7FC8-94B5-31DA-8B9A606C2BDA}"/>
              </a:ext>
            </a:extLst>
          </p:cNvPr>
          <p:cNvSpPr/>
          <p:nvPr/>
        </p:nvSpPr>
        <p:spPr>
          <a:xfrm>
            <a:off x="10232450" y="3477509"/>
            <a:ext cx="1760706" cy="50293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33" name="Rectangle 32">
            <a:extLst>
              <a:ext uri="{FF2B5EF4-FFF2-40B4-BE49-F238E27FC236}">
                <a16:creationId xmlns:a16="http://schemas.microsoft.com/office/drawing/2014/main" id="{EF4E1C61-37EF-3CA7-5FD9-DADD642EB559}"/>
              </a:ext>
            </a:extLst>
          </p:cNvPr>
          <p:cNvSpPr/>
          <p:nvPr/>
        </p:nvSpPr>
        <p:spPr>
          <a:xfrm>
            <a:off x="10232450" y="2868220"/>
            <a:ext cx="1760706" cy="50293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FFFFFF"/>
                </a:solidFill>
                <a:effectLst/>
                <a:uLnTx/>
                <a:uFillTx/>
                <a:latin typeface="Graphik"/>
                <a:ea typeface="+mn-ea"/>
                <a:cs typeface="Arial" panose="020B0604020202020204" pitchFamily="34" charset="0"/>
              </a:rPr>
              <a:t>BOT function</a:t>
            </a:r>
          </a:p>
        </p:txBody>
      </p:sp>
      <p:sp>
        <p:nvSpPr>
          <p:cNvPr id="34" name="TextBox 33">
            <a:extLst>
              <a:ext uri="{FF2B5EF4-FFF2-40B4-BE49-F238E27FC236}">
                <a16:creationId xmlns:a16="http://schemas.microsoft.com/office/drawing/2014/main" id="{EF596F65-CE43-8D29-A736-4796BA72C243}"/>
              </a:ext>
            </a:extLst>
          </p:cNvPr>
          <p:cNvSpPr txBox="1"/>
          <p:nvPr/>
        </p:nvSpPr>
        <p:spPr>
          <a:xfrm>
            <a:off x="10267259" y="3544310"/>
            <a:ext cx="1691089" cy="369332"/>
          </a:xfrm>
          <a:prstGeom prst="rect">
            <a:avLst/>
          </a:prstGeom>
          <a:noFill/>
        </p:spPr>
        <p:txBody>
          <a:bodyPr wrap="square" lIns="0" tIns="0" rIns="0" bIns="0" rtlCol="0" anchor="ctr" anchorCtr="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200" b="0" i="1" u="none" strike="noStrike" kern="1200" cap="none" spc="0" normalizeH="0" baseline="0" noProof="0">
                <a:ln>
                  <a:noFill/>
                </a:ln>
                <a:solidFill>
                  <a:srgbClr val="000000"/>
                </a:solidFill>
                <a:effectLst/>
                <a:uLnTx/>
                <a:uFillTx/>
                <a:latin typeface="Graphik"/>
                <a:ea typeface="+mn-ea"/>
                <a:cs typeface="+mn-cs"/>
              </a:rPr>
              <a:t>Change Enablement (</a:t>
            </a:r>
            <a:r>
              <a:rPr kumimoji="0" lang="en-US" sz="1050" b="0" i="0" u="none" strike="noStrike" kern="1200" cap="none" spc="0" normalizeH="0" baseline="0" noProof="0">
                <a:ln>
                  <a:noFill/>
                </a:ln>
                <a:solidFill>
                  <a:srgbClr val="000000"/>
                </a:solidFill>
                <a:effectLst/>
                <a:uLnTx/>
                <a:uFillTx/>
                <a:latin typeface="Graphik"/>
                <a:ea typeface="+mn-ea"/>
                <a:cs typeface="+mn-cs"/>
              </a:rPr>
              <a:t>Culture &amp; Competence)</a:t>
            </a:r>
          </a:p>
        </p:txBody>
      </p:sp>
      <p:cxnSp>
        <p:nvCxnSpPr>
          <p:cNvPr id="35" name="Straight Connector 34">
            <a:extLst>
              <a:ext uri="{FF2B5EF4-FFF2-40B4-BE49-F238E27FC236}">
                <a16:creationId xmlns:a16="http://schemas.microsoft.com/office/drawing/2014/main" id="{435B1F36-8FF0-0509-559A-B893191D0C3E}"/>
              </a:ext>
            </a:extLst>
          </p:cNvPr>
          <p:cNvCxnSpPr>
            <a:cxnSpLocks/>
          </p:cNvCxnSpPr>
          <p:nvPr/>
        </p:nvCxnSpPr>
        <p:spPr>
          <a:xfrm>
            <a:off x="10126902" y="2474258"/>
            <a:ext cx="0" cy="3435251"/>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BD7C8BC8-08D3-F9CB-2D4F-CA9A9E890CC0}"/>
              </a:ext>
            </a:extLst>
          </p:cNvPr>
          <p:cNvSpPr/>
          <p:nvPr/>
        </p:nvSpPr>
        <p:spPr>
          <a:xfrm>
            <a:off x="381000" y="5040668"/>
            <a:ext cx="880354" cy="25146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H&amp;M</a:t>
            </a:r>
          </a:p>
        </p:txBody>
      </p:sp>
      <p:sp>
        <p:nvSpPr>
          <p:cNvPr id="38" name="Rectangle 37">
            <a:extLst>
              <a:ext uri="{FF2B5EF4-FFF2-40B4-BE49-F238E27FC236}">
                <a16:creationId xmlns:a16="http://schemas.microsoft.com/office/drawing/2014/main" id="{179C827F-E4E8-D2D0-83FE-A221D99C50DC}"/>
              </a:ext>
            </a:extLst>
          </p:cNvPr>
          <p:cNvSpPr/>
          <p:nvPr/>
        </p:nvSpPr>
        <p:spPr>
          <a:xfrm>
            <a:off x="381000" y="5658042"/>
            <a:ext cx="880354" cy="25146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Out of scope compared to current set-up</a:t>
            </a:r>
          </a:p>
        </p:txBody>
      </p:sp>
      <p:sp>
        <p:nvSpPr>
          <p:cNvPr id="39" name="Rectangle 38">
            <a:extLst>
              <a:ext uri="{FF2B5EF4-FFF2-40B4-BE49-F238E27FC236}">
                <a16:creationId xmlns:a16="http://schemas.microsoft.com/office/drawing/2014/main" id="{190FBC60-288F-698A-9DE0-5C0C38321895}"/>
              </a:ext>
            </a:extLst>
          </p:cNvPr>
          <p:cNvSpPr/>
          <p:nvPr/>
        </p:nvSpPr>
        <p:spPr>
          <a:xfrm>
            <a:off x="381000" y="5342019"/>
            <a:ext cx="880354" cy="251467"/>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Accenture</a:t>
            </a:r>
          </a:p>
        </p:txBody>
      </p:sp>
      <p:sp>
        <p:nvSpPr>
          <p:cNvPr id="40" name="Rectangle 39">
            <a:extLst>
              <a:ext uri="{FF2B5EF4-FFF2-40B4-BE49-F238E27FC236}">
                <a16:creationId xmlns:a16="http://schemas.microsoft.com/office/drawing/2014/main" id="{760FA9D8-FA9A-4156-FE3D-F5554D4CA9A0}"/>
              </a:ext>
            </a:extLst>
          </p:cNvPr>
          <p:cNvSpPr/>
          <p:nvPr/>
        </p:nvSpPr>
        <p:spPr>
          <a:xfrm>
            <a:off x="465000" y="2620509"/>
            <a:ext cx="1760706" cy="502934"/>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Project Manager</a:t>
            </a:r>
          </a:p>
        </p:txBody>
      </p:sp>
      <p:sp>
        <p:nvSpPr>
          <p:cNvPr id="41" name="Rectangle 40">
            <a:extLst>
              <a:ext uri="{FF2B5EF4-FFF2-40B4-BE49-F238E27FC236}">
                <a16:creationId xmlns:a16="http://schemas.microsoft.com/office/drawing/2014/main" id="{9170A9A6-EF62-3F76-7790-829891F8E90E}"/>
              </a:ext>
            </a:extLst>
          </p:cNvPr>
          <p:cNvSpPr/>
          <p:nvPr/>
        </p:nvSpPr>
        <p:spPr>
          <a:xfrm>
            <a:off x="2370640" y="2620509"/>
            <a:ext cx="1760706" cy="502934"/>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Graphik"/>
                <a:ea typeface="+mn-ea"/>
                <a:cs typeface="Arial" panose="020B0604020202020204" pitchFamily="34" charset="0"/>
              </a:rPr>
              <a:t>Solution Lead/Architect</a:t>
            </a:r>
          </a:p>
        </p:txBody>
      </p:sp>
      <p:sp>
        <p:nvSpPr>
          <p:cNvPr id="42" name="Rectangle 41">
            <a:extLst>
              <a:ext uri="{FF2B5EF4-FFF2-40B4-BE49-F238E27FC236}">
                <a16:creationId xmlns:a16="http://schemas.microsoft.com/office/drawing/2014/main" id="{21F443D5-4010-8010-6759-01C56FEFEF18}"/>
              </a:ext>
            </a:extLst>
          </p:cNvPr>
          <p:cNvSpPr/>
          <p:nvPr/>
        </p:nvSpPr>
        <p:spPr>
          <a:xfrm>
            <a:off x="4276280" y="2620509"/>
            <a:ext cx="1760706" cy="502934"/>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Functional Lead</a:t>
            </a:r>
          </a:p>
        </p:txBody>
      </p:sp>
      <p:sp>
        <p:nvSpPr>
          <p:cNvPr id="43" name="Rectangle 42">
            <a:extLst>
              <a:ext uri="{FF2B5EF4-FFF2-40B4-BE49-F238E27FC236}">
                <a16:creationId xmlns:a16="http://schemas.microsoft.com/office/drawing/2014/main" id="{8C5717F5-A41B-3F96-03CE-87029B3D0E6A}"/>
              </a:ext>
            </a:extLst>
          </p:cNvPr>
          <p:cNvSpPr/>
          <p:nvPr/>
        </p:nvSpPr>
        <p:spPr>
          <a:xfrm>
            <a:off x="6181920" y="2620509"/>
            <a:ext cx="1760706" cy="502934"/>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Technical Lead</a:t>
            </a:r>
          </a:p>
        </p:txBody>
      </p:sp>
      <p:sp>
        <p:nvSpPr>
          <p:cNvPr id="44" name="Rectangle 43">
            <a:extLst>
              <a:ext uri="{FF2B5EF4-FFF2-40B4-BE49-F238E27FC236}">
                <a16:creationId xmlns:a16="http://schemas.microsoft.com/office/drawing/2014/main" id="{A2335A86-2B6A-236E-3CE4-56F5957487E5}"/>
              </a:ext>
            </a:extLst>
          </p:cNvPr>
          <p:cNvSpPr/>
          <p:nvPr/>
        </p:nvSpPr>
        <p:spPr>
          <a:xfrm>
            <a:off x="6205127" y="3399041"/>
            <a:ext cx="1760706" cy="502934"/>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Saviynt SME / Scrum</a:t>
            </a:r>
          </a:p>
        </p:txBody>
      </p:sp>
      <p:sp>
        <p:nvSpPr>
          <p:cNvPr id="45" name="Rectangle 44">
            <a:extLst>
              <a:ext uri="{FF2B5EF4-FFF2-40B4-BE49-F238E27FC236}">
                <a16:creationId xmlns:a16="http://schemas.microsoft.com/office/drawing/2014/main" id="{9BEAA43E-76F4-4EB2-02F9-864E0A2F32CD}"/>
              </a:ext>
            </a:extLst>
          </p:cNvPr>
          <p:cNvSpPr/>
          <p:nvPr/>
        </p:nvSpPr>
        <p:spPr>
          <a:xfrm>
            <a:off x="6205127" y="4627213"/>
            <a:ext cx="1760706" cy="50293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Clean-up &amp; Sav Campaigns</a:t>
            </a:r>
          </a:p>
        </p:txBody>
      </p:sp>
      <p:sp>
        <p:nvSpPr>
          <p:cNvPr id="46" name="Rectangle 45">
            <a:extLst>
              <a:ext uri="{FF2B5EF4-FFF2-40B4-BE49-F238E27FC236}">
                <a16:creationId xmlns:a16="http://schemas.microsoft.com/office/drawing/2014/main" id="{6B8DE69B-479C-A475-9521-45F60F62B7CB}"/>
              </a:ext>
            </a:extLst>
          </p:cNvPr>
          <p:cNvSpPr/>
          <p:nvPr/>
        </p:nvSpPr>
        <p:spPr>
          <a:xfrm>
            <a:off x="8119436" y="5241300"/>
            <a:ext cx="1760706" cy="50293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Saviynt Dev</a:t>
            </a:r>
          </a:p>
        </p:txBody>
      </p:sp>
      <p:sp>
        <p:nvSpPr>
          <p:cNvPr id="47" name="Rectangle 46">
            <a:extLst>
              <a:ext uri="{FF2B5EF4-FFF2-40B4-BE49-F238E27FC236}">
                <a16:creationId xmlns:a16="http://schemas.microsoft.com/office/drawing/2014/main" id="{17F4C1D9-7DED-609E-FDA0-2CF69027A3AA}"/>
              </a:ext>
            </a:extLst>
          </p:cNvPr>
          <p:cNvSpPr/>
          <p:nvPr/>
        </p:nvSpPr>
        <p:spPr>
          <a:xfrm>
            <a:off x="8133974" y="4627213"/>
            <a:ext cx="1760706" cy="50293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Saviynt Dev</a:t>
            </a:r>
          </a:p>
        </p:txBody>
      </p:sp>
      <p:sp>
        <p:nvSpPr>
          <p:cNvPr id="48" name="Rectangle 47">
            <a:extLst>
              <a:ext uri="{FF2B5EF4-FFF2-40B4-BE49-F238E27FC236}">
                <a16:creationId xmlns:a16="http://schemas.microsoft.com/office/drawing/2014/main" id="{5A373A3F-3884-DA2D-D858-C0599A9B82D1}"/>
              </a:ext>
            </a:extLst>
          </p:cNvPr>
          <p:cNvSpPr/>
          <p:nvPr/>
        </p:nvSpPr>
        <p:spPr>
          <a:xfrm>
            <a:off x="8133974" y="3399041"/>
            <a:ext cx="1760706" cy="502934"/>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Saviynt Dev</a:t>
            </a:r>
          </a:p>
        </p:txBody>
      </p:sp>
      <p:sp>
        <p:nvSpPr>
          <p:cNvPr id="49" name="Rectangle 48">
            <a:extLst>
              <a:ext uri="{FF2B5EF4-FFF2-40B4-BE49-F238E27FC236}">
                <a16:creationId xmlns:a16="http://schemas.microsoft.com/office/drawing/2014/main" id="{95D62389-B5AB-7215-339A-5CC068D649B0}"/>
              </a:ext>
            </a:extLst>
          </p:cNvPr>
          <p:cNvSpPr/>
          <p:nvPr/>
        </p:nvSpPr>
        <p:spPr>
          <a:xfrm>
            <a:off x="8133974" y="4013127"/>
            <a:ext cx="1760706" cy="50293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Saviynt Dev</a:t>
            </a:r>
          </a:p>
        </p:txBody>
      </p:sp>
      <p:sp>
        <p:nvSpPr>
          <p:cNvPr id="50" name="Rectangle 49">
            <a:extLst>
              <a:ext uri="{FF2B5EF4-FFF2-40B4-BE49-F238E27FC236}">
                <a16:creationId xmlns:a16="http://schemas.microsoft.com/office/drawing/2014/main" id="{546FC721-4791-4CD9-FFBC-B40303454ABB}"/>
              </a:ext>
            </a:extLst>
          </p:cNvPr>
          <p:cNvSpPr/>
          <p:nvPr/>
        </p:nvSpPr>
        <p:spPr>
          <a:xfrm>
            <a:off x="4276280" y="3403779"/>
            <a:ext cx="1760706" cy="502934"/>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Functional Analyst</a:t>
            </a:r>
          </a:p>
        </p:txBody>
      </p:sp>
      <p:sp>
        <p:nvSpPr>
          <p:cNvPr id="51" name="Rectangle 50">
            <a:extLst>
              <a:ext uri="{FF2B5EF4-FFF2-40B4-BE49-F238E27FC236}">
                <a16:creationId xmlns:a16="http://schemas.microsoft.com/office/drawing/2014/main" id="{1AF6B7C0-3439-9EDE-6ED2-270B33AEDF5C}"/>
              </a:ext>
            </a:extLst>
          </p:cNvPr>
          <p:cNvSpPr/>
          <p:nvPr/>
        </p:nvSpPr>
        <p:spPr>
          <a:xfrm>
            <a:off x="4276280" y="4016286"/>
            <a:ext cx="1760706" cy="50293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Functional Analyst</a:t>
            </a:r>
          </a:p>
        </p:txBody>
      </p:sp>
      <p:sp>
        <p:nvSpPr>
          <p:cNvPr id="52" name="Rectangle 51">
            <a:extLst>
              <a:ext uri="{FF2B5EF4-FFF2-40B4-BE49-F238E27FC236}">
                <a16:creationId xmlns:a16="http://schemas.microsoft.com/office/drawing/2014/main" id="{7836ADFF-1584-AF35-1578-C66FAB397DB6}"/>
              </a:ext>
            </a:extLst>
          </p:cNvPr>
          <p:cNvSpPr/>
          <p:nvPr/>
        </p:nvSpPr>
        <p:spPr>
          <a:xfrm>
            <a:off x="4276280" y="4628793"/>
            <a:ext cx="1760706" cy="50293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Functional Analyst</a:t>
            </a:r>
          </a:p>
        </p:txBody>
      </p:sp>
      <p:sp>
        <p:nvSpPr>
          <p:cNvPr id="53" name="Rectangle 52">
            <a:extLst>
              <a:ext uri="{FF2B5EF4-FFF2-40B4-BE49-F238E27FC236}">
                <a16:creationId xmlns:a16="http://schemas.microsoft.com/office/drawing/2014/main" id="{AD1F28E9-4653-8F55-6F9F-337C7C222178}"/>
              </a:ext>
            </a:extLst>
          </p:cNvPr>
          <p:cNvSpPr/>
          <p:nvPr/>
        </p:nvSpPr>
        <p:spPr>
          <a:xfrm>
            <a:off x="4276280" y="5241300"/>
            <a:ext cx="1760706" cy="50293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Functional Analyst</a:t>
            </a:r>
          </a:p>
        </p:txBody>
      </p:sp>
      <p:sp>
        <p:nvSpPr>
          <p:cNvPr id="54" name="Rectangle 53">
            <a:extLst>
              <a:ext uri="{FF2B5EF4-FFF2-40B4-BE49-F238E27FC236}">
                <a16:creationId xmlns:a16="http://schemas.microsoft.com/office/drawing/2014/main" id="{78B1A605-17B3-6C55-F4D8-1EC0C1BC94C9}"/>
              </a:ext>
            </a:extLst>
          </p:cNvPr>
          <p:cNvSpPr/>
          <p:nvPr/>
        </p:nvSpPr>
        <p:spPr>
          <a:xfrm>
            <a:off x="6205127" y="4016286"/>
            <a:ext cx="1760706" cy="502934"/>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Back-end Dev</a:t>
            </a:r>
          </a:p>
        </p:txBody>
      </p:sp>
      <p:sp>
        <p:nvSpPr>
          <p:cNvPr id="55" name="Rectangle 54">
            <a:extLst>
              <a:ext uri="{FF2B5EF4-FFF2-40B4-BE49-F238E27FC236}">
                <a16:creationId xmlns:a16="http://schemas.microsoft.com/office/drawing/2014/main" id="{DD46FA6D-913A-849D-36E7-371205D78962}"/>
              </a:ext>
            </a:extLst>
          </p:cNvPr>
          <p:cNvSpPr/>
          <p:nvPr/>
        </p:nvSpPr>
        <p:spPr>
          <a:xfrm>
            <a:off x="6190012" y="5241300"/>
            <a:ext cx="1760706" cy="50293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Senior Saviynt SME</a:t>
            </a:r>
          </a:p>
        </p:txBody>
      </p:sp>
      <p:sp>
        <p:nvSpPr>
          <p:cNvPr id="56" name="Rectangle 55">
            <a:extLst>
              <a:ext uri="{FF2B5EF4-FFF2-40B4-BE49-F238E27FC236}">
                <a16:creationId xmlns:a16="http://schemas.microsoft.com/office/drawing/2014/main" id="{DD468966-ED94-B7CF-8026-D6BC587FB22B}"/>
              </a:ext>
            </a:extLst>
          </p:cNvPr>
          <p:cNvSpPr/>
          <p:nvPr/>
        </p:nvSpPr>
        <p:spPr>
          <a:xfrm>
            <a:off x="381000" y="2362200"/>
            <a:ext cx="7679656" cy="86286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Graphik"/>
                <a:ea typeface="+mn-ea"/>
                <a:cs typeface="Arial" panose="020B0604020202020204" pitchFamily="34" charset="0"/>
              </a:rPr>
              <a:t>Project Management</a:t>
            </a:r>
          </a:p>
        </p:txBody>
      </p:sp>
      <p:sp>
        <p:nvSpPr>
          <p:cNvPr id="57" name="Rectangle 56">
            <a:extLst>
              <a:ext uri="{FF2B5EF4-FFF2-40B4-BE49-F238E27FC236}">
                <a16:creationId xmlns:a16="http://schemas.microsoft.com/office/drawing/2014/main" id="{204F60F3-8CEB-5594-D77F-3FD079F0D595}"/>
              </a:ext>
            </a:extLst>
          </p:cNvPr>
          <p:cNvSpPr/>
          <p:nvPr/>
        </p:nvSpPr>
        <p:spPr>
          <a:xfrm>
            <a:off x="4201898" y="2474258"/>
            <a:ext cx="1878734" cy="3435251"/>
          </a:xfrm>
          <a:prstGeom prst="rect">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58" name="Rectangle 57">
            <a:extLst>
              <a:ext uri="{FF2B5EF4-FFF2-40B4-BE49-F238E27FC236}">
                <a16:creationId xmlns:a16="http://schemas.microsoft.com/office/drawing/2014/main" id="{FA81201D-F854-04CF-BD22-C190C0899836}"/>
              </a:ext>
            </a:extLst>
          </p:cNvPr>
          <p:cNvSpPr/>
          <p:nvPr/>
        </p:nvSpPr>
        <p:spPr>
          <a:xfrm>
            <a:off x="6149891" y="2474258"/>
            <a:ext cx="3823985" cy="3435251"/>
          </a:xfrm>
          <a:prstGeom prst="rect">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6" name="TextBox 5">
            <a:extLst>
              <a:ext uri="{FF2B5EF4-FFF2-40B4-BE49-F238E27FC236}">
                <a16:creationId xmlns:a16="http://schemas.microsoft.com/office/drawing/2014/main" id="{8AEBD14F-C54A-2535-C3F2-F06909546FE7}"/>
              </a:ext>
            </a:extLst>
          </p:cNvPr>
          <p:cNvSpPr txBox="1"/>
          <p:nvPr/>
        </p:nvSpPr>
        <p:spPr>
          <a:xfrm>
            <a:off x="6950242" y="6475498"/>
            <a:ext cx="4565482" cy="161583"/>
          </a:xfrm>
          <a:prstGeom prst="rect">
            <a:avLst/>
          </a:prstGeom>
          <a:solidFill>
            <a:schemeClr val="bg1"/>
          </a:solidFill>
        </p:spPr>
        <p:txBody>
          <a:bodyPr wrap="square" lIns="0" tIns="0" rIns="0" bIns="0" rtlCol="0">
            <a:sp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Graphik"/>
                <a:ea typeface="+mn-ea"/>
                <a:cs typeface="+mn-cs"/>
              </a:rPr>
              <a:t>*The FTE transition is visualized on the next slide.</a:t>
            </a:r>
          </a:p>
        </p:txBody>
      </p:sp>
    </p:spTree>
    <p:extLst>
      <p:ext uri="{BB962C8B-B14F-4D97-AF65-F5344CB8AC3E}">
        <p14:creationId xmlns:p14="http://schemas.microsoft.com/office/powerpoint/2010/main" val="2022252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230FAE2-D54D-EE35-F23D-F83867BC9FBD}"/>
              </a:ext>
            </a:extLst>
          </p:cNvPr>
          <p:cNvPicPr>
            <a:picLocks noChangeAspect="1"/>
          </p:cNvPicPr>
          <p:nvPr/>
        </p:nvPicPr>
        <p:blipFill>
          <a:blip r:embed="rId2"/>
          <a:stretch>
            <a:fillRect/>
          </a:stretch>
        </p:blipFill>
        <p:spPr>
          <a:xfrm>
            <a:off x="2276786" y="1543980"/>
            <a:ext cx="7638429" cy="4812778"/>
          </a:xfrm>
          <a:prstGeom prst="rect">
            <a:avLst/>
          </a:prstGeom>
        </p:spPr>
      </p:pic>
      <p:sp>
        <p:nvSpPr>
          <p:cNvPr id="69" name="Rectangle 68">
            <a:extLst>
              <a:ext uri="{FF2B5EF4-FFF2-40B4-BE49-F238E27FC236}">
                <a16:creationId xmlns:a16="http://schemas.microsoft.com/office/drawing/2014/main" id="{AB76C368-BE82-DEEE-8ED6-DADD103FDBC5}"/>
              </a:ext>
            </a:extLst>
          </p:cNvPr>
          <p:cNvSpPr/>
          <p:nvPr/>
        </p:nvSpPr>
        <p:spPr>
          <a:xfrm>
            <a:off x="6629400" y="6164577"/>
            <a:ext cx="5067296" cy="655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Graphik"/>
              <a:ea typeface="+mn-ea"/>
              <a:cs typeface="+mn-cs"/>
            </a:endParaRPr>
          </a:p>
        </p:txBody>
      </p:sp>
      <p:sp>
        <p:nvSpPr>
          <p:cNvPr id="2" name="Title 1">
            <a:extLst>
              <a:ext uri="{FF2B5EF4-FFF2-40B4-BE49-F238E27FC236}">
                <a16:creationId xmlns:a16="http://schemas.microsoft.com/office/drawing/2014/main" id="{05C212E3-A760-E4EA-6F82-25FE75FD1CDF}"/>
              </a:ext>
            </a:extLst>
          </p:cNvPr>
          <p:cNvSpPr>
            <a:spLocks noGrp="1"/>
          </p:cNvSpPr>
          <p:nvPr>
            <p:ph type="title"/>
          </p:nvPr>
        </p:nvSpPr>
        <p:spPr/>
        <p:txBody>
          <a:bodyPr/>
          <a:lstStyle/>
          <a:p>
            <a:r>
              <a:rPr lang="en-US" dirty="0"/>
              <a:t>To limit impact of a team change we suggest a phased approach to transitioned over time</a:t>
            </a:r>
          </a:p>
        </p:txBody>
      </p:sp>
    </p:spTree>
    <p:extLst>
      <p:ext uri="{BB962C8B-B14F-4D97-AF65-F5344CB8AC3E}">
        <p14:creationId xmlns:p14="http://schemas.microsoft.com/office/powerpoint/2010/main" val="3701964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021BEBC2-D2C4-3DE2-317C-B634B3E409BF}"/>
              </a:ext>
            </a:extLst>
          </p:cNvPr>
          <p:cNvSpPr/>
          <p:nvPr/>
        </p:nvSpPr>
        <p:spPr>
          <a:xfrm>
            <a:off x="9472307" y="4193405"/>
            <a:ext cx="791526" cy="37543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endParaRPr kumimoji="0" lang="en-SE" sz="1000" b="0" i="0" u="none" strike="noStrike" kern="1200" cap="none" spc="0" normalizeH="0" baseline="0" noProof="0" dirty="0">
              <a:ln>
                <a:noFill/>
              </a:ln>
              <a:solidFill>
                <a:srgbClr val="000000"/>
              </a:solidFill>
              <a:effectLst/>
              <a:uLnTx/>
              <a:uFillTx/>
              <a:latin typeface="HM Group Ampersand"/>
              <a:ea typeface="+mn-ea"/>
              <a:cs typeface="+mn-cs"/>
            </a:endParaRPr>
          </a:p>
        </p:txBody>
      </p:sp>
      <p:sp>
        <p:nvSpPr>
          <p:cNvPr id="45" name="Rectangle 44">
            <a:extLst>
              <a:ext uri="{FF2B5EF4-FFF2-40B4-BE49-F238E27FC236}">
                <a16:creationId xmlns:a16="http://schemas.microsoft.com/office/drawing/2014/main" id="{FF45E868-68F0-43FF-5AFA-767DDD746030}"/>
              </a:ext>
            </a:extLst>
          </p:cNvPr>
          <p:cNvSpPr/>
          <p:nvPr/>
        </p:nvSpPr>
        <p:spPr>
          <a:xfrm>
            <a:off x="5919661" y="4614266"/>
            <a:ext cx="791526" cy="25993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endParaRPr kumimoji="0" lang="en-SE" sz="1000" b="0" i="0" u="none" strike="noStrike" kern="1200" cap="none" spc="0" normalizeH="0" baseline="0" noProof="0" dirty="0">
              <a:ln>
                <a:noFill/>
              </a:ln>
              <a:solidFill>
                <a:srgbClr val="000000"/>
              </a:solidFill>
              <a:effectLst/>
              <a:uLnTx/>
              <a:uFillTx/>
              <a:latin typeface="HM Group Ampersand"/>
              <a:ea typeface="+mn-ea"/>
              <a:cs typeface="+mn-cs"/>
            </a:endParaRPr>
          </a:p>
        </p:txBody>
      </p:sp>
      <p:sp>
        <p:nvSpPr>
          <p:cNvPr id="44" name="Rectangle 43">
            <a:extLst>
              <a:ext uri="{FF2B5EF4-FFF2-40B4-BE49-F238E27FC236}">
                <a16:creationId xmlns:a16="http://schemas.microsoft.com/office/drawing/2014/main" id="{90F73711-6174-85D6-2354-7AA922C6EF74}"/>
              </a:ext>
            </a:extLst>
          </p:cNvPr>
          <p:cNvSpPr/>
          <p:nvPr/>
        </p:nvSpPr>
        <p:spPr>
          <a:xfrm>
            <a:off x="4707127" y="4614266"/>
            <a:ext cx="1565214" cy="259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endParaRPr kumimoji="0" lang="en-SE" sz="1000" b="0" i="0" u="none" strike="noStrike" kern="1200" cap="none" spc="0" normalizeH="0" baseline="0" noProof="0" dirty="0">
              <a:ln>
                <a:noFill/>
              </a:ln>
              <a:solidFill>
                <a:srgbClr val="000000"/>
              </a:solidFill>
              <a:effectLst/>
              <a:uLnTx/>
              <a:uFillTx/>
              <a:latin typeface="HM Group Ampersand"/>
              <a:ea typeface="+mn-ea"/>
              <a:cs typeface="+mn-cs"/>
            </a:endParaRPr>
          </a:p>
        </p:txBody>
      </p:sp>
      <p:sp>
        <p:nvSpPr>
          <p:cNvPr id="46" name="Rectangle 45">
            <a:extLst>
              <a:ext uri="{FF2B5EF4-FFF2-40B4-BE49-F238E27FC236}">
                <a16:creationId xmlns:a16="http://schemas.microsoft.com/office/drawing/2014/main" id="{5368145F-C58B-D899-8235-AC4D3B4B1045}"/>
              </a:ext>
            </a:extLst>
          </p:cNvPr>
          <p:cNvSpPr/>
          <p:nvPr/>
        </p:nvSpPr>
        <p:spPr>
          <a:xfrm>
            <a:off x="4707127" y="4614266"/>
            <a:ext cx="2006930" cy="259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r>
              <a:rPr kumimoji="0" lang="sv-SE" sz="1000" b="0" i="0" u="none" strike="noStrike" kern="1200" cap="none" spc="0" normalizeH="0" baseline="0" noProof="0" dirty="0">
                <a:ln>
                  <a:noFill/>
                </a:ln>
                <a:solidFill>
                  <a:srgbClr val="FFFFFF"/>
                </a:solidFill>
                <a:effectLst/>
                <a:uLnTx/>
                <a:uFillTx/>
                <a:latin typeface="HM Group Ampersand"/>
                <a:ea typeface="+mn-ea"/>
                <a:cs typeface="+mn-cs"/>
              </a:rPr>
              <a:t>Functional stream</a:t>
            </a:r>
            <a:endParaRPr kumimoji="0" lang="en-SE" sz="1000" b="0" i="0" u="none" strike="noStrike" kern="1200" cap="none" spc="0" normalizeH="0" baseline="0" noProof="0" dirty="0">
              <a:ln>
                <a:noFill/>
              </a:ln>
              <a:solidFill>
                <a:srgbClr val="FFFFFF"/>
              </a:solidFill>
              <a:effectLst/>
              <a:uLnTx/>
              <a:uFillTx/>
              <a:latin typeface="HM Group Ampersand"/>
              <a:ea typeface="+mn-ea"/>
              <a:cs typeface="+mn-cs"/>
            </a:endParaRPr>
          </a:p>
        </p:txBody>
      </p:sp>
      <p:sp>
        <p:nvSpPr>
          <p:cNvPr id="42" name="Rectangle 41">
            <a:extLst>
              <a:ext uri="{FF2B5EF4-FFF2-40B4-BE49-F238E27FC236}">
                <a16:creationId xmlns:a16="http://schemas.microsoft.com/office/drawing/2014/main" id="{84E94A4E-7D2A-EF82-507F-113D36817AC9}"/>
              </a:ext>
            </a:extLst>
          </p:cNvPr>
          <p:cNvSpPr/>
          <p:nvPr/>
        </p:nvSpPr>
        <p:spPr>
          <a:xfrm>
            <a:off x="4707127" y="4193405"/>
            <a:ext cx="1212534" cy="37543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endParaRPr kumimoji="0" lang="en-SE" sz="1000" b="0" i="0" u="none" strike="noStrike" kern="1200" cap="none" spc="0" normalizeH="0" baseline="0" noProof="0" dirty="0">
              <a:ln>
                <a:noFill/>
              </a:ln>
              <a:solidFill>
                <a:srgbClr val="000000"/>
              </a:solidFill>
              <a:effectLst/>
              <a:uLnTx/>
              <a:uFillTx/>
              <a:latin typeface="HM Group Ampersand"/>
              <a:ea typeface="+mn-ea"/>
              <a:cs typeface="+mn-cs"/>
            </a:endParaRPr>
          </a:p>
        </p:txBody>
      </p:sp>
      <p:sp>
        <p:nvSpPr>
          <p:cNvPr id="43" name="Rectangle 42">
            <a:extLst>
              <a:ext uri="{FF2B5EF4-FFF2-40B4-BE49-F238E27FC236}">
                <a16:creationId xmlns:a16="http://schemas.microsoft.com/office/drawing/2014/main" id="{03B11617-AAC8-C5CB-898D-50CF9D36EB0B}"/>
              </a:ext>
            </a:extLst>
          </p:cNvPr>
          <p:cNvSpPr/>
          <p:nvPr/>
        </p:nvSpPr>
        <p:spPr>
          <a:xfrm>
            <a:off x="5919661" y="4193405"/>
            <a:ext cx="791526" cy="37543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endParaRPr kumimoji="0" lang="en-SE" sz="1000" b="0" i="0" u="none" strike="noStrike" kern="1200" cap="none" spc="0" normalizeH="0" baseline="0" noProof="0" dirty="0">
              <a:ln>
                <a:noFill/>
              </a:ln>
              <a:solidFill>
                <a:srgbClr val="000000"/>
              </a:solidFill>
              <a:effectLst/>
              <a:uLnTx/>
              <a:uFillTx/>
              <a:latin typeface="HM Group Ampersand"/>
              <a:ea typeface="+mn-ea"/>
              <a:cs typeface="+mn-cs"/>
            </a:endParaRPr>
          </a:p>
        </p:txBody>
      </p:sp>
      <p:sp>
        <p:nvSpPr>
          <p:cNvPr id="2" name="Title 1">
            <a:extLst>
              <a:ext uri="{FF2B5EF4-FFF2-40B4-BE49-F238E27FC236}">
                <a16:creationId xmlns:a16="http://schemas.microsoft.com/office/drawing/2014/main" id="{8552E7C6-DC13-904F-8D1A-2E418A6F0D94}"/>
              </a:ext>
            </a:extLst>
          </p:cNvPr>
          <p:cNvSpPr>
            <a:spLocks noGrp="1"/>
          </p:cNvSpPr>
          <p:nvPr>
            <p:ph type="title"/>
          </p:nvPr>
        </p:nvSpPr>
        <p:spPr/>
        <p:txBody>
          <a:bodyPr/>
          <a:lstStyle/>
          <a:p>
            <a:r>
              <a:rPr lang="en-US" dirty="0"/>
              <a:t>IAM Transformation resource plan and ramp-down during FY25 reducing Accenture spend by 60%</a:t>
            </a:r>
          </a:p>
        </p:txBody>
      </p:sp>
      <p:cxnSp>
        <p:nvCxnSpPr>
          <p:cNvPr id="4" name="Straight Arrow Connector 3">
            <a:extLst>
              <a:ext uri="{FF2B5EF4-FFF2-40B4-BE49-F238E27FC236}">
                <a16:creationId xmlns:a16="http://schemas.microsoft.com/office/drawing/2014/main" id="{F17F5CD7-5DA7-B702-4C5E-1B881725E5A3}"/>
              </a:ext>
            </a:extLst>
          </p:cNvPr>
          <p:cNvCxnSpPr>
            <a:cxnSpLocks/>
          </p:cNvCxnSpPr>
          <p:nvPr/>
        </p:nvCxnSpPr>
        <p:spPr>
          <a:xfrm>
            <a:off x="882255" y="4929197"/>
            <a:ext cx="10406383" cy="0"/>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B4403162-EA76-3B73-66EA-1E10BCE36E07}"/>
              </a:ext>
            </a:extLst>
          </p:cNvPr>
          <p:cNvCxnSpPr>
            <a:cxnSpLocks/>
          </p:cNvCxnSpPr>
          <p:nvPr/>
        </p:nvCxnSpPr>
        <p:spPr>
          <a:xfrm flipV="1">
            <a:off x="882255" y="1869758"/>
            <a:ext cx="0" cy="3059439"/>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56230DA-ED99-4695-69AA-AC3D6E901786}"/>
              </a:ext>
            </a:extLst>
          </p:cNvPr>
          <p:cNvSpPr txBox="1"/>
          <p:nvPr/>
        </p:nvSpPr>
        <p:spPr>
          <a:xfrm>
            <a:off x="10467056" y="4971577"/>
            <a:ext cx="1209963" cy="314006"/>
          </a:xfrm>
          <a:prstGeom prst="rect">
            <a:avLst/>
          </a:prstGeom>
          <a:noFill/>
        </p:spPr>
        <p:txBody>
          <a:bodyPr wrap="square" rtlCol="0">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a:ln>
                  <a:noFill/>
                </a:ln>
                <a:solidFill>
                  <a:prstClr val="black"/>
                </a:solidFill>
                <a:effectLst/>
                <a:uLnTx/>
                <a:uFillTx/>
                <a:latin typeface="HM Group Ampersand"/>
                <a:ea typeface="+mn-ea"/>
                <a:cs typeface="+mn-cs"/>
              </a:rPr>
              <a:t>Time</a:t>
            </a:r>
          </a:p>
        </p:txBody>
      </p:sp>
      <p:sp>
        <p:nvSpPr>
          <p:cNvPr id="7" name="TextBox 6">
            <a:extLst>
              <a:ext uri="{FF2B5EF4-FFF2-40B4-BE49-F238E27FC236}">
                <a16:creationId xmlns:a16="http://schemas.microsoft.com/office/drawing/2014/main" id="{2809C19B-242F-5BC7-DB2A-0855445955F6}"/>
              </a:ext>
            </a:extLst>
          </p:cNvPr>
          <p:cNvSpPr txBox="1"/>
          <p:nvPr/>
        </p:nvSpPr>
        <p:spPr>
          <a:xfrm rot="16200000">
            <a:off x="-248145" y="3163746"/>
            <a:ext cx="1848697" cy="322445"/>
          </a:xfrm>
          <a:prstGeom prst="rect">
            <a:avLst/>
          </a:prstGeom>
          <a:noFill/>
        </p:spPr>
        <p:txBody>
          <a:bodyPr wrap="square" rtlCol="0" anchor="ctr">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HM Group Ampersand"/>
                <a:ea typeface="+mn-ea"/>
                <a:cs typeface="+mn-cs"/>
              </a:rPr>
              <a:t>No of resources</a:t>
            </a:r>
          </a:p>
        </p:txBody>
      </p:sp>
      <p:sp>
        <p:nvSpPr>
          <p:cNvPr id="8" name="Rectangle 7">
            <a:extLst>
              <a:ext uri="{FF2B5EF4-FFF2-40B4-BE49-F238E27FC236}">
                <a16:creationId xmlns:a16="http://schemas.microsoft.com/office/drawing/2014/main" id="{C0381250-593F-1EA5-9551-F949FBFDB699}"/>
              </a:ext>
            </a:extLst>
          </p:cNvPr>
          <p:cNvSpPr/>
          <p:nvPr/>
        </p:nvSpPr>
        <p:spPr>
          <a:xfrm>
            <a:off x="1233743" y="4552398"/>
            <a:ext cx="2006930" cy="32180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r>
              <a:rPr kumimoji="0" lang="sv-SE" sz="1000" b="0" i="0" u="none" strike="noStrike" kern="1200" cap="none" spc="0" normalizeH="0" baseline="0" noProof="0">
                <a:ln>
                  <a:noFill/>
                </a:ln>
                <a:solidFill>
                  <a:srgbClr val="FFFFFF"/>
                </a:solidFill>
                <a:effectLst/>
                <a:uLnTx/>
                <a:uFillTx/>
                <a:latin typeface="HM Group Ampersand"/>
                <a:ea typeface="+mn-ea"/>
                <a:cs typeface="+mn-cs"/>
              </a:rPr>
              <a:t>Functional stream</a:t>
            </a:r>
            <a:endParaRPr kumimoji="0" lang="en-SE" sz="1000" b="0" i="0" u="none" strike="noStrike" kern="1200" cap="none" spc="0" normalizeH="0" baseline="0" noProof="0">
              <a:ln>
                <a:noFill/>
              </a:ln>
              <a:solidFill>
                <a:srgbClr val="FFFFFF"/>
              </a:solidFill>
              <a:effectLst/>
              <a:uLnTx/>
              <a:uFillTx/>
              <a:latin typeface="HM Group Ampersand"/>
              <a:ea typeface="+mn-ea"/>
              <a:cs typeface="+mn-cs"/>
            </a:endParaRPr>
          </a:p>
        </p:txBody>
      </p:sp>
      <p:sp>
        <p:nvSpPr>
          <p:cNvPr id="9" name="TextBox 8">
            <a:extLst>
              <a:ext uri="{FF2B5EF4-FFF2-40B4-BE49-F238E27FC236}">
                <a16:creationId xmlns:a16="http://schemas.microsoft.com/office/drawing/2014/main" id="{3C851011-CB74-0233-2BD2-0DFDD7C84F5B}"/>
              </a:ext>
            </a:extLst>
          </p:cNvPr>
          <p:cNvSpPr txBox="1"/>
          <p:nvPr/>
        </p:nvSpPr>
        <p:spPr>
          <a:xfrm>
            <a:off x="1478176" y="4959705"/>
            <a:ext cx="1515588" cy="329860"/>
          </a:xfrm>
          <a:prstGeom prst="rect">
            <a:avLst/>
          </a:prstGeom>
          <a:noFill/>
        </p:spPr>
        <p:txBody>
          <a:bodyPr wrap="square" rtlCol="0">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HM Group Ampersand"/>
                <a:ea typeface="+mn-ea"/>
                <a:cs typeface="+mn-cs"/>
              </a:rPr>
              <a:t>Current set-up</a:t>
            </a:r>
            <a:endParaRPr kumimoji="0" lang="en-US" sz="1000" b="1" i="1" u="none" strike="noStrike" kern="1200" cap="none" spc="0" normalizeH="0" baseline="0" noProof="0" dirty="0">
              <a:ln>
                <a:noFill/>
              </a:ln>
              <a:solidFill>
                <a:prstClr val="black"/>
              </a:solidFill>
              <a:effectLst/>
              <a:uLnTx/>
              <a:uFillTx/>
              <a:latin typeface="HM Group Ampersand"/>
              <a:ea typeface="+mn-ea"/>
              <a:cs typeface="+mn-cs"/>
            </a:endParaRPr>
          </a:p>
        </p:txBody>
      </p:sp>
      <p:sp>
        <p:nvSpPr>
          <p:cNvPr id="10" name="TextBox 9">
            <a:extLst>
              <a:ext uri="{FF2B5EF4-FFF2-40B4-BE49-F238E27FC236}">
                <a16:creationId xmlns:a16="http://schemas.microsoft.com/office/drawing/2014/main" id="{78951CFC-23BE-6F47-B5EE-326353149F0E}"/>
              </a:ext>
            </a:extLst>
          </p:cNvPr>
          <p:cNvSpPr txBox="1"/>
          <p:nvPr/>
        </p:nvSpPr>
        <p:spPr>
          <a:xfrm>
            <a:off x="4962628" y="4959705"/>
            <a:ext cx="1515588" cy="329860"/>
          </a:xfrm>
          <a:prstGeom prst="rect">
            <a:avLst/>
          </a:prstGeom>
          <a:noFill/>
        </p:spPr>
        <p:txBody>
          <a:bodyPr wrap="square" rtlCol="0">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HM Group Ampersand"/>
                <a:ea typeface="+mn-ea"/>
                <a:cs typeface="+mn-cs"/>
              </a:rPr>
              <a:t>First ramp-down</a:t>
            </a:r>
            <a:endParaRPr kumimoji="0" lang="en-US" sz="1000" b="1" i="1" u="none" strike="noStrike" kern="1200" cap="none" spc="0" normalizeH="0" baseline="0" noProof="0" dirty="0">
              <a:ln>
                <a:noFill/>
              </a:ln>
              <a:solidFill>
                <a:prstClr val="black"/>
              </a:solidFill>
              <a:effectLst/>
              <a:uLnTx/>
              <a:uFillTx/>
              <a:latin typeface="HM Group Ampersand"/>
              <a:ea typeface="+mn-ea"/>
              <a:cs typeface="+mn-cs"/>
            </a:endParaRPr>
          </a:p>
        </p:txBody>
      </p:sp>
      <p:sp>
        <p:nvSpPr>
          <p:cNvPr id="11" name="TextBox 10">
            <a:extLst>
              <a:ext uri="{FF2B5EF4-FFF2-40B4-BE49-F238E27FC236}">
                <a16:creationId xmlns:a16="http://schemas.microsoft.com/office/drawing/2014/main" id="{272E8044-7CDC-E5C7-FE1F-8602752877EA}"/>
              </a:ext>
            </a:extLst>
          </p:cNvPr>
          <p:cNvSpPr txBox="1"/>
          <p:nvPr/>
        </p:nvSpPr>
        <p:spPr>
          <a:xfrm>
            <a:off x="8532400" y="4971577"/>
            <a:ext cx="1515588" cy="329860"/>
          </a:xfrm>
          <a:prstGeom prst="rect">
            <a:avLst/>
          </a:prstGeom>
          <a:noFill/>
        </p:spPr>
        <p:txBody>
          <a:bodyPr wrap="square" rtlCol="0">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HM Group Ampersand"/>
                <a:ea typeface="+mn-ea"/>
                <a:cs typeface="+mn-cs"/>
              </a:rPr>
              <a:t>Second ramp-down</a:t>
            </a:r>
            <a:endParaRPr kumimoji="0" lang="en-US" sz="1000" b="1" i="1" u="none" strike="noStrike" kern="1200" cap="none" spc="0" normalizeH="0" baseline="0" noProof="0" dirty="0">
              <a:ln>
                <a:noFill/>
              </a:ln>
              <a:solidFill>
                <a:prstClr val="black"/>
              </a:solidFill>
              <a:effectLst/>
              <a:uLnTx/>
              <a:uFillTx/>
              <a:latin typeface="HM Group Ampersand"/>
              <a:ea typeface="+mn-ea"/>
              <a:cs typeface="+mn-cs"/>
            </a:endParaRPr>
          </a:p>
        </p:txBody>
      </p:sp>
      <p:sp>
        <p:nvSpPr>
          <p:cNvPr id="12" name="Rectangle 11">
            <a:extLst>
              <a:ext uri="{FF2B5EF4-FFF2-40B4-BE49-F238E27FC236}">
                <a16:creationId xmlns:a16="http://schemas.microsoft.com/office/drawing/2014/main" id="{FF0AFBE1-13D6-179A-E690-91D069170DA3}"/>
              </a:ext>
            </a:extLst>
          </p:cNvPr>
          <p:cNvSpPr/>
          <p:nvPr/>
        </p:nvSpPr>
        <p:spPr>
          <a:xfrm>
            <a:off x="1233743" y="4177853"/>
            <a:ext cx="2006930" cy="32180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r>
              <a:rPr kumimoji="0" lang="sv-SE" sz="1000" b="0" i="0" u="none" strike="noStrike" kern="1200" cap="none" spc="0" normalizeH="0" baseline="0" noProof="0" dirty="0">
                <a:ln>
                  <a:noFill/>
                </a:ln>
                <a:solidFill>
                  <a:srgbClr val="FFFFFF"/>
                </a:solidFill>
                <a:effectLst/>
                <a:uLnTx/>
                <a:uFillTx/>
                <a:latin typeface="HM Group Ampersand"/>
                <a:ea typeface="+mn-ea"/>
                <a:cs typeface="+mn-cs"/>
              </a:rPr>
              <a:t>Solution stream</a:t>
            </a:r>
            <a:endParaRPr kumimoji="0" lang="en-SE" sz="1000" b="0" i="0" u="none" strike="noStrike" kern="1200" cap="none" spc="0" normalizeH="0" baseline="0" noProof="0" dirty="0">
              <a:ln>
                <a:noFill/>
              </a:ln>
              <a:solidFill>
                <a:srgbClr val="FFFFFF"/>
              </a:solidFill>
              <a:effectLst/>
              <a:uLnTx/>
              <a:uFillTx/>
              <a:latin typeface="HM Group Ampersand"/>
              <a:ea typeface="+mn-ea"/>
              <a:cs typeface="+mn-cs"/>
            </a:endParaRPr>
          </a:p>
        </p:txBody>
      </p:sp>
      <p:sp>
        <p:nvSpPr>
          <p:cNvPr id="13" name="Rectangle 12">
            <a:extLst>
              <a:ext uri="{FF2B5EF4-FFF2-40B4-BE49-F238E27FC236}">
                <a16:creationId xmlns:a16="http://schemas.microsoft.com/office/drawing/2014/main" id="{F5D30D42-711B-FDED-F3A5-A3F566D6BACC}"/>
              </a:ext>
            </a:extLst>
          </p:cNvPr>
          <p:cNvSpPr/>
          <p:nvPr/>
        </p:nvSpPr>
        <p:spPr>
          <a:xfrm>
            <a:off x="1411101" y="5133363"/>
            <a:ext cx="1909379" cy="230832"/>
          </a:xfrm>
          <a:prstGeom prst="rect">
            <a:avLst/>
          </a:prstGeom>
        </p:spPr>
        <p:txBody>
          <a:bodyPr wrap="square">
            <a:spAutoFit/>
          </a:bodyPr>
          <a:lstStyle/>
          <a:p>
            <a:pPr marL="127000" marR="0" lvl="0" indent="-127000" algn="l" defTabSz="91401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HM Group Ampersand"/>
                <a:ea typeface="+mn-ea"/>
                <a:cs typeface="+mn-cs"/>
              </a:rPr>
              <a:t>Until end of December</a:t>
            </a:r>
          </a:p>
        </p:txBody>
      </p:sp>
      <p:sp>
        <p:nvSpPr>
          <p:cNvPr id="14" name="TextBox 13">
            <a:extLst>
              <a:ext uri="{FF2B5EF4-FFF2-40B4-BE49-F238E27FC236}">
                <a16:creationId xmlns:a16="http://schemas.microsoft.com/office/drawing/2014/main" id="{11A53A79-685A-16FE-4B5E-A3CC07A62CE8}"/>
              </a:ext>
            </a:extLst>
          </p:cNvPr>
          <p:cNvSpPr txBox="1"/>
          <p:nvPr/>
        </p:nvSpPr>
        <p:spPr>
          <a:xfrm>
            <a:off x="4895553" y="5165125"/>
            <a:ext cx="1909379" cy="556505"/>
          </a:xfrm>
          <a:prstGeom prst="rect">
            <a:avLst/>
          </a:prstGeom>
          <a:noFill/>
        </p:spPr>
        <p:txBody>
          <a:bodyPr wrap="square" rtlCol="0">
            <a:noAutofit/>
          </a:bodyPr>
          <a:lstStyle/>
          <a:p>
            <a:pPr marL="171450" marR="0" lvl="0" indent="-171450" algn="l" defTabSz="91401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HM Group Ampersand"/>
                <a:ea typeface="+mn-ea"/>
                <a:cs typeface="+mn-cs"/>
              </a:rPr>
              <a:t>Decrease of the number of resources and start transition to H&amp;M resources</a:t>
            </a:r>
          </a:p>
          <a:p>
            <a:pPr marL="171450" marR="0" lvl="0" indent="-171450" algn="l" defTabSz="91401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HM Group Ampersand"/>
                <a:ea typeface="+mn-ea"/>
                <a:cs typeface="+mn-cs"/>
              </a:rPr>
              <a:t>Until end of February</a:t>
            </a:r>
          </a:p>
        </p:txBody>
      </p:sp>
      <p:sp>
        <p:nvSpPr>
          <p:cNvPr id="15" name="TextBox 14">
            <a:extLst>
              <a:ext uri="{FF2B5EF4-FFF2-40B4-BE49-F238E27FC236}">
                <a16:creationId xmlns:a16="http://schemas.microsoft.com/office/drawing/2014/main" id="{EE01F3FC-B950-E93D-5ECC-B8AD727BBCA3}"/>
              </a:ext>
            </a:extLst>
          </p:cNvPr>
          <p:cNvSpPr txBox="1"/>
          <p:nvPr/>
        </p:nvSpPr>
        <p:spPr>
          <a:xfrm>
            <a:off x="8357453" y="5165125"/>
            <a:ext cx="2125123" cy="420174"/>
          </a:xfrm>
          <a:prstGeom prst="rect">
            <a:avLst/>
          </a:prstGeom>
          <a:noFill/>
        </p:spPr>
        <p:txBody>
          <a:bodyPr wrap="square" rtlCol="0">
            <a:noAutofit/>
          </a:bodyPr>
          <a:lstStyle/>
          <a:p>
            <a:pPr marL="171450" marR="0" lvl="0" indent="-171450" algn="l" defTabSz="91401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HM Group Ampersand"/>
                <a:ea typeface="+mn-ea"/>
                <a:cs typeface="+mn-cs"/>
              </a:rPr>
              <a:t>Continue the transition to H&amp;M resources</a:t>
            </a:r>
          </a:p>
          <a:p>
            <a:pPr marL="171450" marR="0" lvl="0" indent="-171450" algn="l" defTabSz="91401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HM Group Ampersand"/>
                <a:ea typeface="+mn-ea"/>
                <a:cs typeface="+mn-cs"/>
              </a:rPr>
              <a:t>Until end of November</a:t>
            </a:r>
          </a:p>
        </p:txBody>
      </p:sp>
      <p:sp>
        <p:nvSpPr>
          <p:cNvPr id="16" name="Triangle 34">
            <a:extLst>
              <a:ext uri="{FF2B5EF4-FFF2-40B4-BE49-F238E27FC236}">
                <a16:creationId xmlns:a16="http://schemas.microsoft.com/office/drawing/2014/main" id="{6460B91F-DF7E-33BD-614E-7AEB509F3990}"/>
              </a:ext>
            </a:extLst>
          </p:cNvPr>
          <p:cNvSpPr/>
          <p:nvPr/>
        </p:nvSpPr>
        <p:spPr>
          <a:xfrm>
            <a:off x="781294" y="4984190"/>
            <a:ext cx="216000" cy="216000"/>
          </a:xfrm>
          <a:prstGeom prst="triangl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018"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HM Group Ampersand"/>
              <a:ea typeface="+mn-ea"/>
              <a:cs typeface="+mn-cs"/>
            </a:endParaRPr>
          </a:p>
        </p:txBody>
      </p:sp>
      <p:sp>
        <p:nvSpPr>
          <p:cNvPr id="17" name="TextBox 16">
            <a:extLst>
              <a:ext uri="{FF2B5EF4-FFF2-40B4-BE49-F238E27FC236}">
                <a16:creationId xmlns:a16="http://schemas.microsoft.com/office/drawing/2014/main" id="{90A5A1C0-B7B2-D567-A3B7-CB71C88CBD87}"/>
              </a:ext>
            </a:extLst>
          </p:cNvPr>
          <p:cNvSpPr txBox="1"/>
          <p:nvPr/>
        </p:nvSpPr>
        <p:spPr>
          <a:xfrm>
            <a:off x="583294" y="5278337"/>
            <a:ext cx="612000" cy="329860"/>
          </a:xfrm>
          <a:prstGeom prst="rect">
            <a:avLst/>
          </a:prstGeom>
          <a:noFill/>
        </p:spPr>
        <p:txBody>
          <a:bodyPr wrap="square" rtlCol="0">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HM Group Ampersand"/>
                <a:ea typeface="+mn-ea"/>
                <a:cs typeface="+mn-cs"/>
              </a:rPr>
              <a:t>Oct</a:t>
            </a:r>
          </a:p>
          <a:p>
            <a:pPr marL="0" marR="0" lvl="0" indent="0" algn="ctr" defTabSz="914018"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HM Group Ampersand"/>
                <a:ea typeface="+mn-ea"/>
                <a:cs typeface="+mn-cs"/>
              </a:rPr>
              <a:t>2024</a:t>
            </a:r>
          </a:p>
          <a:p>
            <a:pPr marL="0" marR="0" lvl="0" indent="0" algn="ctr" defTabSz="914018" rtl="0" eaLnBrk="1" fontAlgn="auto" latinLnBrk="0" hangingPunct="1">
              <a:lnSpc>
                <a:spcPct val="100000"/>
              </a:lnSpc>
              <a:spcBef>
                <a:spcPts val="0"/>
              </a:spcBef>
              <a:spcAft>
                <a:spcPts val="0"/>
              </a:spcAft>
              <a:buClrTx/>
              <a:buSzTx/>
              <a:buFontTx/>
              <a:buNone/>
              <a:tabLst/>
              <a:defRPr/>
            </a:pPr>
            <a:endParaRPr kumimoji="0" lang="en-US" sz="1000" b="1" i="1" u="none" strike="noStrike" kern="1200" cap="none" spc="0" normalizeH="0" baseline="0" noProof="0" dirty="0">
              <a:ln>
                <a:noFill/>
              </a:ln>
              <a:solidFill>
                <a:srgbClr val="000000"/>
              </a:solidFill>
              <a:effectLst/>
              <a:uLnTx/>
              <a:uFillTx/>
              <a:latin typeface="HM Group Ampersand"/>
              <a:ea typeface="+mn-ea"/>
              <a:cs typeface="+mn-cs"/>
            </a:endParaRPr>
          </a:p>
        </p:txBody>
      </p:sp>
      <p:sp>
        <p:nvSpPr>
          <p:cNvPr id="18" name="Triangle 36">
            <a:extLst>
              <a:ext uri="{FF2B5EF4-FFF2-40B4-BE49-F238E27FC236}">
                <a16:creationId xmlns:a16="http://schemas.microsoft.com/office/drawing/2014/main" id="{64539954-E8CB-895E-85FF-2F0896F0A849}"/>
              </a:ext>
            </a:extLst>
          </p:cNvPr>
          <p:cNvSpPr/>
          <p:nvPr/>
        </p:nvSpPr>
        <p:spPr>
          <a:xfrm>
            <a:off x="4001249" y="5011849"/>
            <a:ext cx="216000" cy="216000"/>
          </a:xfrm>
          <a:prstGeom prst="triangl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018"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HM Group Ampersand"/>
              <a:ea typeface="+mn-ea"/>
              <a:cs typeface="+mn-cs"/>
            </a:endParaRPr>
          </a:p>
        </p:txBody>
      </p:sp>
      <p:sp>
        <p:nvSpPr>
          <p:cNvPr id="19" name="TextBox 18">
            <a:extLst>
              <a:ext uri="{FF2B5EF4-FFF2-40B4-BE49-F238E27FC236}">
                <a16:creationId xmlns:a16="http://schemas.microsoft.com/office/drawing/2014/main" id="{A278C6CD-0053-2322-8D65-41FF6662FF70}"/>
              </a:ext>
            </a:extLst>
          </p:cNvPr>
          <p:cNvSpPr txBox="1"/>
          <p:nvPr/>
        </p:nvSpPr>
        <p:spPr>
          <a:xfrm>
            <a:off x="3583547" y="5305996"/>
            <a:ext cx="1051405" cy="329860"/>
          </a:xfrm>
          <a:prstGeom prst="rect">
            <a:avLst/>
          </a:prstGeom>
          <a:noFill/>
        </p:spPr>
        <p:txBody>
          <a:bodyPr wrap="square" rtlCol="0">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HM Group Ampersand"/>
                <a:ea typeface="+mn-ea"/>
                <a:cs typeface="+mn-cs"/>
              </a:rPr>
              <a:t>Dec</a:t>
            </a:r>
          </a:p>
          <a:p>
            <a:pPr marL="0" marR="0" lvl="0" indent="0" algn="ctr" defTabSz="914018"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HM Group Ampersand"/>
                <a:ea typeface="+mn-ea"/>
                <a:cs typeface="+mn-cs"/>
              </a:rPr>
              <a:t>2024</a:t>
            </a:r>
          </a:p>
          <a:p>
            <a:pPr marL="0" marR="0" lvl="0" indent="0" algn="ctr" defTabSz="914018" rtl="0" eaLnBrk="1" fontAlgn="auto" latinLnBrk="0" hangingPunct="1">
              <a:lnSpc>
                <a:spcPct val="100000"/>
              </a:lnSpc>
              <a:spcBef>
                <a:spcPts val="0"/>
              </a:spcBef>
              <a:spcAft>
                <a:spcPts val="0"/>
              </a:spcAft>
              <a:buClrTx/>
              <a:buSzTx/>
              <a:buFontTx/>
              <a:buNone/>
              <a:tabLst/>
              <a:defRPr/>
            </a:pPr>
            <a:endParaRPr kumimoji="0" lang="en-US" sz="1000" b="1" i="1" u="none" strike="noStrike" kern="1200" cap="none" spc="0" normalizeH="0" baseline="0" noProof="0" dirty="0">
              <a:ln>
                <a:noFill/>
              </a:ln>
              <a:solidFill>
                <a:srgbClr val="000000"/>
              </a:solidFill>
              <a:effectLst/>
              <a:uLnTx/>
              <a:uFillTx/>
              <a:latin typeface="HM Group Ampersand"/>
              <a:ea typeface="+mn-ea"/>
              <a:cs typeface="+mn-cs"/>
            </a:endParaRPr>
          </a:p>
        </p:txBody>
      </p:sp>
      <p:sp>
        <p:nvSpPr>
          <p:cNvPr id="20" name="Triangle 38">
            <a:extLst>
              <a:ext uri="{FF2B5EF4-FFF2-40B4-BE49-F238E27FC236}">
                <a16:creationId xmlns:a16="http://schemas.microsoft.com/office/drawing/2014/main" id="{69C53FEC-B440-E4E7-105C-59E51B0FD507}"/>
              </a:ext>
            </a:extLst>
          </p:cNvPr>
          <p:cNvSpPr/>
          <p:nvPr/>
        </p:nvSpPr>
        <p:spPr>
          <a:xfrm>
            <a:off x="7531805" y="5011849"/>
            <a:ext cx="216000" cy="216000"/>
          </a:xfrm>
          <a:prstGeom prst="triangl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018"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HM Group Ampersand"/>
              <a:ea typeface="+mn-ea"/>
              <a:cs typeface="+mn-cs"/>
            </a:endParaRPr>
          </a:p>
        </p:txBody>
      </p:sp>
      <p:sp>
        <p:nvSpPr>
          <p:cNvPr id="21" name="TextBox 20">
            <a:extLst>
              <a:ext uri="{FF2B5EF4-FFF2-40B4-BE49-F238E27FC236}">
                <a16:creationId xmlns:a16="http://schemas.microsoft.com/office/drawing/2014/main" id="{1EAB26BC-FD19-85F5-BCE1-8504491CEB43}"/>
              </a:ext>
            </a:extLst>
          </p:cNvPr>
          <p:cNvSpPr txBox="1"/>
          <p:nvPr/>
        </p:nvSpPr>
        <p:spPr>
          <a:xfrm>
            <a:off x="7114103" y="5305996"/>
            <a:ext cx="1051405" cy="329860"/>
          </a:xfrm>
          <a:prstGeom prst="rect">
            <a:avLst/>
          </a:prstGeom>
          <a:noFill/>
        </p:spPr>
        <p:txBody>
          <a:bodyPr wrap="square" rtlCol="0">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HM Group Ampersand"/>
                <a:ea typeface="+mn-ea"/>
                <a:cs typeface="+mn-cs"/>
              </a:rPr>
              <a:t>Feb</a:t>
            </a:r>
          </a:p>
          <a:p>
            <a:pPr marL="0" marR="0" lvl="0" indent="0" algn="ctr" defTabSz="914018"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HM Group Ampersand"/>
                <a:ea typeface="+mn-ea"/>
                <a:cs typeface="+mn-cs"/>
              </a:rPr>
              <a:t>2025</a:t>
            </a:r>
          </a:p>
          <a:p>
            <a:pPr marL="0" marR="0" lvl="0" indent="0" algn="ctr" defTabSz="914018" rtl="0" eaLnBrk="1" fontAlgn="auto" latinLnBrk="0" hangingPunct="1">
              <a:lnSpc>
                <a:spcPct val="100000"/>
              </a:lnSpc>
              <a:spcBef>
                <a:spcPts val="0"/>
              </a:spcBef>
              <a:spcAft>
                <a:spcPts val="0"/>
              </a:spcAft>
              <a:buClrTx/>
              <a:buSzTx/>
              <a:buFontTx/>
              <a:buNone/>
              <a:tabLst/>
              <a:defRPr/>
            </a:pPr>
            <a:endParaRPr kumimoji="0" lang="en-US" sz="1000" b="1" i="1" u="none" strike="noStrike" kern="1200" cap="none" spc="0" normalizeH="0" baseline="0" noProof="0" dirty="0">
              <a:ln>
                <a:noFill/>
              </a:ln>
              <a:solidFill>
                <a:srgbClr val="000000"/>
              </a:solidFill>
              <a:effectLst/>
              <a:uLnTx/>
              <a:uFillTx/>
              <a:latin typeface="HM Group Ampersand"/>
              <a:ea typeface="+mn-ea"/>
              <a:cs typeface="+mn-cs"/>
            </a:endParaRPr>
          </a:p>
        </p:txBody>
      </p:sp>
      <p:sp>
        <p:nvSpPr>
          <p:cNvPr id="22" name="Triangle 41">
            <a:extLst>
              <a:ext uri="{FF2B5EF4-FFF2-40B4-BE49-F238E27FC236}">
                <a16:creationId xmlns:a16="http://schemas.microsoft.com/office/drawing/2014/main" id="{04832C5B-A1BB-6E68-D6D3-1FA1DF109CDA}"/>
              </a:ext>
            </a:extLst>
          </p:cNvPr>
          <p:cNvSpPr/>
          <p:nvPr/>
        </p:nvSpPr>
        <p:spPr>
          <a:xfrm>
            <a:off x="10564899" y="5011849"/>
            <a:ext cx="216000" cy="216000"/>
          </a:xfrm>
          <a:prstGeom prst="triangl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018"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HM Group Ampersand"/>
              <a:ea typeface="+mn-ea"/>
              <a:cs typeface="+mn-cs"/>
            </a:endParaRPr>
          </a:p>
        </p:txBody>
      </p:sp>
      <p:sp>
        <p:nvSpPr>
          <p:cNvPr id="23" name="TextBox 22">
            <a:extLst>
              <a:ext uri="{FF2B5EF4-FFF2-40B4-BE49-F238E27FC236}">
                <a16:creationId xmlns:a16="http://schemas.microsoft.com/office/drawing/2014/main" id="{1BC47DEE-B8B0-80D9-B2CC-6C14EF9AB566}"/>
              </a:ext>
            </a:extLst>
          </p:cNvPr>
          <p:cNvSpPr txBox="1"/>
          <p:nvPr/>
        </p:nvSpPr>
        <p:spPr>
          <a:xfrm>
            <a:off x="10147197" y="5305996"/>
            <a:ext cx="1051405" cy="329860"/>
          </a:xfrm>
          <a:prstGeom prst="rect">
            <a:avLst/>
          </a:prstGeom>
          <a:noFill/>
        </p:spPr>
        <p:txBody>
          <a:bodyPr wrap="square" rtlCol="0">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HM Group Ampersand"/>
                <a:ea typeface="+mn-ea"/>
                <a:cs typeface="+mn-cs"/>
              </a:rPr>
              <a:t>Nov</a:t>
            </a:r>
          </a:p>
          <a:p>
            <a:pPr marL="0" marR="0" lvl="0" indent="0" algn="ctr" defTabSz="914018"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HM Group Ampersand"/>
                <a:ea typeface="+mn-ea"/>
                <a:cs typeface="+mn-cs"/>
              </a:rPr>
              <a:t>2025</a:t>
            </a:r>
          </a:p>
          <a:p>
            <a:pPr marL="0" marR="0" lvl="0" indent="0" algn="ctr" defTabSz="914018" rtl="0" eaLnBrk="1" fontAlgn="auto" latinLnBrk="0" hangingPunct="1">
              <a:lnSpc>
                <a:spcPct val="100000"/>
              </a:lnSpc>
              <a:spcBef>
                <a:spcPts val="0"/>
              </a:spcBef>
              <a:spcAft>
                <a:spcPts val="0"/>
              </a:spcAft>
              <a:buClrTx/>
              <a:buSzTx/>
              <a:buFontTx/>
              <a:buNone/>
              <a:tabLst/>
              <a:defRPr/>
            </a:pPr>
            <a:endParaRPr kumimoji="0" lang="en-US" sz="1000" b="1" i="1" u="none" strike="noStrike" kern="1200" cap="none" spc="0" normalizeH="0" baseline="0" noProof="0" dirty="0">
              <a:ln>
                <a:noFill/>
              </a:ln>
              <a:solidFill>
                <a:srgbClr val="000000"/>
              </a:solidFill>
              <a:effectLst/>
              <a:uLnTx/>
              <a:uFillTx/>
              <a:latin typeface="HM Group Ampersand"/>
              <a:ea typeface="+mn-ea"/>
              <a:cs typeface="+mn-cs"/>
            </a:endParaRPr>
          </a:p>
        </p:txBody>
      </p:sp>
      <p:sp>
        <p:nvSpPr>
          <p:cNvPr id="24" name="Arc 23">
            <a:extLst>
              <a:ext uri="{FF2B5EF4-FFF2-40B4-BE49-F238E27FC236}">
                <a16:creationId xmlns:a16="http://schemas.microsoft.com/office/drawing/2014/main" id="{61823650-A1EC-2175-72C6-3AC9F2826143}"/>
              </a:ext>
            </a:extLst>
          </p:cNvPr>
          <p:cNvSpPr/>
          <p:nvPr/>
        </p:nvSpPr>
        <p:spPr>
          <a:xfrm rot="1835519" flipH="1">
            <a:off x="2647490" y="3835847"/>
            <a:ext cx="3239328" cy="1015005"/>
          </a:xfrm>
          <a:prstGeom prst="arc">
            <a:avLst>
              <a:gd name="adj1" fmla="val 16200003"/>
              <a:gd name="adj2" fmla="val 21521996"/>
            </a:avLst>
          </a:prstGeom>
          <a:ln w="76200">
            <a:solidFill>
              <a:schemeClr val="bg1">
                <a:lumMod val="50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018"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HM Group Ampersand"/>
              <a:ea typeface="+mn-ea"/>
              <a:cs typeface="+mn-cs"/>
            </a:endParaRPr>
          </a:p>
        </p:txBody>
      </p:sp>
      <p:sp>
        <p:nvSpPr>
          <p:cNvPr id="26" name="Rectangle 25">
            <a:extLst>
              <a:ext uri="{FF2B5EF4-FFF2-40B4-BE49-F238E27FC236}">
                <a16:creationId xmlns:a16="http://schemas.microsoft.com/office/drawing/2014/main" id="{3287987D-B53D-5B42-0C0B-BF47E0F46E17}"/>
              </a:ext>
            </a:extLst>
          </p:cNvPr>
          <p:cNvSpPr/>
          <p:nvPr/>
        </p:nvSpPr>
        <p:spPr>
          <a:xfrm>
            <a:off x="1233743" y="3909113"/>
            <a:ext cx="2006930" cy="2160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r>
              <a:rPr kumimoji="0" lang="sv-SE" sz="1000" b="0" i="0" u="none" strike="noStrike" kern="1200" cap="none" spc="0" normalizeH="0" baseline="0" noProof="0" dirty="0">
                <a:ln>
                  <a:noFill/>
                </a:ln>
                <a:solidFill>
                  <a:srgbClr val="FFFFFF"/>
                </a:solidFill>
                <a:effectLst/>
                <a:uLnTx/>
                <a:uFillTx/>
                <a:latin typeface="HM Group Ampersand"/>
                <a:ea typeface="+mn-ea"/>
                <a:cs typeface="+mn-cs"/>
              </a:rPr>
              <a:t>Project Management</a:t>
            </a:r>
            <a:endParaRPr kumimoji="0" lang="en-SE" sz="1000" b="0" i="0" u="none" strike="noStrike" kern="1200" cap="none" spc="0" normalizeH="0" baseline="0" noProof="0" dirty="0">
              <a:ln>
                <a:noFill/>
              </a:ln>
              <a:solidFill>
                <a:srgbClr val="FFFFFF"/>
              </a:solidFill>
              <a:effectLst/>
              <a:uLnTx/>
              <a:uFillTx/>
              <a:latin typeface="HM Group Ampersand"/>
              <a:ea typeface="+mn-ea"/>
              <a:cs typeface="+mn-cs"/>
            </a:endParaRPr>
          </a:p>
        </p:txBody>
      </p:sp>
      <p:sp>
        <p:nvSpPr>
          <p:cNvPr id="28" name="Rectangle 27">
            <a:extLst>
              <a:ext uri="{FF2B5EF4-FFF2-40B4-BE49-F238E27FC236}">
                <a16:creationId xmlns:a16="http://schemas.microsoft.com/office/drawing/2014/main" id="{AB072A1E-F070-7455-89F7-58761FC40B99}"/>
              </a:ext>
            </a:extLst>
          </p:cNvPr>
          <p:cNvSpPr/>
          <p:nvPr/>
        </p:nvSpPr>
        <p:spPr>
          <a:xfrm>
            <a:off x="4707127" y="4193405"/>
            <a:ext cx="2006930" cy="3754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r>
              <a:rPr kumimoji="0" lang="sv-SE" sz="1000" b="0" i="0" u="none" strike="noStrike" kern="1200" cap="none" spc="0" normalizeH="0" baseline="0" noProof="0" dirty="0">
                <a:ln>
                  <a:noFill/>
                </a:ln>
                <a:solidFill>
                  <a:srgbClr val="FFFFFF"/>
                </a:solidFill>
                <a:effectLst/>
                <a:uLnTx/>
                <a:uFillTx/>
                <a:latin typeface="HM Group Ampersand"/>
                <a:ea typeface="+mn-ea"/>
                <a:cs typeface="+mn-cs"/>
              </a:rPr>
              <a:t>Solution stream</a:t>
            </a:r>
            <a:endParaRPr kumimoji="0" lang="en-SE" sz="1000" b="0" i="0" u="none" strike="noStrike" kern="1200" cap="none" spc="0" normalizeH="0" baseline="0" noProof="0" dirty="0">
              <a:ln>
                <a:noFill/>
              </a:ln>
              <a:solidFill>
                <a:srgbClr val="FFFFFF"/>
              </a:solidFill>
              <a:effectLst/>
              <a:uLnTx/>
              <a:uFillTx/>
              <a:latin typeface="HM Group Ampersand"/>
              <a:ea typeface="+mn-ea"/>
              <a:cs typeface="+mn-cs"/>
            </a:endParaRPr>
          </a:p>
        </p:txBody>
      </p:sp>
      <p:sp>
        <p:nvSpPr>
          <p:cNvPr id="29" name="Rectangle 28">
            <a:extLst>
              <a:ext uri="{FF2B5EF4-FFF2-40B4-BE49-F238E27FC236}">
                <a16:creationId xmlns:a16="http://schemas.microsoft.com/office/drawing/2014/main" id="{0C7E8C85-17D6-8545-24EF-C12DB4E3AE7B}"/>
              </a:ext>
            </a:extLst>
          </p:cNvPr>
          <p:cNvSpPr/>
          <p:nvPr/>
        </p:nvSpPr>
        <p:spPr>
          <a:xfrm>
            <a:off x="4707127" y="3931973"/>
            <a:ext cx="2006930" cy="2160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r>
              <a:rPr kumimoji="0" lang="sv-SE" sz="1000" b="0" i="0" u="none" strike="noStrike" kern="1200" cap="none" spc="0" normalizeH="0" baseline="0" noProof="0" dirty="0">
                <a:ln>
                  <a:noFill/>
                </a:ln>
                <a:solidFill>
                  <a:srgbClr val="FFFFFF"/>
                </a:solidFill>
                <a:effectLst/>
                <a:uLnTx/>
                <a:uFillTx/>
                <a:latin typeface="HM Group Ampersand"/>
                <a:ea typeface="+mn-ea"/>
                <a:cs typeface="+mn-cs"/>
              </a:rPr>
              <a:t>Project Management</a:t>
            </a:r>
            <a:endParaRPr kumimoji="0" lang="en-SE" sz="1000" b="0" i="0" u="none" strike="noStrike" kern="1200" cap="none" spc="0" normalizeH="0" baseline="0" noProof="0" dirty="0">
              <a:ln>
                <a:noFill/>
              </a:ln>
              <a:solidFill>
                <a:srgbClr val="FFFFFF"/>
              </a:solidFill>
              <a:effectLst/>
              <a:uLnTx/>
              <a:uFillTx/>
              <a:latin typeface="HM Group Ampersand"/>
              <a:ea typeface="+mn-ea"/>
              <a:cs typeface="+mn-cs"/>
            </a:endParaRPr>
          </a:p>
        </p:txBody>
      </p:sp>
      <p:sp>
        <p:nvSpPr>
          <p:cNvPr id="33" name="TextBox 32">
            <a:extLst>
              <a:ext uri="{FF2B5EF4-FFF2-40B4-BE49-F238E27FC236}">
                <a16:creationId xmlns:a16="http://schemas.microsoft.com/office/drawing/2014/main" id="{7A181C67-9A24-4DDA-B0A6-AA84E82DB29B}"/>
              </a:ext>
            </a:extLst>
          </p:cNvPr>
          <p:cNvSpPr txBox="1"/>
          <p:nvPr/>
        </p:nvSpPr>
        <p:spPr>
          <a:xfrm>
            <a:off x="1479414" y="3390355"/>
            <a:ext cx="1515588" cy="329860"/>
          </a:xfrm>
          <a:prstGeom prst="rect">
            <a:avLst/>
          </a:prstGeom>
          <a:noFill/>
        </p:spPr>
        <p:txBody>
          <a:bodyPr wrap="square" rtlCol="0">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HM Group Ampersand"/>
                <a:ea typeface="+mn-ea"/>
                <a:cs typeface="+mn-cs"/>
              </a:rPr>
              <a:t>16,6 FTEs</a:t>
            </a:r>
          </a:p>
          <a:p>
            <a:pPr marL="0" marR="0" lvl="0" indent="0" algn="ctr" defTabSz="914018"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HM Group Ampersand"/>
                <a:ea typeface="+mn-ea"/>
                <a:cs typeface="+mn-cs"/>
              </a:rPr>
              <a:t>Approx. x MSEK / month</a:t>
            </a:r>
            <a:endParaRPr kumimoji="0" lang="en-US" sz="900" b="1" i="1" u="none" strike="noStrike" kern="1200" cap="none" spc="0" normalizeH="0" baseline="0" noProof="0" dirty="0">
              <a:ln>
                <a:noFill/>
              </a:ln>
              <a:solidFill>
                <a:prstClr val="black"/>
              </a:solidFill>
              <a:effectLst/>
              <a:uLnTx/>
              <a:uFillTx/>
              <a:latin typeface="HM Group Ampersand"/>
              <a:ea typeface="+mn-ea"/>
              <a:cs typeface="+mn-cs"/>
            </a:endParaRPr>
          </a:p>
        </p:txBody>
      </p:sp>
      <p:sp>
        <p:nvSpPr>
          <p:cNvPr id="34" name="TextBox 33">
            <a:extLst>
              <a:ext uri="{FF2B5EF4-FFF2-40B4-BE49-F238E27FC236}">
                <a16:creationId xmlns:a16="http://schemas.microsoft.com/office/drawing/2014/main" id="{044102C6-59F3-0A00-3EAA-8CF5956D78E2}"/>
              </a:ext>
            </a:extLst>
          </p:cNvPr>
          <p:cNvSpPr txBox="1"/>
          <p:nvPr/>
        </p:nvSpPr>
        <p:spPr>
          <a:xfrm>
            <a:off x="4949928" y="3256675"/>
            <a:ext cx="1515588" cy="463540"/>
          </a:xfrm>
          <a:prstGeom prst="rect">
            <a:avLst/>
          </a:prstGeom>
          <a:noFill/>
        </p:spPr>
        <p:txBody>
          <a:bodyPr wrap="square" rtlCol="0">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HM Group Ampersand"/>
                <a:ea typeface="+mn-ea"/>
                <a:cs typeface="+mn-cs"/>
              </a:rPr>
              <a:t>13,4 FTEs</a:t>
            </a:r>
          </a:p>
          <a:p>
            <a:pPr marL="0" marR="0" lvl="0" indent="0" algn="ctr" defTabSz="914018"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HM Group Ampersand"/>
                <a:ea typeface="+mn-ea"/>
                <a:cs typeface="+mn-cs"/>
              </a:rPr>
              <a:t>Approx. x MSEK / month average cost excl. H&amp;M resource</a:t>
            </a:r>
            <a:endParaRPr kumimoji="0" lang="en-US" sz="900" b="1" i="1" u="none" strike="noStrike" kern="1200" cap="none" spc="0" normalizeH="0" baseline="0" noProof="0" dirty="0">
              <a:ln>
                <a:noFill/>
              </a:ln>
              <a:solidFill>
                <a:prstClr val="black"/>
              </a:solidFill>
              <a:effectLst/>
              <a:uLnTx/>
              <a:uFillTx/>
              <a:latin typeface="HM Group Ampersand"/>
              <a:ea typeface="+mn-ea"/>
              <a:cs typeface="+mn-cs"/>
            </a:endParaRPr>
          </a:p>
        </p:txBody>
      </p:sp>
      <p:sp>
        <p:nvSpPr>
          <p:cNvPr id="35" name="TextBox 34">
            <a:extLst>
              <a:ext uri="{FF2B5EF4-FFF2-40B4-BE49-F238E27FC236}">
                <a16:creationId xmlns:a16="http://schemas.microsoft.com/office/drawing/2014/main" id="{0E868579-73A8-3787-D4C8-E0E410946300}"/>
              </a:ext>
            </a:extLst>
          </p:cNvPr>
          <p:cNvSpPr txBox="1"/>
          <p:nvPr/>
        </p:nvSpPr>
        <p:spPr>
          <a:xfrm>
            <a:off x="8505444" y="3256675"/>
            <a:ext cx="1515588" cy="463540"/>
          </a:xfrm>
          <a:prstGeom prst="rect">
            <a:avLst/>
          </a:prstGeom>
          <a:noFill/>
        </p:spPr>
        <p:txBody>
          <a:bodyPr wrap="square" rtlCol="0">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HM Group Ampersand"/>
                <a:ea typeface="+mn-ea"/>
                <a:cs typeface="+mn-cs"/>
              </a:rPr>
              <a:t>13,4 FTEs</a:t>
            </a:r>
          </a:p>
          <a:p>
            <a:pPr marL="0" marR="0" lvl="0" indent="0" algn="ctr" defTabSz="914018"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HM Group Ampersand"/>
                <a:ea typeface="+mn-ea"/>
                <a:cs typeface="+mn-cs"/>
              </a:rPr>
              <a:t>Approx. x MSEK / month average cost excl. H&amp;M resource</a:t>
            </a:r>
            <a:endParaRPr kumimoji="0" lang="en-US" sz="900" b="1" i="1" u="none" strike="noStrike" kern="1200" cap="none" spc="0" normalizeH="0" baseline="0" noProof="0" dirty="0">
              <a:ln>
                <a:noFill/>
              </a:ln>
              <a:solidFill>
                <a:prstClr val="black"/>
              </a:solidFill>
              <a:effectLst/>
              <a:uLnTx/>
              <a:uFillTx/>
              <a:latin typeface="HM Group Ampersand"/>
              <a:ea typeface="+mn-ea"/>
              <a:cs typeface="+mn-cs"/>
            </a:endParaRPr>
          </a:p>
        </p:txBody>
      </p:sp>
      <p:sp>
        <p:nvSpPr>
          <p:cNvPr id="47" name="Rectangle 46">
            <a:extLst>
              <a:ext uri="{FF2B5EF4-FFF2-40B4-BE49-F238E27FC236}">
                <a16:creationId xmlns:a16="http://schemas.microsoft.com/office/drawing/2014/main" id="{5BE8D6EA-A3A0-5C73-490C-F8BC00E9007D}"/>
              </a:ext>
            </a:extLst>
          </p:cNvPr>
          <p:cNvSpPr/>
          <p:nvPr/>
        </p:nvSpPr>
        <p:spPr>
          <a:xfrm>
            <a:off x="9472307" y="4614266"/>
            <a:ext cx="791526" cy="25993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endParaRPr kumimoji="0" lang="en-SE" sz="1000" b="0" i="0" u="none" strike="noStrike" kern="1200" cap="none" spc="0" normalizeH="0" baseline="0" noProof="0" dirty="0">
              <a:ln>
                <a:noFill/>
              </a:ln>
              <a:solidFill>
                <a:srgbClr val="000000"/>
              </a:solidFill>
              <a:effectLst/>
              <a:uLnTx/>
              <a:uFillTx/>
              <a:latin typeface="HM Group Ampersand"/>
              <a:ea typeface="+mn-ea"/>
              <a:cs typeface="+mn-cs"/>
            </a:endParaRPr>
          </a:p>
        </p:txBody>
      </p:sp>
      <p:sp>
        <p:nvSpPr>
          <p:cNvPr id="48" name="Rectangle 47">
            <a:extLst>
              <a:ext uri="{FF2B5EF4-FFF2-40B4-BE49-F238E27FC236}">
                <a16:creationId xmlns:a16="http://schemas.microsoft.com/office/drawing/2014/main" id="{604B93BA-5158-0B09-EF7D-7BECD4E9892A}"/>
              </a:ext>
            </a:extLst>
          </p:cNvPr>
          <p:cNvSpPr/>
          <p:nvPr/>
        </p:nvSpPr>
        <p:spPr>
          <a:xfrm>
            <a:off x="8259772" y="4614266"/>
            <a:ext cx="1761259" cy="259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endParaRPr kumimoji="0" lang="en-SE" sz="1000" b="0" i="0" u="none" strike="noStrike" kern="1200" cap="none" spc="0" normalizeH="0" baseline="0" noProof="0" dirty="0">
              <a:ln>
                <a:noFill/>
              </a:ln>
              <a:solidFill>
                <a:srgbClr val="000000"/>
              </a:solidFill>
              <a:effectLst/>
              <a:uLnTx/>
              <a:uFillTx/>
              <a:latin typeface="HM Group Ampersand"/>
              <a:ea typeface="+mn-ea"/>
              <a:cs typeface="+mn-cs"/>
            </a:endParaRPr>
          </a:p>
        </p:txBody>
      </p:sp>
      <p:sp>
        <p:nvSpPr>
          <p:cNvPr id="49" name="Rectangle 48">
            <a:extLst>
              <a:ext uri="{FF2B5EF4-FFF2-40B4-BE49-F238E27FC236}">
                <a16:creationId xmlns:a16="http://schemas.microsoft.com/office/drawing/2014/main" id="{5048073F-1F78-1DDE-E8CC-88BEEC054E1C}"/>
              </a:ext>
            </a:extLst>
          </p:cNvPr>
          <p:cNvSpPr/>
          <p:nvPr/>
        </p:nvSpPr>
        <p:spPr>
          <a:xfrm>
            <a:off x="8259773" y="4614266"/>
            <a:ext cx="2006930" cy="2599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r>
              <a:rPr kumimoji="0" lang="sv-SE" sz="1000" b="0" i="0" u="none" strike="noStrike" kern="1200" cap="none" spc="0" normalizeH="0" baseline="0" noProof="0" dirty="0">
                <a:ln>
                  <a:noFill/>
                </a:ln>
                <a:solidFill>
                  <a:srgbClr val="FFFFFF"/>
                </a:solidFill>
                <a:effectLst/>
                <a:uLnTx/>
                <a:uFillTx/>
                <a:latin typeface="HM Group Ampersand"/>
                <a:ea typeface="+mn-ea"/>
                <a:cs typeface="+mn-cs"/>
              </a:rPr>
              <a:t>Functional stream</a:t>
            </a:r>
            <a:endParaRPr kumimoji="0" lang="en-SE" sz="1000" b="0" i="0" u="none" strike="noStrike" kern="1200" cap="none" spc="0" normalizeH="0" baseline="0" noProof="0" dirty="0">
              <a:ln>
                <a:noFill/>
              </a:ln>
              <a:solidFill>
                <a:srgbClr val="FFFFFF"/>
              </a:solidFill>
              <a:effectLst/>
              <a:uLnTx/>
              <a:uFillTx/>
              <a:latin typeface="HM Group Ampersand"/>
              <a:ea typeface="+mn-ea"/>
              <a:cs typeface="+mn-cs"/>
            </a:endParaRPr>
          </a:p>
        </p:txBody>
      </p:sp>
      <p:sp>
        <p:nvSpPr>
          <p:cNvPr id="50" name="Rectangle 49">
            <a:extLst>
              <a:ext uri="{FF2B5EF4-FFF2-40B4-BE49-F238E27FC236}">
                <a16:creationId xmlns:a16="http://schemas.microsoft.com/office/drawing/2014/main" id="{C3122BF3-8624-B558-8055-952C802435DA}"/>
              </a:ext>
            </a:extLst>
          </p:cNvPr>
          <p:cNvSpPr/>
          <p:nvPr/>
        </p:nvSpPr>
        <p:spPr>
          <a:xfrm>
            <a:off x="8259772" y="4193405"/>
            <a:ext cx="1509067" cy="37543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endParaRPr kumimoji="0" lang="en-SE" sz="1000" b="0" i="0" u="none" strike="noStrike" kern="1200" cap="none" spc="0" normalizeH="0" baseline="0" noProof="0" dirty="0">
              <a:ln>
                <a:noFill/>
              </a:ln>
              <a:solidFill>
                <a:srgbClr val="000000"/>
              </a:solidFill>
              <a:effectLst/>
              <a:uLnTx/>
              <a:uFillTx/>
              <a:latin typeface="HM Group Ampersand"/>
              <a:ea typeface="+mn-ea"/>
              <a:cs typeface="+mn-cs"/>
            </a:endParaRPr>
          </a:p>
        </p:txBody>
      </p:sp>
      <p:sp>
        <p:nvSpPr>
          <p:cNvPr id="52" name="Rectangle 51">
            <a:extLst>
              <a:ext uri="{FF2B5EF4-FFF2-40B4-BE49-F238E27FC236}">
                <a16:creationId xmlns:a16="http://schemas.microsoft.com/office/drawing/2014/main" id="{08C75E3B-DD04-EC18-6D08-306F591160F5}"/>
              </a:ext>
            </a:extLst>
          </p:cNvPr>
          <p:cNvSpPr/>
          <p:nvPr/>
        </p:nvSpPr>
        <p:spPr>
          <a:xfrm>
            <a:off x="8259773" y="4193405"/>
            <a:ext cx="2006930" cy="3754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r>
              <a:rPr kumimoji="0" lang="sv-SE" sz="1000" b="0" i="0" u="none" strike="noStrike" kern="1200" cap="none" spc="0" normalizeH="0" baseline="0" noProof="0" dirty="0">
                <a:ln>
                  <a:noFill/>
                </a:ln>
                <a:solidFill>
                  <a:srgbClr val="FFFFFF"/>
                </a:solidFill>
                <a:effectLst/>
                <a:uLnTx/>
                <a:uFillTx/>
                <a:latin typeface="HM Group Ampersand"/>
                <a:ea typeface="+mn-ea"/>
                <a:cs typeface="+mn-cs"/>
              </a:rPr>
              <a:t>Solution stream</a:t>
            </a:r>
            <a:endParaRPr kumimoji="0" lang="en-SE" sz="1000" b="0" i="0" u="none" strike="noStrike" kern="1200" cap="none" spc="0" normalizeH="0" baseline="0" noProof="0" dirty="0">
              <a:ln>
                <a:noFill/>
              </a:ln>
              <a:solidFill>
                <a:srgbClr val="FFFFFF"/>
              </a:solidFill>
              <a:effectLst/>
              <a:uLnTx/>
              <a:uFillTx/>
              <a:latin typeface="HM Group Ampersand"/>
              <a:ea typeface="+mn-ea"/>
              <a:cs typeface="+mn-cs"/>
            </a:endParaRPr>
          </a:p>
        </p:txBody>
      </p:sp>
      <p:sp>
        <p:nvSpPr>
          <p:cNvPr id="53" name="Rectangle 52">
            <a:extLst>
              <a:ext uri="{FF2B5EF4-FFF2-40B4-BE49-F238E27FC236}">
                <a16:creationId xmlns:a16="http://schemas.microsoft.com/office/drawing/2014/main" id="{EEDBF5A9-742F-3306-03EF-7874ABC5CE98}"/>
              </a:ext>
            </a:extLst>
          </p:cNvPr>
          <p:cNvSpPr/>
          <p:nvPr/>
        </p:nvSpPr>
        <p:spPr>
          <a:xfrm>
            <a:off x="8259773" y="3931973"/>
            <a:ext cx="2006930" cy="2160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018" rtl="0" eaLnBrk="1" fontAlgn="auto" latinLnBrk="0" hangingPunct="1">
              <a:lnSpc>
                <a:spcPct val="100000"/>
              </a:lnSpc>
              <a:spcBef>
                <a:spcPts val="0"/>
              </a:spcBef>
              <a:spcAft>
                <a:spcPts val="0"/>
              </a:spcAft>
              <a:buClrTx/>
              <a:buSzTx/>
              <a:buFontTx/>
              <a:buNone/>
              <a:tabLst/>
              <a:defRPr/>
            </a:pPr>
            <a:r>
              <a:rPr kumimoji="0" lang="sv-SE" sz="1000" b="0" i="0" u="none" strike="noStrike" kern="1200" cap="none" spc="0" normalizeH="0" baseline="0" noProof="0" dirty="0">
                <a:ln>
                  <a:noFill/>
                </a:ln>
                <a:solidFill>
                  <a:srgbClr val="FFFFFF"/>
                </a:solidFill>
                <a:effectLst/>
                <a:uLnTx/>
                <a:uFillTx/>
                <a:latin typeface="HM Group Ampersand"/>
                <a:ea typeface="+mn-ea"/>
                <a:cs typeface="+mn-cs"/>
              </a:rPr>
              <a:t>Project Management</a:t>
            </a:r>
            <a:endParaRPr kumimoji="0" lang="en-SE" sz="1000" b="0" i="0" u="none" strike="noStrike" kern="1200" cap="none" spc="0" normalizeH="0" baseline="0" noProof="0" dirty="0">
              <a:ln>
                <a:noFill/>
              </a:ln>
              <a:solidFill>
                <a:srgbClr val="FFFFFF"/>
              </a:solidFill>
              <a:effectLst/>
              <a:uLnTx/>
              <a:uFillTx/>
              <a:latin typeface="HM Group Ampersand"/>
              <a:ea typeface="+mn-ea"/>
              <a:cs typeface="+mn-cs"/>
            </a:endParaRPr>
          </a:p>
        </p:txBody>
      </p:sp>
      <p:sp>
        <p:nvSpPr>
          <p:cNvPr id="54" name="Arc 53">
            <a:extLst>
              <a:ext uri="{FF2B5EF4-FFF2-40B4-BE49-F238E27FC236}">
                <a16:creationId xmlns:a16="http://schemas.microsoft.com/office/drawing/2014/main" id="{B03317BC-977C-FD7B-872A-F1287379753A}"/>
              </a:ext>
            </a:extLst>
          </p:cNvPr>
          <p:cNvSpPr/>
          <p:nvPr/>
        </p:nvSpPr>
        <p:spPr>
          <a:xfrm rot="1835519" flipH="1">
            <a:off x="6281686" y="3835847"/>
            <a:ext cx="3239328" cy="1015005"/>
          </a:xfrm>
          <a:prstGeom prst="arc">
            <a:avLst>
              <a:gd name="adj1" fmla="val 16200003"/>
              <a:gd name="adj2" fmla="val 21521996"/>
            </a:avLst>
          </a:prstGeom>
          <a:ln w="76200">
            <a:solidFill>
              <a:schemeClr val="bg1">
                <a:lumMod val="50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018"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HM Group Ampersand"/>
              <a:ea typeface="+mn-ea"/>
              <a:cs typeface="+mn-cs"/>
            </a:endParaRPr>
          </a:p>
        </p:txBody>
      </p:sp>
      <p:sp>
        <p:nvSpPr>
          <p:cNvPr id="57" name="Rectangle 56">
            <a:extLst>
              <a:ext uri="{FF2B5EF4-FFF2-40B4-BE49-F238E27FC236}">
                <a16:creationId xmlns:a16="http://schemas.microsoft.com/office/drawing/2014/main" id="{728A8D9B-8DB5-C9ED-069B-E212576F60D0}"/>
              </a:ext>
            </a:extLst>
          </p:cNvPr>
          <p:cNvSpPr/>
          <p:nvPr/>
        </p:nvSpPr>
        <p:spPr>
          <a:xfrm>
            <a:off x="10932260" y="5883542"/>
            <a:ext cx="880354" cy="25146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H&amp;M</a:t>
            </a:r>
          </a:p>
        </p:txBody>
      </p:sp>
      <p:sp>
        <p:nvSpPr>
          <p:cNvPr id="58" name="Rectangle 57">
            <a:extLst>
              <a:ext uri="{FF2B5EF4-FFF2-40B4-BE49-F238E27FC236}">
                <a16:creationId xmlns:a16="http://schemas.microsoft.com/office/drawing/2014/main" id="{36DDEC6C-9B36-1FD1-3DAE-9E2966BB4EB0}"/>
              </a:ext>
            </a:extLst>
          </p:cNvPr>
          <p:cNvSpPr/>
          <p:nvPr/>
        </p:nvSpPr>
        <p:spPr>
          <a:xfrm>
            <a:off x="10932260" y="6184893"/>
            <a:ext cx="880354" cy="251467"/>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Accenture</a:t>
            </a:r>
          </a:p>
        </p:txBody>
      </p:sp>
    </p:spTree>
    <p:extLst>
      <p:ext uri="{BB962C8B-B14F-4D97-AF65-F5344CB8AC3E}">
        <p14:creationId xmlns:p14="http://schemas.microsoft.com/office/powerpoint/2010/main" val="3332326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A17C734-4411-7D6B-D4BC-2D0EB71C8603}"/>
              </a:ext>
            </a:extLst>
          </p:cNvPr>
          <p:cNvSpPr/>
          <p:nvPr/>
        </p:nvSpPr>
        <p:spPr>
          <a:xfrm>
            <a:off x="6629400" y="6164577"/>
            <a:ext cx="5067296" cy="655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Graphik"/>
              <a:ea typeface="+mn-ea"/>
              <a:cs typeface="+mn-cs"/>
            </a:endParaRPr>
          </a:p>
        </p:txBody>
      </p:sp>
      <p:sp>
        <p:nvSpPr>
          <p:cNvPr id="2" name="Title 1">
            <a:extLst>
              <a:ext uri="{FF2B5EF4-FFF2-40B4-BE49-F238E27FC236}">
                <a16:creationId xmlns:a16="http://schemas.microsoft.com/office/drawing/2014/main" id="{B4C83B4C-3B1C-A3D9-F95A-214073CC9CEF}"/>
              </a:ext>
            </a:extLst>
          </p:cNvPr>
          <p:cNvSpPr>
            <a:spLocks noGrp="1"/>
          </p:cNvSpPr>
          <p:nvPr>
            <p:ph type="title"/>
          </p:nvPr>
        </p:nvSpPr>
        <p:spPr/>
        <p:txBody>
          <a:bodyPr/>
          <a:lstStyle/>
          <a:p>
            <a:r>
              <a:rPr lang="en-US" dirty="0"/>
              <a:t>Suggested roadmap based on new team set-up and reduction of enterprise risks</a:t>
            </a:r>
          </a:p>
        </p:txBody>
      </p:sp>
      <p:sp>
        <p:nvSpPr>
          <p:cNvPr id="3" name="Text Placeholder 2">
            <a:extLst>
              <a:ext uri="{FF2B5EF4-FFF2-40B4-BE49-F238E27FC236}">
                <a16:creationId xmlns:a16="http://schemas.microsoft.com/office/drawing/2014/main" id="{373B634A-7875-DD3A-2553-B27526A6A658}"/>
              </a:ext>
            </a:extLst>
          </p:cNvPr>
          <p:cNvSpPr>
            <a:spLocks noGrp="1"/>
          </p:cNvSpPr>
          <p:nvPr>
            <p:ph type="body" sz="quarter" idx="10"/>
          </p:nvPr>
        </p:nvSpPr>
        <p:spPr/>
        <p:txBody>
          <a:bodyPr/>
          <a:lstStyle/>
          <a:p>
            <a:r>
              <a:rPr lang="en-US" dirty="0"/>
              <a:t>Compared to current roadmap, we estimate a PI delay due to changes in the team.</a:t>
            </a:r>
          </a:p>
        </p:txBody>
      </p:sp>
      <p:pic>
        <p:nvPicPr>
          <p:cNvPr id="4" name="Picture 3">
            <a:extLst>
              <a:ext uri="{FF2B5EF4-FFF2-40B4-BE49-F238E27FC236}">
                <a16:creationId xmlns:a16="http://schemas.microsoft.com/office/drawing/2014/main" id="{D60A92C8-7CBE-7C31-E7A8-108D6235BE6D}"/>
              </a:ext>
            </a:extLst>
          </p:cNvPr>
          <p:cNvPicPr>
            <a:picLocks noChangeAspect="1"/>
          </p:cNvPicPr>
          <p:nvPr/>
        </p:nvPicPr>
        <p:blipFill>
          <a:blip r:embed="rId2"/>
          <a:stretch>
            <a:fillRect/>
          </a:stretch>
        </p:blipFill>
        <p:spPr>
          <a:xfrm>
            <a:off x="1692442" y="1759253"/>
            <a:ext cx="8807116" cy="4916637"/>
          </a:xfrm>
          <a:prstGeom prst="rect">
            <a:avLst/>
          </a:prstGeom>
          <a:ln>
            <a:solidFill>
              <a:schemeClr val="bg2"/>
            </a:solidFill>
          </a:ln>
        </p:spPr>
      </p:pic>
    </p:spTree>
    <p:extLst>
      <p:ext uri="{BB962C8B-B14F-4D97-AF65-F5344CB8AC3E}">
        <p14:creationId xmlns:p14="http://schemas.microsoft.com/office/powerpoint/2010/main" val="193324605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H&amp;M">
  <a:themeElements>
    <a:clrScheme name="HM Colors">
      <a:dk1>
        <a:sysClr val="windowText" lastClr="000000"/>
      </a:dk1>
      <a:lt1>
        <a:sysClr val="window" lastClr="FFFFFF"/>
      </a:lt1>
      <a:dk2>
        <a:srgbClr val="000000"/>
      </a:dk2>
      <a:lt2>
        <a:srgbClr val="F8F8F8"/>
      </a:lt2>
      <a:accent1>
        <a:srgbClr val="FF1900"/>
      </a:accent1>
      <a:accent2>
        <a:srgbClr val="FF46B4"/>
      </a:accent2>
      <a:accent3>
        <a:srgbClr val="FF6400"/>
      </a:accent3>
      <a:accent4>
        <a:srgbClr val="FFFF00"/>
      </a:accent4>
      <a:accent5>
        <a:srgbClr val="00FF00"/>
      </a:accent5>
      <a:accent6>
        <a:srgbClr val="0000FF"/>
      </a:accent6>
      <a:hlink>
        <a:srgbClr val="5F5F5F"/>
      </a:hlink>
      <a:folHlink>
        <a:srgbClr val="919191"/>
      </a:folHlink>
    </a:clrScheme>
    <a:fontScheme name="HM Sans">
      <a:majorFont>
        <a:latin typeface="HM Sans"/>
        <a:ea typeface=""/>
        <a:cs typeface=""/>
      </a:majorFont>
      <a:minorFont>
        <a:latin typeface="HM Serif"/>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HM Tempalte.potx" id="{8A6DF3F5-F8A2-4E87-B110-876A4EB55CC0}" vid="{81BA4334-7768-4E66-8822-F13C40E1047F}"/>
    </a:ext>
  </a:extLst>
</a:theme>
</file>

<file path=ppt/theme/theme3.xml><?xml version="1.0" encoding="utf-8"?>
<a:theme xmlns:a="http://schemas.openxmlformats.org/drawingml/2006/main" name="1_Office Theme">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enture - 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defTabSz="228600">
          <a:spcAft>
            <a:spcPts val="1200"/>
          </a:spcAft>
          <a:defRPr sz="1200" noProof="0" dirty="0" smtClean="0"/>
        </a:defPPr>
      </a:lstStyle>
    </a:txDef>
  </a:objectDefaults>
  <a:extraClrSchemeLst/>
  <a:extLst>
    <a:ext uri="{05A4C25C-085E-4340-85A3-A5531E510DB2}">
      <thm15:themeFamily xmlns:thm15="http://schemas.microsoft.com/office/thememl/2012/main" name="Acc_CoreTemplate_Graphik_100820" id="{49DBA5FE-D7D0-7E4B-91FA-5CF7CE14D163}" vid="{DBC2176E-0E90-094E-B41E-2DF55F50486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1401</Words>
  <Application>Microsoft Office PowerPoint</Application>
  <PresentationFormat>Widescreen</PresentationFormat>
  <Paragraphs>216</Paragraphs>
  <Slides>8</Slides>
  <Notes>3</Notes>
  <HiddenSlides>0</HiddenSlides>
  <MMClips>0</MMClips>
  <ScaleCrop>false</ScaleCrop>
  <HeadingPairs>
    <vt:vector size="4" baseType="variant">
      <vt:variant>
        <vt:lpstr>Theme</vt:lpstr>
      </vt:variant>
      <vt:variant>
        <vt:i4>3</vt:i4>
      </vt:variant>
      <vt:variant>
        <vt:lpstr>Slide Titles</vt:lpstr>
      </vt:variant>
      <vt:variant>
        <vt:i4>8</vt:i4>
      </vt:variant>
    </vt:vector>
  </HeadingPairs>
  <TitlesOfParts>
    <vt:vector size="11" baseType="lpstr">
      <vt:lpstr>Office Theme</vt:lpstr>
      <vt:lpstr>H&amp;M</vt:lpstr>
      <vt:lpstr>1_Office Theme</vt:lpstr>
      <vt:lpstr>Enterprise IAM transformation</vt:lpstr>
      <vt:lpstr>“We have lost control of who has access to our business data and personal data - a new IAM platform and transformation is required”</vt:lpstr>
      <vt:lpstr>Value Drops</vt:lpstr>
      <vt:lpstr>PowerPoint Presentation</vt:lpstr>
      <vt:lpstr>Proposed team setup for the Enterprise IAM Transformation for Jan-Nov 2025</vt:lpstr>
      <vt:lpstr>To limit impact of a team change we suggest a phased approach to transitioned over time</vt:lpstr>
      <vt:lpstr>IAM Transformation resource plan and ramp-down during FY25 reducing Accenture spend by 60%</vt:lpstr>
      <vt:lpstr>Suggested roadmap based on new team set-up and reduction of enterprise risks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Jonas Kjellin</dc:creator>
  <cp:lastModifiedBy>Jonas Kjellin</cp:lastModifiedBy>
  <cp:revision>4</cp:revision>
  <dcterms:created xsi:type="dcterms:W3CDTF">2026-08-19T09:47:12Z</dcterms:created>
  <dcterms:modified xsi:type="dcterms:W3CDTF">2026-08-27T09:04:21Z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39811f9-0be2-4bb6-b43f-eb3ef57dd5c4_Enabled">
    <vt:lpwstr>true</vt:lpwstr>
  </property>
  <property fmtid="{D5CDD505-2E9C-101B-9397-08002B2CF9AE}" pid="3" name="MSIP_Label_639811f9-0be2-4bb6-b43f-eb3ef57dd5c4_SetDate">
    <vt:lpwstr>2026-08-19T09:56:58Z</vt:lpwstr>
  </property>
  <property fmtid="{D5CDD505-2E9C-101B-9397-08002B2CF9AE}" pid="4" name="MSIP_Label_639811f9-0be2-4bb6-b43f-eb3ef57dd5c4_Method">
    <vt:lpwstr>Standard</vt:lpwstr>
  </property>
  <property fmtid="{D5CDD505-2E9C-101B-9397-08002B2CF9AE}" pid="5" name="MSIP_Label_639811f9-0be2-4bb6-b43f-eb3ef57dd5c4_Name">
    <vt:lpwstr>IDM - Internal</vt:lpwstr>
  </property>
  <property fmtid="{D5CDD505-2E9C-101B-9397-08002B2CF9AE}" pid="6" name="MSIP_Label_639811f9-0be2-4bb6-b43f-eb3ef57dd5c4_SiteId">
    <vt:lpwstr>30f52344-4663-4c2e-bab3-61bf24ebbed8</vt:lpwstr>
  </property>
  <property fmtid="{D5CDD505-2E9C-101B-9397-08002B2CF9AE}" pid="7" name="MSIP_Label_639811f9-0be2-4bb6-b43f-eb3ef57dd5c4_ActionId">
    <vt:lpwstr>ce138727-e00e-4655-807e-c6854f63cfe6</vt:lpwstr>
  </property>
  <property fmtid="{D5CDD505-2E9C-101B-9397-08002B2CF9AE}" pid="8" name="MSIP_Label_639811f9-0be2-4bb6-b43f-eb3ef57dd5c4_ContentBits">
    <vt:lpwstr>0</vt:lpwstr>
  </property>
  <property fmtid="{D5CDD505-2E9C-101B-9397-08002B2CF9AE}" pid="9" name="MSIP_Label_639811f9-0be2-4bb6-b43f-eb3ef57dd5c4_Tag">
    <vt:lpwstr>10, 3, 0, 2</vt:lpwstr>
  </property>
</Properties>
</file>